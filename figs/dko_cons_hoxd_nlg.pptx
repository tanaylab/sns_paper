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224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93792"/>
              <a:ext cx="9004821" cy="34946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87144" y="397479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49591" y="3202761"/>
              <a:ext cx="135705" cy="28400"/>
            </a:xfrm>
            <a:custGeom>
              <a:avLst/>
              <a:pathLst>
                <a:path w="135705" h="28400">
                  <a:moveTo>
                    <a:pt x="0" y="28400"/>
                  </a:moveTo>
                  <a:lnTo>
                    <a:pt x="53" y="5931"/>
                  </a:lnTo>
                  <a:lnTo>
                    <a:pt x="688" y="5920"/>
                  </a:lnTo>
                  <a:lnTo>
                    <a:pt x="1323" y="5718"/>
                  </a:lnTo>
                  <a:lnTo>
                    <a:pt x="1958" y="5414"/>
                  </a:lnTo>
                  <a:lnTo>
                    <a:pt x="2593" y="5010"/>
                  </a:lnTo>
                  <a:lnTo>
                    <a:pt x="3227" y="4605"/>
                  </a:lnTo>
                  <a:lnTo>
                    <a:pt x="3862" y="4200"/>
                  </a:lnTo>
                  <a:lnTo>
                    <a:pt x="4497" y="3795"/>
                  </a:lnTo>
                  <a:lnTo>
                    <a:pt x="5132" y="3390"/>
                  </a:lnTo>
                  <a:lnTo>
                    <a:pt x="5767" y="2985"/>
                  </a:lnTo>
                  <a:lnTo>
                    <a:pt x="6402" y="2580"/>
                  </a:lnTo>
                  <a:lnTo>
                    <a:pt x="7037" y="2176"/>
                  </a:lnTo>
                  <a:lnTo>
                    <a:pt x="7671" y="1771"/>
                  </a:lnTo>
                  <a:lnTo>
                    <a:pt x="8306" y="1366"/>
                  </a:lnTo>
                  <a:lnTo>
                    <a:pt x="8941" y="961"/>
                  </a:lnTo>
                  <a:lnTo>
                    <a:pt x="9576" y="556"/>
                  </a:lnTo>
                  <a:lnTo>
                    <a:pt x="10211" y="303"/>
                  </a:lnTo>
                  <a:lnTo>
                    <a:pt x="10846" y="101"/>
                  </a:lnTo>
                  <a:lnTo>
                    <a:pt x="11480" y="0"/>
                  </a:lnTo>
                  <a:lnTo>
                    <a:pt x="12115" y="0"/>
                  </a:lnTo>
                  <a:lnTo>
                    <a:pt x="12750" y="0"/>
                  </a:lnTo>
                  <a:lnTo>
                    <a:pt x="13385" y="0"/>
                  </a:lnTo>
                  <a:lnTo>
                    <a:pt x="14020" y="0"/>
                  </a:lnTo>
                  <a:lnTo>
                    <a:pt x="14655" y="0"/>
                  </a:lnTo>
                  <a:lnTo>
                    <a:pt x="15290" y="0"/>
                  </a:lnTo>
                  <a:lnTo>
                    <a:pt x="15924" y="0"/>
                  </a:lnTo>
                  <a:lnTo>
                    <a:pt x="16559" y="0"/>
                  </a:lnTo>
                  <a:lnTo>
                    <a:pt x="17194" y="0"/>
                  </a:lnTo>
                  <a:lnTo>
                    <a:pt x="17829" y="0"/>
                  </a:lnTo>
                  <a:lnTo>
                    <a:pt x="18464" y="0"/>
                  </a:lnTo>
                  <a:lnTo>
                    <a:pt x="19099" y="0"/>
                  </a:lnTo>
                  <a:lnTo>
                    <a:pt x="19733" y="0"/>
                  </a:lnTo>
                  <a:lnTo>
                    <a:pt x="20368" y="0"/>
                  </a:lnTo>
                  <a:lnTo>
                    <a:pt x="21003" y="0"/>
                  </a:lnTo>
                  <a:lnTo>
                    <a:pt x="21638" y="0"/>
                  </a:lnTo>
                  <a:lnTo>
                    <a:pt x="22273" y="0"/>
                  </a:lnTo>
                  <a:lnTo>
                    <a:pt x="22908" y="0"/>
                  </a:lnTo>
                  <a:lnTo>
                    <a:pt x="23543" y="0"/>
                  </a:lnTo>
                  <a:lnTo>
                    <a:pt x="24177" y="0"/>
                  </a:lnTo>
                  <a:lnTo>
                    <a:pt x="24812" y="0"/>
                  </a:lnTo>
                  <a:lnTo>
                    <a:pt x="25447" y="0"/>
                  </a:lnTo>
                  <a:lnTo>
                    <a:pt x="26082" y="0"/>
                  </a:lnTo>
                  <a:lnTo>
                    <a:pt x="26717" y="0"/>
                  </a:lnTo>
                  <a:lnTo>
                    <a:pt x="27352" y="0"/>
                  </a:lnTo>
                  <a:lnTo>
                    <a:pt x="27986" y="0"/>
                  </a:lnTo>
                  <a:lnTo>
                    <a:pt x="28621" y="0"/>
                  </a:lnTo>
                  <a:lnTo>
                    <a:pt x="29256" y="0"/>
                  </a:lnTo>
                  <a:lnTo>
                    <a:pt x="29891" y="0"/>
                  </a:lnTo>
                  <a:lnTo>
                    <a:pt x="30526" y="0"/>
                  </a:lnTo>
                  <a:lnTo>
                    <a:pt x="31161" y="0"/>
                  </a:lnTo>
                  <a:lnTo>
                    <a:pt x="31796" y="0"/>
                  </a:lnTo>
                  <a:lnTo>
                    <a:pt x="32430" y="0"/>
                  </a:lnTo>
                  <a:lnTo>
                    <a:pt x="33065" y="0"/>
                  </a:lnTo>
                  <a:lnTo>
                    <a:pt x="33700" y="0"/>
                  </a:lnTo>
                  <a:lnTo>
                    <a:pt x="34335" y="0"/>
                  </a:lnTo>
                  <a:lnTo>
                    <a:pt x="34970" y="0"/>
                  </a:lnTo>
                  <a:lnTo>
                    <a:pt x="35605" y="0"/>
                  </a:lnTo>
                  <a:lnTo>
                    <a:pt x="36239" y="0"/>
                  </a:lnTo>
                  <a:lnTo>
                    <a:pt x="36874" y="0"/>
                  </a:lnTo>
                  <a:lnTo>
                    <a:pt x="37509" y="0"/>
                  </a:lnTo>
                  <a:lnTo>
                    <a:pt x="38144" y="0"/>
                  </a:lnTo>
                  <a:lnTo>
                    <a:pt x="38779" y="0"/>
                  </a:lnTo>
                  <a:lnTo>
                    <a:pt x="39414" y="0"/>
                  </a:lnTo>
                  <a:lnTo>
                    <a:pt x="40049" y="0"/>
                  </a:lnTo>
                  <a:lnTo>
                    <a:pt x="40683" y="0"/>
                  </a:lnTo>
                  <a:lnTo>
                    <a:pt x="41318" y="0"/>
                  </a:lnTo>
                  <a:lnTo>
                    <a:pt x="41953" y="0"/>
                  </a:lnTo>
                  <a:lnTo>
                    <a:pt x="42588" y="0"/>
                  </a:lnTo>
                  <a:lnTo>
                    <a:pt x="43223" y="0"/>
                  </a:lnTo>
                  <a:lnTo>
                    <a:pt x="43858" y="0"/>
                  </a:lnTo>
                  <a:lnTo>
                    <a:pt x="44492" y="0"/>
                  </a:lnTo>
                  <a:lnTo>
                    <a:pt x="45127" y="0"/>
                  </a:lnTo>
                  <a:lnTo>
                    <a:pt x="45762" y="0"/>
                  </a:lnTo>
                  <a:lnTo>
                    <a:pt x="46397" y="0"/>
                  </a:lnTo>
                  <a:lnTo>
                    <a:pt x="47032" y="0"/>
                  </a:lnTo>
                  <a:lnTo>
                    <a:pt x="47667" y="0"/>
                  </a:lnTo>
                  <a:lnTo>
                    <a:pt x="48302" y="0"/>
                  </a:lnTo>
                  <a:lnTo>
                    <a:pt x="48936" y="0"/>
                  </a:lnTo>
                  <a:lnTo>
                    <a:pt x="49571" y="0"/>
                  </a:lnTo>
                  <a:lnTo>
                    <a:pt x="50206" y="165"/>
                  </a:lnTo>
                  <a:lnTo>
                    <a:pt x="50841" y="342"/>
                  </a:lnTo>
                  <a:lnTo>
                    <a:pt x="51476" y="549"/>
                  </a:lnTo>
                  <a:lnTo>
                    <a:pt x="52111" y="767"/>
                  </a:lnTo>
                  <a:lnTo>
                    <a:pt x="52745" y="985"/>
                  </a:lnTo>
                  <a:lnTo>
                    <a:pt x="53380" y="1203"/>
                  </a:lnTo>
                  <a:lnTo>
                    <a:pt x="54015" y="1421"/>
                  </a:lnTo>
                  <a:lnTo>
                    <a:pt x="54650" y="1640"/>
                  </a:lnTo>
                  <a:lnTo>
                    <a:pt x="55285" y="1858"/>
                  </a:lnTo>
                  <a:lnTo>
                    <a:pt x="55920" y="2076"/>
                  </a:lnTo>
                  <a:lnTo>
                    <a:pt x="56554" y="2294"/>
                  </a:lnTo>
                  <a:lnTo>
                    <a:pt x="57189" y="2512"/>
                  </a:lnTo>
                  <a:lnTo>
                    <a:pt x="57824" y="2730"/>
                  </a:lnTo>
                  <a:lnTo>
                    <a:pt x="58459" y="2948"/>
                  </a:lnTo>
                  <a:lnTo>
                    <a:pt x="59094" y="3166"/>
                  </a:lnTo>
                  <a:lnTo>
                    <a:pt x="59729" y="3343"/>
                  </a:lnTo>
                  <a:lnTo>
                    <a:pt x="60364" y="3712"/>
                  </a:lnTo>
                  <a:lnTo>
                    <a:pt x="60998" y="3889"/>
                  </a:lnTo>
                  <a:lnTo>
                    <a:pt x="61633" y="3885"/>
                  </a:lnTo>
                  <a:lnTo>
                    <a:pt x="62268" y="3954"/>
                  </a:lnTo>
                  <a:lnTo>
                    <a:pt x="62903" y="4052"/>
                  </a:lnTo>
                  <a:lnTo>
                    <a:pt x="63538" y="4149"/>
                  </a:lnTo>
                  <a:lnTo>
                    <a:pt x="64173" y="4236"/>
                  </a:lnTo>
                  <a:lnTo>
                    <a:pt x="64807" y="4482"/>
                  </a:lnTo>
                  <a:lnTo>
                    <a:pt x="65442" y="4839"/>
                  </a:lnTo>
                  <a:lnTo>
                    <a:pt x="66077" y="5340"/>
                  </a:lnTo>
                  <a:lnTo>
                    <a:pt x="66712" y="5947"/>
                  </a:lnTo>
                  <a:lnTo>
                    <a:pt x="67347" y="6554"/>
                  </a:lnTo>
                  <a:lnTo>
                    <a:pt x="67982" y="7161"/>
                  </a:lnTo>
                  <a:lnTo>
                    <a:pt x="68617" y="7768"/>
                  </a:lnTo>
                  <a:lnTo>
                    <a:pt x="69251" y="8374"/>
                  </a:lnTo>
                  <a:lnTo>
                    <a:pt x="69886" y="8890"/>
                  </a:lnTo>
                  <a:lnTo>
                    <a:pt x="70521" y="9595"/>
                  </a:lnTo>
                  <a:lnTo>
                    <a:pt x="71156" y="10332"/>
                  </a:lnTo>
                  <a:lnTo>
                    <a:pt x="71791" y="10984"/>
                  </a:lnTo>
                  <a:lnTo>
                    <a:pt x="72426" y="11461"/>
                  </a:lnTo>
                  <a:lnTo>
                    <a:pt x="73060" y="11942"/>
                  </a:lnTo>
                  <a:lnTo>
                    <a:pt x="73695" y="12423"/>
                  </a:lnTo>
                  <a:lnTo>
                    <a:pt x="74330" y="12760"/>
                  </a:lnTo>
                  <a:lnTo>
                    <a:pt x="74965" y="12844"/>
                  </a:lnTo>
                  <a:lnTo>
                    <a:pt x="75600" y="12909"/>
                  </a:lnTo>
                  <a:lnTo>
                    <a:pt x="76235" y="12852"/>
                  </a:lnTo>
                  <a:lnTo>
                    <a:pt x="76870" y="12795"/>
                  </a:lnTo>
                  <a:lnTo>
                    <a:pt x="77504" y="12737"/>
                  </a:lnTo>
                  <a:lnTo>
                    <a:pt x="78139" y="12680"/>
                  </a:lnTo>
                  <a:lnTo>
                    <a:pt x="78774" y="12623"/>
                  </a:lnTo>
                  <a:lnTo>
                    <a:pt x="79409" y="12537"/>
                  </a:lnTo>
                  <a:lnTo>
                    <a:pt x="80044" y="12234"/>
                  </a:lnTo>
                  <a:lnTo>
                    <a:pt x="80679" y="12016"/>
                  </a:lnTo>
                  <a:lnTo>
                    <a:pt x="81313" y="11808"/>
                  </a:lnTo>
                  <a:lnTo>
                    <a:pt x="81948" y="11631"/>
                  </a:lnTo>
                  <a:lnTo>
                    <a:pt x="82583" y="11454"/>
                  </a:lnTo>
                  <a:lnTo>
                    <a:pt x="83218" y="11289"/>
                  </a:lnTo>
                  <a:lnTo>
                    <a:pt x="83853" y="11289"/>
                  </a:lnTo>
                  <a:lnTo>
                    <a:pt x="84488" y="11289"/>
                  </a:lnTo>
                  <a:lnTo>
                    <a:pt x="85123" y="11289"/>
                  </a:lnTo>
                  <a:lnTo>
                    <a:pt x="85757" y="11289"/>
                  </a:lnTo>
                  <a:lnTo>
                    <a:pt x="86392" y="11469"/>
                  </a:lnTo>
                  <a:lnTo>
                    <a:pt x="87027" y="11848"/>
                  </a:lnTo>
                  <a:lnTo>
                    <a:pt x="87662" y="12269"/>
                  </a:lnTo>
                  <a:lnTo>
                    <a:pt x="88297" y="12801"/>
                  </a:lnTo>
                  <a:lnTo>
                    <a:pt x="88932" y="13424"/>
                  </a:lnTo>
                  <a:lnTo>
                    <a:pt x="89566" y="14117"/>
                  </a:lnTo>
                  <a:lnTo>
                    <a:pt x="90201" y="14943"/>
                  </a:lnTo>
                  <a:lnTo>
                    <a:pt x="90836" y="15849"/>
                  </a:lnTo>
                  <a:lnTo>
                    <a:pt x="91471" y="16877"/>
                  </a:lnTo>
                  <a:lnTo>
                    <a:pt x="92106" y="17904"/>
                  </a:lnTo>
                  <a:lnTo>
                    <a:pt x="92741" y="18932"/>
                  </a:lnTo>
                  <a:lnTo>
                    <a:pt x="93376" y="19960"/>
                  </a:lnTo>
                  <a:lnTo>
                    <a:pt x="94010" y="20988"/>
                  </a:lnTo>
                  <a:lnTo>
                    <a:pt x="94645" y="22015"/>
                  </a:lnTo>
                  <a:lnTo>
                    <a:pt x="95280" y="23043"/>
                  </a:lnTo>
                  <a:lnTo>
                    <a:pt x="95915" y="24182"/>
                  </a:lnTo>
                  <a:lnTo>
                    <a:pt x="96550" y="24797"/>
                  </a:lnTo>
                  <a:lnTo>
                    <a:pt x="97185" y="25248"/>
                  </a:lnTo>
                  <a:lnTo>
                    <a:pt x="97819" y="25701"/>
                  </a:lnTo>
                  <a:lnTo>
                    <a:pt x="98454" y="25798"/>
                  </a:lnTo>
                  <a:lnTo>
                    <a:pt x="99089" y="25765"/>
                  </a:lnTo>
                  <a:lnTo>
                    <a:pt x="99724" y="25530"/>
                  </a:lnTo>
                  <a:lnTo>
                    <a:pt x="100359" y="25281"/>
                  </a:lnTo>
                  <a:lnTo>
                    <a:pt x="100994" y="24993"/>
                  </a:lnTo>
                  <a:lnTo>
                    <a:pt x="101629" y="24705"/>
                  </a:lnTo>
                  <a:lnTo>
                    <a:pt x="102263" y="24417"/>
                  </a:lnTo>
                  <a:lnTo>
                    <a:pt x="102898" y="24129"/>
                  </a:lnTo>
                  <a:lnTo>
                    <a:pt x="103533" y="23841"/>
                  </a:lnTo>
                  <a:lnTo>
                    <a:pt x="104168" y="23553"/>
                  </a:lnTo>
                  <a:lnTo>
                    <a:pt x="104803" y="23265"/>
                  </a:lnTo>
                  <a:lnTo>
                    <a:pt x="105438" y="22930"/>
                  </a:lnTo>
                  <a:lnTo>
                    <a:pt x="106072" y="22500"/>
                  </a:lnTo>
                  <a:lnTo>
                    <a:pt x="106707" y="21898"/>
                  </a:lnTo>
                  <a:lnTo>
                    <a:pt x="107342" y="21005"/>
                  </a:lnTo>
                  <a:lnTo>
                    <a:pt x="107977" y="20056"/>
                  </a:lnTo>
                  <a:lnTo>
                    <a:pt x="108612" y="19191"/>
                  </a:lnTo>
                  <a:lnTo>
                    <a:pt x="109247" y="18469"/>
                  </a:lnTo>
                  <a:lnTo>
                    <a:pt x="109881" y="17887"/>
                  </a:lnTo>
                  <a:lnTo>
                    <a:pt x="110516" y="17482"/>
                  </a:lnTo>
                  <a:lnTo>
                    <a:pt x="111151" y="17077"/>
                  </a:lnTo>
                  <a:lnTo>
                    <a:pt x="111786" y="16672"/>
                  </a:lnTo>
                  <a:lnTo>
                    <a:pt x="112421" y="16091"/>
                  </a:lnTo>
                  <a:lnTo>
                    <a:pt x="113056" y="15509"/>
                  </a:lnTo>
                  <a:lnTo>
                    <a:pt x="113691" y="14886"/>
                  </a:lnTo>
                  <a:lnTo>
                    <a:pt x="114325" y="14263"/>
                  </a:lnTo>
                  <a:lnTo>
                    <a:pt x="114960" y="13765"/>
                  </a:lnTo>
                  <a:lnTo>
                    <a:pt x="115595" y="13482"/>
                  </a:lnTo>
                  <a:lnTo>
                    <a:pt x="116230" y="13462"/>
                  </a:lnTo>
                  <a:lnTo>
                    <a:pt x="116865" y="13912"/>
                  </a:lnTo>
                  <a:lnTo>
                    <a:pt x="117500" y="14524"/>
                  </a:lnTo>
                  <a:lnTo>
                    <a:pt x="118134" y="15137"/>
                  </a:lnTo>
                  <a:lnTo>
                    <a:pt x="118769" y="15749"/>
                  </a:lnTo>
                  <a:lnTo>
                    <a:pt x="119404" y="16362"/>
                  </a:lnTo>
                  <a:lnTo>
                    <a:pt x="120039" y="16974"/>
                  </a:lnTo>
                  <a:lnTo>
                    <a:pt x="120674" y="17586"/>
                  </a:lnTo>
                  <a:lnTo>
                    <a:pt x="121309" y="18199"/>
                  </a:lnTo>
                  <a:lnTo>
                    <a:pt x="121944" y="18886"/>
                  </a:lnTo>
                  <a:lnTo>
                    <a:pt x="122578" y="19574"/>
                  </a:lnTo>
                  <a:lnTo>
                    <a:pt x="123213" y="20586"/>
                  </a:lnTo>
                  <a:lnTo>
                    <a:pt x="123848" y="21598"/>
                  </a:lnTo>
                  <a:lnTo>
                    <a:pt x="124483" y="22459"/>
                  </a:lnTo>
                  <a:lnTo>
                    <a:pt x="125118" y="23056"/>
                  </a:lnTo>
                  <a:lnTo>
                    <a:pt x="125753" y="23420"/>
                  </a:lnTo>
                  <a:lnTo>
                    <a:pt x="126387" y="23420"/>
                  </a:lnTo>
                  <a:lnTo>
                    <a:pt x="127022" y="23420"/>
                  </a:lnTo>
                  <a:lnTo>
                    <a:pt x="127657" y="23572"/>
                  </a:lnTo>
                  <a:lnTo>
                    <a:pt x="128292" y="23774"/>
                  </a:lnTo>
                  <a:lnTo>
                    <a:pt x="128927" y="24078"/>
                  </a:lnTo>
                  <a:lnTo>
                    <a:pt x="129562" y="24483"/>
                  </a:lnTo>
                  <a:lnTo>
                    <a:pt x="130197" y="24888"/>
                  </a:lnTo>
                  <a:lnTo>
                    <a:pt x="130831" y="25293"/>
                  </a:lnTo>
                  <a:lnTo>
                    <a:pt x="131466" y="25697"/>
                  </a:lnTo>
                  <a:lnTo>
                    <a:pt x="132101" y="26102"/>
                  </a:lnTo>
                  <a:lnTo>
                    <a:pt x="132736" y="26507"/>
                  </a:lnTo>
                  <a:lnTo>
                    <a:pt x="133371" y="26912"/>
                  </a:lnTo>
                  <a:lnTo>
                    <a:pt x="134006" y="27317"/>
                  </a:lnTo>
                  <a:lnTo>
                    <a:pt x="134640" y="27722"/>
                  </a:lnTo>
                  <a:lnTo>
                    <a:pt x="135275" y="28126"/>
                  </a:lnTo>
                  <a:lnTo>
                    <a:pt x="135705" y="2840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90319" y="397479"/>
              <a:ext cx="8144701" cy="2833682"/>
            </a:xfrm>
            <a:custGeom>
              <a:avLst/>
              <a:pathLst>
                <a:path w="8144701" h="2833682">
                  <a:moveTo>
                    <a:pt x="0" y="2833682"/>
                  </a:moveTo>
                  <a:lnTo>
                    <a:pt x="261" y="2833432"/>
                  </a:lnTo>
                  <a:lnTo>
                    <a:pt x="896" y="2832822"/>
                  </a:lnTo>
                  <a:lnTo>
                    <a:pt x="1530" y="2832212"/>
                  </a:lnTo>
                  <a:lnTo>
                    <a:pt x="2165" y="2831602"/>
                  </a:lnTo>
                  <a:lnTo>
                    <a:pt x="2800" y="2830925"/>
                  </a:lnTo>
                  <a:lnTo>
                    <a:pt x="3435" y="2830194"/>
                  </a:lnTo>
                  <a:lnTo>
                    <a:pt x="4070" y="2829462"/>
                  </a:lnTo>
                  <a:lnTo>
                    <a:pt x="4705" y="2828731"/>
                  </a:lnTo>
                  <a:lnTo>
                    <a:pt x="5339" y="2828066"/>
                  </a:lnTo>
                  <a:lnTo>
                    <a:pt x="5974" y="2827375"/>
                  </a:lnTo>
                  <a:lnTo>
                    <a:pt x="6609" y="2826763"/>
                  </a:lnTo>
                  <a:lnTo>
                    <a:pt x="7244" y="2826083"/>
                  </a:lnTo>
                  <a:lnTo>
                    <a:pt x="7879" y="2825461"/>
                  </a:lnTo>
                  <a:lnTo>
                    <a:pt x="8514" y="2825049"/>
                  </a:lnTo>
                  <a:lnTo>
                    <a:pt x="9149" y="2824724"/>
                  </a:lnTo>
                  <a:lnTo>
                    <a:pt x="9783" y="2824708"/>
                  </a:lnTo>
                  <a:lnTo>
                    <a:pt x="10418" y="2824506"/>
                  </a:lnTo>
                  <a:lnTo>
                    <a:pt x="11053" y="2824304"/>
                  </a:lnTo>
                  <a:lnTo>
                    <a:pt x="11688" y="2824101"/>
                  </a:lnTo>
                  <a:lnTo>
                    <a:pt x="12323" y="2824010"/>
                  </a:lnTo>
                  <a:lnTo>
                    <a:pt x="12958" y="2824010"/>
                  </a:lnTo>
                  <a:lnTo>
                    <a:pt x="13592" y="2824010"/>
                  </a:lnTo>
                  <a:lnTo>
                    <a:pt x="14227" y="2824010"/>
                  </a:lnTo>
                  <a:lnTo>
                    <a:pt x="14862" y="2824010"/>
                  </a:lnTo>
                  <a:lnTo>
                    <a:pt x="15497" y="2824010"/>
                  </a:lnTo>
                  <a:lnTo>
                    <a:pt x="16132" y="2824010"/>
                  </a:lnTo>
                  <a:lnTo>
                    <a:pt x="16767" y="2824010"/>
                  </a:lnTo>
                  <a:lnTo>
                    <a:pt x="17402" y="2824010"/>
                  </a:lnTo>
                  <a:lnTo>
                    <a:pt x="18036" y="2824010"/>
                  </a:lnTo>
                  <a:lnTo>
                    <a:pt x="18671" y="2824010"/>
                  </a:lnTo>
                  <a:lnTo>
                    <a:pt x="19306" y="2824010"/>
                  </a:lnTo>
                  <a:lnTo>
                    <a:pt x="19941" y="2824010"/>
                  </a:lnTo>
                  <a:lnTo>
                    <a:pt x="20576" y="2824010"/>
                  </a:lnTo>
                  <a:lnTo>
                    <a:pt x="21211" y="2824010"/>
                  </a:lnTo>
                  <a:lnTo>
                    <a:pt x="21845" y="2824010"/>
                  </a:lnTo>
                  <a:lnTo>
                    <a:pt x="22480" y="2824010"/>
                  </a:lnTo>
                  <a:lnTo>
                    <a:pt x="23115" y="2824010"/>
                  </a:lnTo>
                  <a:lnTo>
                    <a:pt x="23750" y="2824010"/>
                  </a:lnTo>
                  <a:lnTo>
                    <a:pt x="24385" y="2824010"/>
                  </a:lnTo>
                  <a:lnTo>
                    <a:pt x="25020" y="2824010"/>
                  </a:lnTo>
                  <a:lnTo>
                    <a:pt x="25655" y="2824010"/>
                  </a:lnTo>
                  <a:lnTo>
                    <a:pt x="26289" y="2824010"/>
                  </a:lnTo>
                  <a:lnTo>
                    <a:pt x="26924" y="2824010"/>
                  </a:lnTo>
                  <a:lnTo>
                    <a:pt x="27559" y="2824010"/>
                  </a:lnTo>
                  <a:lnTo>
                    <a:pt x="28194" y="2824010"/>
                  </a:lnTo>
                  <a:lnTo>
                    <a:pt x="28829" y="2824010"/>
                  </a:lnTo>
                  <a:lnTo>
                    <a:pt x="29464" y="2824010"/>
                  </a:lnTo>
                  <a:lnTo>
                    <a:pt x="30098" y="2823949"/>
                  </a:lnTo>
                  <a:lnTo>
                    <a:pt x="30733" y="2823747"/>
                  </a:lnTo>
                  <a:lnTo>
                    <a:pt x="31368" y="2823524"/>
                  </a:lnTo>
                  <a:lnTo>
                    <a:pt x="32003" y="2823119"/>
                  </a:lnTo>
                  <a:lnTo>
                    <a:pt x="32638" y="2822715"/>
                  </a:lnTo>
                  <a:lnTo>
                    <a:pt x="33273" y="2822310"/>
                  </a:lnTo>
                  <a:lnTo>
                    <a:pt x="33908" y="2821905"/>
                  </a:lnTo>
                  <a:lnTo>
                    <a:pt x="34542" y="2821500"/>
                  </a:lnTo>
                  <a:lnTo>
                    <a:pt x="35177" y="2821159"/>
                  </a:lnTo>
                  <a:lnTo>
                    <a:pt x="35812" y="2820845"/>
                  </a:lnTo>
                  <a:lnTo>
                    <a:pt x="36447" y="2820342"/>
                  </a:lnTo>
                  <a:lnTo>
                    <a:pt x="37082" y="2819675"/>
                  </a:lnTo>
                  <a:lnTo>
                    <a:pt x="37717" y="2818933"/>
                  </a:lnTo>
                  <a:lnTo>
                    <a:pt x="38351" y="2818173"/>
                  </a:lnTo>
                  <a:lnTo>
                    <a:pt x="38986" y="2817260"/>
                  </a:lnTo>
                  <a:lnTo>
                    <a:pt x="39621" y="2816181"/>
                  </a:lnTo>
                  <a:lnTo>
                    <a:pt x="40256" y="2815131"/>
                  </a:lnTo>
                  <a:lnTo>
                    <a:pt x="40891" y="2813950"/>
                  </a:lnTo>
                  <a:lnTo>
                    <a:pt x="41526" y="2812826"/>
                  </a:lnTo>
                  <a:lnTo>
                    <a:pt x="42160" y="2811983"/>
                  </a:lnTo>
                  <a:lnTo>
                    <a:pt x="42795" y="2811250"/>
                  </a:lnTo>
                  <a:lnTo>
                    <a:pt x="43430" y="2810589"/>
                  </a:lnTo>
                  <a:lnTo>
                    <a:pt x="44065" y="2810191"/>
                  </a:lnTo>
                  <a:lnTo>
                    <a:pt x="44700" y="2809932"/>
                  </a:lnTo>
                  <a:lnTo>
                    <a:pt x="45335" y="2809716"/>
                  </a:lnTo>
                  <a:lnTo>
                    <a:pt x="45970" y="2809637"/>
                  </a:lnTo>
                  <a:lnTo>
                    <a:pt x="46604" y="2809566"/>
                  </a:lnTo>
                  <a:lnTo>
                    <a:pt x="47239" y="2809623"/>
                  </a:lnTo>
                  <a:lnTo>
                    <a:pt x="47874" y="2809804"/>
                  </a:lnTo>
                  <a:lnTo>
                    <a:pt x="48509" y="2809991"/>
                  </a:lnTo>
                  <a:lnTo>
                    <a:pt x="49144" y="2810174"/>
                  </a:lnTo>
                  <a:lnTo>
                    <a:pt x="49779" y="2810292"/>
                  </a:lnTo>
                  <a:lnTo>
                    <a:pt x="50413" y="2810265"/>
                  </a:lnTo>
                  <a:lnTo>
                    <a:pt x="51048" y="2810170"/>
                  </a:lnTo>
                  <a:lnTo>
                    <a:pt x="51683" y="2810021"/>
                  </a:lnTo>
                  <a:lnTo>
                    <a:pt x="52318" y="2809932"/>
                  </a:lnTo>
                  <a:lnTo>
                    <a:pt x="52953" y="2809761"/>
                  </a:lnTo>
                  <a:lnTo>
                    <a:pt x="53588" y="2809550"/>
                  </a:lnTo>
                  <a:lnTo>
                    <a:pt x="54223" y="2809258"/>
                  </a:lnTo>
                  <a:lnTo>
                    <a:pt x="54857" y="2808847"/>
                  </a:lnTo>
                  <a:lnTo>
                    <a:pt x="55492" y="2808242"/>
                  </a:lnTo>
                  <a:lnTo>
                    <a:pt x="56127" y="2807481"/>
                  </a:lnTo>
                  <a:lnTo>
                    <a:pt x="56762" y="2806570"/>
                  </a:lnTo>
                  <a:lnTo>
                    <a:pt x="57397" y="2805486"/>
                  </a:lnTo>
                  <a:lnTo>
                    <a:pt x="58032" y="2804496"/>
                  </a:lnTo>
                  <a:lnTo>
                    <a:pt x="58666" y="2803455"/>
                  </a:lnTo>
                  <a:lnTo>
                    <a:pt x="59301" y="2802562"/>
                  </a:lnTo>
                  <a:lnTo>
                    <a:pt x="59936" y="2801865"/>
                  </a:lnTo>
                  <a:lnTo>
                    <a:pt x="60571" y="2801238"/>
                  </a:lnTo>
                  <a:lnTo>
                    <a:pt x="61206" y="2800739"/>
                  </a:lnTo>
                  <a:lnTo>
                    <a:pt x="61841" y="2800316"/>
                  </a:lnTo>
                  <a:lnTo>
                    <a:pt x="62476" y="2799814"/>
                  </a:lnTo>
                  <a:lnTo>
                    <a:pt x="63110" y="2799226"/>
                  </a:lnTo>
                  <a:lnTo>
                    <a:pt x="63745" y="2798574"/>
                  </a:lnTo>
                  <a:lnTo>
                    <a:pt x="64380" y="2797804"/>
                  </a:lnTo>
                  <a:lnTo>
                    <a:pt x="65015" y="2797123"/>
                  </a:lnTo>
                  <a:lnTo>
                    <a:pt x="65650" y="2796363"/>
                  </a:lnTo>
                  <a:lnTo>
                    <a:pt x="66285" y="2795653"/>
                  </a:lnTo>
                  <a:lnTo>
                    <a:pt x="66919" y="2794838"/>
                  </a:lnTo>
                  <a:lnTo>
                    <a:pt x="67554" y="2793993"/>
                  </a:lnTo>
                  <a:lnTo>
                    <a:pt x="68189" y="2793184"/>
                  </a:lnTo>
                  <a:lnTo>
                    <a:pt x="68824" y="2792294"/>
                  </a:lnTo>
                  <a:lnTo>
                    <a:pt x="69459" y="2791366"/>
                  </a:lnTo>
                  <a:lnTo>
                    <a:pt x="70094" y="2790465"/>
                  </a:lnTo>
                  <a:lnTo>
                    <a:pt x="70729" y="2789569"/>
                  </a:lnTo>
                  <a:lnTo>
                    <a:pt x="71363" y="2788563"/>
                  </a:lnTo>
                  <a:lnTo>
                    <a:pt x="71998" y="2787646"/>
                  </a:lnTo>
                  <a:lnTo>
                    <a:pt x="72633" y="2786632"/>
                  </a:lnTo>
                  <a:lnTo>
                    <a:pt x="73268" y="2785797"/>
                  </a:lnTo>
                  <a:lnTo>
                    <a:pt x="73903" y="2785021"/>
                  </a:lnTo>
                  <a:lnTo>
                    <a:pt x="74538" y="2784190"/>
                  </a:lnTo>
                  <a:lnTo>
                    <a:pt x="75172" y="2783358"/>
                  </a:lnTo>
                  <a:lnTo>
                    <a:pt x="75807" y="2782567"/>
                  </a:lnTo>
                  <a:lnTo>
                    <a:pt x="76442" y="2781906"/>
                  </a:lnTo>
                  <a:lnTo>
                    <a:pt x="77077" y="2781251"/>
                  </a:lnTo>
                  <a:lnTo>
                    <a:pt x="77712" y="2780638"/>
                  </a:lnTo>
                  <a:lnTo>
                    <a:pt x="78347" y="2780133"/>
                  </a:lnTo>
                  <a:lnTo>
                    <a:pt x="78982" y="2779653"/>
                  </a:lnTo>
                  <a:lnTo>
                    <a:pt x="79616" y="2778908"/>
                  </a:lnTo>
                  <a:lnTo>
                    <a:pt x="80251" y="2777795"/>
                  </a:lnTo>
                  <a:lnTo>
                    <a:pt x="80886" y="2776687"/>
                  </a:lnTo>
                  <a:lnTo>
                    <a:pt x="81521" y="2775548"/>
                  </a:lnTo>
                  <a:lnTo>
                    <a:pt x="82156" y="2774489"/>
                  </a:lnTo>
                  <a:lnTo>
                    <a:pt x="82791" y="2773406"/>
                  </a:lnTo>
                  <a:lnTo>
                    <a:pt x="83425" y="2772551"/>
                  </a:lnTo>
                  <a:lnTo>
                    <a:pt x="84060" y="2771769"/>
                  </a:lnTo>
                  <a:lnTo>
                    <a:pt x="84695" y="2771089"/>
                  </a:lnTo>
                  <a:lnTo>
                    <a:pt x="85330" y="2770646"/>
                  </a:lnTo>
                  <a:lnTo>
                    <a:pt x="85965" y="2770397"/>
                  </a:lnTo>
                  <a:lnTo>
                    <a:pt x="86600" y="2770101"/>
                  </a:lnTo>
                  <a:lnTo>
                    <a:pt x="87235" y="2769674"/>
                  </a:lnTo>
                  <a:lnTo>
                    <a:pt x="87869" y="2769418"/>
                  </a:lnTo>
                  <a:lnTo>
                    <a:pt x="88504" y="2769030"/>
                  </a:lnTo>
                  <a:lnTo>
                    <a:pt x="89139" y="2768670"/>
                  </a:lnTo>
                  <a:lnTo>
                    <a:pt x="89774" y="2768466"/>
                  </a:lnTo>
                  <a:lnTo>
                    <a:pt x="90409" y="2768332"/>
                  </a:lnTo>
                  <a:lnTo>
                    <a:pt x="91044" y="2768140"/>
                  </a:lnTo>
                  <a:lnTo>
                    <a:pt x="91678" y="2767644"/>
                  </a:lnTo>
                  <a:lnTo>
                    <a:pt x="92313" y="2767239"/>
                  </a:lnTo>
                  <a:lnTo>
                    <a:pt x="92948" y="2766905"/>
                  </a:lnTo>
                  <a:lnTo>
                    <a:pt x="93583" y="2766743"/>
                  </a:lnTo>
                  <a:lnTo>
                    <a:pt x="94218" y="2766743"/>
                  </a:lnTo>
                  <a:lnTo>
                    <a:pt x="94853" y="2766743"/>
                  </a:lnTo>
                  <a:lnTo>
                    <a:pt x="95487" y="2766743"/>
                  </a:lnTo>
                  <a:lnTo>
                    <a:pt x="96122" y="2766743"/>
                  </a:lnTo>
                  <a:lnTo>
                    <a:pt x="96757" y="2766743"/>
                  </a:lnTo>
                  <a:lnTo>
                    <a:pt x="97392" y="2766743"/>
                  </a:lnTo>
                  <a:lnTo>
                    <a:pt x="98027" y="2766743"/>
                  </a:lnTo>
                  <a:lnTo>
                    <a:pt x="98662" y="2766743"/>
                  </a:lnTo>
                  <a:lnTo>
                    <a:pt x="99297" y="2766743"/>
                  </a:lnTo>
                  <a:lnTo>
                    <a:pt x="99931" y="2766905"/>
                  </a:lnTo>
                  <a:lnTo>
                    <a:pt x="100566" y="2767108"/>
                  </a:lnTo>
                  <a:lnTo>
                    <a:pt x="101201" y="2767422"/>
                  </a:lnTo>
                  <a:lnTo>
                    <a:pt x="101836" y="2767826"/>
                  </a:lnTo>
                  <a:lnTo>
                    <a:pt x="102471" y="2768160"/>
                  </a:lnTo>
                  <a:lnTo>
                    <a:pt x="103106" y="2768322"/>
                  </a:lnTo>
                  <a:lnTo>
                    <a:pt x="103740" y="2768322"/>
                  </a:lnTo>
                  <a:lnTo>
                    <a:pt x="104375" y="2768322"/>
                  </a:lnTo>
                  <a:lnTo>
                    <a:pt x="105010" y="2768322"/>
                  </a:lnTo>
                  <a:lnTo>
                    <a:pt x="105645" y="2768322"/>
                  </a:lnTo>
                  <a:lnTo>
                    <a:pt x="106280" y="2768322"/>
                  </a:lnTo>
                  <a:lnTo>
                    <a:pt x="106915" y="2768322"/>
                  </a:lnTo>
                  <a:lnTo>
                    <a:pt x="107550" y="2768322"/>
                  </a:lnTo>
                  <a:lnTo>
                    <a:pt x="108184" y="2768322"/>
                  </a:lnTo>
                  <a:lnTo>
                    <a:pt x="108819" y="2768322"/>
                  </a:lnTo>
                  <a:lnTo>
                    <a:pt x="109454" y="2768322"/>
                  </a:lnTo>
                  <a:lnTo>
                    <a:pt x="110089" y="2768322"/>
                  </a:lnTo>
                  <a:lnTo>
                    <a:pt x="110724" y="2768322"/>
                  </a:lnTo>
                  <a:lnTo>
                    <a:pt x="111359" y="2768322"/>
                  </a:lnTo>
                  <a:lnTo>
                    <a:pt x="111993" y="2768322"/>
                  </a:lnTo>
                  <a:lnTo>
                    <a:pt x="112628" y="2768322"/>
                  </a:lnTo>
                  <a:lnTo>
                    <a:pt x="113263" y="2768322"/>
                  </a:lnTo>
                  <a:lnTo>
                    <a:pt x="113898" y="2768322"/>
                  </a:lnTo>
                  <a:lnTo>
                    <a:pt x="114533" y="2768322"/>
                  </a:lnTo>
                  <a:lnTo>
                    <a:pt x="115168" y="2768322"/>
                  </a:lnTo>
                  <a:lnTo>
                    <a:pt x="115803" y="2768322"/>
                  </a:lnTo>
                  <a:lnTo>
                    <a:pt x="116437" y="2768322"/>
                  </a:lnTo>
                  <a:lnTo>
                    <a:pt x="117072" y="2768322"/>
                  </a:lnTo>
                  <a:lnTo>
                    <a:pt x="117707" y="2768322"/>
                  </a:lnTo>
                  <a:lnTo>
                    <a:pt x="118342" y="2768322"/>
                  </a:lnTo>
                  <a:lnTo>
                    <a:pt x="118977" y="2768322"/>
                  </a:lnTo>
                  <a:lnTo>
                    <a:pt x="119612" y="2768322"/>
                  </a:lnTo>
                  <a:lnTo>
                    <a:pt x="120246" y="2768322"/>
                  </a:lnTo>
                  <a:lnTo>
                    <a:pt x="120881" y="2768322"/>
                  </a:lnTo>
                  <a:lnTo>
                    <a:pt x="121516" y="2768322"/>
                  </a:lnTo>
                  <a:lnTo>
                    <a:pt x="122151" y="2768322"/>
                  </a:lnTo>
                  <a:lnTo>
                    <a:pt x="122786" y="2768240"/>
                  </a:lnTo>
                  <a:lnTo>
                    <a:pt x="123421" y="2768247"/>
                  </a:lnTo>
                  <a:lnTo>
                    <a:pt x="124056" y="2768226"/>
                  </a:lnTo>
                  <a:lnTo>
                    <a:pt x="124690" y="2768299"/>
                  </a:lnTo>
                  <a:lnTo>
                    <a:pt x="125325" y="2768383"/>
                  </a:lnTo>
                  <a:lnTo>
                    <a:pt x="125960" y="2768414"/>
                  </a:lnTo>
                  <a:lnTo>
                    <a:pt x="126595" y="2768570"/>
                  </a:lnTo>
                  <a:lnTo>
                    <a:pt x="127230" y="2768775"/>
                  </a:lnTo>
                  <a:lnTo>
                    <a:pt x="127865" y="2769201"/>
                  </a:lnTo>
                  <a:lnTo>
                    <a:pt x="128499" y="2769696"/>
                  </a:lnTo>
                  <a:lnTo>
                    <a:pt x="129134" y="2770192"/>
                  </a:lnTo>
                  <a:lnTo>
                    <a:pt x="129769" y="2770755"/>
                  </a:lnTo>
                  <a:lnTo>
                    <a:pt x="130404" y="2771372"/>
                  </a:lnTo>
                  <a:lnTo>
                    <a:pt x="131039" y="2771990"/>
                  </a:lnTo>
                  <a:lnTo>
                    <a:pt x="131674" y="2772607"/>
                  </a:lnTo>
                  <a:lnTo>
                    <a:pt x="132309" y="2773157"/>
                  </a:lnTo>
                  <a:lnTo>
                    <a:pt x="132943" y="2773735"/>
                  </a:lnTo>
                  <a:lnTo>
                    <a:pt x="133578" y="2774232"/>
                  </a:lnTo>
                  <a:lnTo>
                    <a:pt x="134213" y="2774798"/>
                  </a:lnTo>
                  <a:lnTo>
                    <a:pt x="134848" y="2775356"/>
                  </a:lnTo>
                  <a:lnTo>
                    <a:pt x="135483" y="2775820"/>
                  </a:lnTo>
                  <a:lnTo>
                    <a:pt x="136118" y="2776213"/>
                  </a:lnTo>
                  <a:lnTo>
                    <a:pt x="136752" y="2776447"/>
                  </a:lnTo>
                  <a:lnTo>
                    <a:pt x="137387" y="2776826"/>
                  </a:lnTo>
                  <a:lnTo>
                    <a:pt x="138022" y="2777029"/>
                  </a:lnTo>
                  <a:lnTo>
                    <a:pt x="138657" y="2777231"/>
                  </a:lnTo>
                  <a:lnTo>
                    <a:pt x="139292" y="2777322"/>
                  </a:lnTo>
                  <a:lnTo>
                    <a:pt x="139927" y="2777322"/>
                  </a:lnTo>
                  <a:lnTo>
                    <a:pt x="140562" y="2777322"/>
                  </a:lnTo>
                  <a:lnTo>
                    <a:pt x="141196" y="2777322"/>
                  </a:lnTo>
                  <a:lnTo>
                    <a:pt x="141831" y="2777322"/>
                  </a:lnTo>
                  <a:lnTo>
                    <a:pt x="142466" y="2777322"/>
                  </a:lnTo>
                  <a:lnTo>
                    <a:pt x="143101" y="2777302"/>
                  </a:lnTo>
                  <a:lnTo>
                    <a:pt x="143736" y="2777100"/>
                  </a:lnTo>
                  <a:lnTo>
                    <a:pt x="144371" y="2776897"/>
                  </a:lnTo>
                  <a:lnTo>
                    <a:pt x="145005" y="2776695"/>
                  </a:lnTo>
                  <a:lnTo>
                    <a:pt x="145640" y="2776492"/>
                  </a:lnTo>
                  <a:lnTo>
                    <a:pt x="146275" y="2776290"/>
                  </a:lnTo>
                  <a:lnTo>
                    <a:pt x="146910" y="2776087"/>
                  </a:lnTo>
                  <a:lnTo>
                    <a:pt x="147545" y="2775885"/>
                  </a:lnTo>
                  <a:lnTo>
                    <a:pt x="148180" y="2775683"/>
                  </a:lnTo>
                  <a:lnTo>
                    <a:pt x="148815" y="2775480"/>
                  </a:lnTo>
                  <a:lnTo>
                    <a:pt x="149449" y="2775227"/>
                  </a:lnTo>
                  <a:lnTo>
                    <a:pt x="150084" y="2774822"/>
                  </a:lnTo>
                  <a:lnTo>
                    <a:pt x="150719" y="2774417"/>
                  </a:lnTo>
                  <a:lnTo>
                    <a:pt x="151354" y="2774013"/>
                  </a:lnTo>
                  <a:lnTo>
                    <a:pt x="151989" y="2773608"/>
                  </a:lnTo>
                  <a:lnTo>
                    <a:pt x="152624" y="2773223"/>
                  </a:lnTo>
                  <a:lnTo>
                    <a:pt x="153258" y="2773021"/>
                  </a:lnTo>
                  <a:lnTo>
                    <a:pt x="153893" y="2772818"/>
                  </a:lnTo>
                  <a:lnTo>
                    <a:pt x="154528" y="2772616"/>
                  </a:lnTo>
                  <a:lnTo>
                    <a:pt x="155163" y="2772413"/>
                  </a:lnTo>
                  <a:lnTo>
                    <a:pt x="155798" y="2772211"/>
                  </a:lnTo>
                  <a:lnTo>
                    <a:pt x="156433" y="2772009"/>
                  </a:lnTo>
                  <a:lnTo>
                    <a:pt x="157067" y="2771867"/>
                  </a:lnTo>
                  <a:lnTo>
                    <a:pt x="157702" y="2771867"/>
                  </a:lnTo>
                  <a:lnTo>
                    <a:pt x="158337" y="2771887"/>
                  </a:lnTo>
                  <a:lnTo>
                    <a:pt x="158972" y="2772140"/>
                  </a:lnTo>
                  <a:lnTo>
                    <a:pt x="159607" y="2772545"/>
                  </a:lnTo>
                  <a:lnTo>
                    <a:pt x="160242" y="2772950"/>
                  </a:lnTo>
                  <a:lnTo>
                    <a:pt x="160877" y="2773314"/>
                  </a:lnTo>
                  <a:lnTo>
                    <a:pt x="161511" y="2773405"/>
                  </a:lnTo>
                  <a:lnTo>
                    <a:pt x="162146" y="2773230"/>
                  </a:lnTo>
                  <a:lnTo>
                    <a:pt x="162781" y="2772845"/>
                  </a:lnTo>
                  <a:lnTo>
                    <a:pt x="163416" y="2772373"/>
                  </a:lnTo>
                  <a:lnTo>
                    <a:pt x="164051" y="2772054"/>
                  </a:lnTo>
                  <a:lnTo>
                    <a:pt x="164686" y="2771779"/>
                  </a:lnTo>
                  <a:lnTo>
                    <a:pt x="165320" y="2771511"/>
                  </a:lnTo>
                  <a:lnTo>
                    <a:pt x="165955" y="2771396"/>
                  </a:lnTo>
                  <a:lnTo>
                    <a:pt x="166590" y="2771447"/>
                  </a:lnTo>
                  <a:lnTo>
                    <a:pt x="167225" y="2771470"/>
                  </a:lnTo>
                  <a:lnTo>
                    <a:pt x="167860" y="2771623"/>
                  </a:lnTo>
                  <a:lnTo>
                    <a:pt x="168495" y="2771719"/>
                  </a:lnTo>
                  <a:lnTo>
                    <a:pt x="169130" y="2771534"/>
                  </a:lnTo>
                  <a:lnTo>
                    <a:pt x="169764" y="2771239"/>
                  </a:lnTo>
                  <a:lnTo>
                    <a:pt x="170399" y="2770913"/>
                  </a:lnTo>
                  <a:lnTo>
                    <a:pt x="171034" y="2770598"/>
                  </a:lnTo>
                  <a:lnTo>
                    <a:pt x="171669" y="2770345"/>
                  </a:lnTo>
                  <a:lnTo>
                    <a:pt x="172304" y="2770232"/>
                  </a:lnTo>
                  <a:lnTo>
                    <a:pt x="172939" y="2770134"/>
                  </a:lnTo>
                  <a:lnTo>
                    <a:pt x="173573" y="2770028"/>
                  </a:lnTo>
                  <a:lnTo>
                    <a:pt x="174208" y="2769818"/>
                  </a:lnTo>
                  <a:lnTo>
                    <a:pt x="174843" y="2769636"/>
                  </a:lnTo>
                  <a:lnTo>
                    <a:pt x="175478" y="2769449"/>
                  </a:lnTo>
                  <a:lnTo>
                    <a:pt x="176113" y="2769266"/>
                  </a:lnTo>
                  <a:lnTo>
                    <a:pt x="176748" y="2769148"/>
                  </a:lnTo>
                  <a:lnTo>
                    <a:pt x="177383" y="2769175"/>
                  </a:lnTo>
                  <a:lnTo>
                    <a:pt x="178017" y="2769271"/>
                  </a:lnTo>
                  <a:lnTo>
                    <a:pt x="178652" y="2769419"/>
                  </a:lnTo>
                  <a:lnTo>
                    <a:pt x="179287" y="2769458"/>
                  </a:lnTo>
                  <a:lnTo>
                    <a:pt x="179922" y="2769426"/>
                  </a:lnTo>
                  <a:lnTo>
                    <a:pt x="180557" y="2769293"/>
                  </a:lnTo>
                  <a:lnTo>
                    <a:pt x="181192" y="2769180"/>
                  </a:lnTo>
                  <a:lnTo>
                    <a:pt x="181826" y="2769186"/>
                  </a:lnTo>
                  <a:lnTo>
                    <a:pt x="182461" y="2769386"/>
                  </a:lnTo>
                  <a:lnTo>
                    <a:pt x="183096" y="2769743"/>
                  </a:lnTo>
                  <a:lnTo>
                    <a:pt x="183731" y="2770248"/>
                  </a:lnTo>
                  <a:lnTo>
                    <a:pt x="184366" y="2770928"/>
                  </a:lnTo>
                  <a:lnTo>
                    <a:pt x="185001" y="2771718"/>
                  </a:lnTo>
                  <a:lnTo>
                    <a:pt x="185636" y="2772590"/>
                  </a:lnTo>
                  <a:lnTo>
                    <a:pt x="186270" y="2773314"/>
                  </a:lnTo>
                  <a:lnTo>
                    <a:pt x="186905" y="2773897"/>
                  </a:lnTo>
                  <a:lnTo>
                    <a:pt x="187540" y="2774410"/>
                  </a:lnTo>
                  <a:lnTo>
                    <a:pt x="188175" y="2774795"/>
                  </a:lnTo>
                  <a:lnTo>
                    <a:pt x="188810" y="2775145"/>
                  </a:lnTo>
                  <a:lnTo>
                    <a:pt x="189445" y="2775699"/>
                  </a:lnTo>
                  <a:lnTo>
                    <a:pt x="190079" y="2776456"/>
                  </a:lnTo>
                  <a:lnTo>
                    <a:pt x="190714" y="2777325"/>
                  </a:lnTo>
                  <a:lnTo>
                    <a:pt x="191349" y="2778313"/>
                  </a:lnTo>
                  <a:lnTo>
                    <a:pt x="191984" y="2779212"/>
                  </a:lnTo>
                  <a:lnTo>
                    <a:pt x="192619" y="2780292"/>
                  </a:lnTo>
                  <a:lnTo>
                    <a:pt x="193254" y="2781342"/>
                  </a:lnTo>
                  <a:lnTo>
                    <a:pt x="193889" y="2782503"/>
                  </a:lnTo>
                  <a:lnTo>
                    <a:pt x="194523" y="2783695"/>
                  </a:lnTo>
                  <a:lnTo>
                    <a:pt x="195158" y="2784844"/>
                  </a:lnTo>
                  <a:lnTo>
                    <a:pt x="195793" y="2786075"/>
                  </a:lnTo>
                  <a:lnTo>
                    <a:pt x="196428" y="2787220"/>
                  </a:lnTo>
                  <a:lnTo>
                    <a:pt x="197063" y="2788339"/>
                  </a:lnTo>
                  <a:lnTo>
                    <a:pt x="197698" y="2789453"/>
                  </a:lnTo>
                  <a:lnTo>
                    <a:pt x="198332" y="2790677"/>
                  </a:lnTo>
                  <a:lnTo>
                    <a:pt x="198967" y="2791812"/>
                  </a:lnTo>
                  <a:lnTo>
                    <a:pt x="199602" y="2792885"/>
                  </a:lnTo>
                  <a:lnTo>
                    <a:pt x="200237" y="2793761"/>
                  </a:lnTo>
                  <a:lnTo>
                    <a:pt x="200872" y="2794537"/>
                  </a:lnTo>
                  <a:lnTo>
                    <a:pt x="201507" y="2795368"/>
                  </a:lnTo>
                  <a:lnTo>
                    <a:pt x="202142" y="2796188"/>
                  </a:lnTo>
                  <a:lnTo>
                    <a:pt x="202776" y="2796916"/>
                  </a:lnTo>
                  <a:lnTo>
                    <a:pt x="203411" y="2797358"/>
                  </a:lnTo>
                  <a:lnTo>
                    <a:pt x="204046" y="2797796"/>
                  </a:lnTo>
                  <a:lnTo>
                    <a:pt x="204681" y="2798191"/>
                  </a:lnTo>
                  <a:lnTo>
                    <a:pt x="205316" y="2798477"/>
                  </a:lnTo>
                  <a:lnTo>
                    <a:pt x="205951" y="2798739"/>
                  </a:lnTo>
                  <a:lnTo>
                    <a:pt x="206585" y="2799266"/>
                  </a:lnTo>
                  <a:lnTo>
                    <a:pt x="207220" y="2800161"/>
                  </a:lnTo>
                  <a:lnTo>
                    <a:pt x="207855" y="2801051"/>
                  </a:lnTo>
                  <a:lnTo>
                    <a:pt x="208490" y="2801973"/>
                  </a:lnTo>
                  <a:lnTo>
                    <a:pt x="209125" y="2802824"/>
                  </a:lnTo>
                  <a:lnTo>
                    <a:pt x="209760" y="2803741"/>
                  </a:lnTo>
                  <a:lnTo>
                    <a:pt x="210394" y="2804597"/>
                  </a:lnTo>
                  <a:lnTo>
                    <a:pt x="211029" y="2805378"/>
                  </a:lnTo>
                  <a:lnTo>
                    <a:pt x="211664" y="2806058"/>
                  </a:lnTo>
                  <a:lnTo>
                    <a:pt x="212299" y="2806501"/>
                  </a:lnTo>
                  <a:lnTo>
                    <a:pt x="212934" y="2806750"/>
                  </a:lnTo>
                  <a:lnTo>
                    <a:pt x="213569" y="2807046"/>
                  </a:lnTo>
                  <a:lnTo>
                    <a:pt x="214204" y="2807473"/>
                  </a:lnTo>
                  <a:lnTo>
                    <a:pt x="214838" y="2807729"/>
                  </a:lnTo>
                  <a:lnTo>
                    <a:pt x="215473" y="2808118"/>
                  </a:lnTo>
                  <a:lnTo>
                    <a:pt x="216108" y="2808478"/>
                  </a:lnTo>
                  <a:lnTo>
                    <a:pt x="216743" y="2808681"/>
                  </a:lnTo>
                  <a:lnTo>
                    <a:pt x="217378" y="2808815"/>
                  </a:lnTo>
                  <a:lnTo>
                    <a:pt x="218013" y="2809007"/>
                  </a:lnTo>
                  <a:lnTo>
                    <a:pt x="218647" y="2809503"/>
                  </a:lnTo>
                  <a:lnTo>
                    <a:pt x="219282" y="2809908"/>
                  </a:lnTo>
                  <a:lnTo>
                    <a:pt x="219917" y="2810313"/>
                  </a:lnTo>
                  <a:lnTo>
                    <a:pt x="220552" y="2810718"/>
                  </a:lnTo>
                  <a:lnTo>
                    <a:pt x="221187" y="2811122"/>
                  </a:lnTo>
                  <a:lnTo>
                    <a:pt x="221822" y="2811527"/>
                  </a:lnTo>
                  <a:lnTo>
                    <a:pt x="222457" y="2811932"/>
                  </a:lnTo>
                  <a:lnTo>
                    <a:pt x="223091" y="2812337"/>
                  </a:lnTo>
                  <a:lnTo>
                    <a:pt x="223726" y="2812742"/>
                  </a:lnTo>
                  <a:lnTo>
                    <a:pt x="224361" y="2813147"/>
                  </a:lnTo>
                  <a:lnTo>
                    <a:pt x="224996" y="2813551"/>
                  </a:lnTo>
                  <a:lnTo>
                    <a:pt x="225631" y="2813956"/>
                  </a:lnTo>
                  <a:lnTo>
                    <a:pt x="226266" y="2814361"/>
                  </a:lnTo>
                  <a:lnTo>
                    <a:pt x="226900" y="2814604"/>
                  </a:lnTo>
                  <a:lnTo>
                    <a:pt x="227535" y="2814807"/>
                  </a:lnTo>
                  <a:lnTo>
                    <a:pt x="228170" y="2814898"/>
                  </a:lnTo>
                  <a:lnTo>
                    <a:pt x="228805" y="2814898"/>
                  </a:lnTo>
                  <a:lnTo>
                    <a:pt x="229440" y="2814898"/>
                  </a:lnTo>
                  <a:lnTo>
                    <a:pt x="230075" y="2814898"/>
                  </a:lnTo>
                  <a:lnTo>
                    <a:pt x="230710" y="2814898"/>
                  </a:lnTo>
                  <a:lnTo>
                    <a:pt x="231344" y="2814898"/>
                  </a:lnTo>
                  <a:lnTo>
                    <a:pt x="231979" y="2814898"/>
                  </a:lnTo>
                  <a:lnTo>
                    <a:pt x="232614" y="2814898"/>
                  </a:lnTo>
                  <a:lnTo>
                    <a:pt x="233249" y="2814898"/>
                  </a:lnTo>
                  <a:lnTo>
                    <a:pt x="233884" y="2814898"/>
                  </a:lnTo>
                  <a:lnTo>
                    <a:pt x="234519" y="2814898"/>
                  </a:lnTo>
                  <a:lnTo>
                    <a:pt x="235153" y="2814898"/>
                  </a:lnTo>
                  <a:lnTo>
                    <a:pt x="235788" y="2814898"/>
                  </a:lnTo>
                  <a:lnTo>
                    <a:pt x="236423" y="2814898"/>
                  </a:lnTo>
                  <a:lnTo>
                    <a:pt x="237058" y="2814898"/>
                  </a:lnTo>
                  <a:lnTo>
                    <a:pt x="237693" y="2814898"/>
                  </a:lnTo>
                  <a:lnTo>
                    <a:pt x="238328" y="2814898"/>
                  </a:lnTo>
                  <a:lnTo>
                    <a:pt x="238963" y="2814898"/>
                  </a:lnTo>
                  <a:lnTo>
                    <a:pt x="239597" y="2814898"/>
                  </a:lnTo>
                  <a:lnTo>
                    <a:pt x="240232" y="2814898"/>
                  </a:lnTo>
                  <a:lnTo>
                    <a:pt x="240867" y="2814898"/>
                  </a:lnTo>
                  <a:lnTo>
                    <a:pt x="241502" y="2814898"/>
                  </a:lnTo>
                  <a:lnTo>
                    <a:pt x="242137" y="2814898"/>
                  </a:lnTo>
                  <a:lnTo>
                    <a:pt x="242772" y="2814898"/>
                  </a:lnTo>
                  <a:lnTo>
                    <a:pt x="243406" y="2814898"/>
                  </a:lnTo>
                  <a:lnTo>
                    <a:pt x="244041" y="2814898"/>
                  </a:lnTo>
                  <a:lnTo>
                    <a:pt x="244676" y="2814898"/>
                  </a:lnTo>
                  <a:lnTo>
                    <a:pt x="245311" y="2814898"/>
                  </a:lnTo>
                  <a:lnTo>
                    <a:pt x="245946" y="2814898"/>
                  </a:lnTo>
                  <a:lnTo>
                    <a:pt x="246581" y="2814898"/>
                  </a:lnTo>
                  <a:lnTo>
                    <a:pt x="247216" y="2814898"/>
                  </a:lnTo>
                  <a:lnTo>
                    <a:pt x="247850" y="2814898"/>
                  </a:lnTo>
                  <a:lnTo>
                    <a:pt x="248485" y="2814898"/>
                  </a:lnTo>
                  <a:lnTo>
                    <a:pt x="249120" y="2814898"/>
                  </a:lnTo>
                  <a:lnTo>
                    <a:pt x="249755" y="2814898"/>
                  </a:lnTo>
                  <a:lnTo>
                    <a:pt x="250390" y="2814898"/>
                  </a:lnTo>
                  <a:lnTo>
                    <a:pt x="251025" y="2814898"/>
                  </a:lnTo>
                  <a:lnTo>
                    <a:pt x="251659" y="2814898"/>
                  </a:lnTo>
                  <a:lnTo>
                    <a:pt x="252294" y="2814958"/>
                  </a:lnTo>
                  <a:lnTo>
                    <a:pt x="252929" y="2815161"/>
                  </a:lnTo>
                  <a:lnTo>
                    <a:pt x="253564" y="2815302"/>
                  </a:lnTo>
                  <a:lnTo>
                    <a:pt x="254199" y="2815505"/>
                  </a:lnTo>
                  <a:lnTo>
                    <a:pt x="254834" y="2815487"/>
                  </a:lnTo>
                  <a:lnTo>
                    <a:pt x="255469" y="2815247"/>
                  </a:lnTo>
                  <a:lnTo>
                    <a:pt x="256103" y="2814754"/>
                  </a:lnTo>
                  <a:lnTo>
                    <a:pt x="256738" y="2814250"/>
                  </a:lnTo>
                  <a:lnTo>
                    <a:pt x="257373" y="2813413"/>
                  </a:lnTo>
                  <a:lnTo>
                    <a:pt x="258008" y="2812515"/>
                  </a:lnTo>
                  <a:lnTo>
                    <a:pt x="258643" y="2811617"/>
                  </a:lnTo>
                  <a:lnTo>
                    <a:pt x="259278" y="2810719"/>
                  </a:lnTo>
                  <a:lnTo>
                    <a:pt x="259912" y="2809821"/>
                  </a:lnTo>
                  <a:lnTo>
                    <a:pt x="260547" y="2808903"/>
                  </a:lnTo>
                  <a:lnTo>
                    <a:pt x="261182" y="2807802"/>
                  </a:lnTo>
                  <a:lnTo>
                    <a:pt x="261817" y="2806652"/>
                  </a:lnTo>
                  <a:lnTo>
                    <a:pt x="262452" y="2805386"/>
                  </a:lnTo>
                  <a:lnTo>
                    <a:pt x="263087" y="2804183"/>
                  </a:lnTo>
                  <a:lnTo>
                    <a:pt x="263721" y="2802953"/>
                  </a:lnTo>
                  <a:lnTo>
                    <a:pt x="264356" y="2801764"/>
                  </a:lnTo>
                  <a:lnTo>
                    <a:pt x="264991" y="2800904"/>
                  </a:lnTo>
                  <a:lnTo>
                    <a:pt x="265626" y="2800297"/>
                  </a:lnTo>
                  <a:lnTo>
                    <a:pt x="266261" y="2799699"/>
                  </a:lnTo>
                  <a:lnTo>
                    <a:pt x="266896" y="2799436"/>
                  </a:lnTo>
                  <a:lnTo>
                    <a:pt x="267531" y="2799234"/>
                  </a:lnTo>
                  <a:lnTo>
                    <a:pt x="268165" y="2799031"/>
                  </a:lnTo>
                  <a:lnTo>
                    <a:pt x="268800" y="2798829"/>
                  </a:lnTo>
                  <a:lnTo>
                    <a:pt x="269435" y="2798627"/>
                  </a:lnTo>
                  <a:lnTo>
                    <a:pt x="270070" y="2798465"/>
                  </a:lnTo>
                  <a:lnTo>
                    <a:pt x="270705" y="2798667"/>
                  </a:lnTo>
                  <a:lnTo>
                    <a:pt x="271340" y="2798870"/>
                  </a:lnTo>
                  <a:lnTo>
                    <a:pt x="271974" y="2799072"/>
                  </a:lnTo>
                  <a:lnTo>
                    <a:pt x="272609" y="2799274"/>
                  </a:lnTo>
                  <a:lnTo>
                    <a:pt x="273244" y="2799477"/>
                  </a:lnTo>
                  <a:lnTo>
                    <a:pt x="273879" y="2799679"/>
                  </a:lnTo>
                  <a:lnTo>
                    <a:pt x="274514" y="2799882"/>
                  </a:lnTo>
                  <a:lnTo>
                    <a:pt x="275149" y="2800084"/>
                  </a:lnTo>
                  <a:lnTo>
                    <a:pt x="275784" y="2800286"/>
                  </a:lnTo>
                  <a:lnTo>
                    <a:pt x="276418" y="2800540"/>
                  </a:lnTo>
                  <a:lnTo>
                    <a:pt x="277053" y="2800944"/>
                  </a:lnTo>
                  <a:lnTo>
                    <a:pt x="277688" y="2801349"/>
                  </a:lnTo>
                  <a:lnTo>
                    <a:pt x="278323" y="2801754"/>
                  </a:lnTo>
                  <a:lnTo>
                    <a:pt x="278958" y="2802159"/>
                  </a:lnTo>
                  <a:lnTo>
                    <a:pt x="279593" y="2802544"/>
                  </a:lnTo>
                  <a:lnTo>
                    <a:pt x="280227" y="2802746"/>
                  </a:lnTo>
                  <a:lnTo>
                    <a:pt x="280862" y="2802948"/>
                  </a:lnTo>
                  <a:lnTo>
                    <a:pt x="281497" y="2803151"/>
                  </a:lnTo>
                  <a:lnTo>
                    <a:pt x="282132" y="2803353"/>
                  </a:lnTo>
                  <a:lnTo>
                    <a:pt x="282767" y="2803556"/>
                  </a:lnTo>
                  <a:lnTo>
                    <a:pt x="283402" y="2803758"/>
                  </a:lnTo>
                  <a:lnTo>
                    <a:pt x="284037" y="2803961"/>
                  </a:lnTo>
                  <a:lnTo>
                    <a:pt x="284671" y="2804163"/>
                  </a:lnTo>
                  <a:lnTo>
                    <a:pt x="285306" y="2804365"/>
                  </a:lnTo>
                  <a:lnTo>
                    <a:pt x="285941" y="2804517"/>
                  </a:lnTo>
                  <a:lnTo>
                    <a:pt x="286576" y="2804517"/>
                  </a:lnTo>
                  <a:lnTo>
                    <a:pt x="287211" y="2804517"/>
                  </a:lnTo>
                  <a:lnTo>
                    <a:pt x="287846" y="2804558"/>
                  </a:lnTo>
                  <a:lnTo>
                    <a:pt x="288480" y="2804871"/>
                  </a:lnTo>
                  <a:lnTo>
                    <a:pt x="289115" y="2805388"/>
                  </a:lnTo>
                  <a:lnTo>
                    <a:pt x="289750" y="2806086"/>
                  </a:lnTo>
                  <a:lnTo>
                    <a:pt x="290385" y="2806896"/>
                  </a:lnTo>
                  <a:lnTo>
                    <a:pt x="291020" y="2807523"/>
                  </a:lnTo>
                  <a:lnTo>
                    <a:pt x="291655" y="2808130"/>
                  </a:lnTo>
                  <a:lnTo>
                    <a:pt x="292290" y="2808738"/>
                  </a:lnTo>
                  <a:lnTo>
                    <a:pt x="292924" y="2809345"/>
                  </a:lnTo>
                  <a:lnTo>
                    <a:pt x="293559" y="2809952"/>
                  </a:lnTo>
                  <a:lnTo>
                    <a:pt x="294194" y="2810560"/>
                  </a:lnTo>
                  <a:lnTo>
                    <a:pt x="294829" y="2811167"/>
                  </a:lnTo>
                  <a:lnTo>
                    <a:pt x="295464" y="2811774"/>
                  </a:lnTo>
                  <a:lnTo>
                    <a:pt x="296099" y="2812381"/>
                  </a:lnTo>
                  <a:lnTo>
                    <a:pt x="296733" y="2812908"/>
                  </a:lnTo>
                  <a:lnTo>
                    <a:pt x="297368" y="2813272"/>
                  </a:lnTo>
                  <a:lnTo>
                    <a:pt x="298003" y="2813363"/>
                  </a:lnTo>
                  <a:lnTo>
                    <a:pt x="298638" y="2813252"/>
                  </a:lnTo>
                  <a:lnTo>
                    <a:pt x="299273" y="2812958"/>
                  </a:lnTo>
                  <a:lnTo>
                    <a:pt x="299908" y="2812553"/>
                  </a:lnTo>
                  <a:lnTo>
                    <a:pt x="300543" y="2812331"/>
                  </a:lnTo>
                  <a:lnTo>
                    <a:pt x="301177" y="2812128"/>
                  </a:lnTo>
                  <a:lnTo>
                    <a:pt x="301812" y="2811926"/>
                  </a:lnTo>
                  <a:lnTo>
                    <a:pt x="302447" y="2811724"/>
                  </a:lnTo>
                  <a:lnTo>
                    <a:pt x="303082" y="2811521"/>
                  </a:lnTo>
                  <a:lnTo>
                    <a:pt x="303717" y="2811319"/>
                  </a:lnTo>
                  <a:lnTo>
                    <a:pt x="304352" y="2811116"/>
                  </a:lnTo>
                  <a:lnTo>
                    <a:pt x="304986" y="2810914"/>
                  </a:lnTo>
                  <a:lnTo>
                    <a:pt x="305621" y="2810711"/>
                  </a:lnTo>
                  <a:lnTo>
                    <a:pt x="306256" y="2810641"/>
                  </a:lnTo>
                  <a:lnTo>
                    <a:pt x="306891" y="2810843"/>
                  </a:lnTo>
                  <a:lnTo>
                    <a:pt x="307526" y="2811187"/>
                  </a:lnTo>
                  <a:lnTo>
                    <a:pt x="308161" y="2811592"/>
                  </a:lnTo>
                  <a:lnTo>
                    <a:pt x="308796" y="2811997"/>
                  </a:lnTo>
                  <a:lnTo>
                    <a:pt x="309430" y="2812402"/>
                  </a:lnTo>
                  <a:lnTo>
                    <a:pt x="310065" y="2812806"/>
                  </a:lnTo>
                  <a:lnTo>
                    <a:pt x="310700" y="2813211"/>
                  </a:lnTo>
                  <a:lnTo>
                    <a:pt x="311335" y="2813616"/>
                  </a:lnTo>
                  <a:lnTo>
                    <a:pt x="311970" y="2813816"/>
                  </a:lnTo>
                  <a:lnTo>
                    <a:pt x="312605" y="2813985"/>
                  </a:lnTo>
                  <a:lnTo>
                    <a:pt x="313239" y="2814154"/>
                  </a:lnTo>
                  <a:lnTo>
                    <a:pt x="313874" y="2814268"/>
                  </a:lnTo>
                  <a:lnTo>
                    <a:pt x="314509" y="2814382"/>
                  </a:lnTo>
                  <a:lnTo>
                    <a:pt x="315144" y="2814496"/>
                  </a:lnTo>
                  <a:lnTo>
                    <a:pt x="315779" y="2814569"/>
                  </a:lnTo>
                  <a:lnTo>
                    <a:pt x="316414" y="2814517"/>
                  </a:lnTo>
                  <a:lnTo>
                    <a:pt x="317048" y="2814349"/>
                  </a:lnTo>
                  <a:lnTo>
                    <a:pt x="317683" y="2814131"/>
                  </a:lnTo>
                  <a:lnTo>
                    <a:pt x="318318" y="2813913"/>
                  </a:lnTo>
                  <a:lnTo>
                    <a:pt x="318953" y="2813695"/>
                  </a:lnTo>
                  <a:lnTo>
                    <a:pt x="319588" y="2813376"/>
                  </a:lnTo>
                  <a:lnTo>
                    <a:pt x="320223" y="2813036"/>
                  </a:lnTo>
                  <a:lnTo>
                    <a:pt x="320858" y="2812689"/>
                  </a:lnTo>
                  <a:lnTo>
                    <a:pt x="321492" y="2812342"/>
                  </a:lnTo>
                  <a:lnTo>
                    <a:pt x="322127" y="2812002"/>
                  </a:lnTo>
                  <a:lnTo>
                    <a:pt x="322762" y="2811662"/>
                  </a:lnTo>
                  <a:lnTo>
                    <a:pt x="323397" y="2811444"/>
                  </a:lnTo>
                  <a:lnTo>
                    <a:pt x="324032" y="2811226"/>
                  </a:lnTo>
                  <a:lnTo>
                    <a:pt x="324667" y="2811008"/>
                  </a:lnTo>
                  <a:lnTo>
                    <a:pt x="325301" y="2810790"/>
                  </a:lnTo>
                  <a:lnTo>
                    <a:pt x="325936" y="2810542"/>
                  </a:lnTo>
                  <a:lnTo>
                    <a:pt x="326571" y="2810121"/>
                  </a:lnTo>
                  <a:lnTo>
                    <a:pt x="327206" y="2809701"/>
                  </a:lnTo>
                  <a:lnTo>
                    <a:pt x="327841" y="2809199"/>
                  </a:lnTo>
                  <a:lnTo>
                    <a:pt x="328476" y="2808576"/>
                  </a:lnTo>
                  <a:lnTo>
                    <a:pt x="329111" y="2807964"/>
                  </a:lnTo>
                  <a:lnTo>
                    <a:pt x="329745" y="2807406"/>
                  </a:lnTo>
                  <a:lnTo>
                    <a:pt x="330380" y="2807001"/>
                  </a:lnTo>
                  <a:lnTo>
                    <a:pt x="331015" y="2806596"/>
                  </a:lnTo>
                  <a:lnTo>
                    <a:pt x="331650" y="2806191"/>
                  </a:lnTo>
                  <a:lnTo>
                    <a:pt x="332285" y="2805786"/>
                  </a:lnTo>
                  <a:lnTo>
                    <a:pt x="332920" y="2805310"/>
                  </a:lnTo>
                  <a:lnTo>
                    <a:pt x="333554" y="2804703"/>
                  </a:lnTo>
                  <a:lnTo>
                    <a:pt x="334189" y="2803985"/>
                  </a:lnTo>
                  <a:lnTo>
                    <a:pt x="334824" y="2803175"/>
                  </a:lnTo>
                  <a:lnTo>
                    <a:pt x="335459" y="2802396"/>
                  </a:lnTo>
                  <a:lnTo>
                    <a:pt x="336094" y="2801788"/>
                  </a:lnTo>
                  <a:lnTo>
                    <a:pt x="336729" y="2801181"/>
                  </a:lnTo>
                  <a:lnTo>
                    <a:pt x="337364" y="2800655"/>
                  </a:lnTo>
                  <a:lnTo>
                    <a:pt x="337998" y="2800250"/>
                  </a:lnTo>
                  <a:lnTo>
                    <a:pt x="338633" y="2799845"/>
                  </a:lnTo>
                  <a:lnTo>
                    <a:pt x="339268" y="2799440"/>
                  </a:lnTo>
                  <a:lnTo>
                    <a:pt x="339903" y="2799035"/>
                  </a:lnTo>
                  <a:lnTo>
                    <a:pt x="340538" y="2798630"/>
                  </a:lnTo>
                  <a:lnTo>
                    <a:pt x="341173" y="2798226"/>
                  </a:lnTo>
                  <a:lnTo>
                    <a:pt x="341807" y="2797821"/>
                  </a:lnTo>
                  <a:lnTo>
                    <a:pt x="342442" y="2797487"/>
                  </a:lnTo>
                  <a:lnTo>
                    <a:pt x="343077" y="2797284"/>
                  </a:lnTo>
                  <a:lnTo>
                    <a:pt x="343712" y="2797193"/>
                  </a:lnTo>
                  <a:lnTo>
                    <a:pt x="344347" y="2797193"/>
                  </a:lnTo>
                  <a:lnTo>
                    <a:pt x="344982" y="2797193"/>
                  </a:lnTo>
                  <a:lnTo>
                    <a:pt x="345617" y="2797193"/>
                  </a:lnTo>
                  <a:lnTo>
                    <a:pt x="346251" y="2797193"/>
                  </a:lnTo>
                  <a:lnTo>
                    <a:pt x="346886" y="2797193"/>
                  </a:lnTo>
                  <a:lnTo>
                    <a:pt x="347521" y="2797193"/>
                  </a:lnTo>
                  <a:lnTo>
                    <a:pt x="348156" y="2797193"/>
                  </a:lnTo>
                  <a:lnTo>
                    <a:pt x="348791" y="2797193"/>
                  </a:lnTo>
                  <a:lnTo>
                    <a:pt x="349426" y="2797193"/>
                  </a:lnTo>
                  <a:lnTo>
                    <a:pt x="350060" y="2797193"/>
                  </a:lnTo>
                  <a:lnTo>
                    <a:pt x="350695" y="2797193"/>
                  </a:lnTo>
                  <a:lnTo>
                    <a:pt x="351330" y="2797193"/>
                  </a:lnTo>
                  <a:lnTo>
                    <a:pt x="351965" y="2797193"/>
                  </a:lnTo>
                  <a:lnTo>
                    <a:pt x="352600" y="2797193"/>
                  </a:lnTo>
                  <a:lnTo>
                    <a:pt x="353235" y="2797193"/>
                  </a:lnTo>
                  <a:lnTo>
                    <a:pt x="353870" y="2797193"/>
                  </a:lnTo>
                  <a:lnTo>
                    <a:pt x="354504" y="2797193"/>
                  </a:lnTo>
                  <a:lnTo>
                    <a:pt x="355139" y="2797193"/>
                  </a:lnTo>
                  <a:lnTo>
                    <a:pt x="355774" y="2797193"/>
                  </a:lnTo>
                  <a:lnTo>
                    <a:pt x="356409" y="2797193"/>
                  </a:lnTo>
                  <a:lnTo>
                    <a:pt x="357044" y="2797193"/>
                  </a:lnTo>
                  <a:lnTo>
                    <a:pt x="357679" y="2797193"/>
                  </a:lnTo>
                  <a:lnTo>
                    <a:pt x="358313" y="2797193"/>
                  </a:lnTo>
                  <a:lnTo>
                    <a:pt x="358948" y="2797193"/>
                  </a:lnTo>
                  <a:lnTo>
                    <a:pt x="359583" y="2797193"/>
                  </a:lnTo>
                  <a:lnTo>
                    <a:pt x="360218" y="2797193"/>
                  </a:lnTo>
                  <a:lnTo>
                    <a:pt x="360853" y="2797193"/>
                  </a:lnTo>
                  <a:lnTo>
                    <a:pt x="361488" y="2797193"/>
                  </a:lnTo>
                  <a:lnTo>
                    <a:pt x="362123" y="2797193"/>
                  </a:lnTo>
                  <a:lnTo>
                    <a:pt x="362757" y="2797193"/>
                  </a:lnTo>
                  <a:lnTo>
                    <a:pt x="363392" y="2797193"/>
                  </a:lnTo>
                  <a:lnTo>
                    <a:pt x="364027" y="2797193"/>
                  </a:lnTo>
                  <a:lnTo>
                    <a:pt x="364662" y="2797193"/>
                  </a:lnTo>
                  <a:lnTo>
                    <a:pt x="365297" y="2797193"/>
                  </a:lnTo>
                  <a:lnTo>
                    <a:pt x="365932" y="2797193"/>
                  </a:lnTo>
                  <a:lnTo>
                    <a:pt x="366566" y="2797193"/>
                  </a:lnTo>
                  <a:lnTo>
                    <a:pt x="367201" y="2797193"/>
                  </a:lnTo>
                  <a:lnTo>
                    <a:pt x="367836" y="2797193"/>
                  </a:lnTo>
                  <a:lnTo>
                    <a:pt x="368471" y="2797193"/>
                  </a:lnTo>
                  <a:lnTo>
                    <a:pt x="369106" y="2797193"/>
                  </a:lnTo>
                  <a:lnTo>
                    <a:pt x="369741" y="2797193"/>
                  </a:lnTo>
                  <a:lnTo>
                    <a:pt x="370376" y="2797193"/>
                  </a:lnTo>
                  <a:lnTo>
                    <a:pt x="371010" y="2797193"/>
                  </a:lnTo>
                  <a:lnTo>
                    <a:pt x="371645" y="2797193"/>
                  </a:lnTo>
                  <a:lnTo>
                    <a:pt x="372280" y="2797193"/>
                  </a:lnTo>
                  <a:lnTo>
                    <a:pt x="372915" y="2797193"/>
                  </a:lnTo>
                  <a:lnTo>
                    <a:pt x="373550" y="2797193"/>
                  </a:lnTo>
                  <a:lnTo>
                    <a:pt x="374185" y="2797193"/>
                  </a:lnTo>
                  <a:lnTo>
                    <a:pt x="374819" y="2797193"/>
                  </a:lnTo>
                  <a:lnTo>
                    <a:pt x="375454" y="2797193"/>
                  </a:lnTo>
                  <a:lnTo>
                    <a:pt x="376089" y="2797193"/>
                  </a:lnTo>
                  <a:lnTo>
                    <a:pt x="376724" y="2797193"/>
                  </a:lnTo>
                  <a:lnTo>
                    <a:pt x="377359" y="2797193"/>
                  </a:lnTo>
                  <a:lnTo>
                    <a:pt x="377994" y="2797193"/>
                  </a:lnTo>
                  <a:lnTo>
                    <a:pt x="378628" y="2797193"/>
                  </a:lnTo>
                  <a:lnTo>
                    <a:pt x="379263" y="2797193"/>
                  </a:lnTo>
                  <a:lnTo>
                    <a:pt x="379898" y="2797193"/>
                  </a:lnTo>
                  <a:lnTo>
                    <a:pt x="380533" y="2797274"/>
                  </a:lnTo>
                  <a:lnTo>
                    <a:pt x="381168" y="2797477"/>
                  </a:lnTo>
                  <a:lnTo>
                    <a:pt x="381803" y="2797679"/>
                  </a:lnTo>
                  <a:lnTo>
                    <a:pt x="382438" y="2798033"/>
                  </a:lnTo>
                  <a:lnTo>
                    <a:pt x="383072" y="2798641"/>
                  </a:lnTo>
                  <a:lnTo>
                    <a:pt x="383707" y="2799258"/>
                  </a:lnTo>
                  <a:lnTo>
                    <a:pt x="384342" y="2800209"/>
                  </a:lnTo>
                  <a:lnTo>
                    <a:pt x="384977" y="2801222"/>
                  </a:lnTo>
                  <a:lnTo>
                    <a:pt x="385612" y="2802234"/>
                  </a:lnTo>
                  <a:lnTo>
                    <a:pt x="386247" y="2803246"/>
                  </a:lnTo>
                  <a:lnTo>
                    <a:pt x="386881" y="2804258"/>
                  </a:lnTo>
                  <a:lnTo>
                    <a:pt x="387516" y="2805290"/>
                  </a:lnTo>
                  <a:lnTo>
                    <a:pt x="388151" y="2806505"/>
                  </a:lnTo>
                  <a:lnTo>
                    <a:pt x="388786" y="2807719"/>
                  </a:lnTo>
                  <a:lnTo>
                    <a:pt x="389421" y="2808934"/>
                  </a:lnTo>
                  <a:lnTo>
                    <a:pt x="390056" y="2810067"/>
                  </a:lnTo>
                  <a:lnTo>
                    <a:pt x="390691" y="2811080"/>
                  </a:lnTo>
                  <a:lnTo>
                    <a:pt x="391325" y="2812092"/>
                  </a:lnTo>
                  <a:lnTo>
                    <a:pt x="391960" y="2812952"/>
                  </a:lnTo>
                  <a:lnTo>
                    <a:pt x="392595" y="2813559"/>
                  </a:lnTo>
                  <a:lnTo>
                    <a:pt x="393230" y="2814156"/>
                  </a:lnTo>
                  <a:lnTo>
                    <a:pt x="393865" y="2814420"/>
                  </a:lnTo>
                  <a:lnTo>
                    <a:pt x="394500" y="2814622"/>
                  </a:lnTo>
                  <a:lnTo>
                    <a:pt x="395134" y="2814824"/>
                  </a:lnTo>
                  <a:lnTo>
                    <a:pt x="395769" y="2815027"/>
                  </a:lnTo>
                  <a:lnTo>
                    <a:pt x="396404" y="2815229"/>
                  </a:lnTo>
                  <a:lnTo>
                    <a:pt x="397039" y="2815412"/>
                  </a:lnTo>
                  <a:lnTo>
                    <a:pt x="397674" y="2815412"/>
                  </a:lnTo>
                  <a:lnTo>
                    <a:pt x="398309" y="2815412"/>
                  </a:lnTo>
                  <a:lnTo>
                    <a:pt x="398944" y="2815412"/>
                  </a:lnTo>
                  <a:lnTo>
                    <a:pt x="399578" y="2815412"/>
                  </a:lnTo>
                  <a:lnTo>
                    <a:pt x="400213" y="2815412"/>
                  </a:lnTo>
                  <a:lnTo>
                    <a:pt x="400848" y="2815412"/>
                  </a:lnTo>
                  <a:lnTo>
                    <a:pt x="401483" y="2815412"/>
                  </a:lnTo>
                  <a:lnTo>
                    <a:pt x="402118" y="2815412"/>
                  </a:lnTo>
                  <a:lnTo>
                    <a:pt x="402753" y="2815412"/>
                  </a:lnTo>
                  <a:lnTo>
                    <a:pt x="403387" y="2815412"/>
                  </a:lnTo>
                  <a:lnTo>
                    <a:pt x="404022" y="2815412"/>
                  </a:lnTo>
                  <a:lnTo>
                    <a:pt x="404657" y="2815412"/>
                  </a:lnTo>
                  <a:lnTo>
                    <a:pt x="405292" y="2815412"/>
                  </a:lnTo>
                  <a:lnTo>
                    <a:pt x="405927" y="2815412"/>
                  </a:lnTo>
                  <a:lnTo>
                    <a:pt x="406562" y="2815412"/>
                  </a:lnTo>
                  <a:lnTo>
                    <a:pt x="407197" y="2815412"/>
                  </a:lnTo>
                  <a:lnTo>
                    <a:pt x="407831" y="2815412"/>
                  </a:lnTo>
                  <a:lnTo>
                    <a:pt x="408466" y="2815412"/>
                  </a:lnTo>
                  <a:lnTo>
                    <a:pt x="409101" y="2815412"/>
                  </a:lnTo>
                  <a:lnTo>
                    <a:pt x="409736" y="2815412"/>
                  </a:lnTo>
                  <a:lnTo>
                    <a:pt x="410371" y="2815412"/>
                  </a:lnTo>
                  <a:lnTo>
                    <a:pt x="411006" y="2815412"/>
                  </a:lnTo>
                  <a:lnTo>
                    <a:pt x="411640" y="2815412"/>
                  </a:lnTo>
                  <a:lnTo>
                    <a:pt x="412275" y="2815412"/>
                  </a:lnTo>
                  <a:lnTo>
                    <a:pt x="412910" y="2815412"/>
                  </a:lnTo>
                  <a:lnTo>
                    <a:pt x="413545" y="2815412"/>
                  </a:lnTo>
                  <a:lnTo>
                    <a:pt x="414180" y="2815412"/>
                  </a:lnTo>
                  <a:lnTo>
                    <a:pt x="414815" y="2815412"/>
                  </a:lnTo>
                  <a:lnTo>
                    <a:pt x="415450" y="2815412"/>
                  </a:lnTo>
                  <a:lnTo>
                    <a:pt x="416084" y="2815412"/>
                  </a:lnTo>
                  <a:lnTo>
                    <a:pt x="416719" y="2815412"/>
                  </a:lnTo>
                  <a:lnTo>
                    <a:pt x="417354" y="2815412"/>
                  </a:lnTo>
                  <a:lnTo>
                    <a:pt x="417989" y="2815594"/>
                  </a:lnTo>
                  <a:lnTo>
                    <a:pt x="418624" y="2815796"/>
                  </a:lnTo>
                  <a:lnTo>
                    <a:pt x="419259" y="2815999"/>
                  </a:lnTo>
                  <a:lnTo>
                    <a:pt x="419893" y="2816201"/>
                  </a:lnTo>
                  <a:lnTo>
                    <a:pt x="420528" y="2816403"/>
                  </a:lnTo>
                  <a:lnTo>
                    <a:pt x="421163" y="2816606"/>
                  </a:lnTo>
                  <a:lnTo>
                    <a:pt x="421798" y="2816808"/>
                  </a:lnTo>
                  <a:lnTo>
                    <a:pt x="422433" y="2817011"/>
                  </a:lnTo>
                  <a:lnTo>
                    <a:pt x="423068" y="2817213"/>
                  </a:lnTo>
                  <a:lnTo>
                    <a:pt x="423703" y="2817496"/>
                  </a:lnTo>
                  <a:lnTo>
                    <a:pt x="424337" y="2817901"/>
                  </a:lnTo>
                  <a:lnTo>
                    <a:pt x="424972" y="2818306"/>
                  </a:lnTo>
                  <a:lnTo>
                    <a:pt x="425607" y="2818711"/>
                  </a:lnTo>
                  <a:lnTo>
                    <a:pt x="426242" y="2819116"/>
                  </a:lnTo>
                  <a:lnTo>
                    <a:pt x="426877" y="2819521"/>
                  </a:lnTo>
                  <a:lnTo>
                    <a:pt x="427512" y="2819743"/>
                  </a:lnTo>
                  <a:lnTo>
                    <a:pt x="428146" y="2819946"/>
                  </a:lnTo>
                  <a:lnTo>
                    <a:pt x="428781" y="2820148"/>
                  </a:lnTo>
                  <a:lnTo>
                    <a:pt x="429416" y="2820351"/>
                  </a:lnTo>
                  <a:lnTo>
                    <a:pt x="430051" y="2820553"/>
                  </a:lnTo>
                  <a:lnTo>
                    <a:pt x="430686" y="2820756"/>
                  </a:lnTo>
                  <a:lnTo>
                    <a:pt x="431321" y="2820958"/>
                  </a:lnTo>
                  <a:lnTo>
                    <a:pt x="431955" y="2821160"/>
                  </a:lnTo>
                  <a:lnTo>
                    <a:pt x="432590" y="2821363"/>
                  </a:lnTo>
                  <a:lnTo>
                    <a:pt x="433225" y="2821484"/>
                  </a:lnTo>
                  <a:lnTo>
                    <a:pt x="433860" y="2821484"/>
                  </a:lnTo>
                  <a:lnTo>
                    <a:pt x="434495" y="2821661"/>
                  </a:lnTo>
                  <a:lnTo>
                    <a:pt x="435130" y="2821838"/>
                  </a:lnTo>
                  <a:lnTo>
                    <a:pt x="435765" y="2822056"/>
                  </a:lnTo>
                  <a:lnTo>
                    <a:pt x="436399" y="2822274"/>
                  </a:lnTo>
                  <a:lnTo>
                    <a:pt x="437034" y="2822492"/>
                  </a:lnTo>
                  <a:lnTo>
                    <a:pt x="437669" y="2822710"/>
                  </a:lnTo>
                  <a:lnTo>
                    <a:pt x="438304" y="2822928"/>
                  </a:lnTo>
                  <a:lnTo>
                    <a:pt x="438939" y="2823146"/>
                  </a:lnTo>
                  <a:lnTo>
                    <a:pt x="439574" y="2823365"/>
                  </a:lnTo>
                  <a:lnTo>
                    <a:pt x="440208" y="2823583"/>
                  </a:lnTo>
                  <a:lnTo>
                    <a:pt x="440843" y="2823801"/>
                  </a:lnTo>
                  <a:lnTo>
                    <a:pt x="441478" y="2824019"/>
                  </a:lnTo>
                  <a:lnTo>
                    <a:pt x="442113" y="2824237"/>
                  </a:lnTo>
                  <a:lnTo>
                    <a:pt x="442748" y="2824455"/>
                  </a:lnTo>
                  <a:lnTo>
                    <a:pt x="443383" y="2824673"/>
                  </a:lnTo>
                  <a:lnTo>
                    <a:pt x="444018" y="2824850"/>
                  </a:lnTo>
                  <a:lnTo>
                    <a:pt x="444652" y="2825015"/>
                  </a:lnTo>
                  <a:lnTo>
                    <a:pt x="445287" y="2825015"/>
                  </a:lnTo>
                  <a:lnTo>
                    <a:pt x="445922" y="2825015"/>
                  </a:lnTo>
                  <a:lnTo>
                    <a:pt x="446557" y="2825015"/>
                  </a:lnTo>
                  <a:lnTo>
                    <a:pt x="447192" y="2825015"/>
                  </a:lnTo>
                  <a:lnTo>
                    <a:pt x="447827" y="2825015"/>
                  </a:lnTo>
                  <a:lnTo>
                    <a:pt x="448461" y="2824965"/>
                  </a:lnTo>
                  <a:lnTo>
                    <a:pt x="449096" y="2824732"/>
                  </a:lnTo>
                  <a:lnTo>
                    <a:pt x="449731" y="2824327"/>
                  </a:lnTo>
                  <a:lnTo>
                    <a:pt x="450366" y="2823922"/>
                  </a:lnTo>
                  <a:lnTo>
                    <a:pt x="451001" y="2823517"/>
                  </a:lnTo>
                  <a:lnTo>
                    <a:pt x="451636" y="2823112"/>
                  </a:lnTo>
                  <a:lnTo>
                    <a:pt x="452271" y="2822708"/>
                  </a:lnTo>
                  <a:lnTo>
                    <a:pt x="452905" y="2822333"/>
                  </a:lnTo>
                  <a:lnTo>
                    <a:pt x="453540" y="2822131"/>
                  </a:lnTo>
                  <a:lnTo>
                    <a:pt x="454175" y="2821928"/>
                  </a:lnTo>
                  <a:lnTo>
                    <a:pt x="454810" y="2821807"/>
                  </a:lnTo>
                  <a:lnTo>
                    <a:pt x="455445" y="2821807"/>
                  </a:lnTo>
                  <a:lnTo>
                    <a:pt x="456080" y="2821807"/>
                  </a:lnTo>
                  <a:lnTo>
                    <a:pt x="456714" y="2821807"/>
                  </a:lnTo>
                  <a:lnTo>
                    <a:pt x="457349" y="2821807"/>
                  </a:lnTo>
                  <a:lnTo>
                    <a:pt x="457984" y="2821857"/>
                  </a:lnTo>
                  <a:lnTo>
                    <a:pt x="458619" y="2822090"/>
                  </a:lnTo>
                  <a:lnTo>
                    <a:pt x="459254" y="2822495"/>
                  </a:lnTo>
                  <a:lnTo>
                    <a:pt x="459889" y="2822971"/>
                  </a:lnTo>
                  <a:lnTo>
                    <a:pt x="460524" y="2823578"/>
                  </a:lnTo>
                  <a:lnTo>
                    <a:pt x="461158" y="2824297"/>
                  </a:lnTo>
                  <a:lnTo>
                    <a:pt x="461793" y="2825106"/>
                  </a:lnTo>
                  <a:lnTo>
                    <a:pt x="462428" y="2825886"/>
                  </a:lnTo>
                  <a:lnTo>
                    <a:pt x="463063" y="2826493"/>
                  </a:lnTo>
                  <a:lnTo>
                    <a:pt x="463698" y="2827100"/>
                  </a:lnTo>
                  <a:lnTo>
                    <a:pt x="464333" y="2827626"/>
                  </a:lnTo>
                  <a:lnTo>
                    <a:pt x="464967" y="2828031"/>
                  </a:lnTo>
                  <a:lnTo>
                    <a:pt x="465602" y="2828436"/>
                  </a:lnTo>
                  <a:lnTo>
                    <a:pt x="466237" y="2828841"/>
                  </a:lnTo>
                  <a:lnTo>
                    <a:pt x="466872" y="2829246"/>
                  </a:lnTo>
                  <a:lnTo>
                    <a:pt x="467507" y="2829651"/>
                  </a:lnTo>
                  <a:lnTo>
                    <a:pt x="468142" y="2830056"/>
                  </a:lnTo>
                  <a:lnTo>
                    <a:pt x="468777" y="2830460"/>
                  </a:lnTo>
                  <a:lnTo>
                    <a:pt x="469411" y="2830794"/>
                  </a:lnTo>
                  <a:lnTo>
                    <a:pt x="470046" y="2830997"/>
                  </a:lnTo>
                  <a:lnTo>
                    <a:pt x="470681" y="2831088"/>
                  </a:lnTo>
                  <a:lnTo>
                    <a:pt x="471316" y="2831088"/>
                  </a:lnTo>
                  <a:lnTo>
                    <a:pt x="471951" y="2831088"/>
                  </a:lnTo>
                  <a:lnTo>
                    <a:pt x="472586" y="2831088"/>
                  </a:lnTo>
                  <a:lnTo>
                    <a:pt x="473220" y="2831088"/>
                  </a:lnTo>
                  <a:lnTo>
                    <a:pt x="473855" y="2831088"/>
                  </a:lnTo>
                  <a:lnTo>
                    <a:pt x="474490" y="2831088"/>
                  </a:lnTo>
                  <a:lnTo>
                    <a:pt x="475125" y="2831088"/>
                  </a:lnTo>
                  <a:lnTo>
                    <a:pt x="475760" y="2831088"/>
                  </a:lnTo>
                  <a:lnTo>
                    <a:pt x="476395" y="2831088"/>
                  </a:lnTo>
                  <a:lnTo>
                    <a:pt x="477030" y="2831088"/>
                  </a:lnTo>
                  <a:lnTo>
                    <a:pt x="477664" y="2831088"/>
                  </a:lnTo>
                  <a:lnTo>
                    <a:pt x="478299" y="2831088"/>
                  </a:lnTo>
                  <a:lnTo>
                    <a:pt x="478934" y="2831088"/>
                  </a:lnTo>
                  <a:lnTo>
                    <a:pt x="479569" y="2831088"/>
                  </a:lnTo>
                  <a:lnTo>
                    <a:pt x="480204" y="2831088"/>
                  </a:lnTo>
                  <a:lnTo>
                    <a:pt x="480839" y="2831088"/>
                  </a:lnTo>
                  <a:lnTo>
                    <a:pt x="481473" y="2831088"/>
                  </a:lnTo>
                  <a:lnTo>
                    <a:pt x="482108" y="2831058"/>
                  </a:lnTo>
                  <a:lnTo>
                    <a:pt x="482743" y="2830855"/>
                  </a:lnTo>
                  <a:lnTo>
                    <a:pt x="483378" y="2830653"/>
                  </a:lnTo>
                  <a:lnTo>
                    <a:pt x="484013" y="2830187"/>
                  </a:lnTo>
                  <a:lnTo>
                    <a:pt x="484648" y="2829580"/>
                  </a:lnTo>
                  <a:lnTo>
                    <a:pt x="485282" y="2829221"/>
                  </a:lnTo>
                  <a:lnTo>
                    <a:pt x="485917" y="2828862"/>
                  </a:lnTo>
                  <a:lnTo>
                    <a:pt x="486552" y="2828415"/>
                  </a:lnTo>
                  <a:lnTo>
                    <a:pt x="487187" y="2827969"/>
                  </a:lnTo>
                  <a:lnTo>
                    <a:pt x="487822" y="2827523"/>
                  </a:lnTo>
                  <a:lnTo>
                    <a:pt x="488457" y="2827076"/>
                  </a:lnTo>
                  <a:lnTo>
                    <a:pt x="489092" y="2826834"/>
                  </a:lnTo>
                  <a:lnTo>
                    <a:pt x="489726" y="2826591"/>
                  </a:lnTo>
                  <a:lnTo>
                    <a:pt x="490361" y="2826359"/>
                  </a:lnTo>
                  <a:lnTo>
                    <a:pt x="490996" y="2826127"/>
                  </a:lnTo>
                  <a:lnTo>
                    <a:pt x="491631" y="2825916"/>
                  </a:lnTo>
                  <a:lnTo>
                    <a:pt x="492266" y="2825829"/>
                  </a:lnTo>
                  <a:lnTo>
                    <a:pt x="492901" y="2825742"/>
                  </a:lnTo>
                  <a:lnTo>
                    <a:pt x="493535" y="2825843"/>
                  </a:lnTo>
                  <a:lnTo>
                    <a:pt x="494170" y="2826045"/>
                  </a:lnTo>
                  <a:lnTo>
                    <a:pt x="494805" y="2826239"/>
                  </a:lnTo>
                  <a:lnTo>
                    <a:pt x="495440" y="2826424"/>
                  </a:lnTo>
                  <a:lnTo>
                    <a:pt x="496075" y="2826642"/>
                  </a:lnTo>
                  <a:lnTo>
                    <a:pt x="496710" y="2826860"/>
                  </a:lnTo>
                  <a:lnTo>
                    <a:pt x="497345" y="2827078"/>
                  </a:lnTo>
                  <a:lnTo>
                    <a:pt x="497979" y="2827285"/>
                  </a:lnTo>
                  <a:lnTo>
                    <a:pt x="498614" y="2827462"/>
                  </a:lnTo>
                  <a:lnTo>
                    <a:pt x="499249" y="2827616"/>
                  </a:lnTo>
                  <a:lnTo>
                    <a:pt x="499884" y="2827616"/>
                  </a:lnTo>
                  <a:lnTo>
                    <a:pt x="500519" y="2827616"/>
                  </a:lnTo>
                  <a:lnTo>
                    <a:pt x="501154" y="2827616"/>
                  </a:lnTo>
                  <a:lnTo>
                    <a:pt x="501788" y="2827616"/>
                  </a:lnTo>
                  <a:lnTo>
                    <a:pt x="502423" y="2827616"/>
                  </a:lnTo>
                  <a:lnTo>
                    <a:pt x="503058" y="2827616"/>
                  </a:lnTo>
                  <a:lnTo>
                    <a:pt x="503693" y="2827616"/>
                  </a:lnTo>
                  <a:lnTo>
                    <a:pt x="504328" y="2827616"/>
                  </a:lnTo>
                  <a:lnTo>
                    <a:pt x="504963" y="2827616"/>
                  </a:lnTo>
                  <a:lnTo>
                    <a:pt x="505598" y="2827616"/>
                  </a:lnTo>
                  <a:lnTo>
                    <a:pt x="506232" y="2827616"/>
                  </a:lnTo>
                  <a:lnTo>
                    <a:pt x="506867" y="2827616"/>
                  </a:lnTo>
                  <a:lnTo>
                    <a:pt x="507502" y="2827616"/>
                  </a:lnTo>
                  <a:lnTo>
                    <a:pt x="508137" y="2827616"/>
                  </a:lnTo>
                  <a:lnTo>
                    <a:pt x="508772" y="2827616"/>
                  </a:lnTo>
                  <a:lnTo>
                    <a:pt x="509407" y="2827616"/>
                  </a:lnTo>
                  <a:lnTo>
                    <a:pt x="510041" y="2827616"/>
                  </a:lnTo>
                  <a:lnTo>
                    <a:pt x="510676" y="2827616"/>
                  </a:lnTo>
                  <a:lnTo>
                    <a:pt x="511311" y="2827616"/>
                  </a:lnTo>
                  <a:lnTo>
                    <a:pt x="511946" y="2827616"/>
                  </a:lnTo>
                  <a:lnTo>
                    <a:pt x="512581" y="2827616"/>
                  </a:lnTo>
                  <a:lnTo>
                    <a:pt x="513216" y="2827616"/>
                  </a:lnTo>
                  <a:lnTo>
                    <a:pt x="513851" y="2827616"/>
                  </a:lnTo>
                  <a:lnTo>
                    <a:pt x="514485" y="2827616"/>
                  </a:lnTo>
                  <a:lnTo>
                    <a:pt x="515120" y="2827616"/>
                  </a:lnTo>
                  <a:lnTo>
                    <a:pt x="515755" y="2827616"/>
                  </a:lnTo>
                  <a:lnTo>
                    <a:pt x="516390" y="2827616"/>
                  </a:lnTo>
                  <a:lnTo>
                    <a:pt x="517025" y="2827616"/>
                  </a:lnTo>
                  <a:lnTo>
                    <a:pt x="517660" y="2827616"/>
                  </a:lnTo>
                  <a:lnTo>
                    <a:pt x="518294" y="2827616"/>
                  </a:lnTo>
                  <a:lnTo>
                    <a:pt x="518929" y="2827616"/>
                  </a:lnTo>
                  <a:lnTo>
                    <a:pt x="519564" y="2827616"/>
                  </a:lnTo>
                  <a:lnTo>
                    <a:pt x="520199" y="2827616"/>
                  </a:lnTo>
                  <a:lnTo>
                    <a:pt x="520834" y="2827776"/>
                  </a:lnTo>
                  <a:lnTo>
                    <a:pt x="521469" y="2827953"/>
                  </a:lnTo>
                  <a:lnTo>
                    <a:pt x="522104" y="2828171"/>
                  </a:lnTo>
                  <a:lnTo>
                    <a:pt x="522738" y="2828389"/>
                  </a:lnTo>
                  <a:lnTo>
                    <a:pt x="523373" y="2828607"/>
                  </a:lnTo>
                  <a:lnTo>
                    <a:pt x="524008" y="2828825"/>
                  </a:lnTo>
                  <a:lnTo>
                    <a:pt x="524643" y="2829043"/>
                  </a:lnTo>
                  <a:lnTo>
                    <a:pt x="525278" y="2829261"/>
                  </a:lnTo>
                  <a:lnTo>
                    <a:pt x="525913" y="2829479"/>
                  </a:lnTo>
                  <a:lnTo>
                    <a:pt x="526547" y="2829697"/>
                  </a:lnTo>
                  <a:lnTo>
                    <a:pt x="527182" y="2829915"/>
                  </a:lnTo>
                  <a:lnTo>
                    <a:pt x="527817" y="2830133"/>
                  </a:lnTo>
                  <a:lnTo>
                    <a:pt x="528452" y="2830351"/>
                  </a:lnTo>
                  <a:lnTo>
                    <a:pt x="529087" y="2830569"/>
                  </a:lnTo>
                  <a:lnTo>
                    <a:pt x="529722" y="2830787"/>
                  </a:lnTo>
                  <a:lnTo>
                    <a:pt x="530357" y="2830995"/>
                  </a:lnTo>
                  <a:lnTo>
                    <a:pt x="530991" y="2831160"/>
                  </a:lnTo>
                  <a:lnTo>
                    <a:pt x="531626" y="2831089"/>
                  </a:lnTo>
                  <a:lnTo>
                    <a:pt x="532261" y="2830887"/>
                  </a:lnTo>
                  <a:lnTo>
                    <a:pt x="532896" y="2830664"/>
                  </a:lnTo>
                  <a:lnTo>
                    <a:pt x="533531" y="2830259"/>
                  </a:lnTo>
                  <a:lnTo>
                    <a:pt x="534166" y="2829713"/>
                  </a:lnTo>
                  <a:lnTo>
                    <a:pt x="534800" y="2829105"/>
                  </a:lnTo>
                  <a:lnTo>
                    <a:pt x="535435" y="2828498"/>
                  </a:lnTo>
                  <a:lnTo>
                    <a:pt x="536070" y="2827891"/>
                  </a:lnTo>
                  <a:lnTo>
                    <a:pt x="536705" y="2827213"/>
                  </a:lnTo>
                  <a:lnTo>
                    <a:pt x="537340" y="2826403"/>
                  </a:lnTo>
                  <a:lnTo>
                    <a:pt x="537975" y="2825593"/>
                  </a:lnTo>
                  <a:lnTo>
                    <a:pt x="538610" y="2824784"/>
                  </a:lnTo>
                  <a:lnTo>
                    <a:pt x="539244" y="2823974"/>
                  </a:lnTo>
                  <a:lnTo>
                    <a:pt x="539879" y="2823164"/>
                  </a:lnTo>
                  <a:lnTo>
                    <a:pt x="540514" y="2822354"/>
                  </a:lnTo>
                  <a:lnTo>
                    <a:pt x="541149" y="2821616"/>
                  </a:lnTo>
                  <a:lnTo>
                    <a:pt x="541784" y="2821008"/>
                  </a:lnTo>
                  <a:lnTo>
                    <a:pt x="542419" y="2820421"/>
                  </a:lnTo>
                  <a:lnTo>
                    <a:pt x="543053" y="2820016"/>
                  </a:lnTo>
                  <a:lnTo>
                    <a:pt x="543688" y="2819753"/>
                  </a:lnTo>
                  <a:lnTo>
                    <a:pt x="544323" y="2819551"/>
                  </a:lnTo>
                  <a:lnTo>
                    <a:pt x="544958" y="2819348"/>
                  </a:lnTo>
                  <a:lnTo>
                    <a:pt x="545593" y="2819146"/>
                  </a:lnTo>
                  <a:lnTo>
                    <a:pt x="546228" y="2819014"/>
                  </a:lnTo>
                  <a:lnTo>
                    <a:pt x="546862" y="2819014"/>
                  </a:lnTo>
                  <a:lnTo>
                    <a:pt x="547497" y="2819014"/>
                  </a:lnTo>
                  <a:lnTo>
                    <a:pt x="548132" y="2819014"/>
                  </a:lnTo>
                  <a:lnTo>
                    <a:pt x="548767" y="2819014"/>
                  </a:lnTo>
                  <a:lnTo>
                    <a:pt x="549402" y="2819014"/>
                  </a:lnTo>
                  <a:lnTo>
                    <a:pt x="550037" y="2819180"/>
                  </a:lnTo>
                  <a:lnTo>
                    <a:pt x="550672" y="2819322"/>
                  </a:lnTo>
                  <a:lnTo>
                    <a:pt x="551306" y="2819278"/>
                  </a:lnTo>
                  <a:lnTo>
                    <a:pt x="551941" y="2818998"/>
                  </a:lnTo>
                  <a:lnTo>
                    <a:pt x="552576" y="2818717"/>
                  </a:lnTo>
                  <a:lnTo>
                    <a:pt x="553211" y="2818437"/>
                  </a:lnTo>
                  <a:lnTo>
                    <a:pt x="553846" y="2818157"/>
                  </a:lnTo>
                  <a:lnTo>
                    <a:pt x="554481" y="2817877"/>
                  </a:lnTo>
                  <a:lnTo>
                    <a:pt x="555115" y="2817555"/>
                  </a:lnTo>
                  <a:lnTo>
                    <a:pt x="555750" y="2817109"/>
                  </a:lnTo>
                  <a:lnTo>
                    <a:pt x="556385" y="2816662"/>
                  </a:lnTo>
                  <a:lnTo>
                    <a:pt x="557020" y="2816208"/>
                  </a:lnTo>
                  <a:lnTo>
                    <a:pt x="557655" y="2815781"/>
                  </a:lnTo>
                  <a:lnTo>
                    <a:pt x="558290" y="2815404"/>
                  </a:lnTo>
                  <a:lnTo>
                    <a:pt x="558925" y="2815028"/>
                  </a:lnTo>
                  <a:lnTo>
                    <a:pt x="559559" y="2814639"/>
                  </a:lnTo>
                  <a:lnTo>
                    <a:pt x="560194" y="2814279"/>
                  </a:lnTo>
                  <a:lnTo>
                    <a:pt x="560829" y="2813916"/>
                  </a:lnTo>
                  <a:lnTo>
                    <a:pt x="561464" y="2813788"/>
                  </a:lnTo>
                  <a:lnTo>
                    <a:pt x="562099" y="2813659"/>
                  </a:lnTo>
                  <a:lnTo>
                    <a:pt x="562734" y="2813490"/>
                  </a:lnTo>
                  <a:lnTo>
                    <a:pt x="563368" y="2813321"/>
                  </a:lnTo>
                  <a:lnTo>
                    <a:pt x="564003" y="2813151"/>
                  </a:lnTo>
                  <a:lnTo>
                    <a:pt x="564638" y="2813018"/>
                  </a:lnTo>
                  <a:lnTo>
                    <a:pt x="565273" y="2812994"/>
                  </a:lnTo>
                  <a:lnTo>
                    <a:pt x="565908" y="2812971"/>
                  </a:lnTo>
                  <a:lnTo>
                    <a:pt x="566543" y="2812954"/>
                  </a:lnTo>
                  <a:lnTo>
                    <a:pt x="567178" y="2812954"/>
                  </a:lnTo>
                  <a:lnTo>
                    <a:pt x="567812" y="2812913"/>
                  </a:lnTo>
                  <a:lnTo>
                    <a:pt x="568447" y="2812872"/>
                  </a:lnTo>
                  <a:lnTo>
                    <a:pt x="569082" y="2812831"/>
                  </a:lnTo>
                  <a:lnTo>
                    <a:pt x="569717" y="2812831"/>
                  </a:lnTo>
                  <a:lnTo>
                    <a:pt x="570352" y="2812831"/>
                  </a:lnTo>
                  <a:lnTo>
                    <a:pt x="570987" y="2812831"/>
                  </a:lnTo>
                  <a:lnTo>
                    <a:pt x="571621" y="2812843"/>
                  </a:lnTo>
                  <a:lnTo>
                    <a:pt x="572256" y="2813020"/>
                  </a:lnTo>
                  <a:lnTo>
                    <a:pt x="572891" y="2813197"/>
                  </a:lnTo>
                  <a:lnTo>
                    <a:pt x="573526" y="2813374"/>
                  </a:lnTo>
                  <a:lnTo>
                    <a:pt x="574161" y="2813551"/>
                  </a:lnTo>
                  <a:lnTo>
                    <a:pt x="574796" y="2813728"/>
                  </a:lnTo>
                  <a:lnTo>
                    <a:pt x="575431" y="2813955"/>
                  </a:lnTo>
                  <a:lnTo>
                    <a:pt x="576065" y="2814365"/>
                  </a:lnTo>
                  <a:lnTo>
                    <a:pt x="576700" y="2814947"/>
                  </a:lnTo>
                  <a:lnTo>
                    <a:pt x="577335" y="2815529"/>
                  </a:lnTo>
                  <a:lnTo>
                    <a:pt x="577970" y="2816111"/>
                  </a:lnTo>
                  <a:lnTo>
                    <a:pt x="578605" y="2816693"/>
                  </a:lnTo>
                  <a:lnTo>
                    <a:pt x="579240" y="2817274"/>
                  </a:lnTo>
                  <a:lnTo>
                    <a:pt x="579874" y="2817856"/>
                  </a:lnTo>
                  <a:lnTo>
                    <a:pt x="580509" y="2818313"/>
                  </a:lnTo>
                  <a:lnTo>
                    <a:pt x="581144" y="2818770"/>
                  </a:lnTo>
                  <a:lnTo>
                    <a:pt x="581779" y="2819227"/>
                  </a:lnTo>
                  <a:lnTo>
                    <a:pt x="582414" y="2819684"/>
                  </a:lnTo>
                  <a:lnTo>
                    <a:pt x="583049" y="2819974"/>
                  </a:lnTo>
                  <a:lnTo>
                    <a:pt x="583684" y="2820265"/>
                  </a:lnTo>
                  <a:lnTo>
                    <a:pt x="584318" y="2820556"/>
                  </a:lnTo>
                  <a:lnTo>
                    <a:pt x="584953" y="2820796"/>
                  </a:lnTo>
                  <a:lnTo>
                    <a:pt x="585588" y="2820854"/>
                  </a:lnTo>
                  <a:lnTo>
                    <a:pt x="586223" y="2820740"/>
                  </a:lnTo>
                  <a:lnTo>
                    <a:pt x="586858" y="2820625"/>
                  </a:lnTo>
                  <a:lnTo>
                    <a:pt x="587493" y="2820511"/>
                  </a:lnTo>
                  <a:lnTo>
                    <a:pt x="588127" y="2820397"/>
                  </a:lnTo>
                  <a:lnTo>
                    <a:pt x="588762" y="2820228"/>
                  </a:lnTo>
                  <a:lnTo>
                    <a:pt x="589397" y="2820059"/>
                  </a:lnTo>
                  <a:lnTo>
                    <a:pt x="590032" y="2820064"/>
                  </a:lnTo>
                  <a:lnTo>
                    <a:pt x="590667" y="2820116"/>
                  </a:lnTo>
                  <a:lnTo>
                    <a:pt x="591302" y="2820167"/>
                  </a:lnTo>
                  <a:lnTo>
                    <a:pt x="591937" y="2820219"/>
                  </a:lnTo>
                  <a:lnTo>
                    <a:pt x="592571" y="2820437"/>
                  </a:lnTo>
                  <a:lnTo>
                    <a:pt x="593206" y="2820655"/>
                  </a:lnTo>
                  <a:lnTo>
                    <a:pt x="593841" y="2820874"/>
                  </a:lnTo>
                  <a:lnTo>
                    <a:pt x="594476" y="2821092"/>
                  </a:lnTo>
                  <a:lnTo>
                    <a:pt x="595111" y="2821310"/>
                  </a:lnTo>
                  <a:lnTo>
                    <a:pt x="595746" y="2821528"/>
                  </a:lnTo>
                  <a:lnTo>
                    <a:pt x="596380" y="2821746"/>
                  </a:lnTo>
                  <a:lnTo>
                    <a:pt x="597015" y="2821964"/>
                  </a:lnTo>
                  <a:lnTo>
                    <a:pt x="597650" y="2822182"/>
                  </a:lnTo>
                  <a:lnTo>
                    <a:pt x="598285" y="2822400"/>
                  </a:lnTo>
                  <a:lnTo>
                    <a:pt x="598920" y="2822607"/>
                  </a:lnTo>
                  <a:lnTo>
                    <a:pt x="599555" y="2822784"/>
                  </a:lnTo>
                  <a:lnTo>
                    <a:pt x="600189" y="2822784"/>
                  </a:lnTo>
                  <a:lnTo>
                    <a:pt x="600824" y="2822784"/>
                  </a:lnTo>
                  <a:lnTo>
                    <a:pt x="601459" y="2822784"/>
                  </a:lnTo>
                  <a:lnTo>
                    <a:pt x="602094" y="2822784"/>
                  </a:lnTo>
                  <a:lnTo>
                    <a:pt x="602729" y="2822784"/>
                  </a:lnTo>
                  <a:lnTo>
                    <a:pt x="603364" y="2822784"/>
                  </a:lnTo>
                  <a:lnTo>
                    <a:pt x="603999" y="2822784"/>
                  </a:lnTo>
                  <a:lnTo>
                    <a:pt x="604633" y="2822784"/>
                  </a:lnTo>
                  <a:lnTo>
                    <a:pt x="605268" y="2822784"/>
                  </a:lnTo>
                  <a:lnTo>
                    <a:pt x="605903" y="2822784"/>
                  </a:lnTo>
                  <a:lnTo>
                    <a:pt x="606538" y="2822784"/>
                  </a:lnTo>
                  <a:lnTo>
                    <a:pt x="607173" y="2822491"/>
                  </a:lnTo>
                  <a:lnTo>
                    <a:pt x="607808" y="2822086"/>
                  </a:lnTo>
                  <a:lnTo>
                    <a:pt x="608442" y="2821894"/>
                  </a:lnTo>
                  <a:lnTo>
                    <a:pt x="609077" y="2821600"/>
                  </a:lnTo>
                  <a:lnTo>
                    <a:pt x="609712" y="2821270"/>
                  </a:lnTo>
                  <a:lnTo>
                    <a:pt x="610347" y="2820860"/>
                  </a:lnTo>
                  <a:lnTo>
                    <a:pt x="610982" y="2820714"/>
                  </a:lnTo>
                  <a:lnTo>
                    <a:pt x="611617" y="2820709"/>
                  </a:lnTo>
                  <a:lnTo>
                    <a:pt x="612252" y="2820455"/>
                  </a:lnTo>
                  <a:lnTo>
                    <a:pt x="612886" y="2820194"/>
                  </a:lnTo>
                  <a:lnTo>
                    <a:pt x="613521" y="2819803"/>
                  </a:lnTo>
                  <a:lnTo>
                    <a:pt x="614156" y="2818973"/>
                  </a:lnTo>
                  <a:lnTo>
                    <a:pt x="614791" y="2818068"/>
                  </a:lnTo>
                  <a:lnTo>
                    <a:pt x="615426" y="2816814"/>
                  </a:lnTo>
                  <a:lnTo>
                    <a:pt x="616061" y="2814908"/>
                  </a:lnTo>
                  <a:lnTo>
                    <a:pt x="616695" y="2813370"/>
                  </a:lnTo>
                  <a:lnTo>
                    <a:pt x="617330" y="2811815"/>
                  </a:lnTo>
                  <a:lnTo>
                    <a:pt x="617965" y="2810201"/>
                  </a:lnTo>
                  <a:lnTo>
                    <a:pt x="618600" y="2808609"/>
                  </a:lnTo>
                  <a:lnTo>
                    <a:pt x="619235" y="2807010"/>
                  </a:lnTo>
                  <a:lnTo>
                    <a:pt x="619870" y="2805156"/>
                  </a:lnTo>
                  <a:lnTo>
                    <a:pt x="620505" y="2802915"/>
                  </a:lnTo>
                  <a:lnTo>
                    <a:pt x="621139" y="2800415"/>
                  </a:lnTo>
                  <a:lnTo>
                    <a:pt x="621774" y="2797781"/>
                  </a:lnTo>
                  <a:lnTo>
                    <a:pt x="622409" y="2795166"/>
                  </a:lnTo>
                  <a:lnTo>
                    <a:pt x="623044" y="2792732"/>
                  </a:lnTo>
                  <a:lnTo>
                    <a:pt x="623679" y="2790739"/>
                  </a:lnTo>
                  <a:lnTo>
                    <a:pt x="624314" y="2788821"/>
                  </a:lnTo>
                  <a:lnTo>
                    <a:pt x="624948" y="2787262"/>
                  </a:lnTo>
                  <a:lnTo>
                    <a:pt x="625583" y="2786059"/>
                  </a:lnTo>
                  <a:lnTo>
                    <a:pt x="626218" y="2784872"/>
                  </a:lnTo>
                  <a:lnTo>
                    <a:pt x="626853" y="2783857"/>
                  </a:lnTo>
                  <a:lnTo>
                    <a:pt x="627488" y="2782440"/>
                  </a:lnTo>
                  <a:lnTo>
                    <a:pt x="628123" y="2780952"/>
                  </a:lnTo>
                  <a:lnTo>
                    <a:pt x="628758" y="2779221"/>
                  </a:lnTo>
                  <a:lnTo>
                    <a:pt x="629392" y="2777197"/>
                  </a:lnTo>
                  <a:lnTo>
                    <a:pt x="630027" y="2775416"/>
                  </a:lnTo>
                  <a:lnTo>
                    <a:pt x="630662" y="2773827"/>
                  </a:lnTo>
                  <a:lnTo>
                    <a:pt x="631297" y="2772756"/>
                  </a:lnTo>
                  <a:lnTo>
                    <a:pt x="631932" y="2771723"/>
                  </a:lnTo>
                  <a:lnTo>
                    <a:pt x="632567" y="2770689"/>
                  </a:lnTo>
                  <a:lnTo>
                    <a:pt x="633201" y="2769745"/>
                  </a:lnTo>
                  <a:lnTo>
                    <a:pt x="633836" y="2768800"/>
                  </a:lnTo>
                  <a:lnTo>
                    <a:pt x="634471" y="2767856"/>
                  </a:lnTo>
                  <a:lnTo>
                    <a:pt x="635106" y="2767002"/>
                  </a:lnTo>
                  <a:lnTo>
                    <a:pt x="635741" y="2766224"/>
                  </a:lnTo>
                  <a:lnTo>
                    <a:pt x="636376" y="2765504"/>
                  </a:lnTo>
                  <a:lnTo>
                    <a:pt x="637011" y="2764700"/>
                  </a:lnTo>
                  <a:lnTo>
                    <a:pt x="637645" y="2763897"/>
                  </a:lnTo>
                  <a:lnTo>
                    <a:pt x="638280" y="2763210"/>
                  </a:lnTo>
                  <a:lnTo>
                    <a:pt x="638915" y="2762763"/>
                  </a:lnTo>
                  <a:lnTo>
                    <a:pt x="639550" y="2762226"/>
                  </a:lnTo>
                  <a:lnTo>
                    <a:pt x="640185" y="2761613"/>
                  </a:lnTo>
                  <a:lnTo>
                    <a:pt x="640820" y="2760830"/>
                  </a:lnTo>
                  <a:lnTo>
                    <a:pt x="641454" y="2759970"/>
                  </a:lnTo>
                  <a:lnTo>
                    <a:pt x="642089" y="2759086"/>
                  </a:lnTo>
                  <a:lnTo>
                    <a:pt x="642724" y="2757872"/>
                  </a:lnTo>
                  <a:lnTo>
                    <a:pt x="643359" y="2756657"/>
                  </a:lnTo>
                  <a:lnTo>
                    <a:pt x="643994" y="2755382"/>
                  </a:lnTo>
                  <a:lnTo>
                    <a:pt x="644629" y="2753975"/>
                  </a:lnTo>
                  <a:lnTo>
                    <a:pt x="645264" y="2752568"/>
                  </a:lnTo>
                  <a:lnTo>
                    <a:pt x="645898" y="2751151"/>
                  </a:lnTo>
                  <a:lnTo>
                    <a:pt x="646533" y="2749967"/>
                  </a:lnTo>
                  <a:lnTo>
                    <a:pt x="647168" y="2748975"/>
                  </a:lnTo>
                  <a:lnTo>
                    <a:pt x="647803" y="2747803"/>
                  </a:lnTo>
                  <a:lnTo>
                    <a:pt x="648438" y="2746614"/>
                  </a:lnTo>
                  <a:lnTo>
                    <a:pt x="649073" y="2745323"/>
                  </a:lnTo>
                  <a:lnTo>
                    <a:pt x="649707" y="2744093"/>
                  </a:lnTo>
                  <a:lnTo>
                    <a:pt x="650342" y="2742994"/>
                  </a:lnTo>
                  <a:lnTo>
                    <a:pt x="650977" y="2742067"/>
                  </a:lnTo>
                  <a:lnTo>
                    <a:pt x="651612" y="2741162"/>
                  </a:lnTo>
                  <a:lnTo>
                    <a:pt x="652247" y="2740228"/>
                  </a:lnTo>
                  <a:lnTo>
                    <a:pt x="652882" y="2739231"/>
                  </a:lnTo>
                  <a:lnTo>
                    <a:pt x="653516" y="2738285"/>
                  </a:lnTo>
                  <a:lnTo>
                    <a:pt x="654151" y="2737454"/>
                  </a:lnTo>
                  <a:lnTo>
                    <a:pt x="654786" y="2736782"/>
                  </a:lnTo>
                  <a:lnTo>
                    <a:pt x="655421" y="2736117"/>
                  </a:lnTo>
                  <a:lnTo>
                    <a:pt x="656056" y="2735453"/>
                  </a:lnTo>
                  <a:lnTo>
                    <a:pt x="656691" y="2734789"/>
                  </a:lnTo>
                  <a:lnTo>
                    <a:pt x="657326" y="2734301"/>
                  </a:lnTo>
                  <a:lnTo>
                    <a:pt x="657960" y="2733855"/>
                  </a:lnTo>
                  <a:lnTo>
                    <a:pt x="658595" y="2733787"/>
                  </a:lnTo>
                  <a:lnTo>
                    <a:pt x="659230" y="2733875"/>
                  </a:lnTo>
                  <a:lnTo>
                    <a:pt x="659865" y="2734025"/>
                  </a:lnTo>
                  <a:lnTo>
                    <a:pt x="660500" y="2734434"/>
                  </a:lnTo>
                  <a:lnTo>
                    <a:pt x="661135" y="2734985"/>
                  </a:lnTo>
                  <a:lnTo>
                    <a:pt x="661769" y="2735657"/>
                  </a:lnTo>
                  <a:lnTo>
                    <a:pt x="662404" y="2736265"/>
                  </a:lnTo>
                  <a:lnTo>
                    <a:pt x="663039" y="2736872"/>
                  </a:lnTo>
                  <a:lnTo>
                    <a:pt x="663674" y="2737550"/>
                  </a:lnTo>
                  <a:lnTo>
                    <a:pt x="664309" y="2738360"/>
                  </a:lnTo>
                  <a:lnTo>
                    <a:pt x="664944" y="2739169"/>
                  </a:lnTo>
                  <a:lnTo>
                    <a:pt x="665579" y="2739979"/>
                  </a:lnTo>
                  <a:lnTo>
                    <a:pt x="666213" y="2740789"/>
                  </a:lnTo>
                  <a:lnTo>
                    <a:pt x="666848" y="2741599"/>
                  </a:lnTo>
                  <a:lnTo>
                    <a:pt x="667483" y="2742408"/>
                  </a:lnTo>
                  <a:lnTo>
                    <a:pt x="668118" y="2743147"/>
                  </a:lnTo>
                  <a:lnTo>
                    <a:pt x="668753" y="2743754"/>
                  </a:lnTo>
                  <a:lnTo>
                    <a:pt x="669388" y="2744341"/>
                  </a:lnTo>
                  <a:lnTo>
                    <a:pt x="670022" y="2744746"/>
                  </a:lnTo>
                  <a:lnTo>
                    <a:pt x="670657" y="2745009"/>
                  </a:lnTo>
                  <a:lnTo>
                    <a:pt x="671292" y="2745212"/>
                  </a:lnTo>
                  <a:lnTo>
                    <a:pt x="671927" y="2745416"/>
                  </a:lnTo>
                  <a:lnTo>
                    <a:pt x="672562" y="2745622"/>
                  </a:lnTo>
                  <a:lnTo>
                    <a:pt x="673197" y="2745794"/>
                  </a:lnTo>
                  <a:lnTo>
                    <a:pt x="673832" y="2745846"/>
                  </a:lnTo>
                  <a:lnTo>
                    <a:pt x="674466" y="2745897"/>
                  </a:lnTo>
                  <a:lnTo>
                    <a:pt x="675101" y="2745949"/>
                  </a:lnTo>
                  <a:lnTo>
                    <a:pt x="675736" y="2746001"/>
                  </a:lnTo>
                  <a:lnTo>
                    <a:pt x="676371" y="2745929"/>
                  </a:lnTo>
                  <a:lnTo>
                    <a:pt x="677006" y="2745649"/>
                  </a:lnTo>
                  <a:lnTo>
                    <a:pt x="677641" y="2745359"/>
                  </a:lnTo>
                  <a:lnTo>
                    <a:pt x="678275" y="2745124"/>
                  </a:lnTo>
                  <a:lnTo>
                    <a:pt x="678910" y="2745124"/>
                  </a:lnTo>
                  <a:lnTo>
                    <a:pt x="679545" y="2744966"/>
                  </a:lnTo>
                  <a:lnTo>
                    <a:pt x="680180" y="2744800"/>
                  </a:lnTo>
                  <a:lnTo>
                    <a:pt x="680815" y="2744634"/>
                  </a:lnTo>
                  <a:lnTo>
                    <a:pt x="681450" y="2744601"/>
                  </a:lnTo>
                  <a:lnTo>
                    <a:pt x="682085" y="2744477"/>
                  </a:lnTo>
                  <a:lnTo>
                    <a:pt x="682719" y="2744228"/>
                  </a:lnTo>
                  <a:lnTo>
                    <a:pt x="683354" y="2743359"/>
                  </a:lnTo>
                  <a:lnTo>
                    <a:pt x="683989" y="2742295"/>
                  </a:lnTo>
                  <a:lnTo>
                    <a:pt x="684624" y="2741103"/>
                  </a:lnTo>
                  <a:lnTo>
                    <a:pt x="685259" y="2739860"/>
                  </a:lnTo>
                  <a:lnTo>
                    <a:pt x="685894" y="2738769"/>
                  </a:lnTo>
                  <a:lnTo>
                    <a:pt x="686528" y="2737741"/>
                  </a:lnTo>
                  <a:lnTo>
                    <a:pt x="687163" y="2736724"/>
                  </a:lnTo>
                  <a:lnTo>
                    <a:pt x="687798" y="2735872"/>
                  </a:lnTo>
                  <a:lnTo>
                    <a:pt x="688433" y="2734538"/>
                  </a:lnTo>
                  <a:lnTo>
                    <a:pt x="689068" y="2733265"/>
                  </a:lnTo>
                  <a:lnTo>
                    <a:pt x="689703" y="2732002"/>
                  </a:lnTo>
                  <a:lnTo>
                    <a:pt x="690338" y="2730739"/>
                  </a:lnTo>
                  <a:lnTo>
                    <a:pt x="690972" y="2729476"/>
                  </a:lnTo>
                  <a:lnTo>
                    <a:pt x="691607" y="2728298"/>
                  </a:lnTo>
                  <a:lnTo>
                    <a:pt x="692242" y="2727253"/>
                  </a:lnTo>
                  <a:lnTo>
                    <a:pt x="692877" y="2726553"/>
                  </a:lnTo>
                  <a:lnTo>
                    <a:pt x="693512" y="2726047"/>
                  </a:lnTo>
                  <a:lnTo>
                    <a:pt x="694147" y="2725627"/>
                  </a:lnTo>
                  <a:lnTo>
                    <a:pt x="694781" y="2725247"/>
                  </a:lnTo>
                  <a:lnTo>
                    <a:pt x="695416" y="2724868"/>
                  </a:lnTo>
                  <a:lnTo>
                    <a:pt x="696051" y="2724489"/>
                  </a:lnTo>
                  <a:lnTo>
                    <a:pt x="696686" y="2724068"/>
                  </a:lnTo>
                  <a:lnTo>
                    <a:pt x="697321" y="2723648"/>
                  </a:lnTo>
                  <a:lnTo>
                    <a:pt x="697956" y="2723339"/>
                  </a:lnTo>
                  <a:lnTo>
                    <a:pt x="698591" y="2723162"/>
                  </a:lnTo>
                  <a:lnTo>
                    <a:pt x="699225" y="2722985"/>
                  </a:lnTo>
                  <a:lnTo>
                    <a:pt x="699860" y="2722808"/>
                  </a:lnTo>
                  <a:lnTo>
                    <a:pt x="700495" y="2722631"/>
                  </a:lnTo>
                  <a:lnTo>
                    <a:pt x="701130" y="2722454"/>
                  </a:lnTo>
                  <a:lnTo>
                    <a:pt x="701765" y="2722277"/>
                  </a:lnTo>
                  <a:lnTo>
                    <a:pt x="702400" y="2722100"/>
                  </a:lnTo>
                  <a:lnTo>
                    <a:pt x="703034" y="2721923"/>
                  </a:lnTo>
                  <a:lnTo>
                    <a:pt x="703669" y="2721746"/>
                  </a:lnTo>
                  <a:lnTo>
                    <a:pt x="704304" y="2721569"/>
                  </a:lnTo>
                  <a:lnTo>
                    <a:pt x="704939" y="2721392"/>
                  </a:lnTo>
                  <a:lnTo>
                    <a:pt x="705574" y="2721422"/>
                  </a:lnTo>
                  <a:lnTo>
                    <a:pt x="706209" y="2721464"/>
                  </a:lnTo>
                  <a:lnTo>
                    <a:pt x="706843" y="2721606"/>
                  </a:lnTo>
                  <a:lnTo>
                    <a:pt x="707478" y="2721894"/>
                  </a:lnTo>
                  <a:lnTo>
                    <a:pt x="708113" y="2722182"/>
                  </a:lnTo>
                  <a:lnTo>
                    <a:pt x="708748" y="2722477"/>
                  </a:lnTo>
                  <a:lnTo>
                    <a:pt x="709383" y="2722771"/>
                  </a:lnTo>
                  <a:lnTo>
                    <a:pt x="710018" y="2723232"/>
                  </a:lnTo>
                  <a:lnTo>
                    <a:pt x="710653" y="2723548"/>
                  </a:lnTo>
                  <a:lnTo>
                    <a:pt x="711287" y="2723864"/>
                  </a:lnTo>
                  <a:lnTo>
                    <a:pt x="711922" y="2724123"/>
                  </a:lnTo>
                  <a:lnTo>
                    <a:pt x="712557" y="2724294"/>
                  </a:lnTo>
                  <a:lnTo>
                    <a:pt x="713192" y="2724466"/>
                  </a:lnTo>
                  <a:lnTo>
                    <a:pt x="713827" y="2724406"/>
                  </a:lnTo>
                  <a:lnTo>
                    <a:pt x="714462" y="2724201"/>
                  </a:lnTo>
                  <a:lnTo>
                    <a:pt x="715096" y="2723888"/>
                  </a:lnTo>
                  <a:lnTo>
                    <a:pt x="715731" y="2723444"/>
                  </a:lnTo>
                  <a:lnTo>
                    <a:pt x="716366" y="2722981"/>
                  </a:lnTo>
                  <a:lnTo>
                    <a:pt x="717001" y="2722212"/>
                  </a:lnTo>
                  <a:lnTo>
                    <a:pt x="717636" y="2721110"/>
                  </a:lnTo>
                  <a:lnTo>
                    <a:pt x="718271" y="2719973"/>
                  </a:lnTo>
                  <a:lnTo>
                    <a:pt x="718906" y="2718810"/>
                  </a:lnTo>
                  <a:lnTo>
                    <a:pt x="719540" y="2717482"/>
                  </a:lnTo>
                  <a:lnTo>
                    <a:pt x="720175" y="2716319"/>
                  </a:lnTo>
                  <a:lnTo>
                    <a:pt x="720810" y="2715156"/>
                  </a:lnTo>
                  <a:lnTo>
                    <a:pt x="721445" y="2713919"/>
                  </a:lnTo>
                  <a:lnTo>
                    <a:pt x="722080" y="2712756"/>
                  </a:lnTo>
                  <a:lnTo>
                    <a:pt x="722715" y="2711594"/>
                  </a:lnTo>
                  <a:lnTo>
                    <a:pt x="723349" y="2710697"/>
                  </a:lnTo>
                  <a:lnTo>
                    <a:pt x="723984" y="2709966"/>
                  </a:lnTo>
                  <a:lnTo>
                    <a:pt x="724619" y="2709302"/>
                  </a:lnTo>
                  <a:lnTo>
                    <a:pt x="725254" y="2708637"/>
                  </a:lnTo>
                  <a:lnTo>
                    <a:pt x="725889" y="2707984"/>
                  </a:lnTo>
                  <a:lnTo>
                    <a:pt x="726524" y="2707435"/>
                  </a:lnTo>
                  <a:lnTo>
                    <a:pt x="727159" y="2707298"/>
                  </a:lnTo>
                  <a:lnTo>
                    <a:pt x="727793" y="2707182"/>
                  </a:lnTo>
                  <a:lnTo>
                    <a:pt x="728428" y="2706979"/>
                  </a:lnTo>
                  <a:lnTo>
                    <a:pt x="729063" y="2706777"/>
                  </a:lnTo>
                  <a:lnTo>
                    <a:pt x="729698" y="2706574"/>
                  </a:lnTo>
                  <a:lnTo>
                    <a:pt x="730333" y="2706372"/>
                  </a:lnTo>
                  <a:lnTo>
                    <a:pt x="730968" y="2706341"/>
                  </a:lnTo>
                  <a:lnTo>
                    <a:pt x="731602" y="2706341"/>
                  </a:lnTo>
                  <a:lnTo>
                    <a:pt x="732237" y="2706341"/>
                  </a:lnTo>
                  <a:lnTo>
                    <a:pt x="732872" y="2706341"/>
                  </a:lnTo>
                  <a:lnTo>
                    <a:pt x="733507" y="2706341"/>
                  </a:lnTo>
                  <a:lnTo>
                    <a:pt x="734142" y="2706635"/>
                  </a:lnTo>
                  <a:lnTo>
                    <a:pt x="734777" y="2707040"/>
                  </a:lnTo>
                  <a:lnTo>
                    <a:pt x="735412" y="2707232"/>
                  </a:lnTo>
                  <a:lnTo>
                    <a:pt x="736046" y="2707556"/>
                  </a:lnTo>
                  <a:lnTo>
                    <a:pt x="736681" y="2708088"/>
                  </a:lnTo>
                  <a:lnTo>
                    <a:pt x="737316" y="2708700"/>
                  </a:lnTo>
                  <a:lnTo>
                    <a:pt x="737951" y="2709490"/>
                  </a:lnTo>
                  <a:lnTo>
                    <a:pt x="738586" y="2710310"/>
                  </a:lnTo>
                  <a:lnTo>
                    <a:pt x="739221" y="2711140"/>
                  </a:lnTo>
                  <a:lnTo>
                    <a:pt x="739855" y="2711979"/>
                  </a:lnTo>
                  <a:lnTo>
                    <a:pt x="740490" y="2713033"/>
                  </a:lnTo>
                  <a:lnTo>
                    <a:pt x="741125" y="2714528"/>
                  </a:lnTo>
                  <a:lnTo>
                    <a:pt x="741760" y="2716098"/>
                  </a:lnTo>
                  <a:lnTo>
                    <a:pt x="742395" y="2718016"/>
                  </a:lnTo>
                  <a:lnTo>
                    <a:pt x="743030" y="2720383"/>
                  </a:lnTo>
                  <a:lnTo>
                    <a:pt x="743665" y="2722381"/>
                  </a:lnTo>
                  <a:lnTo>
                    <a:pt x="744299" y="2724488"/>
                  </a:lnTo>
                  <a:lnTo>
                    <a:pt x="744934" y="2726638"/>
                  </a:lnTo>
                  <a:lnTo>
                    <a:pt x="745569" y="2728642"/>
                  </a:lnTo>
                  <a:lnTo>
                    <a:pt x="746204" y="2730450"/>
                  </a:lnTo>
                  <a:lnTo>
                    <a:pt x="746839" y="2732449"/>
                  </a:lnTo>
                  <a:lnTo>
                    <a:pt x="747474" y="2734638"/>
                  </a:lnTo>
                  <a:lnTo>
                    <a:pt x="748108" y="2736956"/>
                  </a:lnTo>
                  <a:lnTo>
                    <a:pt x="748743" y="2739282"/>
                  </a:lnTo>
                  <a:lnTo>
                    <a:pt x="749378" y="2741598"/>
                  </a:lnTo>
                  <a:lnTo>
                    <a:pt x="750013" y="2743699"/>
                  </a:lnTo>
                  <a:lnTo>
                    <a:pt x="750648" y="2745360"/>
                  </a:lnTo>
                  <a:lnTo>
                    <a:pt x="751283" y="2746946"/>
                  </a:lnTo>
                  <a:lnTo>
                    <a:pt x="751918" y="2748184"/>
                  </a:lnTo>
                  <a:lnTo>
                    <a:pt x="752552" y="2749096"/>
                  </a:lnTo>
                  <a:lnTo>
                    <a:pt x="753187" y="2750015"/>
                  </a:lnTo>
                  <a:lnTo>
                    <a:pt x="753822" y="2750861"/>
                  </a:lnTo>
                  <a:lnTo>
                    <a:pt x="754457" y="2752138"/>
                  </a:lnTo>
                  <a:lnTo>
                    <a:pt x="755092" y="2753423"/>
                  </a:lnTo>
                  <a:lnTo>
                    <a:pt x="755727" y="2755063"/>
                  </a:lnTo>
                  <a:lnTo>
                    <a:pt x="756361" y="2757087"/>
                  </a:lnTo>
                  <a:lnTo>
                    <a:pt x="756996" y="2758777"/>
                  </a:lnTo>
                  <a:lnTo>
                    <a:pt x="757631" y="2760164"/>
                  </a:lnTo>
                  <a:lnTo>
                    <a:pt x="758266" y="2760840"/>
                  </a:lnTo>
                  <a:lnTo>
                    <a:pt x="758901" y="2761144"/>
                  </a:lnTo>
                  <a:lnTo>
                    <a:pt x="759536" y="2761368"/>
                  </a:lnTo>
                  <a:lnTo>
                    <a:pt x="760171" y="2761463"/>
                  </a:lnTo>
                  <a:lnTo>
                    <a:pt x="760805" y="2761395"/>
                  </a:lnTo>
                  <a:lnTo>
                    <a:pt x="761440" y="2761328"/>
                  </a:lnTo>
                  <a:lnTo>
                    <a:pt x="762075" y="2760986"/>
                  </a:lnTo>
                  <a:lnTo>
                    <a:pt x="762710" y="2760550"/>
                  </a:lnTo>
                  <a:lnTo>
                    <a:pt x="763345" y="2760056"/>
                  </a:lnTo>
                  <a:lnTo>
                    <a:pt x="763980" y="2759645"/>
                  </a:lnTo>
                  <a:lnTo>
                    <a:pt x="764614" y="2758900"/>
                  </a:lnTo>
                  <a:lnTo>
                    <a:pt x="765249" y="2757968"/>
                  </a:lnTo>
                  <a:lnTo>
                    <a:pt x="765884" y="2756794"/>
                  </a:lnTo>
                  <a:lnTo>
                    <a:pt x="766519" y="2755804"/>
                  </a:lnTo>
                  <a:lnTo>
                    <a:pt x="767154" y="2754999"/>
                  </a:lnTo>
                  <a:lnTo>
                    <a:pt x="767789" y="2754557"/>
                  </a:lnTo>
                  <a:lnTo>
                    <a:pt x="768423" y="2754527"/>
                  </a:lnTo>
                  <a:lnTo>
                    <a:pt x="769058" y="2754601"/>
                  </a:lnTo>
                  <a:lnTo>
                    <a:pt x="769693" y="2755047"/>
                  </a:lnTo>
                  <a:lnTo>
                    <a:pt x="770328" y="2755654"/>
                  </a:lnTo>
                  <a:lnTo>
                    <a:pt x="770963" y="2756322"/>
                  </a:lnTo>
                  <a:lnTo>
                    <a:pt x="771598" y="2757304"/>
                  </a:lnTo>
                  <a:lnTo>
                    <a:pt x="772233" y="2758306"/>
                  </a:lnTo>
                  <a:lnTo>
                    <a:pt x="772867" y="2759318"/>
                  </a:lnTo>
                  <a:lnTo>
                    <a:pt x="773502" y="2760097"/>
                  </a:lnTo>
                  <a:lnTo>
                    <a:pt x="774137" y="2761018"/>
                  </a:lnTo>
                  <a:lnTo>
                    <a:pt x="774772" y="2762030"/>
                  </a:lnTo>
                  <a:lnTo>
                    <a:pt x="775407" y="2763042"/>
                  </a:lnTo>
                  <a:lnTo>
                    <a:pt x="776042" y="2764115"/>
                  </a:lnTo>
                  <a:lnTo>
                    <a:pt x="776676" y="2765127"/>
                  </a:lnTo>
                  <a:lnTo>
                    <a:pt x="777311" y="2766008"/>
                  </a:lnTo>
                  <a:lnTo>
                    <a:pt x="777946" y="2766717"/>
                  </a:lnTo>
                  <a:lnTo>
                    <a:pt x="778581" y="2767405"/>
                  </a:lnTo>
                  <a:lnTo>
                    <a:pt x="779216" y="2768120"/>
                  </a:lnTo>
                  <a:lnTo>
                    <a:pt x="779851" y="2768899"/>
                  </a:lnTo>
                  <a:lnTo>
                    <a:pt x="780486" y="2769627"/>
                  </a:lnTo>
                  <a:lnTo>
                    <a:pt x="781120" y="2770240"/>
                  </a:lnTo>
                  <a:lnTo>
                    <a:pt x="781755" y="2770694"/>
                  </a:lnTo>
                  <a:lnTo>
                    <a:pt x="782390" y="2771141"/>
                  </a:lnTo>
                  <a:lnTo>
                    <a:pt x="783025" y="2771587"/>
                  </a:lnTo>
                  <a:lnTo>
                    <a:pt x="783660" y="2772033"/>
                  </a:lnTo>
                  <a:lnTo>
                    <a:pt x="784295" y="2772314"/>
                  </a:lnTo>
                  <a:lnTo>
                    <a:pt x="784929" y="2772594"/>
                  </a:lnTo>
                  <a:lnTo>
                    <a:pt x="785564" y="2772733"/>
                  </a:lnTo>
                  <a:lnTo>
                    <a:pt x="786199" y="2772847"/>
                  </a:lnTo>
                  <a:lnTo>
                    <a:pt x="786834" y="2772920"/>
                  </a:lnTo>
                  <a:lnTo>
                    <a:pt x="787469" y="2772915"/>
                  </a:lnTo>
                  <a:lnTo>
                    <a:pt x="788104" y="2772770"/>
                  </a:lnTo>
                  <a:lnTo>
                    <a:pt x="788739" y="2772269"/>
                  </a:lnTo>
                  <a:lnTo>
                    <a:pt x="789373" y="2771419"/>
                  </a:lnTo>
                  <a:lnTo>
                    <a:pt x="790008" y="2770732"/>
                  </a:lnTo>
                  <a:lnTo>
                    <a:pt x="790643" y="2769940"/>
                  </a:lnTo>
                  <a:lnTo>
                    <a:pt x="791278" y="2769162"/>
                  </a:lnTo>
                  <a:lnTo>
                    <a:pt x="791913" y="2768627"/>
                  </a:lnTo>
                  <a:lnTo>
                    <a:pt x="792548" y="2768106"/>
                  </a:lnTo>
                  <a:lnTo>
                    <a:pt x="793182" y="2767498"/>
                  </a:lnTo>
                  <a:lnTo>
                    <a:pt x="793817" y="2766832"/>
                  </a:lnTo>
                  <a:lnTo>
                    <a:pt x="794452" y="2766166"/>
                  </a:lnTo>
                  <a:lnTo>
                    <a:pt x="795087" y="2765500"/>
                  </a:lnTo>
                  <a:lnTo>
                    <a:pt x="795722" y="2764834"/>
                  </a:lnTo>
                  <a:lnTo>
                    <a:pt x="796357" y="2764169"/>
                  </a:lnTo>
                  <a:lnTo>
                    <a:pt x="796992" y="2763503"/>
                  </a:lnTo>
                  <a:lnTo>
                    <a:pt x="797626" y="2762938"/>
                  </a:lnTo>
                  <a:lnTo>
                    <a:pt x="798261" y="2762583"/>
                  </a:lnTo>
                  <a:lnTo>
                    <a:pt x="798896" y="2762523"/>
                  </a:lnTo>
                  <a:lnTo>
                    <a:pt x="799531" y="2762568"/>
                  </a:lnTo>
                  <a:lnTo>
                    <a:pt x="800166" y="2762649"/>
                  </a:lnTo>
                  <a:lnTo>
                    <a:pt x="800801" y="2762646"/>
                  </a:lnTo>
                  <a:lnTo>
                    <a:pt x="801435" y="2762643"/>
                  </a:lnTo>
                  <a:lnTo>
                    <a:pt x="802070" y="2762477"/>
                  </a:lnTo>
                  <a:lnTo>
                    <a:pt x="802705" y="2762410"/>
                  </a:lnTo>
                  <a:lnTo>
                    <a:pt x="803340" y="2762535"/>
                  </a:lnTo>
                  <a:lnTo>
                    <a:pt x="803975" y="2762701"/>
                  </a:lnTo>
                  <a:lnTo>
                    <a:pt x="804610" y="2762900"/>
                  </a:lnTo>
                  <a:lnTo>
                    <a:pt x="805245" y="2763232"/>
                  </a:lnTo>
                  <a:lnTo>
                    <a:pt x="805879" y="2763465"/>
                  </a:lnTo>
                  <a:lnTo>
                    <a:pt x="806514" y="2763789"/>
                  </a:lnTo>
                  <a:lnTo>
                    <a:pt x="807149" y="2763922"/>
                  </a:lnTo>
                  <a:lnTo>
                    <a:pt x="807784" y="2763922"/>
                  </a:lnTo>
                  <a:lnTo>
                    <a:pt x="808419" y="2763788"/>
                  </a:lnTo>
                  <a:lnTo>
                    <a:pt x="809054" y="2763770"/>
                  </a:lnTo>
                  <a:lnTo>
                    <a:pt x="809688" y="2764028"/>
                  </a:lnTo>
                  <a:lnTo>
                    <a:pt x="810323" y="2764976"/>
                  </a:lnTo>
                  <a:lnTo>
                    <a:pt x="810958" y="2765735"/>
                  </a:lnTo>
                  <a:lnTo>
                    <a:pt x="811593" y="2766545"/>
                  </a:lnTo>
                  <a:lnTo>
                    <a:pt x="812228" y="2767355"/>
                  </a:lnTo>
                  <a:lnTo>
                    <a:pt x="812863" y="2768013"/>
                  </a:lnTo>
                  <a:lnTo>
                    <a:pt x="813498" y="2768458"/>
                  </a:lnTo>
                  <a:lnTo>
                    <a:pt x="814132" y="2768822"/>
                  </a:lnTo>
                  <a:lnTo>
                    <a:pt x="814767" y="2769025"/>
                  </a:lnTo>
                  <a:lnTo>
                    <a:pt x="815402" y="2769420"/>
                  </a:lnTo>
                  <a:lnTo>
                    <a:pt x="816037" y="2769835"/>
                  </a:lnTo>
                  <a:lnTo>
                    <a:pt x="816672" y="2770482"/>
                  </a:lnTo>
                  <a:lnTo>
                    <a:pt x="817307" y="2771292"/>
                  </a:lnTo>
                  <a:lnTo>
                    <a:pt x="817941" y="2771990"/>
                  </a:lnTo>
                  <a:lnTo>
                    <a:pt x="818576" y="2772476"/>
                  </a:lnTo>
                  <a:lnTo>
                    <a:pt x="819211" y="2772628"/>
                  </a:lnTo>
                  <a:lnTo>
                    <a:pt x="819846" y="2772324"/>
                  </a:lnTo>
                  <a:lnTo>
                    <a:pt x="820481" y="2771970"/>
                  </a:lnTo>
                  <a:lnTo>
                    <a:pt x="821116" y="2771565"/>
                  </a:lnTo>
                  <a:lnTo>
                    <a:pt x="821750" y="2771160"/>
                  </a:lnTo>
                  <a:lnTo>
                    <a:pt x="822385" y="2770756"/>
                  </a:lnTo>
                  <a:lnTo>
                    <a:pt x="823020" y="2770513"/>
                  </a:lnTo>
                  <a:lnTo>
                    <a:pt x="823655" y="2770310"/>
                  </a:lnTo>
                  <a:lnTo>
                    <a:pt x="824290" y="2770108"/>
                  </a:lnTo>
                  <a:lnTo>
                    <a:pt x="824925" y="2769835"/>
                  </a:lnTo>
                  <a:lnTo>
                    <a:pt x="825560" y="2769430"/>
                  </a:lnTo>
                  <a:lnTo>
                    <a:pt x="826194" y="2769025"/>
                  </a:lnTo>
                  <a:lnTo>
                    <a:pt x="826829" y="2768620"/>
                  </a:lnTo>
                  <a:lnTo>
                    <a:pt x="827464" y="2768327"/>
                  </a:lnTo>
                  <a:lnTo>
                    <a:pt x="828099" y="2768124"/>
                  </a:lnTo>
                  <a:lnTo>
                    <a:pt x="828734" y="2768013"/>
                  </a:lnTo>
                  <a:lnTo>
                    <a:pt x="829369" y="2768013"/>
                  </a:lnTo>
                  <a:lnTo>
                    <a:pt x="830003" y="2767982"/>
                  </a:lnTo>
                  <a:lnTo>
                    <a:pt x="830638" y="2767780"/>
                  </a:lnTo>
                  <a:lnTo>
                    <a:pt x="831273" y="2767476"/>
                  </a:lnTo>
                  <a:lnTo>
                    <a:pt x="831908" y="2767071"/>
                  </a:lnTo>
                  <a:lnTo>
                    <a:pt x="832543" y="2766459"/>
                  </a:lnTo>
                  <a:lnTo>
                    <a:pt x="833178" y="2765836"/>
                  </a:lnTo>
                  <a:lnTo>
                    <a:pt x="833813" y="2764971"/>
                  </a:lnTo>
                  <a:lnTo>
                    <a:pt x="834447" y="2763821"/>
                  </a:lnTo>
                  <a:lnTo>
                    <a:pt x="835082" y="2762519"/>
                  </a:lnTo>
                  <a:lnTo>
                    <a:pt x="835717" y="2761161"/>
                  </a:lnTo>
                  <a:lnTo>
                    <a:pt x="836352" y="2759802"/>
                  </a:lnTo>
                  <a:lnTo>
                    <a:pt x="836987" y="2758443"/>
                  </a:lnTo>
                  <a:lnTo>
                    <a:pt x="837622" y="2757229"/>
                  </a:lnTo>
                  <a:lnTo>
                    <a:pt x="838256" y="2756015"/>
                  </a:lnTo>
                  <a:lnTo>
                    <a:pt x="838891" y="2754858"/>
                  </a:lnTo>
                  <a:lnTo>
                    <a:pt x="839526" y="2753819"/>
                  </a:lnTo>
                  <a:lnTo>
                    <a:pt x="840161" y="2752952"/>
                  </a:lnTo>
                  <a:lnTo>
                    <a:pt x="840796" y="2752418"/>
                  </a:lnTo>
                  <a:lnTo>
                    <a:pt x="841431" y="2752129"/>
                  </a:lnTo>
                  <a:lnTo>
                    <a:pt x="842066" y="2751818"/>
                  </a:lnTo>
                  <a:lnTo>
                    <a:pt x="842700" y="2751620"/>
                  </a:lnTo>
                  <a:lnTo>
                    <a:pt x="843335" y="2751584"/>
                  </a:lnTo>
                  <a:lnTo>
                    <a:pt x="843970" y="2751945"/>
                  </a:lnTo>
                  <a:lnTo>
                    <a:pt x="844605" y="2752742"/>
                  </a:lnTo>
                  <a:lnTo>
                    <a:pt x="845240" y="2753625"/>
                  </a:lnTo>
                  <a:lnTo>
                    <a:pt x="845875" y="2754533"/>
                  </a:lnTo>
                  <a:lnTo>
                    <a:pt x="846509" y="2755441"/>
                  </a:lnTo>
                  <a:lnTo>
                    <a:pt x="847144" y="2756112"/>
                  </a:lnTo>
                  <a:lnTo>
                    <a:pt x="847779" y="2756652"/>
                  </a:lnTo>
                  <a:lnTo>
                    <a:pt x="848414" y="2757266"/>
                  </a:lnTo>
                  <a:lnTo>
                    <a:pt x="849049" y="2757806"/>
                  </a:lnTo>
                  <a:lnTo>
                    <a:pt x="849684" y="2758346"/>
                  </a:lnTo>
                  <a:lnTo>
                    <a:pt x="850319" y="2758620"/>
                  </a:lnTo>
                  <a:lnTo>
                    <a:pt x="850953" y="2758728"/>
                  </a:lnTo>
                  <a:lnTo>
                    <a:pt x="851588" y="2758901"/>
                  </a:lnTo>
                  <a:lnTo>
                    <a:pt x="852223" y="2759145"/>
                  </a:lnTo>
                  <a:lnTo>
                    <a:pt x="852858" y="2759389"/>
                  </a:lnTo>
                  <a:lnTo>
                    <a:pt x="853493" y="2759558"/>
                  </a:lnTo>
                  <a:lnTo>
                    <a:pt x="854128" y="2759492"/>
                  </a:lnTo>
                  <a:lnTo>
                    <a:pt x="854762" y="2759406"/>
                  </a:lnTo>
                  <a:lnTo>
                    <a:pt x="855397" y="2759406"/>
                  </a:lnTo>
                  <a:lnTo>
                    <a:pt x="856032" y="2759406"/>
                  </a:lnTo>
                  <a:lnTo>
                    <a:pt x="856667" y="2759477"/>
                  </a:lnTo>
                  <a:lnTo>
                    <a:pt x="857302" y="2759680"/>
                  </a:lnTo>
                  <a:lnTo>
                    <a:pt x="857937" y="2759710"/>
                  </a:lnTo>
                  <a:lnTo>
                    <a:pt x="858572" y="2759710"/>
                  </a:lnTo>
                  <a:lnTo>
                    <a:pt x="859206" y="2759710"/>
                  </a:lnTo>
                  <a:lnTo>
                    <a:pt x="859841" y="2759710"/>
                  </a:lnTo>
                  <a:lnTo>
                    <a:pt x="860476" y="2759710"/>
                  </a:lnTo>
                  <a:lnTo>
                    <a:pt x="861111" y="2759710"/>
                  </a:lnTo>
                  <a:lnTo>
                    <a:pt x="861746" y="2759710"/>
                  </a:lnTo>
                  <a:lnTo>
                    <a:pt x="862381" y="2759710"/>
                  </a:lnTo>
                  <a:lnTo>
                    <a:pt x="863015" y="2759710"/>
                  </a:lnTo>
                  <a:lnTo>
                    <a:pt x="863650" y="2759710"/>
                  </a:lnTo>
                  <a:lnTo>
                    <a:pt x="864285" y="2759710"/>
                  </a:lnTo>
                  <a:lnTo>
                    <a:pt x="864920" y="2759533"/>
                  </a:lnTo>
                  <a:lnTo>
                    <a:pt x="865555" y="2759347"/>
                  </a:lnTo>
                  <a:lnTo>
                    <a:pt x="866190" y="2759056"/>
                  </a:lnTo>
                  <a:lnTo>
                    <a:pt x="866825" y="2758887"/>
                  </a:lnTo>
                  <a:lnTo>
                    <a:pt x="867459" y="2758840"/>
                  </a:lnTo>
                  <a:lnTo>
                    <a:pt x="868094" y="2758795"/>
                  </a:lnTo>
                  <a:lnTo>
                    <a:pt x="868729" y="2758751"/>
                  </a:lnTo>
                  <a:lnTo>
                    <a:pt x="869364" y="2758707"/>
                  </a:lnTo>
                  <a:lnTo>
                    <a:pt x="869999" y="2758578"/>
                  </a:lnTo>
                  <a:lnTo>
                    <a:pt x="870634" y="2758345"/>
                  </a:lnTo>
                  <a:lnTo>
                    <a:pt x="871268" y="2757939"/>
                  </a:lnTo>
                  <a:lnTo>
                    <a:pt x="871903" y="2757549"/>
                  </a:lnTo>
                  <a:lnTo>
                    <a:pt x="872538" y="2757261"/>
                  </a:lnTo>
                  <a:lnTo>
                    <a:pt x="873173" y="2757052"/>
                  </a:lnTo>
                  <a:lnTo>
                    <a:pt x="873808" y="2756908"/>
                  </a:lnTo>
                  <a:lnTo>
                    <a:pt x="874443" y="2756773"/>
                  </a:lnTo>
                  <a:lnTo>
                    <a:pt x="875077" y="2756763"/>
                  </a:lnTo>
                  <a:lnTo>
                    <a:pt x="875712" y="2756899"/>
                  </a:lnTo>
                  <a:lnTo>
                    <a:pt x="876347" y="2756944"/>
                  </a:lnTo>
                  <a:lnTo>
                    <a:pt x="876982" y="2756620"/>
                  </a:lnTo>
                  <a:lnTo>
                    <a:pt x="877617" y="2755925"/>
                  </a:lnTo>
                  <a:lnTo>
                    <a:pt x="878252" y="2755229"/>
                  </a:lnTo>
                  <a:lnTo>
                    <a:pt x="878887" y="2754533"/>
                  </a:lnTo>
                  <a:lnTo>
                    <a:pt x="879521" y="2753969"/>
                  </a:lnTo>
                  <a:lnTo>
                    <a:pt x="880156" y="2753567"/>
                  </a:lnTo>
                  <a:lnTo>
                    <a:pt x="880791" y="2753331"/>
                  </a:lnTo>
                  <a:lnTo>
                    <a:pt x="881426" y="2753067"/>
                  </a:lnTo>
                  <a:lnTo>
                    <a:pt x="882061" y="2752865"/>
                  </a:lnTo>
                  <a:lnTo>
                    <a:pt x="882696" y="2752551"/>
                  </a:lnTo>
                  <a:lnTo>
                    <a:pt x="883330" y="2752146"/>
                  </a:lnTo>
                  <a:lnTo>
                    <a:pt x="883965" y="2752053"/>
                  </a:lnTo>
                  <a:lnTo>
                    <a:pt x="884600" y="2752086"/>
                  </a:lnTo>
                  <a:lnTo>
                    <a:pt x="885235" y="2752367"/>
                  </a:lnTo>
                  <a:lnTo>
                    <a:pt x="885870" y="2753081"/>
                  </a:lnTo>
                  <a:lnTo>
                    <a:pt x="886505" y="2754009"/>
                  </a:lnTo>
                  <a:lnTo>
                    <a:pt x="887140" y="2755078"/>
                  </a:lnTo>
                  <a:lnTo>
                    <a:pt x="887774" y="2756308"/>
                  </a:lnTo>
                  <a:lnTo>
                    <a:pt x="888409" y="2757538"/>
                  </a:lnTo>
                  <a:lnTo>
                    <a:pt x="889044" y="2758950"/>
                  </a:lnTo>
                  <a:lnTo>
                    <a:pt x="889679" y="2760383"/>
                  </a:lnTo>
                  <a:lnTo>
                    <a:pt x="890314" y="2761815"/>
                  </a:lnTo>
                  <a:lnTo>
                    <a:pt x="890949" y="2763248"/>
                  </a:lnTo>
                  <a:lnTo>
                    <a:pt x="891583" y="2765015"/>
                  </a:lnTo>
                  <a:lnTo>
                    <a:pt x="892218" y="2766852"/>
                  </a:lnTo>
                  <a:lnTo>
                    <a:pt x="892853" y="2768689"/>
                  </a:lnTo>
                  <a:lnTo>
                    <a:pt x="893488" y="2770395"/>
                  </a:lnTo>
                  <a:lnTo>
                    <a:pt x="894123" y="2771989"/>
                  </a:lnTo>
                  <a:lnTo>
                    <a:pt x="894758" y="2773213"/>
                  </a:lnTo>
                  <a:lnTo>
                    <a:pt x="895393" y="2774104"/>
                  </a:lnTo>
                  <a:lnTo>
                    <a:pt x="896027" y="2774914"/>
                  </a:lnTo>
                  <a:lnTo>
                    <a:pt x="896662" y="2775683"/>
                  </a:lnTo>
                  <a:lnTo>
                    <a:pt x="897297" y="2776290"/>
                  </a:lnTo>
                  <a:lnTo>
                    <a:pt x="897932" y="2776898"/>
                  </a:lnTo>
                  <a:lnTo>
                    <a:pt x="898567" y="2777323"/>
                  </a:lnTo>
                  <a:lnTo>
                    <a:pt x="899202" y="2777728"/>
                  </a:lnTo>
                  <a:lnTo>
                    <a:pt x="899836" y="2778132"/>
                  </a:lnTo>
                  <a:lnTo>
                    <a:pt x="900471" y="2778537"/>
                  </a:lnTo>
                  <a:lnTo>
                    <a:pt x="901106" y="2778608"/>
                  </a:lnTo>
                  <a:lnTo>
                    <a:pt x="901741" y="2778608"/>
                  </a:lnTo>
                  <a:lnTo>
                    <a:pt x="902376" y="2778608"/>
                  </a:lnTo>
                  <a:lnTo>
                    <a:pt x="903011" y="2778608"/>
                  </a:lnTo>
                  <a:lnTo>
                    <a:pt x="903646" y="2778608"/>
                  </a:lnTo>
                  <a:lnTo>
                    <a:pt x="904280" y="2778608"/>
                  </a:lnTo>
                  <a:lnTo>
                    <a:pt x="904915" y="2778608"/>
                  </a:lnTo>
                  <a:lnTo>
                    <a:pt x="905550" y="2778608"/>
                  </a:lnTo>
                  <a:lnTo>
                    <a:pt x="906185" y="2778608"/>
                  </a:lnTo>
                  <a:lnTo>
                    <a:pt x="906820" y="2778608"/>
                  </a:lnTo>
                  <a:lnTo>
                    <a:pt x="907455" y="2778608"/>
                  </a:lnTo>
                  <a:lnTo>
                    <a:pt x="908089" y="2778608"/>
                  </a:lnTo>
                  <a:lnTo>
                    <a:pt x="908724" y="2778608"/>
                  </a:lnTo>
                  <a:lnTo>
                    <a:pt x="909359" y="2778608"/>
                  </a:lnTo>
                  <a:lnTo>
                    <a:pt x="909994" y="2778608"/>
                  </a:lnTo>
                  <a:lnTo>
                    <a:pt x="910629" y="2778608"/>
                  </a:lnTo>
                  <a:lnTo>
                    <a:pt x="911264" y="2778608"/>
                  </a:lnTo>
                  <a:lnTo>
                    <a:pt x="911899" y="2778608"/>
                  </a:lnTo>
                  <a:lnTo>
                    <a:pt x="912533" y="2778608"/>
                  </a:lnTo>
                  <a:lnTo>
                    <a:pt x="913168" y="2778608"/>
                  </a:lnTo>
                  <a:lnTo>
                    <a:pt x="913803" y="2778608"/>
                  </a:lnTo>
                  <a:lnTo>
                    <a:pt x="914438" y="2778608"/>
                  </a:lnTo>
                  <a:lnTo>
                    <a:pt x="915073" y="2778750"/>
                  </a:lnTo>
                  <a:lnTo>
                    <a:pt x="915708" y="2779185"/>
                  </a:lnTo>
                  <a:lnTo>
                    <a:pt x="916342" y="2780035"/>
                  </a:lnTo>
                  <a:lnTo>
                    <a:pt x="916977" y="2780723"/>
                  </a:lnTo>
                  <a:lnTo>
                    <a:pt x="917612" y="2781514"/>
                  </a:lnTo>
                  <a:lnTo>
                    <a:pt x="918247" y="2782293"/>
                  </a:lnTo>
                  <a:lnTo>
                    <a:pt x="918882" y="2782827"/>
                  </a:lnTo>
                  <a:lnTo>
                    <a:pt x="919517" y="2783348"/>
                  </a:lnTo>
                  <a:lnTo>
                    <a:pt x="920152" y="2783956"/>
                  </a:lnTo>
                  <a:lnTo>
                    <a:pt x="920786" y="2784622"/>
                  </a:lnTo>
                  <a:lnTo>
                    <a:pt x="921421" y="2785288"/>
                  </a:lnTo>
                  <a:lnTo>
                    <a:pt x="922056" y="2785954"/>
                  </a:lnTo>
                  <a:lnTo>
                    <a:pt x="922691" y="2786620"/>
                  </a:lnTo>
                  <a:lnTo>
                    <a:pt x="923326" y="2787286"/>
                  </a:lnTo>
                  <a:lnTo>
                    <a:pt x="923961" y="2787810"/>
                  </a:lnTo>
                  <a:lnTo>
                    <a:pt x="924595" y="2788172"/>
                  </a:lnTo>
                  <a:lnTo>
                    <a:pt x="925230" y="2788325"/>
                  </a:lnTo>
                  <a:lnTo>
                    <a:pt x="925865" y="2788181"/>
                  </a:lnTo>
                  <a:lnTo>
                    <a:pt x="926500" y="2787930"/>
                  </a:lnTo>
                  <a:lnTo>
                    <a:pt x="927135" y="2787606"/>
                  </a:lnTo>
                  <a:lnTo>
                    <a:pt x="927770" y="2787233"/>
                  </a:lnTo>
                  <a:lnTo>
                    <a:pt x="928404" y="2786780"/>
                  </a:lnTo>
                  <a:lnTo>
                    <a:pt x="929039" y="2786489"/>
                  </a:lnTo>
                  <a:lnTo>
                    <a:pt x="929674" y="2786089"/>
                  </a:lnTo>
                  <a:lnTo>
                    <a:pt x="930309" y="2785429"/>
                  </a:lnTo>
                  <a:lnTo>
                    <a:pt x="930944" y="2784770"/>
                  </a:lnTo>
                  <a:lnTo>
                    <a:pt x="931579" y="2784111"/>
                  </a:lnTo>
                  <a:lnTo>
                    <a:pt x="932214" y="2783330"/>
                  </a:lnTo>
                  <a:lnTo>
                    <a:pt x="932848" y="2782568"/>
                  </a:lnTo>
                  <a:lnTo>
                    <a:pt x="933483" y="2782014"/>
                  </a:lnTo>
                  <a:lnTo>
                    <a:pt x="934118" y="2781721"/>
                  </a:lnTo>
                  <a:lnTo>
                    <a:pt x="934753" y="2781763"/>
                  </a:lnTo>
                  <a:lnTo>
                    <a:pt x="935388" y="2781714"/>
                  </a:lnTo>
                  <a:lnTo>
                    <a:pt x="936023" y="2781639"/>
                  </a:lnTo>
                  <a:lnTo>
                    <a:pt x="936657" y="2781287"/>
                  </a:lnTo>
                  <a:lnTo>
                    <a:pt x="937292" y="2780713"/>
                  </a:lnTo>
                  <a:lnTo>
                    <a:pt x="937927" y="2780423"/>
                  </a:lnTo>
                  <a:lnTo>
                    <a:pt x="938562" y="2780133"/>
                  </a:lnTo>
                  <a:lnTo>
                    <a:pt x="939197" y="2779850"/>
                  </a:lnTo>
                  <a:lnTo>
                    <a:pt x="939832" y="2779582"/>
                  </a:lnTo>
                  <a:lnTo>
                    <a:pt x="940467" y="2779453"/>
                  </a:lnTo>
                  <a:lnTo>
                    <a:pt x="941101" y="2779366"/>
                  </a:lnTo>
                  <a:lnTo>
                    <a:pt x="941736" y="2779365"/>
                  </a:lnTo>
                  <a:lnTo>
                    <a:pt x="942371" y="2779300"/>
                  </a:lnTo>
                  <a:lnTo>
                    <a:pt x="943006" y="2779017"/>
                  </a:lnTo>
                  <a:lnTo>
                    <a:pt x="943641" y="2778484"/>
                  </a:lnTo>
                  <a:lnTo>
                    <a:pt x="944276" y="2778036"/>
                  </a:lnTo>
                  <a:lnTo>
                    <a:pt x="944910" y="2777641"/>
                  </a:lnTo>
                  <a:lnTo>
                    <a:pt x="945545" y="2777531"/>
                  </a:lnTo>
                  <a:lnTo>
                    <a:pt x="946180" y="2777592"/>
                  </a:lnTo>
                  <a:lnTo>
                    <a:pt x="946815" y="2778039"/>
                  </a:lnTo>
                  <a:lnTo>
                    <a:pt x="947450" y="2778524"/>
                  </a:lnTo>
                  <a:lnTo>
                    <a:pt x="948085" y="2779018"/>
                  </a:lnTo>
                  <a:lnTo>
                    <a:pt x="948720" y="2779511"/>
                  </a:lnTo>
                  <a:lnTo>
                    <a:pt x="949354" y="2780145"/>
                  </a:lnTo>
                  <a:lnTo>
                    <a:pt x="949989" y="2780642"/>
                  </a:lnTo>
                  <a:lnTo>
                    <a:pt x="950624" y="2781099"/>
                  </a:lnTo>
                  <a:lnTo>
                    <a:pt x="951259" y="2781556"/>
                  </a:lnTo>
                  <a:lnTo>
                    <a:pt x="951894" y="2782013"/>
                  </a:lnTo>
                  <a:lnTo>
                    <a:pt x="952529" y="2782627"/>
                  </a:lnTo>
                  <a:lnTo>
                    <a:pt x="953163" y="2783240"/>
                  </a:lnTo>
                  <a:lnTo>
                    <a:pt x="953798" y="2783821"/>
                  </a:lnTo>
                  <a:lnTo>
                    <a:pt x="954433" y="2784115"/>
                  </a:lnTo>
                  <a:lnTo>
                    <a:pt x="955068" y="2784317"/>
                  </a:lnTo>
                  <a:lnTo>
                    <a:pt x="955703" y="2784429"/>
                  </a:lnTo>
                  <a:lnTo>
                    <a:pt x="956338" y="2784429"/>
                  </a:lnTo>
                  <a:lnTo>
                    <a:pt x="956973" y="2784459"/>
                  </a:lnTo>
                  <a:lnTo>
                    <a:pt x="957607" y="2784662"/>
                  </a:lnTo>
                  <a:lnTo>
                    <a:pt x="958242" y="2784965"/>
                  </a:lnTo>
                  <a:lnTo>
                    <a:pt x="958877" y="2785370"/>
                  </a:lnTo>
                  <a:lnTo>
                    <a:pt x="959512" y="2785775"/>
                  </a:lnTo>
                  <a:lnTo>
                    <a:pt x="960147" y="2786180"/>
                  </a:lnTo>
                  <a:lnTo>
                    <a:pt x="960782" y="2786564"/>
                  </a:lnTo>
                  <a:lnTo>
                    <a:pt x="961416" y="2786969"/>
                  </a:lnTo>
                  <a:lnTo>
                    <a:pt x="962051" y="2787283"/>
                  </a:lnTo>
                  <a:lnTo>
                    <a:pt x="962686" y="2787303"/>
                  </a:lnTo>
                  <a:lnTo>
                    <a:pt x="963321" y="2787303"/>
                  </a:lnTo>
                  <a:lnTo>
                    <a:pt x="963956" y="2787303"/>
                  </a:lnTo>
                  <a:lnTo>
                    <a:pt x="964591" y="2787303"/>
                  </a:lnTo>
                  <a:lnTo>
                    <a:pt x="965226" y="2787303"/>
                  </a:lnTo>
                  <a:lnTo>
                    <a:pt x="965860" y="2787303"/>
                  </a:lnTo>
                  <a:lnTo>
                    <a:pt x="966495" y="2787131"/>
                  </a:lnTo>
                  <a:lnTo>
                    <a:pt x="967130" y="2786726"/>
                  </a:lnTo>
                  <a:lnTo>
                    <a:pt x="967765" y="2786220"/>
                  </a:lnTo>
                  <a:lnTo>
                    <a:pt x="968400" y="2785613"/>
                  </a:lnTo>
                  <a:lnTo>
                    <a:pt x="969035" y="2785137"/>
                  </a:lnTo>
                  <a:lnTo>
                    <a:pt x="969669" y="2784732"/>
                  </a:lnTo>
                  <a:lnTo>
                    <a:pt x="970304" y="2784155"/>
                  </a:lnTo>
                  <a:lnTo>
                    <a:pt x="970939" y="2783548"/>
                  </a:lnTo>
                  <a:lnTo>
                    <a:pt x="971574" y="2783232"/>
                  </a:lnTo>
                  <a:lnTo>
                    <a:pt x="972209" y="2783075"/>
                  </a:lnTo>
                  <a:lnTo>
                    <a:pt x="972844" y="2782997"/>
                  </a:lnTo>
                  <a:lnTo>
                    <a:pt x="973479" y="2782919"/>
                  </a:lnTo>
                  <a:lnTo>
                    <a:pt x="974113" y="2782912"/>
                  </a:lnTo>
                  <a:lnTo>
                    <a:pt x="974748" y="2783037"/>
                  </a:lnTo>
                  <a:lnTo>
                    <a:pt x="975383" y="2783162"/>
                  </a:lnTo>
                  <a:lnTo>
                    <a:pt x="976018" y="2783403"/>
                  </a:lnTo>
                  <a:lnTo>
                    <a:pt x="976653" y="2783693"/>
                  </a:lnTo>
                  <a:lnTo>
                    <a:pt x="977288" y="2783984"/>
                  </a:lnTo>
                  <a:lnTo>
                    <a:pt x="977922" y="2784275"/>
                  </a:lnTo>
                  <a:lnTo>
                    <a:pt x="978557" y="2784434"/>
                  </a:lnTo>
                  <a:lnTo>
                    <a:pt x="979192" y="2784522"/>
                  </a:lnTo>
                  <a:lnTo>
                    <a:pt x="979827" y="2784768"/>
                  </a:lnTo>
                  <a:lnTo>
                    <a:pt x="980462" y="2785023"/>
                  </a:lnTo>
                  <a:lnTo>
                    <a:pt x="981097" y="2785323"/>
                  </a:lnTo>
                  <a:lnTo>
                    <a:pt x="981732" y="2785691"/>
                  </a:lnTo>
                  <a:lnTo>
                    <a:pt x="982366" y="2785894"/>
                  </a:lnTo>
                  <a:lnTo>
                    <a:pt x="983001" y="2786096"/>
                  </a:lnTo>
                  <a:lnTo>
                    <a:pt x="983636" y="2786228"/>
                  </a:lnTo>
                  <a:lnTo>
                    <a:pt x="984271" y="2786228"/>
                  </a:lnTo>
                  <a:lnTo>
                    <a:pt x="984906" y="2786228"/>
                  </a:lnTo>
                  <a:lnTo>
                    <a:pt x="985541" y="2786228"/>
                  </a:lnTo>
                  <a:lnTo>
                    <a:pt x="986175" y="2786228"/>
                  </a:lnTo>
                  <a:lnTo>
                    <a:pt x="986810" y="2786228"/>
                  </a:lnTo>
                  <a:lnTo>
                    <a:pt x="987445" y="2786228"/>
                  </a:lnTo>
                  <a:lnTo>
                    <a:pt x="988080" y="2786228"/>
                  </a:lnTo>
                  <a:lnTo>
                    <a:pt x="988715" y="2786228"/>
                  </a:lnTo>
                  <a:lnTo>
                    <a:pt x="989350" y="2786228"/>
                  </a:lnTo>
                  <a:lnTo>
                    <a:pt x="989984" y="2786177"/>
                  </a:lnTo>
                  <a:lnTo>
                    <a:pt x="990619" y="2785975"/>
                  </a:lnTo>
                  <a:lnTo>
                    <a:pt x="991254" y="2785772"/>
                  </a:lnTo>
                  <a:lnTo>
                    <a:pt x="991889" y="2785570"/>
                  </a:lnTo>
                  <a:lnTo>
                    <a:pt x="992524" y="2785346"/>
                  </a:lnTo>
                  <a:lnTo>
                    <a:pt x="993159" y="2785217"/>
                  </a:lnTo>
                  <a:lnTo>
                    <a:pt x="993794" y="2784966"/>
                  </a:lnTo>
                  <a:lnTo>
                    <a:pt x="994428" y="2784521"/>
                  </a:lnTo>
                  <a:lnTo>
                    <a:pt x="995063" y="2783943"/>
                  </a:lnTo>
                  <a:lnTo>
                    <a:pt x="995698" y="2783364"/>
                  </a:lnTo>
                  <a:lnTo>
                    <a:pt x="996333" y="2782785"/>
                  </a:lnTo>
                  <a:lnTo>
                    <a:pt x="996968" y="2782291"/>
                  </a:lnTo>
                  <a:lnTo>
                    <a:pt x="997603" y="2781901"/>
                  </a:lnTo>
                  <a:lnTo>
                    <a:pt x="998237" y="2781583"/>
                  </a:lnTo>
                  <a:lnTo>
                    <a:pt x="998872" y="2781265"/>
                  </a:lnTo>
                  <a:lnTo>
                    <a:pt x="999507" y="2780997"/>
                  </a:lnTo>
                  <a:lnTo>
                    <a:pt x="1000142" y="2780881"/>
                  </a:lnTo>
                  <a:lnTo>
                    <a:pt x="1000777" y="2780765"/>
                  </a:lnTo>
                  <a:lnTo>
                    <a:pt x="1001412" y="2780649"/>
                  </a:lnTo>
                  <a:lnTo>
                    <a:pt x="1002047" y="2780436"/>
                  </a:lnTo>
                  <a:lnTo>
                    <a:pt x="1002681" y="2780212"/>
                  </a:lnTo>
                  <a:lnTo>
                    <a:pt x="1003316" y="2780079"/>
                  </a:lnTo>
                  <a:lnTo>
                    <a:pt x="1003951" y="2780385"/>
                  </a:lnTo>
                  <a:lnTo>
                    <a:pt x="1004586" y="2781194"/>
                  </a:lnTo>
                  <a:lnTo>
                    <a:pt x="1005221" y="2782004"/>
                  </a:lnTo>
                  <a:lnTo>
                    <a:pt x="1005856" y="2782814"/>
                  </a:lnTo>
                  <a:lnTo>
                    <a:pt x="1006490" y="2783492"/>
                  </a:lnTo>
                  <a:lnTo>
                    <a:pt x="1007125" y="2784008"/>
                  </a:lnTo>
                  <a:lnTo>
                    <a:pt x="1007760" y="2784413"/>
                  </a:lnTo>
                  <a:lnTo>
                    <a:pt x="1008395" y="2784818"/>
                  </a:lnTo>
                  <a:lnTo>
                    <a:pt x="1009030" y="2785223"/>
                  </a:lnTo>
                  <a:lnTo>
                    <a:pt x="1009665" y="2785628"/>
                  </a:lnTo>
                  <a:lnTo>
                    <a:pt x="1010300" y="2786032"/>
                  </a:lnTo>
                  <a:lnTo>
                    <a:pt x="1010934" y="2786217"/>
                  </a:lnTo>
                  <a:lnTo>
                    <a:pt x="1011569" y="2786386"/>
                  </a:lnTo>
                  <a:lnTo>
                    <a:pt x="1012204" y="2786500"/>
                  </a:lnTo>
                  <a:lnTo>
                    <a:pt x="1012839" y="2786514"/>
                  </a:lnTo>
                  <a:lnTo>
                    <a:pt x="1013474" y="2786396"/>
                  </a:lnTo>
                  <a:lnTo>
                    <a:pt x="1014109" y="2786178"/>
                  </a:lnTo>
                  <a:lnTo>
                    <a:pt x="1014743" y="2785960"/>
                  </a:lnTo>
                  <a:lnTo>
                    <a:pt x="1015378" y="2785742"/>
                  </a:lnTo>
                  <a:lnTo>
                    <a:pt x="1016013" y="2785524"/>
                  </a:lnTo>
                  <a:lnTo>
                    <a:pt x="1016648" y="2785306"/>
                  </a:lnTo>
                  <a:lnTo>
                    <a:pt x="1017283" y="2785088"/>
                  </a:lnTo>
                  <a:lnTo>
                    <a:pt x="1017918" y="2784870"/>
                  </a:lnTo>
                  <a:lnTo>
                    <a:pt x="1018553" y="2784652"/>
                  </a:lnTo>
                  <a:lnTo>
                    <a:pt x="1019187" y="2784434"/>
                  </a:lnTo>
                  <a:lnTo>
                    <a:pt x="1019822" y="2784215"/>
                  </a:lnTo>
                  <a:lnTo>
                    <a:pt x="1020457" y="2784038"/>
                  </a:lnTo>
                  <a:lnTo>
                    <a:pt x="1021092" y="2783861"/>
                  </a:lnTo>
                  <a:lnTo>
                    <a:pt x="1021727" y="2783861"/>
                  </a:lnTo>
                  <a:lnTo>
                    <a:pt x="1022362" y="2783861"/>
                  </a:lnTo>
                  <a:lnTo>
                    <a:pt x="1022996" y="2783861"/>
                  </a:lnTo>
                  <a:lnTo>
                    <a:pt x="1023631" y="2783861"/>
                  </a:lnTo>
                  <a:lnTo>
                    <a:pt x="1024266" y="2783861"/>
                  </a:lnTo>
                  <a:lnTo>
                    <a:pt x="1024901" y="2783861"/>
                  </a:lnTo>
                  <a:lnTo>
                    <a:pt x="1025536" y="2783861"/>
                  </a:lnTo>
                  <a:lnTo>
                    <a:pt x="1026171" y="2783861"/>
                  </a:lnTo>
                  <a:lnTo>
                    <a:pt x="1026806" y="2783861"/>
                  </a:lnTo>
                  <a:lnTo>
                    <a:pt x="1027440" y="2783861"/>
                  </a:lnTo>
                  <a:lnTo>
                    <a:pt x="1028075" y="2783861"/>
                  </a:lnTo>
                  <a:lnTo>
                    <a:pt x="1028710" y="2783689"/>
                  </a:lnTo>
                  <a:lnTo>
                    <a:pt x="1029345" y="2783345"/>
                  </a:lnTo>
                  <a:lnTo>
                    <a:pt x="1029980" y="2782940"/>
                  </a:lnTo>
                  <a:lnTo>
                    <a:pt x="1030615" y="2782536"/>
                  </a:lnTo>
                  <a:lnTo>
                    <a:pt x="1031249" y="2782131"/>
                  </a:lnTo>
                  <a:lnTo>
                    <a:pt x="1031884" y="2781726"/>
                  </a:lnTo>
                  <a:lnTo>
                    <a:pt x="1032519" y="2781526"/>
                  </a:lnTo>
                  <a:lnTo>
                    <a:pt x="1033154" y="2781372"/>
                  </a:lnTo>
                  <a:lnTo>
                    <a:pt x="1033789" y="2781244"/>
                  </a:lnTo>
                  <a:lnTo>
                    <a:pt x="1034424" y="2781037"/>
                  </a:lnTo>
                  <a:lnTo>
                    <a:pt x="1035059" y="2780805"/>
                  </a:lnTo>
                  <a:lnTo>
                    <a:pt x="1035693" y="2780573"/>
                  </a:lnTo>
                  <a:lnTo>
                    <a:pt x="1036328" y="2780341"/>
                  </a:lnTo>
                  <a:lnTo>
                    <a:pt x="1036963" y="2780109"/>
                  </a:lnTo>
                  <a:lnTo>
                    <a:pt x="1037598" y="2779877"/>
                  </a:lnTo>
                  <a:lnTo>
                    <a:pt x="1038233" y="2779768"/>
                  </a:lnTo>
                  <a:lnTo>
                    <a:pt x="1038868" y="2779782"/>
                  </a:lnTo>
                  <a:lnTo>
                    <a:pt x="1039502" y="2779840"/>
                  </a:lnTo>
                  <a:lnTo>
                    <a:pt x="1040137" y="2779897"/>
                  </a:lnTo>
                  <a:lnTo>
                    <a:pt x="1040772" y="2779954"/>
                  </a:lnTo>
                  <a:lnTo>
                    <a:pt x="1041407" y="2780012"/>
                  </a:lnTo>
                  <a:lnTo>
                    <a:pt x="1042042" y="2780069"/>
                  </a:lnTo>
                  <a:lnTo>
                    <a:pt x="1042677" y="2780112"/>
                  </a:lnTo>
                  <a:lnTo>
                    <a:pt x="1043311" y="2780152"/>
                  </a:lnTo>
                  <a:lnTo>
                    <a:pt x="1043946" y="2780268"/>
                  </a:lnTo>
                  <a:lnTo>
                    <a:pt x="1044581" y="2780268"/>
                  </a:lnTo>
                  <a:lnTo>
                    <a:pt x="1045216" y="2780268"/>
                  </a:lnTo>
                  <a:lnTo>
                    <a:pt x="1045851" y="2780268"/>
                  </a:lnTo>
                  <a:lnTo>
                    <a:pt x="1046486" y="2780268"/>
                  </a:lnTo>
                  <a:lnTo>
                    <a:pt x="1047121" y="2780268"/>
                  </a:lnTo>
                  <a:lnTo>
                    <a:pt x="1047755" y="2780268"/>
                  </a:lnTo>
                  <a:lnTo>
                    <a:pt x="1048390" y="2780268"/>
                  </a:lnTo>
                  <a:lnTo>
                    <a:pt x="1049025" y="2780268"/>
                  </a:lnTo>
                  <a:lnTo>
                    <a:pt x="1049660" y="2780268"/>
                  </a:lnTo>
                  <a:lnTo>
                    <a:pt x="1050295" y="2780156"/>
                  </a:lnTo>
                  <a:lnTo>
                    <a:pt x="1050930" y="2780095"/>
                  </a:lnTo>
                  <a:lnTo>
                    <a:pt x="1051564" y="2780095"/>
                  </a:lnTo>
                  <a:lnTo>
                    <a:pt x="1052199" y="2780095"/>
                  </a:lnTo>
                  <a:lnTo>
                    <a:pt x="1052834" y="2780075"/>
                  </a:lnTo>
                  <a:lnTo>
                    <a:pt x="1053469" y="2779873"/>
                  </a:lnTo>
                  <a:lnTo>
                    <a:pt x="1054104" y="2779336"/>
                  </a:lnTo>
                  <a:lnTo>
                    <a:pt x="1054739" y="2778851"/>
                  </a:lnTo>
                  <a:lnTo>
                    <a:pt x="1055374" y="2778334"/>
                  </a:lnTo>
                  <a:lnTo>
                    <a:pt x="1056008" y="2778052"/>
                  </a:lnTo>
                  <a:lnTo>
                    <a:pt x="1056643" y="2777606"/>
                  </a:lnTo>
                  <a:lnTo>
                    <a:pt x="1057278" y="2777353"/>
                  </a:lnTo>
                  <a:lnTo>
                    <a:pt x="1057913" y="2777160"/>
                  </a:lnTo>
                  <a:lnTo>
                    <a:pt x="1058548" y="2776715"/>
                  </a:lnTo>
                  <a:lnTo>
                    <a:pt x="1059183" y="2776317"/>
                  </a:lnTo>
                  <a:lnTo>
                    <a:pt x="1059817" y="2775858"/>
                  </a:lnTo>
                  <a:lnTo>
                    <a:pt x="1060452" y="2775249"/>
                  </a:lnTo>
                  <a:lnTo>
                    <a:pt x="1061087" y="2774580"/>
                  </a:lnTo>
                  <a:lnTo>
                    <a:pt x="1061722" y="2773706"/>
                  </a:lnTo>
                  <a:lnTo>
                    <a:pt x="1062357" y="2772942"/>
                  </a:lnTo>
                  <a:lnTo>
                    <a:pt x="1062992" y="2772371"/>
                  </a:lnTo>
                  <a:lnTo>
                    <a:pt x="1063627" y="2772323"/>
                  </a:lnTo>
                  <a:lnTo>
                    <a:pt x="1064261" y="2772485"/>
                  </a:lnTo>
                  <a:lnTo>
                    <a:pt x="1064896" y="2772847"/>
                  </a:lnTo>
                  <a:lnTo>
                    <a:pt x="1065531" y="2773260"/>
                  </a:lnTo>
                  <a:lnTo>
                    <a:pt x="1066166" y="2773838"/>
                  </a:lnTo>
                  <a:lnTo>
                    <a:pt x="1066801" y="2774401"/>
                  </a:lnTo>
                  <a:lnTo>
                    <a:pt x="1067436" y="2774958"/>
                  </a:lnTo>
                  <a:lnTo>
                    <a:pt x="1068070" y="2775582"/>
                  </a:lnTo>
                  <a:lnTo>
                    <a:pt x="1068705" y="2776210"/>
                  </a:lnTo>
                  <a:lnTo>
                    <a:pt x="1069340" y="2777064"/>
                  </a:lnTo>
                  <a:lnTo>
                    <a:pt x="1069975" y="2778157"/>
                  </a:lnTo>
                  <a:lnTo>
                    <a:pt x="1070610" y="2779257"/>
                  </a:lnTo>
                  <a:lnTo>
                    <a:pt x="1071245" y="2780110"/>
                  </a:lnTo>
                  <a:lnTo>
                    <a:pt x="1071880" y="2781021"/>
                  </a:lnTo>
                  <a:lnTo>
                    <a:pt x="1072514" y="2781738"/>
                  </a:lnTo>
                  <a:lnTo>
                    <a:pt x="1073149" y="2782375"/>
                  </a:lnTo>
                  <a:lnTo>
                    <a:pt x="1073784" y="2782738"/>
                  </a:lnTo>
                  <a:lnTo>
                    <a:pt x="1074419" y="2782911"/>
                  </a:lnTo>
                  <a:lnTo>
                    <a:pt x="1075054" y="2783025"/>
                  </a:lnTo>
                  <a:lnTo>
                    <a:pt x="1075689" y="2783139"/>
                  </a:lnTo>
                  <a:lnTo>
                    <a:pt x="1076323" y="2783112"/>
                  </a:lnTo>
                  <a:lnTo>
                    <a:pt x="1076958" y="2783060"/>
                  </a:lnTo>
                  <a:lnTo>
                    <a:pt x="1077593" y="2783008"/>
                  </a:lnTo>
                  <a:lnTo>
                    <a:pt x="1078228" y="2782956"/>
                  </a:lnTo>
                  <a:lnTo>
                    <a:pt x="1078863" y="2782773"/>
                  </a:lnTo>
                  <a:lnTo>
                    <a:pt x="1079498" y="2782350"/>
                  </a:lnTo>
                  <a:lnTo>
                    <a:pt x="1080133" y="2781738"/>
                  </a:lnTo>
                  <a:lnTo>
                    <a:pt x="1080767" y="2781156"/>
                  </a:lnTo>
                  <a:lnTo>
                    <a:pt x="1081402" y="2780751"/>
                  </a:lnTo>
                  <a:lnTo>
                    <a:pt x="1082037" y="2780336"/>
                  </a:lnTo>
                  <a:lnTo>
                    <a:pt x="1082672" y="2779729"/>
                  </a:lnTo>
                  <a:lnTo>
                    <a:pt x="1083307" y="2779122"/>
                  </a:lnTo>
                  <a:lnTo>
                    <a:pt x="1083942" y="2778423"/>
                  </a:lnTo>
                  <a:lnTo>
                    <a:pt x="1084576" y="2777614"/>
                  </a:lnTo>
                  <a:lnTo>
                    <a:pt x="1085211" y="2776804"/>
                  </a:lnTo>
                  <a:lnTo>
                    <a:pt x="1085846" y="2775994"/>
                  </a:lnTo>
                  <a:lnTo>
                    <a:pt x="1086481" y="2775185"/>
                  </a:lnTo>
                  <a:lnTo>
                    <a:pt x="1087116" y="2774375"/>
                  </a:lnTo>
                  <a:lnTo>
                    <a:pt x="1087751" y="2773636"/>
                  </a:lnTo>
                  <a:lnTo>
                    <a:pt x="1088386" y="2773039"/>
                  </a:lnTo>
                  <a:lnTo>
                    <a:pt x="1089020" y="2772934"/>
                  </a:lnTo>
                  <a:lnTo>
                    <a:pt x="1089655" y="2773168"/>
                  </a:lnTo>
                  <a:lnTo>
                    <a:pt x="1090290" y="2773394"/>
                  </a:lnTo>
                  <a:lnTo>
                    <a:pt x="1090925" y="2773725"/>
                  </a:lnTo>
                  <a:lnTo>
                    <a:pt x="1091560" y="2774133"/>
                  </a:lnTo>
                  <a:lnTo>
                    <a:pt x="1092195" y="2774622"/>
                  </a:lnTo>
                  <a:lnTo>
                    <a:pt x="1092829" y="2774982"/>
                  </a:lnTo>
                  <a:lnTo>
                    <a:pt x="1093464" y="2775457"/>
                  </a:lnTo>
                  <a:lnTo>
                    <a:pt x="1094099" y="2776065"/>
                  </a:lnTo>
                  <a:lnTo>
                    <a:pt x="1094734" y="2776673"/>
                  </a:lnTo>
                  <a:lnTo>
                    <a:pt x="1095369" y="2777280"/>
                  </a:lnTo>
                  <a:lnTo>
                    <a:pt x="1096004" y="2777888"/>
                  </a:lnTo>
                  <a:lnTo>
                    <a:pt x="1096638" y="2778496"/>
                  </a:lnTo>
                  <a:lnTo>
                    <a:pt x="1097273" y="2779192"/>
                  </a:lnTo>
                  <a:lnTo>
                    <a:pt x="1097908" y="2779806"/>
                  </a:lnTo>
                  <a:lnTo>
                    <a:pt x="1098543" y="2780064"/>
                  </a:lnTo>
                  <a:lnTo>
                    <a:pt x="1099178" y="2780155"/>
                  </a:lnTo>
                  <a:lnTo>
                    <a:pt x="1099813" y="2780199"/>
                  </a:lnTo>
                  <a:lnTo>
                    <a:pt x="1100448" y="2780200"/>
                  </a:lnTo>
                  <a:lnTo>
                    <a:pt x="1101082" y="2780280"/>
                  </a:lnTo>
                  <a:lnTo>
                    <a:pt x="1101717" y="2780227"/>
                  </a:lnTo>
                  <a:lnTo>
                    <a:pt x="1102352" y="2780375"/>
                  </a:lnTo>
                  <a:lnTo>
                    <a:pt x="1102987" y="2780539"/>
                  </a:lnTo>
                  <a:lnTo>
                    <a:pt x="1103622" y="2780653"/>
                  </a:lnTo>
                  <a:lnTo>
                    <a:pt x="1104257" y="2780767"/>
                  </a:lnTo>
                  <a:lnTo>
                    <a:pt x="1104891" y="2780882"/>
                  </a:lnTo>
                  <a:lnTo>
                    <a:pt x="1105526" y="2780996"/>
                  </a:lnTo>
                  <a:lnTo>
                    <a:pt x="1106161" y="2781110"/>
                  </a:lnTo>
                  <a:lnTo>
                    <a:pt x="1106796" y="2781066"/>
                  </a:lnTo>
                  <a:lnTo>
                    <a:pt x="1107431" y="2781014"/>
                  </a:lnTo>
                  <a:lnTo>
                    <a:pt x="1108066" y="2780916"/>
                  </a:lnTo>
                  <a:lnTo>
                    <a:pt x="1108701" y="2780751"/>
                  </a:lnTo>
                  <a:lnTo>
                    <a:pt x="1109335" y="2780916"/>
                  </a:lnTo>
                  <a:lnTo>
                    <a:pt x="1109970" y="2781093"/>
                  </a:lnTo>
                  <a:lnTo>
                    <a:pt x="1110605" y="2781300"/>
                  </a:lnTo>
                  <a:lnTo>
                    <a:pt x="1111240" y="2781518"/>
                  </a:lnTo>
                  <a:lnTo>
                    <a:pt x="1111875" y="2781736"/>
                  </a:lnTo>
                  <a:lnTo>
                    <a:pt x="1112510" y="2781954"/>
                  </a:lnTo>
                  <a:lnTo>
                    <a:pt x="1113144" y="2782172"/>
                  </a:lnTo>
                  <a:lnTo>
                    <a:pt x="1113779" y="2782391"/>
                  </a:lnTo>
                  <a:lnTo>
                    <a:pt x="1114414" y="2782609"/>
                  </a:lnTo>
                  <a:lnTo>
                    <a:pt x="1115049" y="2782827"/>
                  </a:lnTo>
                  <a:lnTo>
                    <a:pt x="1115684" y="2783045"/>
                  </a:lnTo>
                  <a:lnTo>
                    <a:pt x="1116319" y="2783263"/>
                  </a:lnTo>
                  <a:lnTo>
                    <a:pt x="1116954" y="2783531"/>
                  </a:lnTo>
                  <a:lnTo>
                    <a:pt x="1117588" y="2783952"/>
                  </a:lnTo>
                  <a:lnTo>
                    <a:pt x="1118223" y="2784372"/>
                  </a:lnTo>
                  <a:lnTo>
                    <a:pt x="1118858" y="2784752"/>
                  </a:lnTo>
                  <a:lnTo>
                    <a:pt x="1119493" y="2785172"/>
                  </a:lnTo>
                  <a:lnTo>
                    <a:pt x="1120128" y="2785552"/>
                  </a:lnTo>
                  <a:lnTo>
                    <a:pt x="1120763" y="2785931"/>
                  </a:lnTo>
                  <a:lnTo>
                    <a:pt x="1121397" y="2786523"/>
                  </a:lnTo>
                  <a:lnTo>
                    <a:pt x="1122032" y="2787268"/>
                  </a:lnTo>
                  <a:lnTo>
                    <a:pt x="1122667" y="2788020"/>
                  </a:lnTo>
                  <a:lnTo>
                    <a:pt x="1123302" y="2788771"/>
                  </a:lnTo>
                  <a:lnTo>
                    <a:pt x="1123937" y="2789523"/>
                  </a:lnTo>
                  <a:lnTo>
                    <a:pt x="1124572" y="2790274"/>
                  </a:lnTo>
                  <a:lnTo>
                    <a:pt x="1125207" y="2791026"/>
                  </a:lnTo>
                  <a:lnTo>
                    <a:pt x="1125841" y="2791777"/>
                  </a:lnTo>
                  <a:lnTo>
                    <a:pt x="1126476" y="2792478"/>
                  </a:lnTo>
                  <a:lnTo>
                    <a:pt x="1127111" y="2793027"/>
                  </a:lnTo>
                  <a:lnTo>
                    <a:pt x="1127746" y="2793576"/>
                  </a:lnTo>
                  <a:lnTo>
                    <a:pt x="1128381" y="2794125"/>
                  </a:lnTo>
                  <a:lnTo>
                    <a:pt x="1129016" y="2794668"/>
                  </a:lnTo>
                  <a:lnTo>
                    <a:pt x="1129650" y="2795210"/>
                  </a:lnTo>
                  <a:lnTo>
                    <a:pt x="1130285" y="2795732"/>
                  </a:lnTo>
                  <a:lnTo>
                    <a:pt x="1130920" y="2796040"/>
                  </a:lnTo>
                  <a:lnTo>
                    <a:pt x="1131555" y="2796217"/>
                  </a:lnTo>
                  <a:lnTo>
                    <a:pt x="1132190" y="2796217"/>
                  </a:lnTo>
                  <a:lnTo>
                    <a:pt x="1132825" y="2796217"/>
                  </a:lnTo>
                  <a:lnTo>
                    <a:pt x="1133460" y="2796217"/>
                  </a:lnTo>
                  <a:lnTo>
                    <a:pt x="1134094" y="2796217"/>
                  </a:lnTo>
                  <a:lnTo>
                    <a:pt x="1134729" y="2796217"/>
                  </a:lnTo>
                  <a:lnTo>
                    <a:pt x="1135364" y="2796217"/>
                  </a:lnTo>
                  <a:lnTo>
                    <a:pt x="1135999" y="2796217"/>
                  </a:lnTo>
                  <a:lnTo>
                    <a:pt x="1136634" y="2796217"/>
                  </a:lnTo>
                  <a:lnTo>
                    <a:pt x="1137269" y="2796217"/>
                  </a:lnTo>
                  <a:lnTo>
                    <a:pt x="1137903" y="2796217"/>
                  </a:lnTo>
                  <a:lnTo>
                    <a:pt x="1138538" y="2796217"/>
                  </a:lnTo>
                  <a:lnTo>
                    <a:pt x="1139173" y="2796217"/>
                  </a:lnTo>
                  <a:lnTo>
                    <a:pt x="1139808" y="2796217"/>
                  </a:lnTo>
                  <a:lnTo>
                    <a:pt x="1140443" y="2796217"/>
                  </a:lnTo>
                  <a:lnTo>
                    <a:pt x="1141078" y="2796217"/>
                  </a:lnTo>
                  <a:lnTo>
                    <a:pt x="1141713" y="2796217"/>
                  </a:lnTo>
                  <a:lnTo>
                    <a:pt x="1142347" y="2796217"/>
                  </a:lnTo>
                  <a:lnTo>
                    <a:pt x="1142982" y="2796217"/>
                  </a:lnTo>
                  <a:lnTo>
                    <a:pt x="1143617" y="2796217"/>
                  </a:lnTo>
                  <a:lnTo>
                    <a:pt x="1144252" y="2796217"/>
                  </a:lnTo>
                  <a:lnTo>
                    <a:pt x="1144887" y="2796217"/>
                  </a:lnTo>
                  <a:lnTo>
                    <a:pt x="1145522" y="2796217"/>
                  </a:lnTo>
                  <a:lnTo>
                    <a:pt x="1146156" y="2796217"/>
                  </a:lnTo>
                  <a:lnTo>
                    <a:pt x="1146791" y="2796217"/>
                  </a:lnTo>
                  <a:lnTo>
                    <a:pt x="1147426" y="2796217"/>
                  </a:lnTo>
                  <a:lnTo>
                    <a:pt x="1148061" y="2796217"/>
                  </a:lnTo>
                  <a:lnTo>
                    <a:pt x="1148696" y="2796217"/>
                  </a:lnTo>
                  <a:lnTo>
                    <a:pt x="1149331" y="2796217"/>
                  </a:lnTo>
                  <a:lnTo>
                    <a:pt x="1149966" y="2796217"/>
                  </a:lnTo>
                  <a:lnTo>
                    <a:pt x="1150600" y="2796217"/>
                  </a:lnTo>
                  <a:lnTo>
                    <a:pt x="1151235" y="2796217"/>
                  </a:lnTo>
                  <a:lnTo>
                    <a:pt x="1151870" y="2796217"/>
                  </a:lnTo>
                  <a:lnTo>
                    <a:pt x="1152505" y="2796217"/>
                  </a:lnTo>
                  <a:lnTo>
                    <a:pt x="1153140" y="2796217"/>
                  </a:lnTo>
                  <a:lnTo>
                    <a:pt x="1153775" y="2796217"/>
                  </a:lnTo>
                  <a:lnTo>
                    <a:pt x="1154409" y="2796217"/>
                  </a:lnTo>
                  <a:lnTo>
                    <a:pt x="1155044" y="2796217"/>
                  </a:lnTo>
                  <a:lnTo>
                    <a:pt x="1155679" y="2796390"/>
                  </a:lnTo>
                  <a:lnTo>
                    <a:pt x="1156314" y="2796734"/>
                  </a:lnTo>
                  <a:lnTo>
                    <a:pt x="1156949" y="2797139"/>
                  </a:lnTo>
                  <a:lnTo>
                    <a:pt x="1157584" y="2797543"/>
                  </a:lnTo>
                  <a:lnTo>
                    <a:pt x="1158218" y="2797948"/>
                  </a:lnTo>
                  <a:lnTo>
                    <a:pt x="1158853" y="2798353"/>
                  </a:lnTo>
                  <a:lnTo>
                    <a:pt x="1159488" y="2798553"/>
                  </a:lnTo>
                  <a:lnTo>
                    <a:pt x="1160123" y="2798707"/>
                  </a:lnTo>
                  <a:lnTo>
                    <a:pt x="1160758" y="2798835"/>
                  </a:lnTo>
                  <a:lnTo>
                    <a:pt x="1161393" y="2799042"/>
                  </a:lnTo>
                  <a:lnTo>
                    <a:pt x="1162028" y="2799274"/>
                  </a:lnTo>
                  <a:lnTo>
                    <a:pt x="1162662" y="2799506"/>
                  </a:lnTo>
                  <a:lnTo>
                    <a:pt x="1163297" y="2799647"/>
                  </a:lnTo>
                  <a:lnTo>
                    <a:pt x="1163932" y="2799595"/>
                  </a:lnTo>
                  <a:lnTo>
                    <a:pt x="1164567" y="2799260"/>
                  </a:lnTo>
                  <a:lnTo>
                    <a:pt x="1165202" y="2799010"/>
                  </a:lnTo>
                  <a:lnTo>
                    <a:pt x="1165837" y="2798884"/>
                  </a:lnTo>
                  <a:lnTo>
                    <a:pt x="1166471" y="2798741"/>
                  </a:lnTo>
                  <a:lnTo>
                    <a:pt x="1167106" y="2798751"/>
                  </a:lnTo>
                  <a:lnTo>
                    <a:pt x="1167741" y="2798830"/>
                  </a:lnTo>
                  <a:lnTo>
                    <a:pt x="1168376" y="2798908"/>
                  </a:lnTo>
                  <a:lnTo>
                    <a:pt x="1169011" y="2798986"/>
                  </a:lnTo>
                  <a:lnTo>
                    <a:pt x="1169646" y="2799149"/>
                  </a:lnTo>
                  <a:lnTo>
                    <a:pt x="1170281" y="2799315"/>
                  </a:lnTo>
                  <a:lnTo>
                    <a:pt x="1170915" y="2799404"/>
                  </a:lnTo>
                  <a:lnTo>
                    <a:pt x="1171550" y="2799610"/>
                  </a:lnTo>
                  <a:lnTo>
                    <a:pt x="1172185" y="2799815"/>
                  </a:lnTo>
                  <a:lnTo>
                    <a:pt x="1172820" y="2800066"/>
                  </a:lnTo>
                  <a:lnTo>
                    <a:pt x="1173455" y="2800413"/>
                  </a:lnTo>
                  <a:lnTo>
                    <a:pt x="1174090" y="2800901"/>
                  </a:lnTo>
                  <a:lnTo>
                    <a:pt x="1174724" y="2801409"/>
                  </a:lnTo>
                  <a:lnTo>
                    <a:pt x="1175359" y="2801879"/>
                  </a:lnTo>
                  <a:lnTo>
                    <a:pt x="1175994" y="2802266"/>
                  </a:lnTo>
                  <a:lnTo>
                    <a:pt x="1176629" y="2802468"/>
                  </a:lnTo>
                  <a:lnTo>
                    <a:pt x="1177264" y="2802738"/>
                  </a:lnTo>
                  <a:lnTo>
                    <a:pt x="1177899" y="2802826"/>
                  </a:lnTo>
                  <a:lnTo>
                    <a:pt x="1178534" y="2802900"/>
                  </a:lnTo>
                  <a:lnTo>
                    <a:pt x="1179168" y="2802934"/>
                  </a:lnTo>
                  <a:lnTo>
                    <a:pt x="1179803" y="2802987"/>
                  </a:lnTo>
                  <a:lnTo>
                    <a:pt x="1180438" y="2803223"/>
                  </a:lnTo>
                  <a:lnTo>
                    <a:pt x="1181073" y="2803700"/>
                  </a:lnTo>
                  <a:lnTo>
                    <a:pt x="1181708" y="2803926"/>
                  </a:lnTo>
                  <a:lnTo>
                    <a:pt x="1182343" y="2804151"/>
                  </a:lnTo>
                  <a:lnTo>
                    <a:pt x="1182977" y="2804060"/>
                  </a:lnTo>
                  <a:lnTo>
                    <a:pt x="1183612" y="2804009"/>
                  </a:lnTo>
                  <a:lnTo>
                    <a:pt x="1184247" y="2803826"/>
                  </a:lnTo>
                  <a:lnTo>
                    <a:pt x="1184882" y="2803349"/>
                  </a:lnTo>
                  <a:lnTo>
                    <a:pt x="1185517" y="2803257"/>
                  </a:lnTo>
                  <a:lnTo>
                    <a:pt x="1186152" y="2803274"/>
                  </a:lnTo>
                  <a:lnTo>
                    <a:pt x="1186787" y="2803473"/>
                  </a:lnTo>
                  <a:lnTo>
                    <a:pt x="1187421" y="2803806"/>
                  </a:lnTo>
                  <a:lnTo>
                    <a:pt x="1188056" y="2804138"/>
                  </a:lnTo>
                  <a:lnTo>
                    <a:pt x="1188691" y="2804445"/>
                  </a:lnTo>
                  <a:lnTo>
                    <a:pt x="1189326" y="2804594"/>
                  </a:lnTo>
                  <a:lnTo>
                    <a:pt x="1189961" y="2804570"/>
                  </a:lnTo>
                  <a:lnTo>
                    <a:pt x="1190596" y="2804338"/>
                  </a:lnTo>
                  <a:lnTo>
                    <a:pt x="1191230" y="2804303"/>
                  </a:lnTo>
                  <a:lnTo>
                    <a:pt x="1191865" y="2804079"/>
                  </a:lnTo>
                  <a:lnTo>
                    <a:pt x="1192500" y="2803957"/>
                  </a:lnTo>
                  <a:lnTo>
                    <a:pt x="1193135" y="2803824"/>
                  </a:lnTo>
                  <a:lnTo>
                    <a:pt x="1193770" y="2803853"/>
                  </a:lnTo>
                  <a:lnTo>
                    <a:pt x="1194405" y="2804194"/>
                  </a:lnTo>
                  <a:lnTo>
                    <a:pt x="1195040" y="2804467"/>
                  </a:lnTo>
                  <a:lnTo>
                    <a:pt x="1195674" y="2804649"/>
                  </a:lnTo>
                  <a:lnTo>
                    <a:pt x="1196309" y="2804548"/>
                  </a:lnTo>
                  <a:lnTo>
                    <a:pt x="1196944" y="2804345"/>
                  </a:lnTo>
                  <a:lnTo>
                    <a:pt x="1197579" y="2804143"/>
                  </a:lnTo>
                  <a:lnTo>
                    <a:pt x="1198214" y="2803971"/>
                  </a:lnTo>
                  <a:lnTo>
                    <a:pt x="1198849" y="2803971"/>
                  </a:lnTo>
                  <a:lnTo>
                    <a:pt x="1199483" y="2803971"/>
                  </a:lnTo>
                  <a:lnTo>
                    <a:pt x="1200118" y="2804148"/>
                  </a:lnTo>
                  <a:lnTo>
                    <a:pt x="1200753" y="2804366"/>
                  </a:lnTo>
                  <a:lnTo>
                    <a:pt x="1201388" y="2804584"/>
                  </a:lnTo>
                  <a:lnTo>
                    <a:pt x="1202023" y="2804802"/>
                  </a:lnTo>
                  <a:lnTo>
                    <a:pt x="1202658" y="2805020"/>
                  </a:lnTo>
                  <a:lnTo>
                    <a:pt x="1203293" y="2805238"/>
                  </a:lnTo>
                  <a:lnTo>
                    <a:pt x="1203927" y="2805456"/>
                  </a:lnTo>
                  <a:lnTo>
                    <a:pt x="1204562" y="2805674"/>
                  </a:lnTo>
                  <a:lnTo>
                    <a:pt x="1205197" y="2805892"/>
                  </a:lnTo>
                  <a:lnTo>
                    <a:pt x="1205832" y="2806242"/>
                  </a:lnTo>
                  <a:lnTo>
                    <a:pt x="1206467" y="2806673"/>
                  </a:lnTo>
                  <a:lnTo>
                    <a:pt x="1207102" y="2807295"/>
                  </a:lnTo>
                  <a:lnTo>
                    <a:pt x="1207736" y="2807918"/>
                  </a:lnTo>
                  <a:lnTo>
                    <a:pt x="1208371" y="2808541"/>
                  </a:lnTo>
                  <a:lnTo>
                    <a:pt x="1209006" y="2809174"/>
                  </a:lnTo>
                  <a:lnTo>
                    <a:pt x="1209641" y="2809958"/>
                  </a:lnTo>
                  <a:lnTo>
                    <a:pt x="1210276" y="2810566"/>
                  </a:lnTo>
                  <a:lnTo>
                    <a:pt x="1210911" y="2811264"/>
                  </a:lnTo>
                  <a:lnTo>
                    <a:pt x="1211545" y="2812074"/>
                  </a:lnTo>
                  <a:lnTo>
                    <a:pt x="1212180" y="2812883"/>
                  </a:lnTo>
                  <a:lnTo>
                    <a:pt x="1212815" y="2813693"/>
                  </a:lnTo>
                  <a:lnTo>
                    <a:pt x="1213450" y="2814503"/>
                  </a:lnTo>
                  <a:lnTo>
                    <a:pt x="1214085" y="2815313"/>
                  </a:lnTo>
                  <a:lnTo>
                    <a:pt x="1214720" y="2816213"/>
                  </a:lnTo>
                  <a:lnTo>
                    <a:pt x="1215355" y="2817215"/>
                  </a:lnTo>
                  <a:lnTo>
                    <a:pt x="1215989" y="2817968"/>
                  </a:lnTo>
                  <a:lnTo>
                    <a:pt x="1216624" y="2818726"/>
                  </a:lnTo>
                  <a:lnTo>
                    <a:pt x="1217259" y="2819513"/>
                  </a:lnTo>
                  <a:lnTo>
                    <a:pt x="1217894" y="2820193"/>
                  </a:lnTo>
                  <a:lnTo>
                    <a:pt x="1218529" y="2820798"/>
                  </a:lnTo>
                  <a:lnTo>
                    <a:pt x="1219164" y="2821320"/>
                  </a:lnTo>
                  <a:lnTo>
                    <a:pt x="1219798" y="2821973"/>
                  </a:lnTo>
                  <a:lnTo>
                    <a:pt x="1220433" y="2822651"/>
                  </a:lnTo>
                  <a:lnTo>
                    <a:pt x="1221068" y="2823258"/>
                  </a:lnTo>
                  <a:lnTo>
                    <a:pt x="1221703" y="2823865"/>
                  </a:lnTo>
                  <a:lnTo>
                    <a:pt x="1222338" y="2824340"/>
                  </a:lnTo>
                  <a:lnTo>
                    <a:pt x="1222973" y="2824623"/>
                  </a:lnTo>
                  <a:lnTo>
                    <a:pt x="1223608" y="2824825"/>
                  </a:lnTo>
                  <a:lnTo>
                    <a:pt x="1224242" y="2824969"/>
                  </a:lnTo>
                  <a:lnTo>
                    <a:pt x="1224877" y="2824963"/>
                  </a:lnTo>
                  <a:lnTo>
                    <a:pt x="1225512" y="2824869"/>
                  </a:lnTo>
                  <a:lnTo>
                    <a:pt x="1226147" y="2824732"/>
                  </a:lnTo>
                  <a:lnTo>
                    <a:pt x="1226782" y="2824563"/>
                  </a:lnTo>
                  <a:lnTo>
                    <a:pt x="1227417" y="2824438"/>
                  </a:lnTo>
                  <a:lnTo>
                    <a:pt x="1228051" y="2824233"/>
                  </a:lnTo>
                  <a:lnTo>
                    <a:pt x="1228686" y="2824162"/>
                  </a:lnTo>
                  <a:lnTo>
                    <a:pt x="1229321" y="2823889"/>
                  </a:lnTo>
                  <a:lnTo>
                    <a:pt x="1229956" y="2823282"/>
                  </a:lnTo>
                  <a:lnTo>
                    <a:pt x="1230591" y="2822674"/>
                  </a:lnTo>
                  <a:lnTo>
                    <a:pt x="1231226" y="2821895"/>
                  </a:lnTo>
                  <a:lnTo>
                    <a:pt x="1231861" y="2821217"/>
                  </a:lnTo>
                  <a:lnTo>
                    <a:pt x="1232495" y="2820731"/>
                  </a:lnTo>
                  <a:lnTo>
                    <a:pt x="1233130" y="2820326"/>
                  </a:lnTo>
                  <a:lnTo>
                    <a:pt x="1233765" y="2819921"/>
                  </a:lnTo>
                  <a:lnTo>
                    <a:pt x="1234400" y="2819486"/>
                  </a:lnTo>
                  <a:lnTo>
                    <a:pt x="1235035" y="2818879"/>
                  </a:lnTo>
                  <a:lnTo>
                    <a:pt x="1235670" y="2818272"/>
                  </a:lnTo>
                  <a:lnTo>
                    <a:pt x="1236304" y="2817499"/>
                  </a:lnTo>
                  <a:lnTo>
                    <a:pt x="1236939" y="2816715"/>
                  </a:lnTo>
                  <a:lnTo>
                    <a:pt x="1237574" y="2815900"/>
                  </a:lnTo>
                  <a:lnTo>
                    <a:pt x="1238209" y="2815075"/>
                  </a:lnTo>
                  <a:lnTo>
                    <a:pt x="1238844" y="2814249"/>
                  </a:lnTo>
                  <a:lnTo>
                    <a:pt x="1239479" y="2813566"/>
                  </a:lnTo>
                  <a:lnTo>
                    <a:pt x="1240114" y="2812740"/>
                  </a:lnTo>
                  <a:lnTo>
                    <a:pt x="1240748" y="2812087"/>
                  </a:lnTo>
                  <a:lnTo>
                    <a:pt x="1241383" y="2811464"/>
                  </a:lnTo>
                  <a:lnTo>
                    <a:pt x="1242018" y="2810841"/>
                  </a:lnTo>
                  <a:lnTo>
                    <a:pt x="1242653" y="2810218"/>
                  </a:lnTo>
                  <a:lnTo>
                    <a:pt x="1243288" y="2809596"/>
                  </a:lnTo>
                  <a:lnTo>
                    <a:pt x="1243923" y="2809003"/>
                  </a:lnTo>
                  <a:lnTo>
                    <a:pt x="1244557" y="2808583"/>
                  </a:lnTo>
                  <a:lnTo>
                    <a:pt x="1245192" y="2808162"/>
                  </a:lnTo>
                  <a:lnTo>
                    <a:pt x="1245827" y="2807783"/>
                  </a:lnTo>
                  <a:lnTo>
                    <a:pt x="1246462" y="2807362"/>
                  </a:lnTo>
                  <a:lnTo>
                    <a:pt x="1247097" y="2806983"/>
                  </a:lnTo>
                  <a:lnTo>
                    <a:pt x="1247732" y="2806603"/>
                  </a:lnTo>
                  <a:lnTo>
                    <a:pt x="1248367" y="2806082"/>
                  </a:lnTo>
                  <a:lnTo>
                    <a:pt x="1249001" y="2805600"/>
                  </a:lnTo>
                  <a:lnTo>
                    <a:pt x="1249636" y="2805253"/>
                  </a:lnTo>
                  <a:lnTo>
                    <a:pt x="1250271" y="2804907"/>
                  </a:lnTo>
                  <a:lnTo>
                    <a:pt x="1250906" y="2804560"/>
                  </a:lnTo>
                  <a:lnTo>
                    <a:pt x="1251541" y="2804213"/>
                  </a:lnTo>
                  <a:lnTo>
                    <a:pt x="1252176" y="2803867"/>
                  </a:lnTo>
                  <a:lnTo>
                    <a:pt x="1252810" y="2803520"/>
                  </a:lnTo>
                  <a:lnTo>
                    <a:pt x="1253445" y="2803174"/>
                  </a:lnTo>
                  <a:lnTo>
                    <a:pt x="1254080" y="2802827"/>
                  </a:lnTo>
                  <a:lnTo>
                    <a:pt x="1254715" y="2802480"/>
                  </a:lnTo>
                  <a:lnTo>
                    <a:pt x="1255350" y="2802134"/>
                  </a:lnTo>
                  <a:lnTo>
                    <a:pt x="1255985" y="2801793"/>
                  </a:lnTo>
                  <a:lnTo>
                    <a:pt x="1256620" y="2801453"/>
                  </a:lnTo>
                  <a:lnTo>
                    <a:pt x="1257254" y="2801134"/>
                  </a:lnTo>
                  <a:lnTo>
                    <a:pt x="1257889" y="2800957"/>
                  </a:lnTo>
                  <a:lnTo>
                    <a:pt x="1258524" y="2800780"/>
                  </a:lnTo>
                  <a:lnTo>
                    <a:pt x="1259159" y="2800780"/>
                  </a:lnTo>
                  <a:lnTo>
                    <a:pt x="1259794" y="2800780"/>
                  </a:lnTo>
                  <a:lnTo>
                    <a:pt x="1260429" y="2800780"/>
                  </a:lnTo>
                  <a:lnTo>
                    <a:pt x="1261063" y="2800780"/>
                  </a:lnTo>
                  <a:lnTo>
                    <a:pt x="1261698" y="2800780"/>
                  </a:lnTo>
                  <a:lnTo>
                    <a:pt x="1262333" y="2800780"/>
                  </a:lnTo>
                  <a:lnTo>
                    <a:pt x="1262968" y="2800780"/>
                  </a:lnTo>
                  <a:lnTo>
                    <a:pt x="1263603" y="2800780"/>
                  </a:lnTo>
                  <a:lnTo>
                    <a:pt x="1264238" y="2800780"/>
                  </a:lnTo>
                  <a:lnTo>
                    <a:pt x="1264872" y="2800780"/>
                  </a:lnTo>
                  <a:lnTo>
                    <a:pt x="1265507" y="2800780"/>
                  </a:lnTo>
                  <a:lnTo>
                    <a:pt x="1266142" y="2800780"/>
                  </a:lnTo>
                  <a:lnTo>
                    <a:pt x="1266777" y="2800957"/>
                  </a:lnTo>
                  <a:lnTo>
                    <a:pt x="1267412" y="2801134"/>
                  </a:lnTo>
                  <a:lnTo>
                    <a:pt x="1268047" y="2801352"/>
                  </a:lnTo>
                  <a:lnTo>
                    <a:pt x="1268682" y="2801570"/>
                  </a:lnTo>
                  <a:lnTo>
                    <a:pt x="1269316" y="2801788"/>
                  </a:lnTo>
                  <a:lnTo>
                    <a:pt x="1269951" y="2802006"/>
                  </a:lnTo>
                  <a:lnTo>
                    <a:pt x="1270586" y="2802200"/>
                  </a:lnTo>
                  <a:lnTo>
                    <a:pt x="1271221" y="2802252"/>
                  </a:lnTo>
                  <a:lnTo>
                    <a:pt x="1271856" y="2802303"/>
                  </a:lnTo>
                  <a:lnTo>
                    <a:pt x="1272491" y="2802355"/>
                  </a:lnTo>
                  <a:lnTo>
                    <a:pt x="1273125" y="2802407"/>
                  </a:lnTo>
                  <a:lnTo>
                    <a:pt x="1273760" y="2802310"/>
                  </a:lnTo>
                  <a:lnTo>
                    <a:pt x="1274395" y="2802196"/>
                  </a:lnTo>
                  <a:lnTo>
                    <a:pt x="1275030" y="2802082"/>
                  </a:lnTo>
                  <a:lnTo>
                    <a:pt x="1275665" y="2801967"/>
                  </a:lnTo>
                  <a:lnTo>
                    <a:pt x="1276300" y="2801799"/>
                  </a:lnTo>
                  <a:lnTo>
                    <a:pt x="1276935" y="2801614"/>
                  </a:lnTo>
                  <a:lnTo>
                    <a:pt x="1277569" y="2801209"/>
                  </a:lnTo>
                  <a:lnTo>
                    <a:pt x="1278204" y="2800805"/>
                  </a:lnTo>
                  <a:lnTo>
                    <a:pt x="1278839" y="2800400"/>
                  </a:lnTo>
                  <a:lnTo>
                    <a:pt x="1279474" y="2799995"/>
                  </a:lnTo>
                  <a:lnTo>
                    <a:pt x="1280109" y="2799620"/>
                  </a:lnTo>
                  <a:lnTo>
                    <a:pt x="1280744" y="2799418"/>
                  </a:lnTo>
                  <a:lnTo>
                    <a:pt x="1281378" y="2799216"/>
                  </a:lnTo>
                  <a:lnTo>
                    <a:pt x="1282013" y="2799013"/>
                  </a:lnTo>
                  <a:lnTo>
                    <a:pt x="1282648" y="2798811"/>
                  </a:lnTo>
                  <a:lnTo>
                    <a:pt x="1283283" y="2798790"/>
                  </a:lnTo>
                  <a:lnTo>
                    <a:pt x="1283918" y="2798790"/>
                  </a:lnTo>
                  <a:lnTo>
                    <a:pt x="1284553" y="2798938"/>
                  </a:lnTo>
                  <a:lnTo>
                    <a:pt x="1285188" y="2798942"/>
                  </a:lnTo>
                  <a:lnTo>
                    <a:pt x="1285822" y="2799045"/>
                  </a:lnTo>
                  <a:lnTo>
                    <a:pt x="1286457" y="2799094"/>
                  </a:lnTo>
                  <a:lnTo>
                    <a:pt x="1287092" y="2799151"/>
                  </a:lnTo>
                  <a:lnTo>
                    <a:pt x="1287727" y="2799208"/>
                  </a:lnTo>
                  <a:lnTo>
                    <a:pt x="1288362" y="2799266"/>
                  </a:lnTo>
                  <a:lnTo>
                    <a:pt x="1288997" y="2799323"/>
                  </a:lnTo>
                  <a:lnTo>
                    <a:pt x="1289631" y="2799380"/>
                  </a:lnTo>
                  <a:lnTo>
                    <a:pt x="1290266" y="2799529"/>
                  </a:lnTo>
                  <a:lnTo>
                    <a:pt x="1290901" y="2799870"/>
                  </a:lnTo>
                  <a:lnTo>
                    <a:pt x="1291536" y="2800494"/>
                  </a:lnTo>
                  <a:lnTo>
                    <a:pt x="1292171" y="2800910"/>
                  </a:lnTo>
                  <a:lnTo>
                    <a:pt x="1292806" y="2801079"/>
                  </a:lnTo>
                  <a:lnTo>
                    <a:pt x="1293441" y="2801223"/>
                  </a:lnTo>
                  <a:lnTo>
                    <a:pt x="1294075" y="2801218"/>
                  </a:lnTo>
                  <a:lnTo>
                    <a:pt x="1294710" y="2801252"/>
                  </a:lnTo>
                  <a:lnTo>
                    <a:pt x="1295345" y="2801199"/>
                  </a:lnTo>
                  <a:lnTo>
                    <a:pt x="1295980" y="2801223"/>
                  </a:lnTo>
                  <a:lnTo>
                    <a:pt x="1296615" y="2801017"/>
                  </a:lnTo>
                  <a:lnTo>
                    <a:pt x="1297250" y="2800812"/>
                  </a:lnTo>
                  <a:lnTo>
                    <a:pt x="1297884" y="2800606"/>
                  </a:lnTo>
                  <a:lnTo>
                    <a:pt x="1298519" y="2800401"/>
                  </a:lnTo>
                  <a:lnTo>
                    <a:pt x="1299154" y="2800196"/>
                  </a:lnTo>
                  <a:lnTo>
                    <a:pt x="1299789" y="2799945"/>
                  </a:lnTo>
                  <a:lnTo>
                    <a:pt x="1300424" y="2799598"/>
                  </a:lnTo>
                  <a:lnTo>
                    <a:pt x="1301059" y="2799110"/>
                  </a:lnTo>
                  <a:lnTo>
                    <a:pt x="1301694" y="2798602"/>
                  </a:lnTo>
                  <a:lnTo>
                    <a:pt x="1302328" y="2798132"/>
                  </a:lnTo>
                  <a:lnTo>
                    <a:pt x="1302963" y="2797744"/>
                  </a:lnTo>
                  <a:lnTo>
                    <a:pt x="1303598" y="2797542"/>
                  </a:lnTo>
                  <a:lnTo>
                    <a:pt x="1304233" y="2797384"/>
                  </a:lnTo>
                  <a:lnTo>
                    <a:pt x="1304868" y="2797499"/>
                  </a:lnTo>
                  <a:lnTo>
                    <a:pt x="1305503" y="2797627"/>
                  </a:lnTo>
                  <a:lnTo>
                    <a:pt x="1306137" y="2797796"/>
                  </a:lnTo>
                  <a:lnTo>
                    <a:pt x="1306772" y="2797965"/>
                  </a:lnTo>
                  <a:lnTo>
                    <a:pt x="1307407" y="2798133"/>
                  </a:lnTo>
                  <a:lnTo>
                    <a:pt x="1308042" y="2798396"/>
                  </a:lnTo>
                  <a:lnTo>
                    <a:pt x="1308677" y="2798980"/>
                  </a:lnTo>
                  <a:lnTo>
                    <a:pt x="1309312" y="2799675"/>
                  </a:lnTo>
                  <a:lnTo>
                    <a:pt x="1309947" y="2800454"/>
                  </a:lnTo>
                  <a:lnTo>
                    <a:pt x="1310581" y="2801365"/>
                  </a:lnTo>
                  <a:lnTo>
                    <a:pt x="1311216" y="2802409"/>
                  </a:lnTo>
                  <a:lnTo>
                    <a:pt x="1311851" y="2803686"/>
                  </a:lnTo>
                  <a:lnTo>
                    <a:pt x="1312486" y="2804830"/>
                  </a:lnTo>
                  <a:lnTo>
                    <a:pt x="1313121" y="2805941"/>
                  </a:lnTo>
                  <a:lnTo>
                    <a:pt x="1313756" y="2807010"/>
                  </a:lnTo>
                  <a:lnTo>
                    <a:pt x="1314390" y="2807954"/>
                  </a:lnTo>
                  <a:lnTo>
                    <a:pt x="1315025" y="2808899"/>
                  </a:lnTo>
                  <a:lnTo>
                    <a:pt x="1315660" y="2809868"/>
                  </a:lnTo>
                  <a:lnTo>
                    <a:pt x="1316295" y="2810979"/>
                  </a:lnTo>
                  <a:lnTo>
                    <a:pt x="1316930" y="2812114"/>
                  </a:lnTo>
                  <a:lnTo>
                    <a:pt x="1317565" y="2813182"/>
                  </a:lnTo>
                  <a:lnTo>
                    <a:pt x="1318199" y="2813996"/>
                  </a:lnTo>
                  <a:lnTo>
                    <a:pt x="1318834" y="2814907"/>
                  </a:lnTo>
                  <a:lnTo>
                    <a:pt x="1319469" y="2815717"/>
                  </a:lnTo>
                  <a:lnTo>
                    <a:pt x="1320104" y="2816365"/>
                  </a:lnTo>
                  <a:lnTo>
                    <a:pt x="1320739" y="2816850"/>
                  </a:lnTo>
                  <a:lnTo>
                    <a:pt x="1321374" y="2817033"/>
                  </a:lnTo>
                  <a:lnTo>
                    <a:pt x="1322009" y="2817033"/>
                  </a:lnTo>
                  <a:lnTo>
                    <a:pt x="1322643" y="2816962"/>
                  </a:lnTo>
                  <a:lnTo>
                    <a:pt x="1323278" y="2816597"/>
                  </a:lnTo>
                  <a:lnTo>
                    <a:pt x="1323913" y="2816193"/>
                  </a:lnTo>
                  <a:lnTo>
                    <a:pt x="1324548" y="2815788"/>
                  </a:lnTo>
                  <a:lnTo>
                    <a:pt x="1325183" y="2815352"/>
                  </a:lnTo>
                  <a:lnTo>
                    <a:pt x="1325818" y="2814745"/>
                  </a:lnTo>
                  <a:lnTo>
                    <a:pt x="1326452" y="2814128"/>
                  </a:lnTo>
                  <a:lnTo>
                    <a:pt x="1327087" y="2813141"/>
                  </a:lnTo>
                  <a:lnTo>
                    <a:pt x="1327722" y="2811972"/>
                  </a:lnTo>
                  <a:lnTo>
                    <a:pt x="1328357" y="2810739"/>
                  </a:lnTo>
                  <a:lnTo>
                    <a:pt x="1328992" y="2809167"/>
                  </a:lnTo>
                  <a:lnTo>
                    <a:pt x="1329627" y="2807241"/>
                  </a:lnTo>
                  <a:lnTo>
                    <a:pt x="1330262" y="2805248"/>
                  </a:lnTo>
                  <a:lnTo>
                    <a:pt x="1330896" y="2803271"/>
                  </a:lnTo>
                  <a:lnTo>
                    <a:pt x="1331531" y="2801589"/>
                  </a:lnTo>
                  <a:lnTo>
                    <a:pt x="1332166" y="2799888"/>
                  </a:lnTo>
                  <a:lnTo>
                    <a:pt x="1332801" y="2798628"/>
                  </a:lnTo>
                  <a:lnTo>
                    <a:pt x="1333436" y="2797435"/>
                  </a:lnTo>
                  <a:lnTo>
                    <a:pt x="1334071" y="2796242"/>
                  </a:lnTo>
                  <a:lnTo>
                    <a:pt x="1334705" y="2795049"/>
                  </a:lnTo>
                  <a:lnTo>
                    <a:pt x="1335340" y="2793857"/>
                  </a:lnTo>
                  <a:lnTo>
                    <a:pt x="1335975" y="2792670"/>
                  </a:lnTo>
                  <a:lnTo>
                    <a:pt x="1336610" y="2791640"/>
                  </a:lnTo>
                  <a:lnTo>
                    <a:pt x="1337245" y="2790872"/>
                  </a:lnTo>
                  <a:lnTo>
                    <a:pt x="1337880" y="2790232"/>
                  </a:lnTo>
                  <a:lnTo>
                    <a:pt x="1338515" y="2789866"/>
                  </a:lnTo>
                  <a:lnTo>
                    <a:pt x="1339149" y="2789855"/>
                  </a:lnTo>
                  <a:lnTo>
                    <a:pt x="1339784" y="2789896"/>
                  </a:lnTo>
                  <a:lnTo>
                    <a:pt x="1340419" y="2789936"/>
                  </a:lnTo>
                  <a:lnTo>
                    <a:pt x="1341054" y="2789986"/>
                  </a:lnTo>
                  <a:lnTo>
                    <a:pt x="1341689" y="2790181"/>
                  </a:lnTo>
                  <a:lnTo>
                    <a:pt x="1342324" y="2790397"/>
                  </a:lnTo>
                  <a:lnTo>
                    <a:pt x="1342958" y="2790716"/>
                  </a:lnTo>
                  <a:lnTo>
                    <a:pt x="1343593" y="2791056"/>
                  </a:lnTo>
                  <a:lnTo>
                    <a:pt x="1344228" y="2791396"/>
                  </a:lnTo>
                  <a:lnTo>
                    <a:pt x="1344863" y="2791737"/>
                  </a:lnTo>
                  <a:lnTo>
                    <a:pt x="1345498" y="2792077"/>
                  </a:lnTo>
                  <a:lnTo>
                    <a:pt x="1346133" y="2792417"/>
                  </a:lnTo>
                  <a:lnTo>
                    <a:pt x="1346768" y="2792757"/>
                  </a:lnTo>
                  <a:lnTo>
                    <a:pt x="1347402" y="2793097"/>
                  </a:lnTo>
                  <a:lnTo>
                    <a:pt x="1348037" y="2793437"/>
                  </a:lnTo>
                  <a:lnTo>
                    <a:pt x="1348672" y="2793777"/>
                  </a:lnTo>
                  <a:lnTo>
                    <a:pt x="1349307" y="2794249"/>
                  </a:lnTo>
                  <a:lnTo>
                    <a:pt x="1349942" y="2794913"/>
                  </a:lnTo>
                  <a:lnTo>
                    <a:pt x="1350577" y="2795658"/>
                  </a:lnTo>
                  <a:lnTo>
                    <a:pt x="1351211" y="2796382"/>
                  </a:lnTo>
                  <a:lnTo>
                    <a:pt x="1351846" y="2796964"/>
                  </a:lnTo>
                  <a:lnTo>
                    <a:pt x="1352481" y="2797522"/>
                  </a:lnTo>
                  <a:lnTo>
                    <a:pt x="1353116" y="2797927"/>
                  </a:lnTo>
                  <a:lnTo>
                    <a:pt x="1353751" y="2798332"/>
                  </a:lnTo>
                  <a:lnTo>
                    <a:pt x="1354386" y="2798736"/>
                  </a:lnTo>
                  <a:lnTo>
                    <a:pt x="1355021" y="2799141"/>
                  </a:lnTo>
                  <a:lnTo>
                    <a:pt x="1355655" y="2799546"/>
                  </a:lnTo>
                  <a:lnTo>
                    <a:pt x="1356290" y="2799951"/>
                  </a:lnTo>
                  <a:lnTo>
                    <a:pt x="1356925" y="2800558"/>
                  </a:lnTo>
                  <a:lnTo>
                    <a:pt x="1357560" y="2801166"/>
                  </a:lnTo>
                  <a:lnTo>
                    <a:pt x="1358195" y="2801945"/>
                  </a:lnTo>
                  <a:lnTo>
                    <a:pt x="1358830" y="2802623"/>
                  </a:lnTo>
                  <a:lnTo>
                    <a:pt x="1359464" y="2803109"/>
                  </a:lnTo>
                  <a:lnTo>
                    <a:pt x="1360099" y="2803514"/>
                  </a:lnTo>
                  <a:lnTo>
                    <a:pt x="1360734" y="2803919"/>
                  </a:lnTo>
                  <a:lnTo>
                    <a:pt x="1361369" y="2804354"/>
                  </a:lnTo>
                  <a:lnTo>
                    <a:pt x="1362004" y="2804961"/>
                  </a:lnTo>
                  <a:lnTo>
                    <a:pt x="1362639" y="2805568"/>
                  </a:lnTo>
                  <a:lnTo>
                    <a:pt x="1363274" y="2806176"/>
                  </a:lnTo>
                  <a:lnTo>
                    <a:pt x="1363908" y="2806783"/>
                  </a:lnTo>
                  <a:lnTo>
                    <a:pt x="1364543" y="2807390"/>
                  </a:lnTo>
                  <a:lnTo>
                    <a:pt x="1365178" y="2807866"/>
                  </a:lnTo>
                  <a:lnTo>
                    <a:pt x="1365813" y="2808210"/>
                  </a:lnTo>
                  <a:lnTo>
                    <a:pt x="1366448" y="2808271"/>
                  </a:lnTo>
                  <a:lnTo>
                    <a:pt x="1367083" y="2808473"/>
                  </a:lnTo>
                  <a:lnTo>
                    <a:pt x="1367717" y="2808503"/>
                  </a:lnTo>
                  <a:lnTo>
                    <a:pt x="1368352" y="2808503"/>
                  </a:lnTo>
                  <a:lnTo>
                    <a:pt x="1368987" y="2808503"/>
                  </a:lnTo>
                  <a:lnTo>
                    <a:pt x="1369622" y="2808503"/>
                  </a:lnTo>
                  <a:lnTo>
                    <a:pt x="1370257" y="2808503"/>
                  </a:lnTo>
                  <a:lnTo>
                    <a:pt x="1370892" y="2808473"/>
                  </a:lnTo>
                  <a:lnTo>
                    <a:pt x="1371527" y="2808271"/>
                  </a:lnTo>
                  <a:lnTo>
                    <a:pt x="1372161" y="2808068"/>
                  </a:lnTo>
                  <a:lnTo>
                    <a:pt x="1372796" y="2807866"/>
                  </a:lnTo>
                  <a:lnTo>
                    <a:pt x="1373431" y="2807663"/>
                  </a:lnTo>
                  <a:lnTo>
                    <a:pt x="1374066" y="2807461"/>
                  </a:lnTo>
                  <a:lnTo>
                    <a:pt x="1374701" y="2807390"/>
                  </a:lnTo>
                  <a:lnTo>
                    <a:pt x="1375336" y="2807451"/>
                  </a:lnTo>
                  <a:lnTo>
                    <a:pt x="1375970" y="2807593"/>
                  </a:lnTo>
                  <a:lnTo>
                    <a:pt x="1376605" y="2807593"/>
                  </a:lnTo>
                  <a:lnTo>
                    <a:pt x="1377240" y="2807593"/>
                  </a:lnTo>
                  <a:lnTo>
                    <a:pt x="1377875" y="2807582"/>
                  </a:lnTo>
                  <a:lnTo>
                    <a:pt x="1378510" y="2807380"/>
                  </a:lnTo>
                  <a:lnTo>
                    <a:pt x="1379145" y="2807016"/>
                  </a:lnTo>
                  <a:lnTo>
                    <a:pt x="1379779" y="2806611"/>
                  </a:lnTo>
                  <a:lnTo>
                    <a:pt x="1380414" y="2806034"/>
                  </a:lnTo>
                  <a:lnTo>
                    <a:pt x="1381049" y="2805427"/>
                  </a:lnTo>
                  <a:lnTo>
                    <a:pt x="1381684" y="2804819"/>
                  </a:lnTo>
                  <a:lnTo>
                    <a:pt x="1382319" y="2804212"/>
                  </a:lnTo>
                  <a:lnTo>
                    <a:pt x="1382954" y="2803605"/>
                  </a:lnTo>
                  <a:lnTo>
                    <a:pt x="1383589" y="2802836"/>
                  </a:lnTo>
                  <a:lnTo>
                    <a:pt x="1384223" y="2801915"/>
                  </a:lnTo>
                  <a:lnTo>
                    <a:pt x="1384858" y="2800902"/>
                  </a:lnTo>
                  <a:lnTo>
                    <a:pt x="1385493" y="2800262"/>
                  </a:lnTo>
                  <a:lnTo>
                    <a:pt x="1386128" y="2799401"/>
                  </a:lnTo>
                  <a:lnTo>
                    <a:pt x="1386763" y="2798670"/>
                  </a:lnTo>
                  <a:lnTo>
                    <a:pt x="1387398" y="2797705"/>
                  </a:lnTo>
                  <a:lnTo>
                    <a:pt x="1388032" y="2796895"/>
                  </a:lnTo>
                  <a:lnTo>
                    <a:pt x="1388667" y="2796070"/>
                  </a:lnTo>
                  <a:lnTo>
                    <a:pt x="1389302" y="2795259"/>
                  </a:lnTo>
                  <a:lnTo>
                    <a:pt x="1389937" y="2794571"/>
                  </a:lnTo>
                  <a:lnTo>
                    <a:pt x="1390572" y="2793833"/>
                  </a:lnTo>
                  <a:lnTo>
                    <a:pt x="1391207" y="2793023"/>
                  </a:lnTo>
                  <a:lnTo>
                    <a:pt x="1391842" y="2792212"/>
                  </a:lnTo>
                  <a:lnTo>
                    <a:pt x="1392476" y="2791351"/>
                  </a:lnTo>
                  <a:lnTo>
                    <a:pt x="1393111" y="2790511"/>
                  </a:lnTo>
                  <a:lnTo>
                    <a:pt x="1393746" y="2789603"/>
                  </a:lnTo>
                  <a:lnTo>
                    <a:pt x="1394381" y="2788760"/>
                  </a:lnTo>
                  <a:lnTo>
                    <a:pt x="1395016" y="2787824"/>
                  </a:lnTo>
                  <a:lnTo>
                    <a:pt x="1395651" y="2786911"/>
                  </a:lnTo>
                  <a:lnTo>
                    <a:pt x="1396285" y="2786066"/>
                  </a:lnTo>
                  <a:lnTo>
                    <a:pt x="1396920" y="2785506"/>
                  </a:lnTo>
                  <a:lnTo>
                    <a:pt x="1397555" y="2784705"/>
                  </a:lnTo>
                  <a:lnTo>
                    <a:pt x="1398190" y="2784228"/>
                  </a:lnTo>
                  <a:lnTo>
                    <a:pt x="1398825" y="2783772"/>
                  </a:lnTo>
                  <a:lnTo>
                    <a:pt x="1399460" y="2783315"/>
                  </a:lnTo>
                  <a:lnTo>
                    <a:pt x="1400095" y="2782959"/>
                  </a:lnTo>
                  <a:lnTo>
                    <a:pt x="1400729" y="2782854"/>
                  </a:lnTo>
                  <a:lnTo>
                    <a:pt x="1401364" y="2782766"/>
                  </a:lnTo>
                  <a:lnTo>
                    <a:pt x="1401999" y="2782749"/>
                  </a:lnTo>
                  <a:lnTo>
                    <a:pt x="1402634" y="2782863"/>
                  </a:lnTo>
                  <a:lnTo>
                    <a:pt x="1403269" y="2783032"/>
                  </a:lnTo>
                  <a:lnTo>
                    <a:pt x="1403904" y="2783216"/>
                  </a:lnTo>
                  <a:lnTo>
                    <a:pt x="1404538" y="2783621"/>
                  </a:lnTo>
                  <a:lnTo>
                    <a:pt x="1405173" y="2783985"/>
                  </a:lnTo>
                  <a:lnTo>
                    <a:pt x="1405808" y="2784188"/>
                  </a:lnTo>
                  <a:lnTo>
                    <a:pt x="1406443" y="2784390"/>
                  </a:lnTo>
                  <a:lnTo>
                    <a:pt x="1407078" y="2784400"/>
                  </a:lnTo>
                  <a:lnTo>
                    <a:pt x="1407713" y="2784198"/>
                  </a:lnTo>
                  <a:lnTo>
                    <a:pt x="1408348" y="2783995"/>
                  </a:lnTo>
                  <a:lnTo>
                    <a:pt x="1408982" y="2783793"/>
                  </a:lnTo>
                  <a:lnTo>
                    <a:pt x="1409617" y="2783590"/>
                  </a:lnTo>
                  <a:lnTo>
                    <a:pt x="1410252" y="2783206"/>
                  </a:lnTo>
                  <a:lnTo>
                    <a:pt x="1410887" y="2782801"/>
                  </a:lnTo>
                  <a:lnTo>
                    <a:pt x="1411522" y="2782248"/>
                  </a:lnTo>
                  <a:lnTo>
                    <a:pt x="1412157" y="2781839"/>
                  </a:lnTo>
                  <a:lnTo>
                    <a:pt x="1412791" y="2781332"/>
                  </a:lnTo>
                  <a:lnTo>
                    <a:pt x="1413426" y="2780868"/>
                  </a:lnTo>
                  <a:lnTo>
                    <a:pt x="1414061" y="2780203"/>
                  </a:lnTo>
                  <a:lnTo>
                    <a:pt x="1414696" y="2779539"/>
                  </a:lnTo>
                  <a:lnTo>
                    <a:pt x="1415331" y="2778874"/>
                  </a:lnTo>
                  <a:lnTo>
                    <a:pt x="1415966" y="2778210"/>
                  </a:lnTo>
                  <a:lnTo>
                    <a:pt x="1416601" y="2777707"/>
                  </a:lnTo>
                  <a:lnTo>
                    <a:pt x="1417235" y="2777245"/>
                  </a:lnTo>
                  <a:lnTo>
                    <a:pt x="1417870" y="2776783"/>
                  </a:lnTo>
                  <a:lnTo>
                    <a:pt x="1418505" y="2776320"/>
                  </a:lnTo>
                  <a:lnTo>
                    <a:pt x="1419140" y="2775858"/>
                  </a:lnTo>
                  <a:lnTo>
                    <a:pt x="1419775" y="2775396"/>
                  </a:lnTo>
                  <a:lnTo>
                    <a:pt x="1420410" y="2774934"/>
                  </a:lnTo>
                  <a:lnTo>
                    <a:pt x="1421044" y="2774466"/>
                  </a:lnTo>
                  <a:lnTo>
                    <a:pt x="1421679" y="2773891"/>
                  </a:lnTo>
                  <a:lnTo>
                    <a:pt x="1422314" y="2773404"/>
                  </a:lnTo>
                  <a:lnTo>
                    <a:pt x="1422949" y="2772850"/>
                  </a:lnTo>
                  <a:lnTo>
                    <a:pt x="1423584" y="2772647"/>
                  </a:lnTo>
                  <a:lnTo>
                    <a:pt x="1424219" y="2772485"/>
                  </a:lnTo>
                  <a:lnTo>
                    <a:pt x="1424854" y="2772485"/>
                  </a:lnTo>
                  <a:lnTo>
                    <a:pt x="1425488" y="2772485"/>
                  </a:lnTo>
                  <a:lnTo>
                    <a:pt x="1426123" y="2772485"/>
                  </a:lnTo>
                  <a:lnTo>
                    <a:pt x="1426758" y="2772485"/>
                  </a:lnTo>
                  <a:lnTo>
                    <a:pt x="1427393" y="2772485"/>
                  </a:lnTo>
                  <a:lnTo>
                    <a:pt x="1428028" y="2772485"/>
                  </a:lnTo>
                  <a:lnTo>
                    <a:pt x="1428663" y="2772485"/>
                  </a:lnTo>
                  <a:lnTo>
                    <a:pt x="1429297" y="2772485"/>
                  </a:lnTo>
                  <a:lnTo>
                    <a:pt x="1429932" y="2772485"/>
                  </a:lnTo>
                  <a:lnTo>
                    <a:pt x="1430567" y="2772485"/>
                  </a:lnTo>
                  <a:lnTo>
                    <a:pt x="1431202" y="2772485"/>
                  </a:lnTo>
                  <a:lnTo>
                    <a:pt x="1431837" y="2772485"/>
                  </a:lnTo>
                  <a:lnTo>
                    <a:pt x="1432472" y="2772485"/>
                  </a:lnTo>
                  <a:lnTo>
                    <a:pt x="1433106" y="2772485"/>
                  </a:lnTo>
                  <a:lnTo>
                    <a:pt x="1433741" y="2772485"/>
                  </a:lnTo>
                  <a:lnTo>
                    <a:pt x="1434376" y="2772485"/>
                  </a:lnTo>
                  <a:lnTo>
                    <a:pt x="1435011" y="2772485"/>
                  </a:lnTo>
                  <a:lnTo>
                    <a:pt x="1435646" y="2772485"/>
                  </a:lnTo>
                  <a:lnTo>
                    <a:pt x="1436281" y="2772485"/>
                  </a:lnTo>
                  <a:lnTo>
                    <a:pt x="1436916" y="2772485"/>
                  </a:lnTo>
                  <a:lnTo>
                    <a:pt x="1437550" y="2772485"/>
                  </a:lnTo>
                  <a:lnTo>
                    <a:pt x="1438185" y="2772485"/>
                  </a:lnTo>
                  <a:lnTo>
                    <a:pt x="1438820" y="2772485"/>
                  </a:lnTo>
                  <a:lnTo>
                    <a:pt x="1439455" y="2772485"/>
                  </a:lnTo>
                  <a:lnTo>
                    <a:pt x="1440090" y="2772485"/>
                  </a:lnTo>
                  <a:lnTo>
                    <a:pt x="1440725" y="2772485"/>
                  </a:lnTo>
                  <a:lnTo>
                    <a:pt x="1441359" y="2772485"/>
                  </a:lnTo>
                  <a:lnTo>
                    <a:pt x="1441994" y="2772485"/>
                  </a:lnTo>
                  <a:lnTo>
                    <a:pt x="1442629" y="2772485"/>
                  </a:lnTo>
                  <a:lnTo>
                    <a:pt x="1443264" y="2772485"/>
                  </a:lnTo>
                  <a:lnTo>
                    <a:pt x="1443899" y="2772485"/>
                  </a:lnTo>
                  <a:lnTo>
                    <a:pt x="1444534" y="2772485"/>
                  </a:lnTo>
                  <a:lnTo>
                    <a:pt x="1445169" y="2772485"/>
                  </a:lnTo>
                  <a:lnTo>
                    <a:pt x="1445803" y="2772485"/>
                  </a:lnTo>
                  <a:lnTo>
                    <a:pt x="1446438" y="2772485"/>
                  </a:lnTo>
                  <a:lnTo>
                    <a:pt x="1447073" y="2772485"/>
                  </a:lnTo>
                  <a:lnTo>
                    <a:pt x="1447708" y="2772639"/>
                  </a:lnTo>
                  <a:lnTo>
                    <a:pt x="1448343" y="2772836"/>
                  </a:lnTo>
                  <a:lnTo>
                    <a:pt x="1448978" y="2773246"/>
                  </a:lnTo>
                  <a:lnTo>
                    <a:pt x="1449612" y="2773604"/>
                  </a:lnTo>
                  <a:lnTo>
                    <a:pt x="1450247" y="2774223"/>
                  </a:lnTo>
                  <a:lnTo>
                    <a:pt x="1450882" y="2774882"/>
                  </a:lnTo>
                  <a:lnTo>
                    <a:pt x="1451517" y="2775442"/>
                  </a:lnTo>
                  <a:lnTo>
                    <a:pt x="1452152" y="2775935"/>
                  </a:lnTo>
                  <a:lnTo>
                    <a:pt x="1452787" y="2776428"/>
                  </a:lnTo>
                  <a:lnTo>
                    <a:pt x="1453422" y="2776932"/>
                  </a:lnTo>
                  <a:lnTo>
                    <a:pt x="1454056" y="2777627"/>
                  </a:lnTo>
                  <a:lnTo>
                    <a:pt x="1454691" y="2778464"/>
                  </a:lnTo>
                  <a:lnTo>
                    <a:pt x="1455326" y="2779365"/>
                  </a:lnTo>
                  <a:lnTo>
                    <a:pt x="1455961" y="2780604"/>
                  </a:lnTo>
                  <a:lnTo>
                    <a:pt x="1456596" y="2782199"/>
                  </a:lnTo>
                  <a:lnTo>
                    <a:pt x="1457231" y="2783845"/>
                  </a:lnTo>
                  <a:lnTo>
                    <a:pt x="1457865" y="2785435"/>
                  </a:lnTo>
                  <a:lnTo>
                    <a:pt x="1458500" y="2786699"/>
                  </a:lnTo>
                  <a:lnTo>
                    <a:pt x="1459135" y="2787940"/>
                  </a:lnTo>
                  <a:lnTo>
                    <a:pt x="1459770" y="2788728"/>
                  </a:lnTo>
                  <a:lnTo>
                    <a:pt x="1460405" y="2789298"/>
                  </a:lnTo>
                  <a:lnTo>
                    <a:pt x="1461040" y="2789990"/>
                  </a:lnTo>
                  <a:lnTo>
                    <a:pt x="1461675" y="2790762"/>
                  </a:lnTo>
                  <a:lnTo>
                    <a:pt x="1462309" y="2791534"/>
                  </a:lnTo>
                  <a:lnTo>
                    <a:pt x="1462944" y="2792220"/>
                  </a:lnTo>
                  <a:lnTo>
                    <a:pt x="1463579" y="2792617"/>
                  </a:lnTo>
                  <a:lnTo>
                    <a:pt x="1464214" y="2793026"/>
                  </a:lnTo>
                  <a:lnTo>
                    <a:pt x="1464849" y="2793324"/>
                  </a:lnTo>
                  <a:lnTo>
                    <a:pt x="1465484" y="2793348"/>
                  </a:lnTo>
                  <a:lnTo>
                    <a:pt x="1466118" y="2792912"/>
                  </a:lnTo>
                  <a:lnTo>
                    <a:pt x="1466753" y="2792425"/>
                  </a:lnTo>
                  <a:lnTo>
                    <a:pt x="1467388" y="2791938"/>
                  </a:lnTo>
                  <a:lnTo>
                    <a:pt x="1468023" y="2791384"/>
                  </a:lnTo>
                  <a:lnTo>
                    <a:pt x="1468658" y="2790577"/>
                  </a:lnTo>
                  <a:lnTo>
                    <a:pt x="1469293" y="2789790"/>
                  </a:lnTo>
                  <a:lnTo>
                    <a:pt x="1469928" y="2789008"/>
                  </a:lnTo>
                  <a:lnTo>
                    <a:pt x="1470562" y="2788055"/>
                  </a:lnTo>
                  <a:lnTo>
                    <a:pt x="1471197" y="2787103"/>
                  </a:lnTo>
                  <a:lnTo>
                    <a:pt x="1471832" y="2786150"/>
                  </a:lnTo>
                  <a:lnTo>
                    <a:pt x="1472467" y="2785264"/>
                  </a:lnTo>
                  <a:lnTo>
                    <a:pt x="1473102" y="2784519"/>
                  </a:lnTo>
                  <a:lnTo>
                    <a:pt x="1473737" y="2783837"/>
                  </a:lnTo>
                  <a:lnTo>
                    <a:pt x="1474371" y="2783155"/>
                  </a:lnTo>
                  <a:lnTo>
                    <a:pt x="1475006" y="2782474"/>
                  </a:lnTo>
                  <a:lnTo>
                    <a:pt x="1475641" y="2781924"/>
                  </a:lnTo>
                  <a:lnTo>
                    <a:pt x="1476276" y="2781179"/>
                  </a:lnTo>
                  <a:lnTo>
                    <a:pt x="1476911" y="2780434"/>
                  </a:lnTo>
                  <a:lnTo>
                    <a:pt x="1477546" y="2779760"/>
                  </a:lnTo>
                  <a:lnTo>
                    <a:pt x="1478181" y="2779239"/>
                  </a:lnTo>
                  <a:lnTo>
                    <a:pt x="1478815" y="2778859"/>
                  </a:lnTo>
                  <a:lnTo>
                    <a:pt x="1479450" y="2778524"/>
                  </a:lnTo>
                  <a:lnTo>
                    <a:pt x="1480085" y="2778524"/>
                  </a:lnTo>
                  <a:lnTo>
                    <a:pt x="1480720" y="2778382"/>
                  </a:lnTo>
                  <a:lnTo>
                    <a:pt x="1481355" y="2778088"/>
                  </a:lnTo>
                  <a:lnTo>
                    <a:pt x="1481990" y="2777684"/>
                  </a:lnTo>
                  <a:lnTo>
                    <a:pt x="1482624" y="2777279"/>
                  </a:lnTo>
                  <a:lnTo>
                    <a:pt x="1483259" y="2776874"/>
                  </a:lnTo>
                  <a:lnTo>
                    <a:pt x="1483894" y="2776469"/>
                  </a:lnTo>
                  <a:lnTo>
                    <a:pt x="1484529" y="2776064"/>
                  </a:lnTo>
                  <a:lnTo>
                    <a:pt x="1485164" y="2775659"/>
                  </a:lnTo>
                  <a:lnTo>
                    <a:pt x="1485799" y="2775254"/>
                  </a:lnTo>
                  <a:lnTo>
                    <a:pt x="1486433" y="2774850"/>
                  </a:lnTo>
                  <a:lnTo>
                    <a:pt x="1487068" y="2774445"/>
                  </a:lnTo>
                  <a:lnTo>
                    <a:pt x="1487703" y="2774040"/>
                  </a:lnTo>
                  <a:lnTo>
                    <a:pt x="1488338" y="2773635"/>
                  </a:lnTo>
                  <a:lnTo>
                    <a:pt x="1488973" y="2773451"/>
                  </a:lnTo>
                  <a:lnTo>
                    <a:pt x="1489608" y="2773282"/>
                  </a:lnTo>
                  <a:lnTo>
                    <a:pt x="1490243" y="2773284"/>
                  </a:lnTo>
                  <a:lnTo>
                    <a:pt x="1490877" y="2773411"/>
                  </a:lnTo>
                  <a:lnTo>
                    <a:pt x="1491512" y="2773629"/>
                  </a:lnTo>
                  <a:lnTo>
                    <a:pt x="1492147" y="2773978"/>
                  </a:lnTo>
                  <a:lnTo>
                    <a:pt x="1492782" y="2774460"/>
                  </a:lnTo>
                  <a:lnTo>
                    <a:pt x="1493417" y="2775082"/>
                  </a:lnTo>
                  <a:lnTo>
                    <a:pt x="1494052" y="2775705"/>
                  </a:lnTo>
                  <a:lnTo>
                    <a:pt x="1494686" y="2776328"/>
                  </a:lnTo>
                  <a:lnTo>
                    <a:pt x="1495321" y="2776951"/>
                  </a:lnTo>
                  <a:lnTo>
                    <a:pt x="1495956" y="2777574"/>
                  </a:lnTo>
                  <a:lnTo>
                    <a:pt x="1496591" y="2778197"/>
                  </a:lnTo>
                  <a:lnTo>
                    <a:pt x="1497226" y="2778820"/>
                  </a:lnTo>
                  <a:lnTo>
                    <a:pt x="1497861" y="2779443"/>
                  </a:lnTo>
                  <a:lnTo>
                    <a:pt x="1498496" y="2780024"/>
                  </a:lnTo>
                  <a:lnTo>
                    <a:pt x="1499130" y="2780595"/>
                  </a:lnTo>
                  <a:lnTo>
                    <a:pt x="1499765" y="2781000"/>
                  </a:lnTo>
                  <a:lnTo>
                    <a:pt x="1500400" y="2781404"/>
                  </a:lnTo>
                  <a:lnTo>
                    <a:pt x="1501035" y="2781809"/>
                  </a:lnTo>
                  <a:lnTo>
                    <a:pt x="1501670" y="2782083"/>
                  </a:lnTo>
                  <a:lnTo>
                    <a:pt x="1502305" y="2782224"/>
                  </a:lnTo>
                  <a:lnTo>
                    <a:pt x="1502939" y="2782143"/>
                  </a:lnTo>
                  <a:lnTo>
                    <a:pt x="1503574" y="2781941"/>
                  </a:lnTo>
                  <a:lnTo>
                    <a:pt x="1504209" y="2781738"/>
                  </a:lnTo>
                  <a:lnTo>
                    <a:pt x="1504844" y="2781445"/>
                  </a:lnTo>
                  <a:lnTo>
                    <a:pt x="1505479" y="2781242"/>
                  </a:lnTo>
                  <a:lnTo>
                    <a:pt x="1506114" y="2781202"/>
                  </a:lnTo>
                  <a:lnTo>
                    <a:pt x="1506749" y="2781202"/>
                  </a:lnTo>
                  <a:lnTo>
                    <a:pt x="1507383" y="2781374"/>
                  </a:lnTo>
                  <a:lnTo>
                    <a:pt x="1508018" y="2781576"/>
                  </a:lnTo>
                  <a:lnTo>
                    <a:pt x="1508653" y="2781779"/>
                  </a:lnTo>
                  <a:lnTo>
                    <a:pt x="1509288" y="2781981"/>
                  </a:lnTo>
                  <a:lnTo>
                    <a:pt x="1509923" y="2782184"/>
                  </a:lnTo>
                  <a:lnTo>
                    <a:pt x="1510558" y="2782548"/>
                  </a:lnTo>
                  <a:lnTo>
                    <a:pt x="1511192" y="2783064"/>
                  </a:lnTo>
                  <a:lnTo>
                    <a:pt x="1511827" y="2783672"/>
                  </a:lnTo>
                  <a:lnTo>
                    <a:pt x="1512462" y="2783988"/>
                  </a:lnTo>
                  <a:lnTo>
                    <a:pt x="1513097" y="2784647"/>
                  </a:lnTo>
                  <a:lnTo>
                    <a:pt x="1513732" y="2785176"/>
                  </a:lnTo>
                  <a:lnTo>
                    <a:pt x="1514367" y="2786039"/>
                  </a:lnTo>
                  <a:lnTo>
                    <a:pt x="1515002" y="2786849"/>
                  </a:lnTo>
                  <a:lnTo>
                    <a:pt x="1515636" y="2787674"/>
                  </a:lnTo>
                  <a:lnTo>
                    <a:pt x="1516271" y="2788485"/>
                  </a:lnTo>
                  <a:lnTo>
                    <a:pt x="1516906" y="2789173"/>
                  </a:lnTo>
                  <a:lnTo>
                    <a:pt x="1517541" y="2789911"/>
                  </a:lnTo>
                  <a:lnTo>
                    <a:pt x="1518176" y="2790721"/>
                  </a:lnTo>
                  <a:lnTo>
                    <a:pt x="1518811" y="2791532"/>
                  </a:lnTo>
                  <a:lnTo>
                    <a:pt x="1519445" y="2792393"/>
                  </a:lnTo>
                  <a:lnTo>
                    <a:pt x="1520080" y="2793233"/>
                  </a:lnTo>
                  <a:lnTo>
                    <a:pt x="1520715" y="2793964"/>
                  </a:lnTo>
                  <a:lnTo>
                    <a:pt x="1521350" y="2794630"/>
                  </a:lnTo>
                  <a:lnTo>
                    <a:pt x="1521985" y="2795348"/>
                  </a:lnTo>
                  <a:lnTo>
                    <a:pt x="1522620" y="2796043"/>
                  </a:lnTo>
                  <a:lnTo>
                    <a:pt x="1523255" y="2796670"/>
                  </a:lnTo>
                  <a:lnTo>
                    <a:pt x="1523889" y="2797012"/>
                  </a:lnTo>
                  <a:lnTo>
                    <a:pt x="1524524" y="2797619"/>
                  </a:lnTo>
                  <a:lnTo>
                    <a:pt x="1525159" y="2798044"/>
                  </a:lnTo>
                  <a:lnTo>
                    <a:pt x="1525794" y="2798449"/>
                  </a:lnTo>
                  <a:lnTo>
                    <a:pt x="1526429" y="2798854"/>
                  </a:lnTo>
                  <a:lnTo>
                    <a:pt x="1527064" y="2799158"/>
                  </a:lnTo>
                  <a:lnTo>
                    <a:pt x="1527698" y="2799360"/>
                  </a:lnTo>
                  <a:lnTo>
                    <a:pt x="1528333" y="2799563"/>
                  </a:lnTo>
                  <a:lnTo>
                    <a:pt x="1528968" y="2799694"/>
                  </a:lnTo>
                  <a:lnTo>
                    <a:pt x="1529603" y="2799694"/>
                  </a:lnTo>
                  <a:lnTo>
                    <a:pt x="1530238" y="2799694"/>
                  </a:lnTo>
                  <a:lnTo>
                    <a:pt x="1530873" y="2799694"/>
                  </a:lnTo>
                  <a:lnTo>
                    <a:pt x="1531508" y="2799694"/>
                  </a:lnTo>
                  <a:lnTo>
                    <a:pt x="1532142" y="2799735"/>
                  </a:lnTo>
                  <a:lnTo>
                    <a:pt x="1532777" y="2799937"/>
                  </a:lnTo>
                  <a:lnTo>
                    <a:pt x="1533412" y="2800140"/>
                  </a:lnTo>
                  <a:lnTo>
                    <a:pt x="1534047" y="2800504"/>
                  </a:lnTo>
                  <a:lnTo>
                    <a:pt x="1534682" y="2800909"/>
                  </a:lnTo>
                  <a:lnTo>
                    <a:pt x="1535317" y="2801314"/>
                  </a:lnTo>
                  <a:lnTo>
                    <a:pt x="1535951" y="2801718"/>
                  </a:lnTo>
                  <a:lnTo>
                    <a:pt x="1536586" y="2802123"/>
                  </a:lnTo>
                  <a:lnTo>
                    <a:pt x="1537221" y="2802528"/>
                  </a:lnTo>
                  <a:lnTo>
                    <a:pt x="1537856" y="2802882"/>
                  </a:lnTo>
                  <a:lnTo>
                    <a:pt x="1538491" y="2803085"/>
                  </a:lnTo>
                  <a:lnTo>
                    <a:pt x="1539126" y="2803287"/>
                  </a:lnTo>
                  <a:lnTo>
                    <a:pt x="1539760" y="2803490"/>
                  </a:lnTo>
                  <a:lnTo>
                    <a:pt x="1540395" y="2803702"/>
                  </a:lnTo>
                  <a:lnTo>
                    <a:pt x="1541030" y="2804294"/>
                  </a:lnTo>
                  <a:lnTo>
                    <a:pt x="1541665" y="2804792"/>
                  </a:lnTo>
                  <a:lnTo>
                    <a:pt x="1542300" y="2805286"/>
                  </a:lnTo>
                  <a:lnTo>
                    <a:pt x="1542935" y="2805942"/>
                  </a:lnTo>
                  <a:lnTo>
                    <a:pt x="1543570" y="2806304"/>
                  </a:lnTo>
                  <a:lnTo>
                    <a:pt x="1544204" y="2806477"/>
                  </a:lnTo>
                  <a:lnTo>
                    <a:pt x="1544839" y="2806714"/>
                  </a:lnTo>
                  <a:lnTo>
                    <a:pt x="1545474" y="2806772"/>
                  </a:lnTo>
                  <a:lnTo>
                    <a:pt x="1546109" y="2806830"/>
                  </a:lnTo>
                  <a:lnTo>
                    <a:pt x="1546744" y="2806791"/>
                  </a:lnTo>
                  <a:lnTo>
                    <a:pt x="1547379" y="2806860"/>
                  </a:lnTo>
                  <a:lnTo>
                    <a:pt x="1548013" y="2807019"/>
                  </a:lnTo>
                  <a:lnTo>
                    <a:pt x="1548648" y="2807179"/>
                  </a:lnTo>
                  <a:lnTo>
                    <a:pt x="1549283" y="2807248"/>
                  </a:lnTo>
                  <a:lnTo>
                    <a:pt x="1549918" y="2807276"/>
                  </a:lnTo>
                  <a:lnTo>
                    <a:pt x="1550553" y="2807112"/>
                  </a:lnTo>
                  <a:lnTo>
                    <a:pt x="1551188" y="2806986"/>
                  </a:lnTo>
                  <a:lnTo>
                    <a:pt x="1551823" y="2806640"/>
                  </a:lnTo>
                  <a:lnTo>
                    <a:pt x="1552457" y="2806289"/>
                  </a:lnTo>
                  <a:lnTo>
                    <a:pt x="1553092" y="2806056"/>
                  </a:lnTo>
                  <a:lnTo>
                    <a:pt x="1553727" y="2805824"/>
                  </a:lnTo>
                  <a:lnTo>
                    <a:pt x="1554362" y="2805509"/>
                  </a:lnTo>
                  <a:lnTo>
                    <a:pt x="1554997" y="2805195"/>
                  </a:lnTo>
                  <a:lnTo>
                    <a:pt x="1555632" y="2804749"/>
                  </a:lnTo>
                  <a:lnTo>
                    <a:pt x="1556266" y="2804427"/>
                  </a:lnTo>
                  <a:lnTo>
                    <a:pt x="1556901" y="2804086"/>
                  </a:lnTo>
                  <a:lnTo>
                    <a:pt x="1557536" y="2803744"/>
                  </a:lnTo>
                  <a:lnTo>
                    <a:pt x="1558171" y="2803376"/>
                  </a:lnTo>
                  <a:lnTo>
                    <a:pt x="1558806" y="2802921"/>
                  </a:lnTo>
                  <a:lnTo>
                    <a:pt x="1559441" y="2802516"/>
                  </a:lnTo>
                  <a:lnTo>
                    <a:pt x="1560076" y="2802111"/>
                  </a:lnTo>
                  <a:lnTo>
                    <a:pt x="1560710" y="2801706"/>
                  </a:lnTo>
                  <a:lnTo>
                    <a:pt x="1561345" y="2801301"/>
                  </a:lnTo>
                  <a:lnTo>
                    <a:pt x="1561980" y="2800897"/>
                  </a:lnTo>
                  <a:lnTo>
                    <a:pt x="1562615" y="2800492"/>
                  </a:lnTo>
                  <a:lnTo>
                    <a:pt x="1563250" y="2800087"/>
                  </a:lnTo>
                  <a:lnTo>
                    <a:pt x="1563885" y="2799722"/>
                  </a:lnTo>
                  <a:lnTo>
                    <a:pt x="1564519" y="2799358"/>
                  </a:lnTo>
                  <a:lnTo>
                    <a:pt x="1565154" y="2799156"/>
                  </a:lnTo>
                  <a:lnTo>
                    <a:pt x="1565789" y="2798781"/>
                  </a:lnTo>
                  <a:lnTo>
                    <a:pt x="1566424" y="2798376"/>
                  </a:lnTo>
                  <a:lnTo>
                    <a:pt x="1567059" y="2797971"/>
                  </a:lnTo>
                  <a:lnTo>
                    <a:pt x="1567694" y="2797567"/>
                  </a:lnTo>
                  <a:lnTo>
                    <a:pt x="1568329" y="2797162"/>
                  </a:lnTo>
                  <a:lnTo>
                    <a:pt x="1568963" y="2796757"/>
                  </a:lnTo>
                  <a:lnTo>
                    <a:pt x="1569598" y="2796352"/>
                  </a:lnTo>
                  <a:lnTo>
                    <a:pt x="1570233" y="2795947"/>
                  </a:lnTo>
                  <a:lnTo>
                    <a:pt x="1570868" y="2795542"/>
                  </a:lnTo>
                  <a:lnTo>
                    <a:pt x="1571503" y="2795138"/>
                  </a:lnTo>
                  <a:lnTo>
                    <a:pt x="1572138" y="2794733"/>
                  </a:lnTo>
                  <a:lnTo>
                    <a:pt x="1572772" y="2794328"/>
                  </a:lnTo>
                  <a:lnTo>
                    <a:pt x="1573407" y="2794055"/>
                  </a:lnTo>
                  <a:lnTo>
                    <a:pt x="1574042" y="2793852"/>
                  </a:lnTo>
                  <a:lnTo>
                    <a:pt x="1574677" y="2793496"/>
                  </a:lnTo>
                  <a:lnTo>
                    <a:pt x="1575312" y="2793289"/>
                  </a:lnTo>
                  <a:lnTo>
                    <a:pt x="1575947" y="2793081"/>
                  </a:lnTo>
                  <a:lnTo>
                    <a:pt x="1576582" y="2792996"/>
                  </a:lnTo>
                  <a:lnTo>
                    <a:pt x="1577216" y="2792944"/>
                  </a:lnTo>
                  <a:lnTo>
                    <a:pt x="1577851" y="2792892"/>
                  </a:lnTo>
                  <a:lnTo>
                    <a:pt x="1578486" y="2792940"/>
                  </a:lnTo>
                  <a:lnTo>
                    <a:pt x="1579121" y="2793054"/>
                  </a:lnTo>
                  <a:lnTo>
                    <a:pt x="1579756" y="2793168"/>
                  </a:lnTo>
                  <a:lnTo>
                    <a:pt x="1580391" y="2793282"/>
                  </a:lnTo>
                  <a:lnTo>
                    <a:pt x="1581025" y="2793397"/>
                  </a:lnTo>
                  <a:lnTo>
                    <a:pt x="1581660" y="2793511"/>
                  </a:lnTo>
                  <a:lnTo>
                    <a:pt x="1582295" y="2793625"/>
                  </a:lnTo>
                  <a:lnTo>
                    <a:pt x="1582930" y="2793739"/>
                  </a:lnTo>
                  <a:lnTo>
                    <a:pt x="1583565" y="2793853"/>
                  </a:lnTo>
                  <a:lnTo>
                    <a:pt x="1584200" y="2793981"/>
                  </a:lnTo>
                  <a:lnTo>
                    <a:pt x="1584835" y="2794150"/>
                  </a:lnTo>
                  <a:lnTo>
                    <a:pt x="1585469" y="2794350"/>
                  </a:lnTo>
                  <a:lnTo>
                    <a:pt x="1586104" y="2794593"/>
                  </a:lnTo>
                  <a:lnTo>
                    <a:pt x="1586739" y="2794846"/>
                  </a:lnTo>
                  <a:lnTo>
                    <a:pt x="1587374" y="2795251"/>
                  </a:lnTo>
                  <a:lnTo>
                    <a:pt x="1588009" y="2795535"/>
                  </a:lnTo>
                  <a:lnTo>
                    <a:pt x="1588644" y="2795737"/>
                  </a:lnTo>
                  <a:lnTo>
                    <a:pt x="1589278" y="2795939"/>
                  </a:lnTo>
                  <a:lnTo>
                    <a:pt x="1589913" y="2796223"/>
                  </a:lnTo>
                  <a:lnTo>
                    <a:pt x="1590548" y="2796678"/>
                  </a:lnTo>
                  <a:lnTo>
                    <a:pt x="1591183" y="2797037"/>
                  </a:lnTo>
                  <a:lnTo>
                    <a:pt x="1591818" y="2797379"/>
                  </a:lnTo>
                  <a:lnTo>
                    <a:pt x="1592453" y="2797721"/>
                  </a:lnTo>
                  <a:lnTo>
                    <a:pt x="1593088" y="2798168"/>
                  </a:lnTo>
                  <a:lnTo>
                    <a:pt x="1593722" y="2798614"/>
                  </a:lnTo>
                  <a:lnTo>
                    <a:pt x="1594357" y="2799061"/>
                  </a:lnTo>
                  <a:lnTo>
                    <a:pt x="1594992" y="2799565"/>
                  </a:lnTo>
                  <a:lnTo>
                    <a:pt x="1595627" y="2800178"/>
                  </a:lnTo>
                  <a:lnTo>
                    <a:pt x="1596262" y="2800748"/>
                  </a:lnTo>
                  <a:lnTo>
                    <a:pt x="1596897" y="2801211"/>
                  </a:lnTo>
                  <a:lnTo>
                    <a:pt x="1597531" y="2801824"/>
                  </a:lnTo>
                  <a:lnTo>
                    <a:pt x="1598166" y="2802436"/>
                  </a:lnTo>
                  <a:lnTo>
                    <a:pt x="1598801" y="2803049"/>
                  </a:lnTo>
                  <a:lnTo>
                    <a:pt x="1599436" y="2803554"/>
                  </a:lnTo>
                  <a:lnTo>
                    <a:pt x="1600071" y="2803756"/>
                  </a:lnTo>
                  <a:lnTo>
                    <a:pt x="1600706" y="2803896"/>
                  </a:lnTo>
                  <a:lnTo>
                    <a:pt x="1601340" y="2804035"/>
                  </a:lnTo>
                  <a:lnTo>
                    <a:pt x="1601975" y="2804154"/>
                  </a:lnTo>
                  <a:lnTo>
                    <a:pt x="1602610" y="2803948"/>
                  </a:lnTo>
                  <a:lnTo>
                    <a:pt x="1603245" y="2803976"/>
                  </a:lnTo>
                  <a:lnTo>
                    <a:pt x="1603880" y="2804039"/>
                  </a:lnTo>
                  <a:lnTo>
                    <a:pt x="1604515" y="2804032"/>
                  </a:lnTo>
                  <a:lnTo>
                    <a:pt x="1605150" y="2803745"/>
                  </a:lnTo>
                  <a:lnTo>
                    <a:pt x="1605784" y="2803433"/>
                  </a:lnTo>
                  <a:lnTo>
                    <a:pt x="1606419" y="2803169"/>
                  </a:lnTo>
                  <a:lnTo>
                    <a:pt x="1607054" y="2802723"/>
                  </a:lnTo>
                  <a:lnTo>
                    <a:pt x="1607689" y="2802418"/>
                  </a:lnTo>
                  <a:lnTo>
                    <a:pt x="1608324" y="2802265"/>
                  </a:lnTo>
                  <a:lnTo>
                    <a:pt x="1608959" y="2802257"/>
                  </a:lnTo>
                  <a:lnTo>
                    <a:pt x="1609593" y="2802382"/>
                  </a:lnTo>
                  <a:lnTo>
                    <a:pt x="1610228" y="2802506"/>
                  </a:lnTo>
                  <a:lnTo>
                    <a:pt x="1610863" y="2802631"/>
                  </a:lnTo>
                  <a:lnTo>
                    <a:pt x="1611498" y="2802772"/>
                  </a:lnTo>
                  <a:lnTo>
                    <a:pt x="1612133" y="2803071"/>
                  </a:lnTo>
                  <a:lnTo>
                    <a:pt x="1612768" y="2803516"/>
                  </a:lnTo>
                  <a:lnTo>
                    <a:pt x="1613403" y="2803925"/>
                  </a:lnTo>
                  <a:lnTo>
                    <a:pt x="1614037" y="2804333"/>
                  </a:lnTo>
                  <a:lnTo>
                    <a:pt x="1614672" y="2804889"/>
                  </a:lnTo>
                  <a:lnTo>
                    <a:pt x="1615307" y="2805460"/>
                  </a:lnTo>
                  <a:lnTo>
                    <a:pt x="1615942" y="2805644"/>
                  </a:lnTo>
                  <a:lnTo>
                    <a:pt x="1616577" y="2805813"/>
                  </a:lnTo>
                  <a:lnTo>
                    <a:pt x="1617212" y="2805811"/>
                  </a:lnTo>
                  <a:lnTo>
                    <a:pt x="1617846" y="2805684"/>
                  </a:lnTo>
                  <a:lnTo>
                    <a:pt x="1618481" y="2805466"/>
                  </a:lnTo>
                  <a:lnTo>
                    <a:pt x="1619116" y="2805248"/>
                  </a:lnTo>
                  <a:lnTo>
                    <a:pt x="1619751" y="2805030"/>
                  </a:lnTo>
                  <a:lnTo>
                    <a:pt x="1620386" y="2804812"/>
                  </a:lnTo>
                  <a:lnTo>
                    <a:pt x="1621021" y="2804594"/>
                  </a:lnTo>
                  <a:lnTo>
                    <a:pt x="1621656" y="2804376"/>
                  </a:lnTo>
                  <a:lnTo>
                    <a:pt x="1622290" y="2804117"/>
                  </a:lnTo>
                  <a:lnTo>
                    <a:pt x="1622925" y="2803697"/>
                  </a:lnTo>
                  <a:lnTo>
                    <a:pt x="1623560" y="2803276"/>
                  </a:lnTo>
                  <a:lnTo>
                    <a:pt x="1624195" y="2802856"/>
                  </a:lnTo>
                  <a:lnTo>
                    <a:pt x="1624830" y="2802435"/>
                  </a:lnTo>
                  <a:lnTo>
                    <a:pt x="1625465" y="2801955"/>
                  </a:lnTo>
                  <a:lnTo>
                    <a:pt x="1626099" y="2801192"/>
                  </a:lnTo>
                  <a:lnTo>
                    <a:pt x="1626734" y="2800555"/>
                  </a:lnTo>
                  <a:lnTo>
                    <a:pt x="1627369" y="2799623"/>
                  </a:lnTo>
                  <a:lnTo>
                    <a:pt x="1628004" y="2798611"/>
                  </a:lnTo>
                  <a:lnTo>
                    <a:pt x="1628639" y="2797599"/>
                  </a:lnTo>
                  <a:lnTo>
                    <a:pt x="1629274" y="2796587"/>
                  </a:lnTo>
                  <a:lnTo>
                    <a:pt x="1629909" y="2795656"/>
                  </a:lnTo>
                  <a:lnTo>
                    <a:pt x="1630543" y="2794846"/>
                  </a:lnTo>
                  <a:lnTo>
                    <a:pt x="1631178" y="2794036"/>
                  </a:lnTo>
                  <a:lnTo>
                    <a:pt x="1631813" y="2793318"/>
                  </a:lnTo>
                  <a:lnTo>
                    <a:pt x="1632448" y="2792711"/>
                  </a:lnTo>
                  <a:lnTo>
                    <a:pt x="1633083" y="2792103"/>
                  </a:lnTo>
                  <a:lnTo>
                    <a:pt x="1633718" y="2791496"/>
                  </a:lnTo>
                  <a:lnTo>
                    <a:pt x="1634352" y="2790889"/>
                  </a:lnTo>
                  <a:lnTo>
                    <a:pt x="1634987" y="2790383"/>
                  </a:lnTo>
                  <a:lnTo>
                    <a:pt x="1635622" y="2790170"/>
                  </a:lnTo>
                  <a:lnTo>
                    <a:pt x="1636257" y="2789998"/>
                  </a:lnTo>
                  <a:lnTo>
                    <a:pt x="1636892" y="2790119"/>
                  </a:lnTo>
                  <a:lnTo>
                    <a:pt x="1637527" y="2790322"/>
                  </a:lnTo>
                  <a:lnTo>
                    <a:pt x="1638162" y="2790524"/>
                  </a:lnTo>
                  <a:lnTo>
                    <a:pt x="1638796" y="2790727"/>
                  </a:lnTo>
                  <a:lnTo>
                    <a:pt x="1639431" y="2790848"/>
                  </a:lnTo>
                  <a:lnTo>
                    <a:pt x="1640066" y="2790848"/>
                  </a:lnTo>
                  <a:lnTo>
                    <a:pt x="1640701" y="2790848"/>
                  </a:lnTo>
                  <a:lnTo>
                    <a:pt x="1641336" y="2790798"/>
                  </a:lnTo>
                  <a:lnTo>
                    <a:pt x="1641971" y="2790798"/>
                  </a:lnTo>
                  <a:lnTo>
                    <a:pt x="1642605" y="2790798"/>
                  </a:lnTo>
                  <a:lnTo>
                    <a:pt x="1643240" y="2790798"/>
                  </a:lnTo>
                  <a:lnTo>
                    <a:pt x="1643875" y="2790798"/>
                  </a:lnTo>
                  <a:lnTo>
                    <a:pt x="1644510" y="2790798"/>
                  </a:lnTo>
                  <a:lnTo>
                    <a:pt x="1645145" y="2790798"/>
                  </a:lnTo>
                  <a:lnTo>
                    <a:pt x="1645780" y="2790798"/>
                  </a:lnTo>
                  <a:lnTo>
                    <a:pt x="1646415" y="2790975"/>
                  </a:lnTo>
                  <a:lnTo>
                    <a:pt x="1647049" y="2791152"/>
                  </a:lnTo>
                  <a:lnTo>
                    <a:pt x="1647684" y="2791336"/>
                  </a:lnTo>
                  <a:lnTo>
                    <a:pt x="1648319" y="2791388"/>
                  </a:lnTo>
                  <a:lnTo>
                    <a:pt x="1648954" y="2791440"/>
                  </a:lnTo>
                  <a:lnTo>
                    <a:pt x="1649589" y="2791251"/>
                  </a:lnTo>
                  <a:lnTo>
                    <a:pt x="1650224" y="2790971"/>
                  </a:lnTo>
                  <a:lnTo>
                    <a:pt x="1650858" y="2790691"/>
                  </a:lnTo>
                  <a:lnTo>
                    <a:pt x="1651493" y="2790594"/>
                  </a:lnTo>
                  <a:lnTo>
                    <a:pt x="1652128" y="2790635"/>
                  </a:lnTo>
                  <a:lnTo>
                    <a:pt x="1652763" y="2790675"/>
                  </a:lnTo>
                  <a:lnTo>
                    <a:pt x="1653398" y="2790719"/>
                  </a:lnTo>
                  <a:lnTo>
                    <a:pt x="1654033" y="2790743"/>
                  </a:lnTo>
                  <a:lnTo>
                    <a:pt x="1654667" y="2790657"/>
                  </a:lnTo>
                  <a:lnTo>
                    <a:pt x="1655302" y="2790518"/>
                  </a:lnTo>
                  <a:lnTo>
                    <a:pt x="1655937" y="2790161"/>
                  </a:lnTo>
                  <a:lnTo>
                    <a:pt x="1656572" y="2789495"/>
                  </a:lnTo>
                  <a:lnTo>
                    <a:pt x="1657207" y="2788858"/>
                  </a:lnTo>
                  <a:lnTo>
                    <a:pt x="1657842" y="2788221"/>
                  </a:lnTo>
                  <a:lnTo>
                    <a:pt x="1658477" y="2787555"/>
                  </a:lnTo>
                  <a:lnTo>
                    <a:pt x="1659111" y="2787099"/>
                  </a:lnTo>
                  <a:lnTo>
                    <a:pt x="1659746" y="2786722"/>
                  </a:lnTo>
                  <a:lnTo>
                    <a:pt x="1660381" y="2786216"/>
                  </a:lnTo>
                  <a:lnTo>
                    <a:pt x="1661016" y="2785639"/>
                  </a:lnTo>
                  <a:lnTo>
                    <a:pt x="1661651" y="2784779"/>
                  </a:lnTo>
                  <a:lnTo>
                    <a:pt x="1662286" y="2783878"/>
                  </a:lnTo>
                  <a:lnTo>
                    <a:pt x="1662920" y="2782450"/>
                  </a:lnTo>
                  <a:lnTo>
                    <a:pt x="1663555" y="2780861"/>
                  </a:lnTo>
                  <a:lnTo>
                    <a:pt x="1664190" y="2779444"/>
                  </a:lnTo>
                  <a:lnTo>
                    <a:pt x="1664825" y="2778159"/>
                  </a:lnTo>
                  <a:lnTo>
                    <a:pt x="1665460" y="2777359"/>
                  </a:lnTo>
                  <a:lnTo>
                    <a:pt x="1666095" y="2777008"/>
                  </a:lnTo>
                  <a:lnTo>
                    <a:pt x="1666730" y="2776756"/>
                  </a:lnTo>
                  <a:lnTo>
                    <a:pt x="1667364" y="2776490"/>
                  </a:lnTo>
                  <a:lnTo>
                    <a:pt x="1667999" y="2776155"/>
                  </a:lnTo>
                  <a:lnTo>
                    <a:pt x="1668634" y="2775957"/>
                  </a:lnTo>
                  <a:lnTo>
                    <a:pt x="1669269" y="2775547"/>
                  </a:lnTo>
                  <a:lnTo>
                    <a:pt x="1669904" y="2774936"/>
                  </a:lnTo>
                  <a:lnTo>
                    <a:pt x="1670539" y="2774376"/>
                  </a:lnTo>
                  <a:lnTo>
                    <a:pt x="1671173" y="2773773"/>
                  </a:lnTo>
                  <a:lnTo>
                    <a:pt x="1671808" y="2773008"/>
                  </a:lnTo>
                  <a:lnTo>
                    <a:pt x="1672443" y="2772525"/>
                  </a:lnTo>
                  <a:lnTo>
                    <a:pt x="1673078" y="2772144"/>
                  </a:lnTo>
                  <a:lnTo>
                    <a:pt x="1673713" y="2771861"/>
                  </a:lnTo>
                  <a:lnTo>
                    <a:pt x="1674348" y="2771470"/>
                  </a:lnTo>
                  <a:lnTo>
                    <a:pt x="1674983" y="2770987"/>
                  </a:lnTo>
                  <a:lnTo>
                    <a:pt x="1675617" y="2770429"/>
                  </a:lnTo>
                  <a:lnTo>
                    <a:pt x="1676252" y="2769808"/>
                  </a:lnTo>
                  <a:lnTo>
                    <a:pt x="1676887" y="2769480"/>
                  </a:lnTo>
                  <a:lnTo>
                    <a:pt x="1677522" y="2768980"/>
                  </a:lnTo>
                  <a:lnTo>
                    <a:pt x="1678157" y="2768460"/>
                  </a:lnTo>
                  <a:lnTo>
                    <a:pt x="1678792" y="2768040"/>
                  </a:lnTo>
                  <a:lnTo>
                    <a:pt x="1679426" y="2767812"/>
                  </a:lnTo>
                  <a:lnTo>
                    <a:pt x="1680061" y="2767499"/>
                  </a:lnTo>
                  <a:lnTo>
                    <a:pt x="1680696" y="2767372"/>
                  </a:lnTo>
                  <a:lnTo>
                    <a:pt x="1681331" y="2767282"/>
                  </a:lnTo>
                  <a:lnTo>
                    <a:pt x="1681966" y="2767190"/>
                  </a:lnTo>
                  <a:lnTo>
                    <a:pt x="1682601" y="2767232"/>
                  </a:lnTo>
                  <a:lnTo>
                    <a:pt x="1683236" y="2767149"/>
                  </a:lnTo>
                  <a:lnTo>
                    <a:pt x="1683870" y="2767086"/>
                  </a:lnTo>
                  <a:lnTo>
                    <a:pt x="1684505" y="2767023"/>
                  </a:lnTo>
                  <a:lnTo>
                    <a:pt x="1685140" y="2767127"/>
                  </a:lnTo>
                  <a:lnTo>
                    <a:pt x="1685775" y="2767380"/>
                  </a:lnTo>
                  <a:lnTo>
                    <a:pt x="1686410" y="2767582"/>
                  </a:lnTo>
                  <a:lnTo>
                    <a:pt x="1687045" y="2767785"/>
                  </a:lnTo>
                  <a:lnTo>
                    <a:pt x="1687679" y="2767987"/>
                  </a:lnTo>
                  <a:lnTo>
                    <a:pt x="1688314" y="2768190"/>
                  </a:lnTo>
                  <a:lnTo>
                    <a:pt x="1688949" y="2768534"/>
                  </a:lnTo>
                  <a:lnTo>
                    <a:pt x="1689584" y="2768939"/>
                  </a:lnTo>
                  <a:lnTo>
                    <a:pt x="1690219" y="2769344"/>
                  </a:lnTo>
                  <a:lnTo>
                    <a:pt x="1690854" y="2769708"/>
                  </a:lnTo>
                  <a:lnTo>
                    <a:pt x="1691489" y="2770072"/>
                  </a:lnTo>
                  <a:lnTo>
                    <a:pt x="1692123" y="2770275"/>
                  </a:lnTo>
                  <a:lnTo>
                    <a:pt x="1692758" y="2770649"/>
                  </a:lnTo>
                  <a:lnTo>
                    <a:pt x="1693393" y="2771054"/>
                  </a:lnTo>
                  <a:lnTo>
                    <a:pt x="1694028" y="2771459"/>
                  </a:lnTo>
                  <a:lnTo>
                    <a:pt x="1694663" y="2771864"/>
                  </a:lnTo>
                  <a:lnTo>
                    <a:pt x="1695298" y="2772269"/>
                  </a:lnTo>
                  <a:lnTo>
                    <a:pt x="1695932" y="2772673"/>
                  </a:lnTo>
                  <a:lnTo>
                    <a:pt x="1696567" y="2773078"/>
                  </a:lnTo>
                  <a:lnTo>
                    <a:pt x="1697202" y="2773483"/>
                  </a:lnTo>
                  <a:lnTo>
                    <a:pt x="1697837" y="2773888"/>
                  </a:lnTo>
                  <a:lnTo>
                    <a:pt x="1698472" y="2774293"/>
                  </a:lnTo>
                  <a:lnTo>
                    <a:pt x="1699107" y="2774698"/>
                  </a:lnTo>
                  <a:lnTo>
                    <a:pt x="1699742" y="2775103"/>
                  </a:lnTo>
                  <a:lnTo>
                    <a:pt x="1700376" y="2775376"/>
                  </a:lnTo>
                  <a:lnTo>
                    <a:pt x="1701011" y="2775376"/>
                  </a:lnTo>
                  <a:lnTo>
                    <a:pt x="1701646" y="2775376"/>
                  </a:lnTo>
                  <a:lnTo>
                    <a:pt x="1702281" y="2775204"/>
                  </a:lnTo>
                  <a:lnTo>
                    <a:pt x="1702916" y="2775001"/>
                  </a:lnTo>
                  <a:lnTo>
                    <a:pt x="1703551" y="2774799"/>
                  </a:lnTo>
                  <a:lnTo>
                    <a:pt x="1704185" y="2774576"/>
                  </a:lnTo>
                  <a:lnTo>
                    <a:pt x="1704820" y="2774171"/>
                  </a:lnTo>
                  <a:lnTo>
                    <a:pt x="1705455" y="2773766"/>
                  </a:lnTo>
                  <a:lnTo>
                    <a:pt x="1706090" y="2773362"/>
                  </a:lnTo>
                  <a:lnTo>
                    <a:pt x="1706725" y="2772856"/>
                  </a:lnTo>
                  <a:lnTo>
                    <a:pt x="1707360" y="2772479"/>
                  </a:lnTo>
                  <a:lnTo>
                    <a:pt x="1707994" y="2772137"/>
                  </a:lnTo>
                  <a:lnTo>
                    <a:pt x="1708629" y="2771841"/>
                  </a:lnTo>
                  <a:lnTo>
                    <a:pt x="1709264" y="2771560"/>
                  </a:lnTo>
                  <a:lnTo>
                    <a:pt x="1709899" y="2771398"/>
                  </a:lnTo>
                  <a:lnTo>
                    <a:pt x="1710534" y="2771159"/>
                  </a:lnTo>
                  <a:lnTo>
                    <a:pt x="1711169" y="2770782"/>
                  </a:lnTo>
                  <a:lnTo>
                    <a:pt x="1711804" y="2770405"/>
                  </a:lnTo>
                  <a:lnTo>
                    <a:pt x="1712438" y="2770029"/>
                  </a:lnTo>
                  <a:lnTo>
                    <a:pt x="1713073" y="2769652"/>
                  </a:lnTo>
                  <a:lnTo>
                    <a:pt x="1713708" y="2769290"/>
                  </a:lnTo>
                  <a:lnTo>
                    <a:pt x="1714343" y="2769058"/>
                  </a:lnTo>
                  <a:lnTo>
                    <a:pt x="1714978" y="2768826"/>
                  </a:lnTo>
                  <a:lnTo>
                    <a:pt x="1715613" y="2768594"/>
                  </a:lnTo>
                  <a:lnTo>
                    <a:pt x="1716247" y="2768434"/>
                  </a:lnTo>
                  <a:lnTo>
                    <a:pt x="1716882" y="2768268"/>
                  </a:lnTo>
                  <a:lnTo>
                    <a:pt x="1717517" y="2767945"/>
                  </a:lnTo>
                  <a:lnTo>
                    <a:pt x="1718152" y="2767332"/>
                  </a:lnTo>
                  <a:lnTo>
                    <a:pt x="1718787" y="2766579"/>
                  </a:lnTo>
                  <a:lnTo>
                    <a:pt x="1719422" y="2765774"/>
                  </a:lnTo>
                  <a:lnTo>
                    <a:pt x="1720057" y="2764974"/>
                  </a:lnTo>
                  <a:lnTo>
                    <a:pt x="1720691" y="2764367"/>
                  </a:lnTo>
                  <a:lnTo>
                    <a:pt x="1721326" y="2763759"/>
                  </a:lnTo>
                  <a:lnTo>
                    <a:pt x="1721961" y="2763152"/>
                  </a:lnTo>
                  <a:lnTo>
                    <a:pt x="1722596" y="2762545"/>
                  </a:lnTo>
                  <a:lnTo>
                    <a:pt x="1723231" y="2761938"/>
                  </a:lnTo>
                  <a:lnTo>
                    <a:pt x="1723866" y="2761280"/>
                  </a:lnTo>
                  <a:lnTo>
                    <a:pt x="1724500" y="2760470"/>
                  </a:lnTo>
                  <a:lnTo>
                    <a:pt x="1725135" y="2759660"/>
                  </a:lnTo>
                  <a:lnTo>
                    <a:pt x="1725770" y="2758851"/>
                  </a:lnTo>
                  <a:lnTo>
                    <a:pt x="1726405" y="2758142"/>
                  </a:lnTo>
                  <a:lnTo>
                    <a:pt x="1727040" y="2757646"/>
                  </a:lnTo>
                  <a:lnTo>
                    <a:pt x="1727675" y="2757241"/>
                  </a:lnTo>
                  <a:lnTo>
                    <a:pt x="1728310" y="2757009"/>
                  </a:lnTo>
                  <a:lnTo>
                    <a:pt x="1728944" y="2756826"/>
                  </a:lnTo>
                  <a:lnTo>
                    <a:pt x="1729579" y="2756816"/>
                  </a:lnTo>
                  <a:lnTo>
                    <a:pt x="1730214" y="2756586"/>
                  </a:lnTo>
                  <a:lnTo>
                    <a:pt x="1730849" y="2756320"/>
                  </a:lnTo>
                  <a:lnTo>
                    <a:pt x="1731484" y="2756055"/>
                  </a:lnTo>
                  <a:lnTo>
                    <a:pt x="1732119" y="2755936"/>
                  </a:lnTo>
                  <a:lnTo>
                    <a:pt x="1732753" y="2755844"/>
                  </a:lnTo>
                  <a:lnTo>
                    <a:pt x="1733388" y="2755733"/>
                  </a:lnTo>
                  <a:lnTo>
                    <a:pt x="1734023" y="2755775"/>
                  </a:lnTo>
                  <a:lnTo>
                    <a:pt x="1734658" y="2755816"/>
                  </a:lnTo>
                  <a:lnTo>
                    <a:pt x="1735293" y="2755858"/>
                  </a:lnTo>
                  <a:lnTo>
                    <a:pt x="1735928" y="2755917"/>
                  </a:lnTo>
                  <a:lnTo>
                    <a:pt x="1736563" y="2755994"/>
                  </a:lnTo>
                  <a:lnTo>
                    <a:pt x="1737197" y="2756072"/>
                  </a:lnTo>
                  <a:lnTo>
                    <a:pt x="1737832" y="2756150"/>
                  </a:lnTo>
                  <a:lnTo>
                    <a:pt x="1738467" y="2756211"/>
                  </a:lnTo>
                  <a:lnTo>
                    <a:pt x="1739102" y="2756325"/>
                  </a:lnTo>
                  <a:lnTo>
                    <a:pt x="1739737" y="2756296"/>
                  </a:lnTo>
                  <a:lnTo>
                    <a:pt x="1740372" y="2756095"/>
                  </a:lnTo>
                  <a:lnTo>
                    <a:pt x="1741006" y="2755775"/>
                  </a:lnTo>
                  <a:lnTo>
                    <a:pt x="1741641" y="2755074"/>
                  </a:lnTo>
                  <a:lnTo>
                    <a:pt x="1742276" y="2754289"/>
                  </a:lnTo>
                  <a:lnTo>
                    <a:pt x="1742911" y="2753673"/>
                  </a:lnTo>
                  <a:lnTo>
                    <a:pt x="1743546" y="2752832"/>
                  </a:lnTo>
                  <a:lnTo>
                    <a:pt x="1744181" y="2752098"/>
                  </a:lnTo>
                  <a:lnTo>
                    <a:pt x="1744816" y="2751363"/>
                  </a:lnTo>
                  <a:lnTo>
                    <a:pt x="1745450" y="2750629"/>
                  </a:lnTo>
                  <a:lnTo>
                    <a:pt x="1746085" y="2749895"/>
                  </a:lnTo>
                  <a:lnTo>
                    <a:pt x="1746720" y="2749161"/>
                  </a:lnTo>
                  <a:lnTo>
                    <a:pt x="1747355" y="2748426"/>
                  </a:lnTo>
                  <a:lnTo>
                    <a:pt x="1747990" y="2747692"/>
                  </a:lnTo>
                  <a:lnTo>
                    <a:pt x="1748625" y="2746958"/>
                  </a:lnTo>
                  <a:lnTo>
                    <a:pt x="1749259" y="2746297"/>
                  </a:lnTo>
                  <a:lnTo>
                    <a:pt x="1749894" y="2745950"/>
                  </a:lnTo>
                  <a:lnTo>
                    <a:pt x="1750529" y="2745817"/>
                  </a:lnTo>
                  <a:lnTo>
                    <a:pt x="1751164" y="2745829"/>
                  </a:lnTo>
                  <a:lnTo>
                    <a:pt x="1751799" y="2745871"/>
                  </a:lnTo>
                  <a:lnTo>
                    <a:pt x="1752434" y="2745925"/>
                  </a:lnTo>
                  <a:lnTo>
                    <a:pt x="1753069" y="2746359"/>
                  </a:lnTo>
                  <a:lnTo>
                    <a:pt x="1753703" y="2746551"/>
                  </a:lnTo>
                  <a:lnTo>
                    <a:pt x="1754338" y="2746961"/>
                  </a:lnTo>
                  <a:lnTo>
                    <a:pt x="1754973" y="2747360"/>
                  </a:lnTo>
                  <a:lnTo>
                    <a:pt x="1755608" y="2747760"/>
                  </a:lnTo>
                  <a:lnTo>
                    <a:pt x="1756243" y="2748160"/>
                  </a:lnTo>
                  <a:lnTo>
                    <a:pt x="1756878" y="2748435"/>
                  </a:lnTo>
                  <a:lnTo>
                    <a:pt x="1757512" y="2748669"/>
                  </a:lnTo>
                  <a:lnTo>
                    <a:pt x="1758147" y="2748902"/>
                  </a:lnTo>
                  <a:lnTo>
                    <a:pt x="1758782" y="2749146"/>
                  </a:lnTo>
                  <a:lnTo>
                    <a:pt x="1759417" y="2749380"/>
                  </a:lnTo>
                  <a:lnTo>
                    <a:pt x="1760052" y="2749613"/>
                  </a:lnTo>
                  <a:lnTo>
                    <a:pt x="1760687" y="2749847"/>
                  </a:lnTo>
                  <a:lnTo>
                    <a:pt x="1761322" y="2750160"/>
                  </a:lnTo>
                  <a:lnTo>
                    <a:pt x="1761956" y="2750444"/>
                  </a:lnTo>
                  <a:lnTo>
                    <a:pt x="1762591" y="2750570"/>
                  </a:lnTo>
                  <a:lnTo>
                    <a:pt x="1763226" y="2750428"/>
                  </a:lnTo>
                  <a:lnTo>
                    <a:pt x="1763861" y="2749871"/>
                  </a:lnTo>
                  <a:lnTo>
                    <a:pt x="1764496" y="2749264"/>
                  </a:lnTo>
                  <a:lnTo>
                    <a:pt x="1765131" y="2748657"/>
                  </a:lnTo>
                  <a:lnTo>
                    <a:pt x="1765765" y="2748049"/>
                  </a:lnTo>
                  <a:lnTo>
                    <a:pt x="1766400" y="2747594"/>
                  </a:lnTo>
                  <a:lnTo>
                    <a:pt x="1767035" y="2747189"/>
                  </a:lnTo>
                  <a:lnTo>
                    <a:pt x="1767670" y="2746784"/>
                  </a:lnTo>
                  <a:lnTo>
                    <a:pt x="1768305" y="2746278"/>
                  </a:lnTo>
                  <a:lnTo>
                    <a:pt x="1768940" y="2745468"/>
                  </a:lnTo>
                  <a:lnTo>
                    <a:pt x="1769574" y="2744659"/>
                  </a:lnTo>
                  <a:lnTo>
                    <a:pt x="1770209" y="2743849"/>
                  </a:lnTo>
                  <a:lnTo>
                    <a:pt x="1770844" y="2743039"/>
                  </a:lnTo>
                  <a:lnTo>
                    <a:pt x="1771479" y="2742381"/>
                  </a:lnTo>
                  <a:lnTo>
                    <a:pt x="1772114" y="2741724"/>
                  </a:lnTo>
                  <a:lnTo>
                    <a:pt x="1772749" y="2741025"/>
                  </a:lnTo>
                  <a:lnTo>
                    <a:pt x="1773384" y="2740362"/>
                  </a:lnTo>
                  <a:lnTo>
                    <a:pt x="1774018" y="2739780"/>
                  </a:lnTo>
                  <a:lnTo>
                    <a:pt x="1774653" y="2739191"/>
                  </a:lnTo>
                  <a:lnTo>
                    <a:pt x="1775288" y="2738734"/>
                  </a:lnTo>
                  <a:lnTo>
                    <a:pt x="1775923" y="2738277"/>
                  </a:lnTo>
                  <a:lnTo>
                    <a:pt x="1776558" y="2738041"/>
                  </a:lnTo>
                  <a:lnTo>
                    <a:pt x="1777193" y="2737714"/>
                  </a:lnTo>
                  <a:lnTo>
                    <a:pt x="1777827" y="2737437"/>
                  </a:lnTo>
                  <a:lnTo>
                    <a:pt x="1778462" y="2737130"/>
                  </a:lnTo>
                  <a:lnTo>
                    <a:pt x="1779097" y="2736684"/>
                  </a:lnTo>
                  <a:lnTo>
                    <a:pt x="1779732" y="2736239"/>
                  </a:lnTo>
                  <a:lnTo>
                    <a:pt x="1780367" y="2735790"/>
                  </a:lnTo>
                  <a:lnTo>
                    <a:pt x="1781002" y="2735361"/>
                  </a:lnTo>
                  <a:lnTo>
                    <a:pt x="1781637" y="2735093"/>
                  </a:lnTo>
                  <a:lnTo>
                    <a:pt x="1782271" y="2734868"/>
                  </a:lnTo>
                  <a:lnTo>
                    <a:pt x="1782906" y="2734749"/>
                  </a:lnTo>
                  <a:lnTo>
                    <a:pt x="1783541" y="2734808"/>
                  </a:lnTo>
                  <a:lnTo>
                    <a:pt x="1784176" y="2734837"/>
                  </a:lnTo>
                  <a:lnTo>
                    <a:pt x="1784811" y="2734867"/>
                  </a:lnTo>
                  <a:lnTo>
                    <a:pt x="1785446" y="2734926"/>
                  </a:lnTo>
                  <a:lnTo>
                    <a:pt x="1786080" y="2734795"/>
                  </a:lnTo>
                  <a:lnTo>
                    <a:pt x="1786715" y="2734594"/>
                  </a:lnTo>
                  <a:lnTo>
                    <a:pt x="1787350" y="2734494"/>
                  </a:lnTo>
                  <a:lnTo>
                    <a:pt x="1787985" y="2734332"/>
                  </a:lnTo>
                  <a:lnTo>
                    <a:pt x="1788620" y="2733957"/>
                  </a:lnTo>
                  <a:lnTo>
                    <a:pt x="1789255" y="2733350"/>
                  </a:lnTo>
                  <a:lnTo>
                    <a:pt x="1789890" y="2733158"/>
                  </a:lnTo>
                  <a:lnTo>
                    <a:pt x="1790524" y="2733128"/>
                  </a:lnTo>
                  <a:lnTo>
                    <a:pt x="1791159" y="2732925"/>
                  </a:lnTo>
                  <a:lnTo>
                    <a:pt x="1791794" y="2732804"/>
                  </a:lnTo>
                  <a:lnTo>
                    <a:pt x="1792429" y="2732460"/>
                  </a:lnTo>
                  <a:lnTo>
                    <a:pt x="1793064" y="2731799"/>
                  </a:lnTo>
                  <a:lnTo>
                    <a:pt x="1793699" y="2731039"/>
                  </a:lnTo>
                  <a:lnTo>
                    <a:pt x="1794333" y="2730293"/>
                  </a:lnTo>
                  <a:lnTo>
                    <a:pt x="1794968" y="2729429"/>
                  </a:lnTo>
                  <a:lnTo>
                    <a:pt x="1795603" y="2728520"/>
                  </a:lnTo>
                  <a:lnTo>
                    <a:pt x="1796238" y="2728003"/>
                  </a:lnTo>
                  <a:lnTo>
                    <a:pt x="1796873" y="2727553"/>
                  </a:lnTo>
                  <a:lnTo>
                    <a:pt x="1797508" y="2727315"/>
                  </a:lnTo>
                  <a:lnTo>
                    <a:pt x="1798143" y="2727766"/>
                  </a:lnTo>
                  <a:lnTo>
                    <a:pt x="1798777" y="2728536"/>
                  </a:lnTo>
                  <a:lnTo>
                    <a:pt x="1799412" y="2729164"/>
                  </a:lnTo>
                  <a:lnTo>
                    <a:pt x="1800047" y="2729689"/>
                  </a:lnTo>
                  <a:lnTo>
                    <a:pt x="1800682" y="2730214"/>
                  </a:lnTo>
                  <a:lnTo>
                    <a:pt x="1801317" y="2730536"/>
                  </a:lnTo>
                  <a:lnTo>
                    <a:pt x="1801952" y="2730859"/>
                  </a:lnTo>
                  <a:lnTo>
                    <a:pt x="1802586" y="2731257"/>
                  </a:lnTo>
                  <a:lnTo>
                    <a:pt x="1803221" y="2731810"/>
                  </a:lnTo>
                  <a:lnTo>
                    <a:pt x="1803856" y="2732099"/>
                  </a:lnTo>
                  <a:lnTo>
                    <a:pt x="1804491" y="2732562"/>
                  </a:lnTo>
                  <a:lnTo>
                    <a:pt x="1805126" y="2732964"/>
                  </a:lnTo>
                  <a:lnTo>
                    <a:pt x="1805761" y="2733326"/>
                  </a:lnTo>
                  <a:lnTo>
                    <a:pt x="1806396" y="2733499"/>
                  </a:lnTo>
                  <a:lnTo>
                    <a:pt x="1807030" y="2733641"/>
                  </a:lnTo>
                  <a:lnTo>
                    <a:pt x="1807665" y="2733595"/>
                  </a:lnTo>
                  <a:lnTo>
                    <a:pt x="1808300" y="2733646"/>
                  </a:lnTo>
                  <a:lnTo>
                    <a:pt x="1808935" y="2733848"/>
                  </a:lnTo>
                  <a:lnTo>
                    <a:pt x="1809570" y="2734051"/>
                  </a:lnTo>
                  <a:lnTo>
                    <a:pt x="1810205" y="2734101"/>
                  </a:lnTo>
                  <a:lnTo>
                    <a:pt x="1810839" y="2734273"/>
                  </a:lnTo>
                  <a:lnTo>
                    <a:pt x="1811474" y="2734273"/>
                  </a:lnTo>
                  <a:lnTo>
                    <a:pt x="1812109" y="2734132"/>
                  </a:lnTo>
                  <a:lnTo>
                    <a:pt x="1812744" y="2733929"/>
                  </a:lnTo>
                  <a:lnTo>
                    <a:pt x="1813379" y="2733727"/>
                  </a:lnTo>
                  <a:lnTo>
                    <a:pt x="1814014" y="2733524"/>
                  </a:lnTo>
                  <a:lnTo>
                    <a:pt x="1814649" y="2733322"/>
                  </a:lnTo>
                  <a:lnTo>
                    <a:pt x="1815283" y="2733120"/>
                  </a:lnTo>
                  <a:lnTo>
                    <a:pt x="1815918" y="2732775"/>
                  </a:lnTo>
                  <a:lnTo>
                    <a:pt x="1816553" y="2732371"/>
                  </a:lnTo>
                  <a:lnTo>
                    <a:pt x="1817188" y="2731885"/>
                  </a:lnTo>
                  <a:lnTo>
                    <a:pt x="1817823" y="2731277"/>
                  </a:lnTo>
                  <a:lnTo>
                    <a:pt x="1818458" y="2730670"/>
                  </a:lnTo>
                  <a:lnTo>
                    <a:pt x="1819092" y="2730063"/>
                  </a:lnTo>
                  <a:lnTo>
                    <a:pt x="1819727" y="2729607"/>
                  </a:lnTo>
                  <a:lnTo>
                    <a:pt x="1820362" y="2729233"/>
                  </a:lnTo>
                  <a:lnTo>
                    <a:pt x="1820997" y="2728848"/>
                  </a:lnTo>
                  <a:lnTo>
                    <a:pt x="1821632" y="2728444"/>
                  </a:lnTo>
                  <a:lnTo>
                    <a:pt x="1822267" y="2728008"/>
                  </a:lnTo>
                  <a:lnTo>
                    <a:pt x="1822901" y="2727219"/>
                  </a:lnTo>
                  <a:lnTo>
                    <a:pt x="1823536" y="2726409"/>
                  </a:lnTo>
                  <a:lnTo>
                    <a:pt x="1824171" y="2725599"/>
                  </a:lnTo>
                  <a:lnTo>
                    <a:pt x="1824806" y="2724790"/>
                  </a:lnTo>
                  <a:lnTo>
                    <a:pt x="1825441" y="2723980"/>
                  </a:lnTo>
                  <a:lnTo>
                    <a:pt x="1826076" y="2723170"/>
                  </a:lnTo>
                  <a:lnTo>
                    <a:pt x="1826711" y="2722442"/>
                  </a:lnTo>
                  <a:lnTo>
                    <a:pt x="1827345" y="2721834"/>
                  </a:lnTo>
                  <a:lnTo>
                    <a:pt x="1827980" y="2721288"/>
                  </a:lnTo>
                  <a:lnTo>
                    <a:pt x="1828615" y="2720681"/>
                  </a:lnTo>
                  <a:lnTo>
                    <a:pt x="1829250" y="2720073"/>
                  </a:lnTo>
                  <a:lnTo>
                    <a:pt x="1829885" y="2719466"/>
                  </a:lnTo>
                  <a:lnTo>
                    <a:pt x="1830520" y="2718838"/>
                  </a:lnTo>
                  <a:lnTo>
                    <a:pt x="1831154" y="2718474"/>
                  </a:lnTo>
                  <a:lnTo>
                    <a:pt x="1831789" y="2718208"/>
                  </a:lnTo>
                  <a:lnTo>
                    <a:pt x="1832424" y="2718150"/>
                  </a:lnTo>
                  <a:lnTo>
                    <a:pt x="1833059" y="2718109"/>
                  </a:lnTo>
                  <a:lnTo>
                    <a:pt x="1833694" y="2718003"/>
                  </a:lnTo>
                  <a:lnTo>
                    <a:pt x="1834329" y="2717618"/>
                  </a:lnTo>
                  <a:lnTo>
                    <a:pt x="1834964" y="2717015"/>
                  </a:lnTo>
                  <a:lnTo>
                    <a:pt x="1835598" y="2716366"/>
                  </a:lnTo>
                  <a:lnTo>
                    <a:pt x="1836233" y="2715702"/>
                  </a:lnTo>
                  <a:lnTo>
                    <a:pt x="1836868" y="2714920"/>
                  </a:lnTo>
                  <a:lnTo>
                    <a:pt x="1837503" y="2714315"/>
                  </a:lnTo>
                  <a:lnTo>
                    <a:pt x="1838138" y="2713747"/>
                  </a:lnTo>
                  <a:lnTo>
                    <a:pt x="1838773" y="2713179"/>
                  </a:lnTo>
                  <a:lnTo>
                    <a:pt x="1839407" y="2712611"/>
                  </a:lnTo>
                  <a:lnTo>
                    <a:pt x="1840042" y="2712209"/>
                  </a:lnTo>
                  <a:lnTo>
                    <a:pt x="1840677" y="2711813"/>
                  </a:lnTo>
                  <a:lnTo>
                    <a:pt x="1841312" y="2711366"/>
                  </a:lnTo>
                  <a:lnTo>
                    <a:pt x="1841947" y="2710789"/>
                  </a:lnTo>
                  <a:lnTo>
                    <a:pt x="1842582" y="2710211"/>
                  </a:lnTo>
                  <a:lnTo>
                    <a:pt x="1843217" y="2709763"/>
                  </a:lnTo>
                  <a:lnTo>
                    <a:pt x="1843851" y="2709505"/>
                  </a:lnTo>
                  <a:lnTo>
                    <a:pt x="1844486" y="2709626"/>
                  </a:lnTo>
                  <a:lnTo>
                    <a:pt x="1845121" y="2710035"/>
                  </a:lnTo>
                  <a:lnTo>
                    <a:pt x="1845756" y="2710587"/>
                  </a:lnTo>
                  <a:lnTo>
                    <a:pt x="1846391" y="2711189"/>
                  </a:lnTo>
                  <a:lnTo>
                    <a:pt x="1847026" y="2711807"/>
                  </a:lnTo>
                  <a:lnTo>
                    <a:pt x="1847660" y="2712414"/>
                  </a:lnTo>
                  <a:lnTo>
                    <a:pt x="1848295" y="2713021"/>
                  </a:lnTo>
                  <a:lnTo>
                    <a:pt x="1848930" y="2713628"/>
                  </a:lnTo>
                  <a:lnTo>
                    <a:pt x="1849565" y="2714236"/>
                  </a:lnTo>
                  <a:lnTo>
                    <a:pt x="1850200" y="2714843"/>
                  </a:lnTo>
                  <a:lnTo>
                    <a:pt x="1850835" y="2715501"/>
                  </a:lnTo>
                  <a:lnTo>
                    <a:pt x="1851470" y="2716290"/>
                  </a:lnTo>
                  <a:lnTo>
                    <a:pt x="1852104" y="2716898"/>
                  </a:lnTo>
                  <a:lnTo>
                    <a:pt x="1852739" y="2717505"/>
                  </a:lnTo>
                  <a:lnTo>
                    <a:pt x="1853374" y="2717879"/>
                  </a:lnTo>
                  <a:lnTo>
                    <a:pt x="1854009" y="2718173"/>
                  </a:lnTo>
                  <a:lnTo>
                    <a:pt x="1854644" y="2718375"/>
                  </a:lnTo>
                  <a:lnTo>
                    <a:pt x="1855279" y="2718406"/>
                  </a:lnTo>
                  <a:lnTo>
                    <a:pt x="1855913" y="2718406"/>
                  </a:lnTo>
                  <a:lnTo>
                    <a:pt x="1856548" y="2718426"/>
                  </a:lnTo>
                  <a:lnTo>
                    <a:pt x="1857183" y="2718628"/>
                  </a:lnTo>
                  <a:lnTo>
                    <a:pt x="1857818" y="2718831"/>
                  </a:lnTo>
                  <a:lnTo>
                    <a:pt x="1858453" y="2719033"/>
                  </a:lnTo>
                  <a:lnTo>
                    <a:pt x="1859088" y="2719236"/>
                  </a:lnTo>
                  <a:lnTo>
                    <a:pt x="1859723" y="2719438"/>
                  </a:lnTo>
                  <a:lnTo>
                    <a:pt x="1860357" y="2719590"/>
                  </a:lnTo>
                  <a:lnTo>
                    <a:pt x="1860992" y="2719590"/>
                  </a:lnTo>
                  <a:lnTo>
                    <a:pt x="1861627" y="2719428"/>
                  </a:lnTo>
                  <a:lnTo>
                    <a:pt x="1862262" y="2719281"/>
                  </a:lnTo>
                  <a:lnTo>
                    <a:pt x="1862897" y="2718941"/>
                  </a:lnTo>
                  <a:lnTo>
                    <a:pt x="1863532" y="2717790"/>
                  </a:lnTo>
                  <a:lnTo>
                    <a:pt x="1864166" y="2715815"/>
                  </a:lnTo>
                  <a:lnTo>
                    <a:pt x="1864801" y="2713531"/>
                  </a:lnTo>
                  <a:lnTo>
                    <a:pt x="1865436" y="2711258"/>
                  </a:lnTo>
                  <a:lnTo>
                    <a:pt x="1866071" y="2708610"/>
                  </a:lnTo>
                  <a:lnTo>
                    <a:pt x="1866706" y="2705834"/>
                  </a:lnTo>
                  <a:lnTo>
                    <a:pt x="1867341" y="2703003"/>
                  </a:lnTo>
                  <a:lnTo>
                    <a:pt x="1867976" y="2700228"/>
                  </a:lnTo>
                  <a:lnTo>
                    <a:pt x="1868610" y="2697639"/>
                  </a:lnTo>
                  <a:lnTo>
                    <a:pt x="1869245" y="2695073"/>
                  </a:lnTo>
                  <a:lnTo>
                    <a:pt x="1869880" y="2692503"/>
                  </a:lnTo>
                  <a:lnTo>
                    <a:pt x="1870515" y="2690168"/>
                  </a:lnTo>
                  <a:lnTo>
                    <a:pt x="1871150" y="2687888"/>
                  </a:lnTo>
                  <a:lnTo>
                    <a:pt x="1871785" y="2685733"/>
                  </a:lnTo>
                  <a:lnTo>
                    <a:pt x="1872419" y="2683468"/>
                  </a:lnTo>
                  <a:lnTo>
                    <a:pt x="1873054" y="2681722"/>
                  </a:lnTo>
                  <a:lnTo>
                    <a:pt x="1873689" y="2680591"/>
                  </a:lnTo>
                  <a:lnTo>
                    <a:pt x="1874324" y="2679840"/>
                  </a:lnTo>
                  <a:lnTo>
                    <a:pt x="1874959" y="2679467"/>
                  </a:lnTo>
                  <a:lnTo>
                    <a:pt x="1875594" y="2679100"/>
                  </a:lnTo>
                  <a:lnTo>
                    <a:pt x="1876228" y="2678910"/>
                  </a:lnTo>
                  <a:lnTo>
                    <a:pt x="1876863" y="2679125"/>
                  </a:lnTo>
                  <a:lnTo>
                    <a:pt x="1877498" y="2679259"/>
                  </a:lnTo>
                  <a:lnTo>
                    <a:pt x="1878133" y="2679348"/>
                  </a:lnTo>
                  <a:lnTo>
                    <a:pt x="1878768" y="2679508"/>
                  </a:lnTo>
                  <a:lnTo>
                    <a:pt x="1879403" y="2679758"/>
                  </a:lnTo>
                  <a:lnTo>
                    <a:pt x="1880038" y="2679921"/>
                  </a:lnTo>
                  <a:lnTo>
                    <a:pt x="1880672" y="2680215"/>
                  </a:lnTo>
                  <a:lnTo>
                    <a:pt x="1881307" y="2680493"/>
                  </a:lnTo>
                  <a:lnTo>
                    <a:pt x="1881942" y="2680695"/>
                  </a:lnTo>
                  <a:lnTo>
                    <a:pt x="1882577" y="2680645"/>
                  </a:lnTo>
                  <a:lnTo>
                    <a:pt x="1883212" y="2680479"/>
                  </a:lnTo>
                  <a:lnTo>
                    <a:pt x="1883847" y="2680579"/>
                  </a:lnTo>
                  <a:lnTo>
                    <a:pt x="1884481" y="2680692"/>
                  </a:lnTo>
                  <a:lnTo>
                    <a:pt x="1885116" y="2680805"/>
                  </a:lnTo>
                  <a:lnTo>
                    <a:pt x="1885751" y="2680917"/>
                  </a:lnTo>
                  <a:lnTo>
                    <a:pt x="1886386" y="2681030"/>
                  </a:lnTo>
                  <a:lnTo>
                    <a:pt x="1887021" y="2681070"/>
                  </a:lnTo>
                  <a:lnTo>
                    <a:pt x="1887656" y="2681038"/>
                  </a:lnTo>
                  <a:lnTo>
                    <a:pt x="1888291" y="2680832"/>
                  </a:lnTo>
                  <a:lnTo>
                    <a:pt x="1888925" y="2680504"/>
                  </a:lnTo>
                  <a:lnTo>
                    <a:pt x="1889560" y="2680041"/>
                  </a:lnTo>
                  <a:lnTo>
                    <a:pt x="1890195" y="2679913"/>
                  </a:lnTo>
                  <a:lnTo>
                    <a:pt x="1890830" y="2679971"/>
                  </a:lnTo>
                  <a:lnTo>
                    <a:pt x="1891465" y="2680175"/>
                  </a:lnTo>
                  <a:lnTo>
                    <a:pt x="1892100" y="2680264"/>
                  </a:lnTo>
                  <a:lnTo>
                    <a:pt x="1892734" y="2680461"/>
                  </a:lnTo>
                  <a:lnTo>
                    <a:pt x="1893369" y="2680527"/>
                  </a:lnTo>
                  <a:lnTo>
                    <a:pt x="1894004" y="2680122"/>
                  </a:lnTo>
                  <a:lnTo>
                    <a:pt x="1894639" y="2679717"/>
                  </a:lnTo>
                  <a:lnTo>
                    <a:pt x="1895274" y="2679363"/>
                  </a:lnTo>
                  <a:lnTo>
                    <a:pt x="1895909" y="2679160"/>
                  </a:lnTo>
                  <a:lnTo>
                    <a:pt x="1896544" y="2679059"/>
                  </a:lnTo>
                  <a:lnTo>
                    <a:pt x="1897178" y="2679059"/>
                  </a:lnTo>
                  <a:lnTo>
                    <a:pt x="1897813" y="2679191"/>
                  </a:lnTo>
                  <a:lnTo>
                    <a:pt x="1898448" y="2679059"/>
                  </a:lnTo>
                  <a:lnTo>
                    <a:pt x="1899083" y="2678907"/>
                  </a:lnTo>
                  <a:lnTo>
                    <a:pt x="1899718" y="2678715"/>
                  </a:lnTo>
                  <a:lnTo>
                    <a:pt x="1900353" y="2678189"/>
                  </a:lnTo>
                  <a:lnTo>
                    <a:pt x="1900987" y="2677703"/>
                  </a:lnTo>
                  <a:lnTo>
                    <a:pt x="1901622" y="2677490"/>
                  </a:lnTo>
                  <a:lnTo>
                    <a:pt x="1902257" y="2677288"/>
                  </a:lnTo>
                  <a:lnTo>
                    <a:pt x="1902892" y="2677116"/>
                  </a:lnTo>
                  <a:lnTo>
                    <a:pt x="1903527" y="2677136"/>
                  </a:lnTo>
                  <a:lnTo>
                    <a:pt x="1904162" y="2677338"/>
                  </a:lnTo>
                  <a:lnTo>
                    <a:pt x="1904797" y="2677490"/>
                  </a:lnTo>
                  <a:lnTo>
                    <a:pt x="1905431" y="2677490"/>
                  </a:lnTo>
                  <a:lnTo>
                    <a:pt x="1906066" y="2677430"/>
                  </a:lnTo>
                  <a:lnTo>
                    <a:pt x="1906701" y="2677207"/>
                  </a:lnTo>
                  <a:lnTo>
                    <a:pt x="1907336" y="2676802"/>
                  </a:lnTo>
                  <a:lnTo>
                    <a:pt x="1907971" y="2676579"/>
                  </a:lnTo>
                  <a:lnTo>
                    <a:pt x="1908606" y="2676326"/>
                  </a:lnTo>
                  <a:lnTo>
                    <a:pt x="1909240" y="2676164"/>
                  </a:lnTo>
                  <a:lnTo>
                    <a:pt x="1909875" y="2676235"/>
                  </a:lnTo>
                  <a:lnTo>
                    <a:pt x="1910510" y="2676438"/>
                  </a:lnTo>
                  <a:lnTo>
                    <a:pt x="1911145" y="2676640"/>
                  </a:lnTo>
                  <a:lnTo>
                    <a:pt x="1911780" y="2676650"/>
                  </a:lnTo>
                  <a:lnTo>
                    <a:pt x="1912415" y="2676650"/>
                  </a:lnTo>
                  <a:lnTo>
                    <a:pt x="1913050" y="2676468"/>
                  </a:lnTo>
                  <a:lnTo>
                    <a:pt x="1913684" y="2676235"/>
                  </a:lnTo>
                  <a:lnTo>
                    <a:pt x="1914319" y="2676033"/>
                  </a:lnTo>
                  <a:lnTo>
                    <a:pt x="1914954" y="2675962"/>
                  </a:lnTo>
                  <a:lnTo>
                    <a:pt x="1915589" y="2676448"/>
                  </a:lnTo>
                  <a:lnTo>
                    <a:pt x="1916224" y="2677369"/>
                  </a:lnTo>
                  <a:lnTo>
                    <a:pt x="1916859" y="2678563"/>
                  </a:lnTo>
                  <a:lnTo>
                    <a:pt x="1917493" y="2679575"/>
                  </a:lnTo>
                  <a:lnTo>
                    <a:pt x="1918128" y="2680587"/>
                  </a:lnTo>
                  <a:lnTo>
                    <a:pt x="1918763" y="2681438"/>
                  </a:lnTo>
                  <a:lnTo>
                    <a:pt x="1919398" y="2682176"/>
                  </a:lnTo>
                  <a:lnTo>
                    <a:pt x="1920033" y="2682784"/>
                  </a:lnTo>
                  <a:lnTo>
                    <a:pt x="1920668" y="2683249"/>
                  </a:lnTo>
                  <a:lnTo>
                    <a:pt x="1921303" y="2683846"/>
                  </a:lnTo>
                  <a:lnTo>
                    <a:pt x="1921937" y="2684454"/>
                  </a:lnTo>
                  <a:lnTo>
                    <a:pt x="1922572" y="2685091"/>
                  </a:lnTo>
                  <a:lnTo>
                    <a:pt x="1923207" y="2685132"/>
                  </a:lnTo>
                  <a:lnTo>
                    <a:pt x="1923842" y="2685132"/>
                  </a:lnTo>
                  <a:lnTo>
                    <a:pt x="1924477" y="2684929"/>
                  </a:lnTo>
                  <a:lnTo>
                    <a:pt x="1925112" y="2683745"/>
                  </a:lnTo>
                  <a:lnTo>
                    <a:pt x="1925746" y="2682116"/>
                  </a:lnTo>
                  <a:lnTo>
                    <a:pt x="1926381" y="2680334"/>
                  </a:lnTo>
                  <a:lnTo>
                    <a:pt x="1927016" y="2678715"/>
                  </a:lnTo>
                  <a:lnTo>
                    <a:pt x="1927651" y="2677244"/>
                  </a:lnTo>
                  <a:lnTo>
                    <a:pt x="1928286" y="2675924"/>
                  </a:lnTo>
                  <a:lnTo>
                    <a:pt x="1928921" y="2674628"/>
                  </a:lnTo>
                  <a:lnTo>
                    <a:pt x="1929555" y="2673258"/>
                  </a:lnTo>
                  <a:lnTo>
                    <a:pt x="1930190" y="2672004"/>
                  </a:lnTo>
                  <a:lnTo>
                    <a:pt x="1930825" y="2670642"/>
                  </a:lnTo>
                  <a:lnTo>
                    <a:pt x="1931460" y="2669272"/>
                  </a:lnTo>
                  <a:lnTo>
                    <a:pt x="1932095" y="2667977"/>
                  </a:lnTo>
                  <a:lnTo>
                    <a:pt x="1932730" y="2666931"/>
                  </a:lnTo>
                  <a:lnTo>
                    <a:pt x="1933365" y="2665785"/>
                  </a:lnTo>
                  <a:lnTo>
                    <a:pt x="1933999" y="2664556"/>
                  </a:lnTo>
                  <a:lnTo>
                    <a:pt x="1934634" y="2663642"/>
                  </a:lnTo>
                  <a:lnTo>
                    <a:pt x="1935269" y="2662861"/>
                  </a:lnTo>
                  <a:lnTo>
                    <a:pt x="1935904" y="2662102"/>
                  </a:lnTo>
                  <a:lnTo>
                    <a:pt x="1936539" y="2661360"/>
                  </a:lnTo>
                  <a:lnTo>
                    <a:pt x="1937174" y="2660975"/>
                  </a:lnTo>
                  <a:lnTo>
                    <a:pt x="1937808" y="2660499"/>
                  </a:lnTo>
                  <a:lnTo>
                    <a:pt x="1938443" y="2660003"/>
                  </a:lnTo>
                  <a:lnTo>
                    <a:pt x="1939078" y="2659588"/>
                  </a:lnTo>
                  <a:lnTo>
                    <a:pt x="1939713" y="2658981"/>
                  </a:lnTo>
                  <a:lnTo>
                    <a:pt x="1940348" y="2658394"/>
                  </a:lnTo>
                  <a:lnTo>
                    <a:pt x="1940983" y="2657503"/>
                  </a:lnTo>
                  <a:lnTo>
                    <a:pt x="1941618" y="2656531"/>
                  </a:lnTo>
                  <a:lnTo>
                    <a:pt x="1942252" y="2655570"/>
                  </a:lnTo>
                  <a:lnTo>
                    <a:pt x="1942887" y="2654689"/>
                  </a:lnTo>
                  <a:lnTo>
                    <a:pt x="1943522" y="2653981"/>
                  </a:lnTo>
                  <a:lnTo>
                    <a:pt x="1944157" y="2653454"/>
                  </a:lnTo>
                  <a:lnTo>
                    <a:pt x="1944792" y="2653050"/>
                  </a:lnTo>
                  <a:lnTo>
                    <a:pt x="1945427" y="2652645"/>
                  </a:lnTo>
                  <a:lnTo>
                    <a:pt x="1946061" y="2652240"/>
                  </a:lnTo>
                  <a:lnTo>
                    <a:pt x="1946696" y="2651683"/>
                  </a:lnTo>
                  <a:lnTo>
                    <a:pt x="1947331" y="2651046"/>
                  </a:lnTo>
                  <a:lnTo>
                    <a:pt x="1947966" y="2650418"/>
                  </a:lnTo>
                  <a:lnTo>
                    <a:pt x="1948601" y="2649821"/>
                  </a:lnTo>
                  <a:lnTo>
                    <a:pt x="1949236" y="2649446"/>
                  </a:lnTo>
                  <a:lnTo>
                    <a:pt x="1949871" y="2649406"/>
                  </a:lnTo>
                  <a:lnTo>
                    <a:pt x="1950505" y="2649457"/>
                  </a:lnTo>
                  <a:lnTo>
                    <a:pt x="1951140" y="2649457"/>
                  </a:lnTo>
                  <a:lnTo>
                    <a:pt x="1951775" y="2649608"/>
                  </a:lnTo>
                  <a:lnTo>
                    <a:pt x="1952410" y="2649811"/>
                  </a:lnTo>
                  <a:lnTo>
                    <a:pt x="1953045" y="2650013"/>
                  </a:lnTo>
                  <a:lnTo>
                    <a:pt x="1953680" y="2650135"/>
                  </a:lnTo>
                  <a:lnTo>
                    <a:pt x="1954314" y="2650003"/>
                  </a:lnTo>
                  <a:lnTo>
                    <a:pt x="1954949" y="2649942"/>
                  </a:lnTo>
                  <a:lnTo>
                    <a:pt x="1955584" y="2649882"/>
                  </a:lnTo>
                  <a:lnTo>
                    <a:pt x="1956219" y="2649517"/>
                  </a:lnTo>
                  <a:lnTo>
                    <a:pt x="1956854" y="2649112"/>
                  </a:lnTo>
                  <a:lnTo>
                    <a:pt x="1957489" y="2648708"/>
                  </a:lnTo>
                  <a:lnTo>
                    <a:pt x="1958124" y="2647706"/>
                  </a:lnTo>
                  <a:lnTo>
                    <a:pt x="1958758" y="2646554"/>
                  </a:lnTo>
                  <a:lnTo>
                    <a:pt x="1959393" y="2645775"/>
                  </a:lnTo>
                  <a:lnTo>
                    <a:pt x="1960028" y="2644928"/>
                  </a:lnTo>
                  <a:lnTo>
                    <a:pt x="1960663" y="2644405"/>
                  </a:lnTo>
                  <a:lnTo>
                    <a:pt x="1961298" y="2644057"/>
                  </a:lnTo>
                  <a:lnTo>
                    <a:pt x="1961933" y="2643891"/>
                  </a:lnTo>
                  <a:lnTo>
                    <a:pt x="1962567" y="2643724"/>
                  </a:lnTo>
                  <a:lnTo>
                    <a:pt x="1963202" y="2643558"/>
                  </a:lnTo>
                  <a:lnTo>
                    <a:pt x="1963837" y="2643500"/>
                  </a:lnTo>
                  <a:lnTo>
                    <a:pt x="1964472" y="2643401"/>
                  </a:lnTo>
                  <a:lnTo>
                    <a:pt x="1965107" y="2643450"/>
                  </a:lnTo>
                  <a:lnTo>
                    <a:pt x="1965742" y="2643700"/>
                  </a:lnTo>
                  <a:lnTo>
                    <a:pt x="1966377" y="2643758"/>
                  </a:lnTo>
                  <a:lnTo>
                    <a:pt x="1967011" y="2643517"/>
                  </a:lnTo>
                  <a:lnTo>
                    <a:pt x="1967646" y="2643280"/>
                  </a:lnTo>
                  <a:lnTo>
                    <a:pt x="1968281" y="2643279"/>
                  </a:lnTo>
                  <a:lnTo>
                    <a:pt x="1968916" y="2642978"/>
                  </a:lnTo>
                  <a:lnTo>
                    <a:pt x="1969551" y="2642735"/>
                  </a:lnTo>
                  <a:lnTo>
                    <a:pt x="1970186" y="2642182"/>
                  </a:lnTo>
                  <a:lnTo>
                    <a:pt x="1970820" y="2641330"/>
                  </a:lnTo>
                  <a:lnTo>
                    <a:pt x="1971455" y="2640256"/>
                  </a:lnTo>
                  <a:lnTo>
                    <a:pt x="1972090" y="2639182"/>
                  </a:lnTo>
                  <a:lnTo>
                    <a:pt x="1972725" y="2638108"/>
                  </a:lnTo>
                  <a:lnTo>
                    <a:pt x="1973360" y="2637033"/>
                  </a:lnTo>
                  <a:lnTo>
                    <a:pt x="1973995" y="2635939"/>
                  </a:lnTo>
                  <a:lnTo>
                    <a:pt x="1974630" y="2634662"/>
                  </a:lnTo>
                  <a:lnTo>
                    <a:pt x="1975264" y="2633435"/>
                  </a:lnTo>
                  <a:lnTo>
                    <a:pt x="1975899" y="2632432"/>
                  </a:lnTo>
                  <a:lnTo>
                    <a:pt x="1976534" y="2631579"/>
                  </a:lnTo>
                  <a:lnTo>
                    <a:pt x="1977169" y="2630992"/>
                  </a:lnTo>
                  <a:lnTo>
                    <a:pt x="1977804" y="2630477"/>
                  </a:lnTo>
                  <a:lnTo>
                    <a:pt x="1978439" y="2630155"/>
                  </a:lnTo>
                  <a:lnTo>
                    <a:pt x="1979073" y="2630217"/>
                  </a:lnTo>
                  <a:lnTo>
                    <a:pt x="1979708" y="2630076"/>
                  </a:lnTo>
                  <a:lnTo>
                    <a:pt x="1980343" y="2630248"/>
                  </a:lnTo>
                  <a:lnTo>
                    <a:pt x="1980978" y="2630450"/>
                  </a:lnTo>
                  <a:lnTo>
                    <a:pt x="1981613" y="2630652"/>
                  </a:lnTo>
                  <a:lnTo>
                    <a:pt x="1982248" y="2630855"/>
                  </a:lnTo>
                  <a:lnTo>
                    <a:pt x="1982883" y="2631244"/>
                  </a:lnTo>
                  <a:lnTo>
                    <a:pt x="1983517" y="2631653"/>
                  </a:lnTo>
                  <a:lnTo>
                    <a:pt x="1984152" y="2632110"/>
                  </a:lnTo>
                  <a:lnTo>
                    <a:pt x="1984787" y="2632709"/>
                  </a:lnTo>
                  <a:lnTo>
                    <a:pt x="1985422" y="2633251"/>
                  </a:lnTo>
                  <a:lnTo>
                    <a:pt x="1986057" y="2633655"/>
                  </a:lnTo>
                  <a:lnTo>
                    <a:pt x="1986692" y="2633828"/>
                  </a:lnTo>
                  <a:lnTo>
                    <a:pt x="1987326" y="2633928"/>
                  </a:lnTo>
                  <a:lnTo>
                    <a:pt x="1987961" y="2633935"/>
                  </a:lnTo>
                  <a:lnTo>
                    <a:pt x="1988596" y="2634105"/>
                  </a:lnTo>
                  <a:lnTo>
                    <a:pt x="1989231" y="2634274"/>
                  </a:lnTo>
                  <a:lnTo>
                    <a:pt x="1989866" y="2634364"/>
                  </a:lnTo>
                  <a:lnTo>
                    <a:pt x="1990501" y="2634908"/>
                  </a:lnTo>
                  <a:lnTo>
                    <a:pt x="1991135" y="2636232"/>
                  </a:lnTo>
                  <a:lnTo>
                    <a:pt x="1991770" y="2637859"/>
                  </a:lnTo>
                  <a:lnTo>
                    <a:pt x="1992405" y="2639238"/>
                  </a:lnTo>
                  <a:lnTo>
                    <a:pt x="1993040" y="2640782"/>
                  </a:lnTo>
                  <a:lnTo>
                    <a:pt x="1993675" y="2642390"/>
                  </a:lnTo>
                  <a:lnTo>
                    <a:pt x="1994310" y="2644030"/>
                  </a:lnTo>
                  <a:lnTo>
                    <a:pt x="1994945" y="2645786"/>
                  </a:lnTo>
                  <a:lnTo>
                    <a:pt x="1995579" y="2647667"/>
                  </a:lnTo>
                  <a:lnTo>
                    <a:pt x="1996214" y="2649720"/>
                  </a:lnTo>
                  <a:lnTo>
                    <a:pt x="1996849" y="2651844"/>
                  </a:lnTo>
                  <a:lnTo>
                    <a:pt x="1997484" y="2654043"/>
                  </a:lnTo>
                  <a:lnTo>
                    <a:pt x="1998119" y="2656237"/>
                  </a:lnTo>
                  <a:lnTo>
                    <a:pt x="1998754" y="2658417"/>
                  </a:lnTo>
                  <a:lnTo>
                    <a:pt x="1999388" y="2660928"/>
                  </a:lnTo>
                  <a:lnTo>
                    <a:pt x="2000023" y="2662954"/>
                  </a:lnTo>
                  <a:lnTo>
                    <a:pt x="2000658" y="2664374"/>
                  </a:lnTo>
                  <a:lnTo>
                    <a:pt x="2001293" y="2665534"/>
                  </a:lnTo>
                  <a:lnTo>
                    <a:pt x="2001928" y="2666412"/>
                  </a:lnTo>
                  <a:lnTo>
                    <a:pt x="2002563" y="2667172"/>
                  </a:lnTo>
                  <a:lnTo>
                    <a:pt x="2003198" y="2667807"/>
                  </a:lnTo>
                  <a:lnTo>
                    <a:pt x="2003832" y="2667860"/>
                  </a:lnTo>
                  <a:lnTo>
                    <a:pt x="2004467" y="2667548"/>
                  </a:lnTo>
                  <a:lnTo>
                    <a:pt x="2005102" y="2667065"/>
                  </a:lnTo>
                  <a:lnTo>
                    <a:pt x="2005737" y="2666522"/>
                  </a:lnTo>
                  <a:lnTo>
                    <a:pt x="2006372" y="2665712"/>
                  </a:lnTo>
                  <a:lnTo>
                    <a:pt x="2007007" y="2664903"/>
                  </a:lnTo>
                  <a:lnTo>
                    <a:pt x="2007641" y="2664245"/>
                  </a:lnTo>
                  <a:lnTo>
                    <a:pt x="2008276" y="2663678"/>
                  </a:lnTo>
                  <a:lnTo>
                    <a:pt x="2008911" y="2663279"/>
                  </a:lnTo>
                  <a:lnTo>
                    <a:pt x="2009546" y="2663132"/>
                  </a:lnTo>
                  <a:lnTo>
                    <a:pt x="2010181" y="2663101"/>
                  </a:lnTo>
                  <a:lnTo>
                    <a:pt x="2010816" y="2662927"/>
                  </a:lnTo>
                  <a:lnTo>
                    <a:pt x="2011451" y="2662854"/>
                  </a:lnTo>
                  <a:lnTo>
                    <a:pt x="2012085" y="2662913"/>
                  </a:lnTo>
                  <a:lnTo>
                    <a:pt x="2012720" y="2662769"/>
                  </a:lnTo>
                  <a:lnTo>
                    <a:pt x="2013355" y="2662757"/>
                  </a:lnTo>
                  <a:lnTo>
                    <a:pt x="2013990" y="2662979"/>
                  </a:lnTo>
                  <a:lnTo>
                    <a:pt x="2014625" y="2663334"/>
                  </a:lnTo>
                  <a:lnTo>
                    <a:pt x="2015260" y="2663834"/>
                  </a:lnTo>
                  <a:lnTo>
                    <a:pt x="2015894" y="2664384"/>
                  </a:lnTo>
                  <a:lnTo>
                    <a:pt x="2016529" y="2664935"/>
                  </a:lnTo>
                  <a:lnTo>
                    <a:pt x="2017164" y="2665285"/>
                  </a:lnTo>
                  <a:lnTo>
                    <a:pt x="2017799" y="2665379"/>
                  </a:lnTo>
                  <a:lnTo>
                    <a:pt x="2018434" y="2665175"/>
                  </a:lnTo>
                  <a:lnTo>
                    <a:pt x="2019069" y="2665086"/>
                  </a:lnTo>
                  <a:lnTo>
                    <a:pt x="2019704" y="2664889"/>
                  </a:lnTo>
                  <a:lnTo>
                    <a:pt x="2020338" y="2664479"/>
                  </a:lnTo>
                  <a:lnTo>
                    <a:pt x="2020973" y="2664479"/>
                  </a:lnTo>
                  <a:lnTo>
                    <a:pt x="2021608" y="2664479"/>
                  </a:lnTo>
                  <a:lnTo>
                    <a:pt x="2022243" y="2664681"/>
                  </a:lnTo>
                  <a:lnTo>
                    <a:pt x="2022878" y="2664884"/>
                  </a:lnTo>
                  <a:lnTo>
                    <a:pt x="2023513" y="2665096"/>
                  </a:lnTo>
                  <a:lnTo>
                    <a:pt x="2024147" y="2665539"/>
                  </a:lnTo>
                  <a:lnTo>
                    <a:pt x="2024782" y="2665797"/>
                  </a:lnTo>
                  <a:lnTo>
                    <a:pt x="2025417" y="2666072"/>
                  </a:lnTo>
                  <a:lnTo>
                    <a:pt x="2026052" y="2666332"/>
                  </a:lnTo>
                  <a:lnTo>
                    <a:pt x="2026687" y="2666509"/>
                  </a:lnTo>
                  <a:lnTo>
                    <a:pt x="2027322" y="2666808"/>
                  </a:lnTo>
                  <a:lnTo>
                    <a:pt x="2027957" y="2666881"/>
                  </a:lnTo>
                  <a:lnTo>
                    <a:pt x="2028591" y="2666638"/>
                  </a:lnTo>
                  <a:lnTo>
                    <a:pt x="2029226" y="2666385"/>
                  </a:lnTo>
                  <a:lnTo>
                    <a:pt x="2029861" y="2666266"/>
                  </a:lnTo>
                  <a:lnTo>
                    <a:pt x="2030496" y="2665983"/>
                  </a:lnTo>
                  <a:lnTo>
                    <a:pt x="2031131" y="2665700"/>
                  </a:lnTo>
                  <a:lnTo>
                    <a:pt x="2031766" y="2665417"/>
                  </a:lnTo>
                  <a:lnTo>
                    <a:pt x="2032400" y="2665193"/>
                  </a:lnTo>
                  <a:lnTo>
                    <a:pt x="2033035" y="2664789"/>
                  </a:lnTo>
                  <a:lnTo>
                    <a:pt x="2033670" y="2664382"/>
                  </a:lnTo>
                  <a:lnTo>
                    <a:pt x="2034305" y="2664046"/>
                  </a:lnTo>
                  <a:lnTo>
                    <a:pt x="2034940" y="2663467"/>
                  </a:lnTo>
                  <a:lnTo>
                    <a:pt x="2035575" y="2662764"/>
                  </a:lnTo>
                  <a:lnTo>
                    <a:pt x="2036210" y="2662187"/>
                  </a:lnTo>
                  <a:lnTo>
                    <a:pt x="2036844" y="2661490"/>
                  </a:lnTo>
                  <a:lnTo>
                    <a:pt x="2037479" y="2660835"/>
                  </a:lnTo>
                  <a:lnTo>
                    <a:pt x="2038114" y="2659938"/>
                  </a:lnTo>
                  <a:lnTo>
                    <a:pt x="2038749" y="2658983"/>
                  </a:lnTo>
                  <a:lnTo>
                    <a:pt x="2039384" y="2658038"/>
                  </a:lnTo>
                  <a:lnTo>
                    <a:pt x="2040019" y="2657178"/>
                  </a:lnTo>
                  <a:lnTo>
                    <a:pt x="2040653" y="2656262"/>
                  </a:lnTo>
                  <a:lnTo>
                    <a:pt x="2041288" y="2655314"/>
                  </a:lnTo>
                  <a:lnTo>
                    <a:pt x="2041923" y="2653917"/>
                  </a:lnTo>
                  <a:lnTo>
                    <a:pt x="2042558" y="2652753"/>
                  </a:lnTo>
                  <a:lnTo>
                    <a:pt x="2043193" y="2651599"/>
                  </a:lnTo>
                  <a:lnTo>
                    <a:pt x="2043828" y="2650425"/>
                  </a:lnTo>
                  <a:lnTo>
                    <a:pt x="2044462" y="2649615"/>
                  </a:lnTo>
                  <a:lnTo>
                    <a:pt x="2045097" y="2648968"/>
                  </a:lnTo>
                  <a:lnTo>
                    <a:pt x="2045732" y="2648360"/>
                  </a:lnTo>
                  <a:lnTo>
                    <a:pt x="2046367" y="2647945"/>
                  </a:lnTo>
                  <a:lnTo>
                    <a:pt x="2047002" y="2647723"/>
                  </a:lnTo>
                  <a:lnTo>
                    <a:pt x="2047637" y="2647976"/>
                  </a:lnTo>
                  <a:lnTo>
                    <a:pt x="2048272" y="2648391"/>
                  </a:lnTo>
                  <a:lnTo>
                    <a:pt x="2048906" y="2648796"/>
                  </a:lnTo>
                  <a:lnTo>
                    <a:pt x="2049541" y="2649261"/>
                  </a:lnTo>
                  <a:lnTo>
                    <a:pt x="2050176" y="2650263"/>
                  </a:lnTo>
                  <a:lnTo>
                    <a:pt x="2050811" y="2651275"/>
                  </a:lnTo>
                  <a:lnTo>
                    <a:pt x="2051446" y="2652358"/>
                  </a:lnTo>
                  <a:lnTo>
                    <a:pt x="2052081" y="2653927"/>
                  </a:lnTo>
                  <a:lnTo>
                    <a:pt x="2052715" y="2655719"/>
                  </a:lnTo>
                  <a:lnTo>
                    <a:pt x="2053350" y="2657702"/>
                  </a:lnTo>
                  <a:lnTo>
                    <a:pt x="2053985" y="2659524"/>
                  </a:lnTo>
                  <a:lnTo>
                    <a:pt x="2054620" y="2661197"/>
                  </a:lnTo>
                  <a:lnTo>
                    <a:pt x="2055255" y="2662923"/>
                  </a:lnTo>
                  <a:lnTo>
                    <a:pt x="2055890" y="2664623"/>
                  </a:lnTo>
                  <a:lnTo>
                    <a:pt x="2056525" y="2666398"/>
                  </a:lnTo>
                  <a:lnTo>
                    <a:pt x="2057159" y="2668057"/>
                  </a:lnTo>
                  <a:lnTo>
                    <a:pt x="2057794" y="2669823"/>
                  </a:lnTo>
                  <a:lnTo>
                    <a:pt x="2058429" y="2671598"/>
                  </a:lnTo>
                  <a:lnTo>
                    <a:pt x="2059064" y="2673299"/>
                  </a:lnTo>
                  <a:lnTo>
                    <a:pt x="2059699" y="2674771"/>
                  </a:lnTo>
                  <a:lnTo>
                    <a:pt x="2060334" y="2676291"/>
                  </a:lnTo>
                  <a:lnTo>
                    <a:pt x="2060968" y="2677811"/>
                  </a:lnTo>
                  <a:lnTo>
                    <a:pt x="2061603" y="2679015"/>
                  </a:lnTo>
                  <a:lnTo>
                    <a:pt x="2062238" y="2680036"/>
                  </a:lnTo>
                  <a:lnTo>
                    <a:pt x="2062873" y="2680884"/>
                  </a:lnTo>
                  <a:lnTo>
                    <a:pt x="2063508" y="2681714"/>
                  </a:lnTo>
                  <a:lnTo>
                    <a:pt x="2064143" y="2682339"/>
                  </a:lnTo>
                  <a:lnTo>
                    <a:pt x="2064778" y="2682934"/>
                  </a:lnTo>
                  <a:lnTo>
                    <a:pt x="2065412" y="2683721"/>
                  </a:lnTo>
                  <a:lnTo>
                    <a:pt x="2066047" y="2684426"/>
                  </a:lnTo>
                  <a:lnTo>
                    <a:pt x="2066682" y="2685324"/>
                  </a:lnTo>
                  <a:lnTo>
                    <a:pt x="2067317" y="2686202"/>
                  </a:lnTo>
                  <a:lnTo>
                    <a:pt x="2067952" y="2687384"/>
                  </a:lnTo>
                  <a:lnTo>
                    <a:pt x="2068587" y="2688646"/>
                  </a:lnTo>
                  <a:lnTo>
                    <a:pt x="2069221" y="2689999"/>
                  </a:lnTo>
                  <a:lnTo>
                    <a:pt x="2069856" y="2691323"/>
                  </a:lnTo>
                  <a:lnTo>
                    <a:pt x="2070491" y="2692436"/>
                  </a:lnTo>
                  <a:lnTo>
                    <a:pt x="2071126" y="2693449"/>
                  </a:lnTo>
                  <a:lnTo>
                    <a:pt x="2071761" y="2694461"/>
                  </a:lnTo>
                  <a:lnTo>
                    <a:pt x="2072396" y="2695351"/>
                  </a:lnTo>
                  <a:lnTo>
                    <a:pt x="2073031" y="2696161"/>
                  </a:lnTo>
                  <a:lnTo>
                    <a:pt x="2073665" y="2696989"/>
                  </a:lnTo>
                  <a:lnTo>
                    <a:pt x="2074300" y="2697797"/>
                  </a:lnTo>
                  <a:lnTo>
                    <a:pt x="2074935" y="2698106"/>
                  </a:lnTo>
                  <a:lnTo>
                    <a:pt x="2075570" y="2698508"/>
                  </a:lnTo>
                  <a:lnTo>
                    <a:pt x="2076205" y="2698536"/>
                  </a:lnTo>
                  <a:lnTo>
                    <a:pt x="2076840" y="2698448"/>
                  </a:lnTo>
                  <a:lnTo>
                    <a:pt x="2077474" y="2698013"/>
                  </a:lnTo>
                  <a:lnTo>
                    <a:pt x="2078109" y="2697197"/>
                  </a:lnTo>
                  <a:lnTo>
                    <a:pt x="2078744" y="2695833"/>
                  </a:lnTo>
                  <a:lnTo>
                    <a:pt x="2079379" y="2694264"/>
                  </a:lnTo>
                  <a:lnTo>
                    <a:pt x="2080014" y="2692473"/>
                  </a:lnTo>
                  <a:lnTo>
                    <a:pt x="2080649" y="2690555"/>
                  </a:lnTo>
                  <a:lnTo>
                    <a:pt x="2081284" y="2688385"/>
                  </a:lnTo>
                  <a:lnTo>
                    <a:pt x="2081918" y="2686214"/>
                  </a:lnTo>
                  <a:lnTo>
                    <a:pt x="2082553" y="2684071"/>
                  </a:lnTo>
                  <a:lnTo>
                    <a:pt x="2083188" y="2682250"/>
                  </a:lnTo>
                  <a:lnTo>
                    <a:pt x="2083823" y="2680284"/>
                  </a:lnTo>
                  <a:lnTo>
                    <a:pt x="2084458" y="2678652"/>
                  </a:lnTo>
                  <a:lnTo>
                    <a:pt x="2085093" y="2677464"/>
                  </a:lnTo>
                  <a:lnTo>
                    <a:pt x="2085727" y="2676379"/>
                  </a:lnTo>
                  <a:lnTo>
                    <a:pt x="2086362" y="2674990"/>
                  </a:lnTo>
                  <a:lnTo>
                    <a:pt x="2086997" y="2673806"/>
                  </a:lnTo>
                  <a:lnTo>
                    <a:pt x="2087632" y="2672647"/>
                  </a:lnTo>
                  <a:lnTo>
                    <a:pt x="2088267" y="2671645"/>
                  </a:lnTo>
                  <a:lnTo>
                    <a:pt x="2088902" y="2671075"/>
                  </a:lnTo>
                  <a:lnTo>
                    <a:pt x="2089537" y="2670544"/>
                  </a:lnTo>
                  <a:lnTo>
                    <a:pt x="2090171" y="2670438"/>
                  </a:lnTo>
                  <a:lnTo>
                    <a:pt x="2090806" y="2670651"/>
                  </a:lnTo>
                  <a:lnTo>
                    <a:pt x="2091441" y="2671080"/>
                  </a:lnTo>
                  <a:lnTo>
                    <a:pt x="2092076" y="2671610"/>
                  </a:lnTo>
                  <a:lnTo>
                    <a:pt x="2092711" y="2671901"/>
                  </a:lnTo>
                  <a:lnTo>
                    <a:pt x="2093346" y="2671876"/>
                  </a:lnTo>
                  <a:lnTo>
                    <a:pt x="2093980" y="2671691"/>
                  </a:lnTo>
                  <a:lnTo>
                    <a:pt x="2094615" y="2671147"/>
                  </a:lnTo>
                  <a:lnTo>
                    <a:pt x="2095250" y="2669509"/>
                  </a:lnTo>
                  <a:lnTo>
                    <a:pt x="2095885" y="2668151"/>
                  </a:lnTo>
                  <a:lnTo>
                    <a:pt x="2096520" y="2666227"/>
                  </a:lnTo>
                  <a:lnTo>
                    <a:pt x="2097155" y="2663947"/>
                  </a:lnTo>
                  <a:lnTo>
                    <a:pt x="2097789" y="2661782"/>
                  </a:lnTo>
                  <a:lnTo>
                    <a:pt x="2098424" y="2659567"/>
                  </a:lnTo>
                  <a:lnTo>
                    <a:pt x="2099059" y="2657200"/>
                  </a:lnTo>
                  <a:lnTo>
                    <a:pt x="2099694" y="2654833"/>
                  </a:lnTo>
                  <a:lnTo>
                    <a:pt x="2100329" y="2652466"/>
                  </a:lnTo>
                  <a:lnTo>
                    <a:pt x="2100964" y="2650099"/>
                  </a:lnTo>
                  <a:lnTo>
                    <a:pt x="2101599" y="2647732"/>
                  </a:lnTo>
                  <a:lnTo>
                    <a:pt x="2102233" y="2645518"/>
                  </a:lnTo>
                  <a:lnTo>
                    <a:pt x="2102868" y="2643586"/>
                  </a:lnTo>
                  <a:lnTo>
                    <a:pt x="2103503" y="2641797"/>
                  </a:lnTo>
                  <a:lnTo>
                    <a:pt x="2104138" y="2640077"/>
                  </a:lnTo>
                  <a:lnTo>
                    <a:pt x="2104773" y="2639063"/>
                  </a:lnTo>
                  <a:lnTo>
                    <a:pt x="2105408" y="2638029"/>
                  </a:lnTo>
                  <a:lnTo>
                    <a:pt x="2106042" y="2637299"/>
                  </a:lnTo>
                  <a:lnTo>
                    <a:pt x="2106677" y="2637279"/>
                  </a:lnTo>
                  <a:lnTo>
                    <a:pt x="2107312" y="2637279"/>
                  </a:lnTo>
                  <a:lnTo>
                    <a:pt x="2107947" y="2637329"/>
                  </a:lnTo>
                  <a:lnTo>
                    <a:pt x="2108582" y="2637532"/>
                  </a:lnTo>
                  <a:lnTo>
                    <a:pt x="2109217" y="2637734"/>
                  </a:lnTo>
                  <a:lnTo>
                    <a:pt x="2109852" y="2637588"/>
                  </a:lnTo>
                  <a:lnTo>
                    <a:pt x="2110486" y="2637410"/>
                  </a:lnTo>
                  <a:lnTo>
                    <a:pt x="2111121" y="2637033"/>
                  </a:lnTo>
                  <a:lnTo>
                    <a:pt x="2111756" y="2636476"/>
                  </a:lnTo>
                  <a:lnTo>
                    <a:pt x="2112391" y="2635893"/>
                  </a:lnTo>
                  <a:lnTo>
                    <a:pt x="2113026" y="2635447"/>
                  </a:lnTo>
                  <a:lnTo>
                    <a:pt x="2113661" y="2634784"/>
                  </a:lnTo>
                  <a:lnTo>
                    <a:pt x="2114295" y="2633945"/>
                  </a:lnTo>
                  <a:lnTo>
                    <a:pt x="2114930" y="2632968"/>
                  </a:lnTo>
                  <a:lnTo>
                    <a:pt x="2115565" y="2631387"/>
                  </a:lnTo>
                  <a:lnTo>
                    <a:pt x="2116200" y="2629180"/>
                  </a:lnTo>
                  <a:lnTo>
                    <a:pt x="2116835" y="2626950"/>
                  </a:lnTo>
                  <a:lnTo>
                    <a:pt x="2117470" y="2624778"/>
                  </a:lnTo>
                  <a:lnTo>
                    <a:pt x="2118105" y="2622607"/>
                  </a:lnTo>
                  <a:lnTo>
                    <a:pt x="2118739" y="2620292"/>
                  </a:lnTo>
                  <a:lnTo>
                    <a:pt x="2119374" y="2617996"/>
                  </a:lnTo>
                  <a:lnTo>
                    <a:pt x="2120009" y="2615410"/>
                  </a:lnTo>
                  <a:lnTo>
                    <a:pt x="2120644" y="2612692"/>
                  </a:lnTo>
                  <a:lnTo>
                    <a:pt x="2121279" y="2609647"/>
                  </a:lnTo>
                  <a:lnTo>
                    <a:pt x="2121914" y="2606550"/>
                  </a:lnTo>
                  <a:lnTo>
                    <a:pt x="2122548" y="2603225"/>
                  </a:lnTo>
                  <a:lnTo>
                    <a:pt x="2123183" y="2600209"/>
                  </a:lnTo>
                  <a:lnTo>
                    <a:pt x="2123818" y="2597196"/>
                  </a:lnTo>
                  <a:lnTo>
                    <a:pt x="2124453" y="2594200"/>
                  </a:lnTo>
                  <a:lnTo>
                    <a:pt x="2125088" y="2591392"/>
                  </a:lnTo>
                  <a:lnTo>
                    <a:pt x="2125723" y="2588063"/>
                  </a:lnTo>
                  <a:lnTo>
                    <a:pt x="2126358" y="2585045"/>
                  </a:lnTo>
                  <a:lnTo>
                    <a:pt x="2126992" y="2581872"/>
                  </a:lnTo>
                  <a:lnTo>
                    <a:pt x="2127627" y="2578824"/>
                  </a:lnTo>
                  <a:lnTo>
                    <a:pt x="2128262" y="2576173"/>
                  </a:lnTo>
                  <a:lnTo>
                    <a:pt x="2128897" y="2573422"/>
                  </a:lnTo>
                  <a:lnTo>
                    <a:pt x="2129532" y="2571424"/>
                  </a:lnTo>
                  <a:lnTo>
                    <a:pt x="2130167" y="2569310"/>
                  </a:lnTo>
                  <a:lnTo>
                    <a:pt x="2130801" y="2567104"/>
                  </a:lnTo>
                  <a:lnTo>
                    <a:pt x="2131436" y="2564774"/>
                  </a:lnTo>
                  <a:lnTo>
                    <a:pt x="2132071" y="2562526"/>
                  </a:lnTo>
                  <a:lnTo>
                    <a:pt x="2132706" y="2560251"/>
                  </a:lnTo>
                  <a:lnTo>
                    <a:pt x="2133341" y="2558379"/>
                  </a:lnTo>
                  <a:lnTo>
                    <a:pt x="2133976" y="2556675"/>
                  </a:lnTo>
                  <a:lnTo>
                    <a:pt x="2134611" y="2555245"/>
                  </a:lnTo>
                  <a:lnTo>
                    <a:pt x="2135245" y="2554128"/>
                  </a:lnTo>
                  <a:lnTo>
                    <a:pt x="2135880" y="2553263"/>
                  </a:lnTo>
                  <a:lnTo>
                    <a:pt x="2136515" y="2552594"/>
                  </a:lnTo>
                  <a:lnTo>
                    <a:pt x="2137150" y="2551602"/>
                  </a:lnTo>
                  <a:lnTo>
                    <a:pt x="2137785" y="2550581"/>
                  </a:lnTo>
                  <a:lnTo>
                    <a:pt x="2138420" y="2549370"/>
                  </a:lnTo>
                  <a:lnTo>
                    <a:pt x="2139054" y="2547826"/>
                  </a:lnTo>
                  <a:lnTo>
                    <a:pt x="2139689" y="2546318"/>
                  </a:lnTo>
                  <a:lnTo>
                    <a:pt x="2140324" y="2544962"/>
                  </a:lnTo>
                  <a:lnTo>
                    <a:pt x="2140959" y="2543889"/>
                  </a:lnTo>
                  <a:lnTo>
                    <a:pt x="2141594" y="2542725"/>
                  </a:lnTo>
                  <a:lnTo>
                    <a:pt x="2142229" y="2541399"/>
                  </a:lnTo>
                  <a:lnTo>
                    <a:pt x="2142864" y="2539638"/>
                  </a:lnTo>
                  <a:lnTo>
                    <a:pt x="2143498" y="2537613"/>
                  </a:lnTo>
                  <a:lnTo>
                    <a:pt x="2144133" y="2535680"/>
                  </a:lnTo>
                  <a:lnTo>
                    <a:pt x="2144768" y="2534020"/>
                  </a:lnTo>
                  <a:lnTo>
                    <a:pt x="2145403" y="2532603"/>
                  </a:lnTo>
                  <a:lnTo>
                    <a:pt x="2146038" y="2531227"/>
                  </a:lnTo>
                  <a:lnTo>
                    <a:pt x="2146673" y="2529911"/>
                  </a:lnTo>
                  <a:lnTo>
                    <a:pt x="2147307" y="2529091"/>
                  </a:lnTo>
                  <a:lnTo>
                    <a:pt x="2147942" y="2528423"/>
                  </a:lnTo>
                  <a:lnTo>
                    <a:pt x="2148577" y="2528019"/>
                  </a:lnTo>
                  <a:lnTo>
                    <a:pt x="2149212" y="2527209"/>
                  </a:lnTo>
                  <a:lnTo>
                    <a:pt x="2149847" y="2526207"/>
                  </a:lnTo>
                  <a:lnTo>
                    <a:pt x="2150482" y="2525093"/>
                  </a:lnTo>
                  <a:lnTo>
                    <a:pt x="2151117" y="2523670"/>
                  </a:lnTo>
                  <a:lnTo>
                    <a:pt x="2151751" y="2522368"/>
                  </a:lnTo>
                  <a:lnTo>
                    <a:pt x="2152386" y="2521405"/>
                  </a:lnTo>
                  <a:lnTo>
                    <a:pt x="2153021" y="2520740"/>
                  </a:lnTo>
                  <a:lnTo>
                    <a:pt x="2153656" y="2520239"/>
                  </a:lnTo>
                  <a:lnTo>
                    <a:pt x="2154291" y="2519738"/>
                  </a:lnTo>
                  <a:lnTo>
                    <a:pt x="2154926" y="2519341"/>
                  </a:lnTo>
                  <a:lnTo>
                    <a:pt x="2155560" y="2519078"/>
                  </a:lnTo>
                  <a:lnTo>
                    <a:pt x="2156195" y="2518927"/>
                  </a:lnTo>
                  <a:lnTo>
                    <a:pt x="2156830" y="2518611"/>
                  </a:lnTo>
                  <a:lnTo>
                    <a:pt x="2157465" y="2518286"/>
                  </a:lnTo>
                  <a:lnTo>
                    <a:pt x="2158100" y="2517962"/>
                  </a:lnTo>
                  <a:lnTo>
                    <a:pt x="2158735" y="2517840"/>
                  </a:lnTo>
                  <a:lnTo>
                    <a:pt x="2159369" y="2517851"/>
                  </a:lnTo>
                  <a:lnTo>
                    <a:pt x="2160004" y="2518316"/>
                  </a:lnTo>
                  <a:lnTo>
                    <a:pt x="2160639" y="2519118"/>
                  </a:lnTo>
                  <a:lnTo>
                    <a:pt x="2161274" y="2520072"/>
                  </a:lnTo>
                  <a:lnTo>
                    <a:pt x="2161909" y="2521278"/>
                  </a:lnTo>
                  <a:lnTo>
                    <a:pt x="2162544" y="2522588"/>
                  </a:lnTo>
                  <a:lnTo>
                    <a:pt x="2163179" y="2523691"/>
                  </a:lnTo>
                  <a:lnTo>
                    <a:pt x="2163813" y="2524793"/>
                  </a:lnTo>
                  <a:lnTo>
                    <a:pt x="2164448" y="2525853"/>
                  </a:lnTo>
                  <a:lnTo>
                    <a:pt x="2165083" y="2527154"/>
                  </a:lnTo>
                  <a:lnTo>
                    <a:pt x="2165718" y="2528413"/>
                  </a:lnTo>
                  <a:lnTo>
                    <a:pt x="2166353" y="2529561"/>
                  </a:lnTo>
                  <a:lnTo>
                    <a:pt x="2166988" y="2530786"/>
                  </a:lnTo>
                  <a:lnTo>
                    <a:pt x="2167622" y="2532106"/>
                  </a:lnTo>
                  <a:lnTo>
                    <a:pt x="2168257" y="2533399"/>
                  </a:lnTo>
                  <a:lnTo>
                    <a:pt x="2168892" y="2534998"/>
                  </a:lnTo>
                  <a:lnTo>
                    <a:pt x="2169527" y="2536293"/>
                  </a:lnTo>
                  <a:lnTo>
                    <a:pt x="2170162" y="2537123"/>
                  </a:lnTo>
                  <a:lnTo>
                    <a:pt x="2170797" y="2537579"/>
                  </a:lnTo>
                  <a:lnTo>
                    <a:pt x="2171432" y="2537781"/>
                  </a:lnTo>
                  <a:lnTo>
                    <a:pt x="2172066" y="2537467"/>
                  </a:lnTo>
                  <a:lnTo>
                    <a:pt x="2172701" y="2537002"/>
                  </a:lnTo>
                  <a:lnTo>
                    <a:pt x="2173336" y="2536020"/>
                  </a:lnTo>
                  <a:lnTo>
                    <a:pt x="2173971" y="2534826"/>
                  </a:lnTo>
                  <a:lnTo>
                    <a:pt x="2174606" y="2533226"/>
                  </a:lnTo>
                  <a:lnTo>
                    <a:pt x="2175241" y="2531496"/>
                  </a:lnTo>
                  <a:lnTo>
                    <a:pt x="2175875" y="2529876"/>
                  </a:lnTo>
                  <a:lnTo>
                    <a:pt x="2176510" y="2528166"/>
                  </a:lnTo>
                  <a:lnTo>
                    <a:pt x="2177145" y="2526344"/>
                  </a:lnTo>
                  <a:lnTo>
                    <a:pt x="2177780" y="2524583"/>
                  </a:lnTo>
                  <a:lnTo>
                    <a:pt x="2178415" y="2522964"/>
                  </a:lnTo>
                  <a:lnTo>
                    <a:pt x="2179050" y="2521213"/>
                  </a:lnTo>
                  <a:lnTo>
                    <a:pt x="2179685" y="2519198"/>
                  </a:lnTo>
                  <a:lnTo>
                    <a:pt x="2180319" y="2517306"/>
                  </a:lnTo>
                  <a:lnTo>
                    <a:pt x="2180954" y="2515413"/>
                  </a:lnTo>
                  <a:lnTo>
                    <a:pt x="2181589" y="2513369"/>
                  </a:lnTo>
                  <a:lnTo>
                    <a:pt x="2182224" y="2510919"/>
                  </a:lnTo>
                  <a:lnTo>
                    <a:pt x="2182859" y="2508490"/>
                  </a:lnTo>
                  <a:lnTo>
                    <a:pt x="2183494" y="2505160"/>
                  </a:lnTo>
                  <a:lnTo>
                    <a:pt x="2184128" y="2501645"/>
                  </a:lnTo>
                  <a:lnTo>
                    <a:pt x="2184763" y="2497845"/>
                  </a:lnTo>
                  <a:lnTo>
                    <a:pt x="2185398" y="2493794"/>
                  </a:lnTo>
                  <a:lnTo>
                    <a:pt x="2186033" y="2489494"/>
                  </a:lnTo>
                  <a:lnTo>
                    <a:pt x="2186668" y="2484708"/>
                  </a:lnTo>
                  <a:lnTo>
                    <a:pt x="2187303" y="2479625"/>
                  </a:lnTo>
                  <a:lnTo>
                    <a:pt x="2187938" y="2473970"/>
                  </a:lnTo>
                  <a:lnTo>
                    <a:pt x="2188572" y="2468240"/>
                  </a:lnTo>
                  <a:lnTo>
                    <a:pt x="2189207" y="2462602"/>
                  </a:lnTo>
                  <a:lnTo>
                    <a:pt x="2189842" y="2456863"/>
                  </a:lnTo>
                  <a:lnTo>
                    <a:pt x="2190477" y="2450876"/>
                  </a:lnTo>
                  <a:lnTo>
                    <a:pt x="2191112" y="2444764"/>
                  </a:lnTo>
                  <a:lnTo>
                    <a:pt x="2191747" y="2439018"/>
                  </a:lnTo>
                  <a:lnTo>
                    <a:pt x="2192381" y="2433296"/>
                  </a:lnTo>
                  <a:lnTo>
                    <a:pt x="2193016" y="2428139"/>
                  </a:lnTo>
                  <a:lnTo>
                    <a:pt x="2193651" y="2423424"/>
                  </a:lnTo>
                  <a:lnTo>
                    <a:pt x="2194286" y="2418985"/>
                  </a:lnTo>
                  <a:lnTo>
                    <a:pt x="2194921" y="2414588"/>
                  </a:lnTo>
                  <a:lnTo>
                    <a:pt x="2195556" y="2410452"/>
                  </a:lnTo>
                  <a:lnTo>
                    <a:pt x="2196191" y="2406543"/>
                  </a:lnTo>
                  <a:lnTo>
                    <a:pt x="2196825" y="2402919"/>
                  </a:lnTo>
                  <a:lnTo>
                    <a:pt x="2197460" y="2399782"/>
                  </a:lnTo>
                  <a:lnTo>
                    <a:pt x="2198095" y="2396363"/>
                  </a:lnTo>
                  <a:lnTo>
                    <a:pt x="2198730" y="2393019"/>
                  </a:lnTo>
                  <a:lnTo>
                    <a:pt x="2199365" y="2389854"/>
                  </a:lnTo>
                  <a:lnTo>
                    <a:pt x="2200000" y="2387019"/>
                  </a:lnTo>
                  <a:lnTo>
                    <a:pt x="2200634" y="2384631"/>
                  </a:lnTo>
                  <a:lnTo>
                    <a:pt x="2201269" y="2382130"/>
                  </a:lnTo>
                  <a:lnTo>
                    <a:pt x="2201904" y="2380095"/>
                  </a:lnTo>
                  <a:lnTo>
                    <a:pt x="2202539" y="2377675"/>
                  </a:lnTo>
                  <a:lnTo>
                    <a:pt x="2203174" y="2375087"/>
                  </a:lnTo>
                  <a:lnTo>
                    <a:pt x="2203809" y="2372561"/>
                  </a:lnTo>
                  <a:lnTo>
                    <a:pt x="2204444" y="2370053"/>
                  </a:lnTo>
                  <a:lnTo>
                    <a:pt x="2205078" y="2367817"/>
                  </a:lnTo>
                  <a:lnTo>
                    <a:pt x="2205713" y="2365762"/>
                  </a:lnTo>
                  <a:lnTo>
                    <a:pt x="2206348" y="2363611"/>
                  </a:lnTo>
                  <a:lnTo>
                    <a:pt x="2206983" y="2361668"/>
                  </a:lnTo>
                  <a:lnTo>
                    <a:pt x="2207618" y="2359620"/>
                  </a:lnTo>
                  <a:lnTo>
                    <a:pt x="2208253" y="2357897"/>
                  </a:lnTo>
                  <a:lnTo>
                    <a:pt x="2208887" y="2355839"/>
                  </a:lnTo>
                  <a:lnTo>
                    <a:pt x="2209522" y="2353723"/>
                  </a:lnTo>
                  <a:lnTo>
                    <a:pt x="2210157" y="2351289"/>
                  </a:lnTo>
                  <a:lnTo>
                    <a:pt x="2210792" y="2349082"/>
                  </a:lnTo>
                  <a:lnTo>
                    <a:pt x="2211427" y="2346546"/>
                  </a:lnTo>
                  <a:lnTo>
                    <a:pt x="2212062" y="2344391"/>
                  </a:lnTo>
                  <a:lnTo>
                    <a:pt x="2212696" y="2342484"/>
                  </a:lnTo>
                  <a:lnTo>
                    <a:pt x="2213331" y="2340243"/>
                  </a:lnTo>
                  <a:lnTo>
                    <a:pt x="2213966" y="2337922"/>
                  </a:lnTo>
                  <a:lnTo>
                    <a:pt x="2214601" y="2335494"/>
                  </a:lnTo>
                  <a:lnTo>
                    <a:pt x="2215236" y="2333315"/>
                  </a:lnTo>
                  <a:lnTo>
                    <a:pt x="2215871" y="2330711"/>
                  </a:lnTo>
                  <a:lnTo>
                    <a:pt x="2216506" y="2326878"/>
                  </a:lnTo>
                  <a:lnTo>
                    <a:pt x="2217140" y="2322952"/>
                  </a:lnTo>
                  <a:lnTo>
                    <a:pt x="2217775" y="2318175"/>
                  </a:lnTo>
                  <a:lnTo>
                    <a:pt x="2218410" y="2312568"/>
                  </a:lnTo>
                  <a:lnTo>
                    <a:pt x="2219045" y="2306222"/>
                  </a:lnTo>
                  <a:lnTo>
                    <a:pt x="2219680" y="2299815"/>
                  </a:lnTo>
                  <a:lnTo>
                    <a:pt x="2220315" y="2293580"/>
                  </a:lnTo>
                  <a:lnTo>
                    <a:pt x="2220949" y="2287700"/>
                  </a:lnTo>
                  <a:lnTo>
                    <a:pt x="2221584" y="2281779"/>
                  </a:lnTo>
                  <a:lnTo>
                    <a:pt x="2222219" y="2276313"/>
                  </a:lnTo>
                  <a:lnTo>
                    <a:pt x="2222854" y="2271131"/>
                  </a:lnTo>
                  <a:lnTo>
                    <a:pt x="2223489" y="2266688"/>
                  </a:lnTo>
                  <a:lnTo>
                    <a:pt x="2224124" y="2262285"/>
                  </a:lnTo>
                  <a:lnTo>
                    <a:pt x="2224759" y="2257134"/>
                  </a:lnTo>
                  <a:lnTo>
                    <a:pt x="2225393" y="2251840"/>
                  </a:lnTo>
                  <a:lnTo>
                    <a:pt x="2226028" y="2247336"/>
                  </a:lnTo>
                  <a:lnTo>
                    <a:pt x="2226663" y="2243358"/>
                  </a:lnTo>
                  <a:lnTo>
                    <a:pt x="2227298" y="2240231"/>
                  </a:lnTo>
                  <a:lnTo>
                    <a:pt x="2227933" y="2238318"/>
                  </a:lnTo>
                  <a:lnTo>
                    <a:pt x="2228568" y="2237174"/>
                  </a:lnTo>
                  <a:lnTo>
                    <a:pt x="2229202" y="2236102"/>
                  </a:lnTo>
                  <a:lnTo>
                    <a:pt x="2229837" y="2234836"/>
                  </a:lnTo>
                  <a:lnTo>
                    <a:pt x="2230472" y="2232843"/>
                  </a:lnTo>
                  <a:lnTo>
                    <a:pt x="2231107" y="2230869"/>
                  </a:lnTo>
                  <a:lnTo>
                    <a:pt x="2231742" y="2228754"/>
                  </a:lnTo>
                  <a:lnTo>
                    <a:pt x="2232377" y="2226173"/>
                  </a:lnTo>
                  <a:lnTo>
                    <a:pt x="2233012" y="2222671"/>
                  </a:lnTo>
                  <a:lnTo>
                    <a:pt x="2233646" y="2218561"/>
                  </a:lnTo>
                  <a:lnTo>
                    <a:pt x="2234281" y="2214341"/>
                  </a:lnTo>
                  <a:lnTo>
                    <a:pt x="2234916" y="2210916"/>
                  </a:lnTo>
                  <a:lnTo>
                    <a:pt x="2235551" y="2207462"/>
                  </a:lnTo>
                  <a:lnTo>
                    <a:pt x="2236186" y="2203886"/>
                  </a:lnTo>
                  <a:lnTo>
                    <a:pt x="2236821" y="2200032"/>
                  </a:lnTo>
                  <a:lnTo>
                    <a:pt x="2237455" y="2195723"/>
                  </a:lnTo>
                  <a:lnTo>
                    <a:pt x="2238090" y="2191054"/>
                  </a:lnTo>
                  <a:lnTo>
                    <a:pt x="2238725" y="2186354"/>
                  </a:lnTo>
                  <a:lnTo>
                    <a:pt x="2239360" y="2181225"/>
                  </a:lnTo>
                  <a:lnTo>
                    <a:pt x="2239995" y="2176376"/>
                  </a:lnTo>
                  <a:lnTo>
                    <a:pt x="2240630" y="2171650"/>
                  </a:lnTo>
                  <a:lnTo>
                    <a:pt x="2241265" y="2166494"/>
                  </a:lnTo>
                  <a:lnTo>
                    <a:pt x="2241899" y="2161651"/>
                  </a:lnTo>
                  <a:lnTo>
                    <a:pt x="2242534" y="2157410"/>
                  </a:lnTo>
                  <a:lnTo>
                    <a:pt x="2243169" y="2153724"/>
                  </a:lnTo>
                  <a:lnTo>
                    <a:pt x="2243804" y="2150685"/>
                  </a:lnTo>
                  <a:lnTo>
                    <a:pt x="2244439" y="2147046"/>
                  </a:lnTo>
                  <a:lnTo>
                    <a:pt x="2245074" y="2143877"/>
                  </a:lnTo>
                  <a:lnTo>
                    <a:pt x="2245708" y="2141131"/>
                  </a:lnTo>
                  <a:lnTo>
                    <a:pt x="2246343" y="2138366"/>
                  </a:lnTo>
                  <a:lnTo>
                    <a:pt x="2246978" y="2136505"/>
                  </a:lnTo>
                  <a:lnTo>
                    <a:pt x="2247613" y="2134919"/>
                  </a:lnTo>
                  <a:lnTo>
                    <a:pt x="2248248" y="2134210"/>
                  </a:lnTo>
                  <a:lnTo>
                    <a:pt x="2248883" y="2133964"/>
                  </a:lnTo>
                  <a:lnTo>
                    <a:pt x="2249518" y="2133513"/>
                  </a:lnTo>
                  <a:lnTo>
                    <a:pt x="2250152" y="2132555"/>
                  </a:lnTo>
                  <a:lnTo>
                    <a:pt x="2250787" y="2131564"/>
                  </a:lnTo>
                  <a:lnTo>
                    <a:pt x="2251422" y="2130280"/>
                  </a:lnTo>
                  <a:lnTo>
                    <a:pt x="2252057" y="2128770"/>
                  </a:lnTo>
                  <a:lnTo>
                    <a:pt x="2252692" y="2127875"/>
                  </a:lnTo>
                  <a:lnTo>
                    <a:pt x="2253327" y="2126728"/>
                  </a:lnTo>
                  <a:lnTo>
                    <a:pt x="2253961" y="2125196"/>
                  </a:lnTo>
                  <a:lnTo>
                    <a:pt x="2254596" y="2123088"/>
                  </a:lnTo>
                  <a:lnTo>
                    <a:pt x="2255231" y="2120635"/>
                  </a:lnTo>
                  <a:lnTo>
                    <a:pt x="2255866" y="2118382"/>
                  </a:lnTo>
                  <a:lnTo>
                    <a:pt x="2256501" y="2115135"/>
                  </a:lnTo>
                  <a:lnTo>
                    <a:pt x="2257136" y="2112036"/>
                  </a:lnTo>
                  <a:lnTo>
                    <a:pt x="2257771" y="2107840"/>
                  </a:lnTo>
                  <a:lnTo>
                    <a:pt x="2258405" y="2103592"/>
                  </a:lnTo>
                  <a:lnTo>
                    <a:pt x="2259040" y="2099624"/>
                  </a:lnTo>
                  <a:lnTo>
                    <a:pt x="2259675" y="2096122"/>
                  </a:lnTo>
                  <a:lnTo>
                    <a:pt x="2260310" y="2093458"/>
                  </a:lnTo>
                  <a:lnTo>
                    <a:pt x="2260945" y="2091095"/>
                  </a:lnTo>
                  <a:lnTo>
                    <a:pt x="2261580" y="2088174"/>
                  </a:lnTo>
                  <a:lnTo>
                    <a:pt x="2262214" y="2084912"/>
                  </a:lnTo>
                  <a:lnTo>
                    <a:pt x="2262849" y="2080978"/>
                  </a:lnTo>
                  <a:lnTo>
                    <a:pt x="2263484" y="2077426"/>
                  </a:lnTo>
                  <a:lnTo>
                    <a:pt x="2264119" y="2074701"/>
                  </a:lnTo>
                  <a:lnTo>
                    <a:pt x="2264754" y="2072425"/>
                  </a:lnTo>
                  <a:lnTo>
                    <a:pt x="2265389" y="2070262"/>
                  </a:lnTo>
                  <a:lnTo>
                    <a:pt x="2266023" y="2068349"/>
                  </a:lnTo>
                  <a:lnTo>
                    <a:pt x="2266658" y="2066974"/>
                  </a:lnTo>
                  <a:lnTo>
                    <a:pt x="2267293" y="2065429"/>
                  </a:lnTo>
                  <a:lnTo>
                    <a:pt x="2267928" y="2063926"/>
                  </a:lnTo>
                  <a:lnTo>
                    <a:pt x="2268563" y="2063003"/>
                  </a:lnTo>
                  <a:lnTo>
                    <a:pt x="2269198" y="2061956"/>
                  </a:lnTo>
                  <a:lnTo>
                    <a:pt x="2269833" y="2061679"/>
                  </a:lnTo>
                  <a:lnTo>
                    <a:pt x="2270467" y="2061744"/>
                  </a:lnTo>
                  <a:lnTo>
                    <a:pt x="2271102" y="2061160"/>
                  </a:lnTo>
                  <a:lnTo>
                    <a:pt x="2271737" y="2060300"/>
                  </a:lnTo>
                  <a:lnTo>
                    <a:pt x="2272372" y="2060037"/>
                  </a:lnTo>
                  <a:lnTo>
                    <a:pt x="2273007" y="2059786"/>
                  </a:lnTo>
                  <a:lnTo>
                    <a:pt x="2273642" y="2059132"/>
                  </a:lnTo>
                  <a:lnTo>
                    <a:pt x="2274276" y="2057937"/>
                  </a:lnTo>
                  <a:lnTo>
                    <a:pt x="2274911" y="2056500"/>
                  </a:lnTo>
                  <a:lnTo>
                    <a:pt x="2275546" y="2054716"/>
                  </a:lnTo>
                  <a:lnTo>
                    <a:pt x="2276181" y="2053108"/>
                  </a:lnTo>
                  <a:lnTo>
                    <a:pt x="2276816" y="2051491"/>
                  </a:lnTo>
                  <a:lnTo>
                    <a:pt x="2277451" y="2049634"/>
                  </a:lnTo>
                  <a:lnTo>
                    <a:pt x="2278086" y="2047401"/>
                  </a:lnTo>
                  <a:lnTo>
                    <a:pt x="2278720" y="2044868"/>
                  </a:lnTo>
                  <a:lnTo>
                    <a:pt x="2279355" y="2041955"/>
                  </a:lnTo>
                  <a:lnTo>
                    <a:pt x="2279990" y="2038876"/>
                  </a:lnTo>
                  <a:lnTo>
                    <a:pt x="2280625" y="2035797"/>
                  </a:lnTo>
                  <a:lnTo>
                    <a:pt x="2281260" y="2032552"/>
                  </a:lnTo>
                  <a:lnTo>
                    <a:pt x="2281895" y="2028901"/>
                  </a:lnTo>
                  <a:lnTo>
                    <a:pt x="2282529" y="2024928"/>
                  </a:lnTo>
                  <a:lnTo>
                    <a:pt x="2283164" y="2020584"/>
                  </a:lnTo>
                  <a:lnTo>
                    <a:pt x="2283799" y="2016143"/>
                  </a:lnTo>
                  <a:lnTo>
                    <a:pt x="2284434" y="2011188"/>
                  </a:lnTo>
                  <a:lnTo>
                    <a:pt x="2285069" y="2005768"/>
                  </a:lnTo>
                  <a:lnTo>
                    <a:pt x="2285704" y="1999625"/>
                  </a:lnTo>
                  <a:lnTo>
                    <a:pt x="2286339" y="1993502"/>
                  </a:lnTo>
                  <a:lnTo>
                    <a:pt x="2286973" y="1987134"/>
                  </a:lnTo>
                  <a:lnTo>
                    <a:pt x="2287608" y="1981380"/>
                  </a:lnTo>
                  <a:lnTo>
                    <a:pt x="2288243" y="1975130"/>
                  </a:lnTo>
                  <a:lnTo>
                    <a:pt x="2288878" y="1968356"/>
                  </a:lnTo>
                  <a:lnTo>
                    <a:pt x="2289513" y="1961564"/>
                  </a:lnTo>
                  <a:lnTo>
                    <a:pt x="2290148" y="1954680"/>
                  </a:lnTo>
                  <a:lnTo>
                    <a:pt x="2290782" y="1947896"/>
                  </a:lnTo>
                  <a:lnTo>
                    <a:pt x="2291417" y="1941181"/>
                  </a:lnTo>
                  <a:lnTo>
                    <a:pt x="2292052" y="1934112"/>
                  </a:lnTo>
                  <a:lnTo>
                    <a:pt x="2292687" y="1927695"/>
                  </a:lnTo>
                  <a:lnTo>
                    <a:pt x="2293322" y="1921862"/>
                  </a:lnTo>
                  <a:lnTo>
                    <a:pt x="2293957" y="1916447"/>
                  </a:lnTo>
                  <a:lnTo>
                    <a:pt x="2294592" y="1911617"/>
                  </a:lnTo>
                  <a:lnTo>
                    <a:pt x="2295226" y="1906739"/>
                  </a:lnTo>
                  <a:lnTo>
                    <a:pt x="2295861" y="1902233"/>
                  </a:lnTo>
                  <a:lnTo>
                    <a:pt x="2296496" y="1898215"/>
                  </a:lnTo>
                  <a:lnTo>
                    <a:pt x="2297131" y="1893971"/>
                  </a:lnTo>
                  <a:lnTo>
                    <a:pt x="2297766" y="1891057"/>
                  </a:lnTo>
                  <a:lnTo>
                    <a:pt x="2298401" y="1888588"/>
                  </a:lnTo>
                  <a:lnTo>
                    <a:pt x="2299035" y="1887151"/>
                  </a:lnTo>
                  <a:lnTo>
                    <a:pt x="2299670" y="1886736"/>
                  </a:lnTo>
                  <a:lnTo>
                    <a:pt x="2300305" y="1887049"/>
                  </a:lnTo>
                  <a:lnTo>
                    <a:pt x="2300940" y="1888274"/>
                  </a:lnTo>
                  <a:lnTo>
                    <a:pt x="2301575" y="1889853"/>
                  </a:lnTo>
                  <a:lnTo>
                    <a:pt x="2302210" y="1891563"/>
                  </a:lnTo>
                  <a:lnTo>
                    <a:pt x="2302845" y="1893163"/>
                  </a:lnTo>
                  <a:lnTo>
                    <a:pt x="2303479" y="1894711"/>
                  </a:lnTo>
                  <a:lnTo>
                    <a:pt x="2304114" y="1896017"/>
                  </a:lnTo>
                  <a:lnTo>
                    <a:pt x="2304749" y="1896948"/>
                  </a:lnTo>
                  <a:lnTo>
                    <a:pt x="2305384" y="1897353"/>
                  </a:lnTo>
                  <a:lnTo>
                    <a:pt x="2306019" y="1897889"/>
                  </a:lnTo>
                  <a:lnTo>
                    <a:pt x="2306654" y="1898638"/>
                  </a:lnTo>
                  <a:lnTo>
                    <a:pt x="2307288" y="1898972"/>
                  </a:lnTo>
                  <a:lnTo>
                    <a:pt x="2307923" y="1899043"/>
                  </a:lnTo>
                  <a:lnTo>
                    <a:pt x="2308558" y="1899266"/>
                  </a:lnTo>
                  <a:lnTo>
                    <a:pt x="2309193" y="1899752"/>
                  </a:lnTo>
                  <a:lnTo>
                    <a:pt x="2309828" y="1899974"/>
                  </a:lnTo>
                  <a:lnTo>
                    <a:pt x="2310463" y="1900873"/>
                  </a:lnTo>
                  <a:lnTo>
                    <a:pt x="2311098" y="1901252"/>
                  </a:lnTo>
                  <a:lnTo>
                    <a:pt x="2311732" y="1901551"/>
                  </a:lnTo>
                  <a:lnTo>
                    <a:pt x="2312367" y="1901813"/>
                  </a:lnTo>
                  <a:lnTo>
                    <a:pt x="2313002" y="1902024"/>
                  </a:lnTo>
                  <a:lnTo>
                    <a:pt x="2313637" y="1902328"/>
                  </a:lnTo>
                  <a:lnTo>
                    <a:pt x="2314272" y="1902873"/>
                  </a:lnTo>
                  <a:lnTo>
                    <a:pt x="2314907" y="1904155"/>
                  </a:lnTo>
                  <a:lnTo>
                    <a:pt x="2315541" y="1905588"/>
                  </a:lnTo>
                  <a:lnTo>
                    <a:pt x="2316176" y="1906551"/>
                  </a:lnTo>
                  <a:lnTo>
                    <a:pt x="2316811" y="1907245"/>
                  </a:lnTo>
                  <a:lnTo>
                    <a:pt x="2317446" y="1907361"/>
                  </a:lnTo>
                  <a:lnTo>
                    <a:pt x="2318081" y="1907112"/>
                  </a:lnTo>
                  <a:lnTo>
                    <a:pt x="2318716" y="1905892"/>
                  </a:lnTo>
                  <a:lnTo>
                    <a:pt x="2319350" y="1904315"/>
                  </a:lnTo>
                  <a:lnTo>
                    <a:pt x="2319985" y="1902409"/>
                  </a:lnTo>
                  <a:lnTo>
                    <a:pt x="2320620" y="1899420"/>
                  </a:lnTo>
                  <a:lnTo>
                    <a:pt x="2321255" y="1895754"/>
                  </a:lnTo>
                  <a:lnTo>
                    <a:pt x="2321890" y="1890770"/>
                  </a:lnTo>
                  <a:lnTo>
                    <a:pt x="2322525" y="1884184"/>
                  </a:lnTo>
                  <a:lnTo>
                    <a:pt x="2323160" y="1878995"/>
                  </a:lnTo>
                  <a:lnTo>
                    <a:pt x="2323794" y="1873841"/>
                  </a:lnTo>
                  <a:lnTo>
                    <a:pt x="2324429" y="1867713"/>
                  </a:lnTo>
                  <a:lnTo>
                    <a:pt x="2325064" y="1861453"/>
                  </a:lnTo>
                  <a:lnTo>
                    <a:pt x="2325699" y="1855263"/>
                  </a:lnTo>
                  <a:lnTo>
                    <a:pt x="2326334" y="1848279"/>
                  </a:lnTo>
                  <a:lnTo>
                    <a:pt x="2326969" y="1842624"/>
                  </a:lnTo>
                  <a:lnTo>
                    <a:pt x="2327603" y="1836936"/>
                  </a:lnTo>
                  <a:lnTo>
                    <a:pt x="2328238" y="1832285"/>
                  </a:lnTo>
                  <a:lnTo>
                    <a:pt x="2328873" y="1828199"/>
                  </a:lnTo>
                  <a:lnTo>
                    <a:pt x="2329508" y="1824604"/>
                  </a:lnTo>
                  <a:lnTo>
                    <a:pt x="2330143" y="1821988"/>
                  </a:lnTo>
                  <a:lnTo>
                    <a:pt x="2330778" y="1820186"/>
                  </a:lnTo>
                  <a:lnTo>
                    <a:pt x="2331413" y="1819206"/>
                  </a:lnTo>
                  <a:lnTo>
                    <a:pt x="2332047" y="1819565"/>
                  </a:lnTo>
                  <a:lnTo>
                    <a:pt x="2332682" y="1819617"/>
                  </a:lnTo>
                  <a:lnTo>
                    <a:pt x="2333317" y="1819504"/>
                  </a:lnTo>
                  <a:lnTo>
                    <a:pt x="2333952" y="1819621"/>
                  </a:lnTo>
                  <a:lnTo>
                    <a:pt x="2334587" y="1820654"/>
                  </a:lnTo>
                  <a:lnTo>
                    <a:pt x="2335222" y="1822263"/>
                  </a:lnTo>
                  <a:lnTo>
                    <a:pt x="2335856" y="1824366"/>
                  </a:lnTo>
                  <a:lnTo>
                    <a:pt x="2336491" y="1826560"/>
                  </a:lnTo>
                  <a:lnTo>
                    <a:pt x="2337126" y="1829367"/>
                  </a:lnTo>
                  <a:lnTo>
                    <a:pt x="2337761" y="1831742"/>
                  </a:lnTo>
                  <a:lnTo>
                    <a:pt x="2338396" y="1833993"/>
                  </a:lnTo>
                  <a:lnTo>
                    <a:pt x="2339031" y="1835678"/>
                  </a:lnTo>
                  <a:lnTo>
                    <a:pt x="2339666" y="1837123"/>
                  </a:lnTo>
                  <a:lnTo>
                    <a:pt x="2340300" y="1838726"/>
                  </a:lnTo>
                  <a:lnTo>
                    <a:pt x="2340935" y="1839783"/>
                  </a:lnTo>
                  <a:lnTo>
                    <a:pt x="2341570" y="1840299"/>
                  </a:lnTo>
                  <a:lnTo>
                    <a:pt x="2342205" y="1840550"/>
                  </a:lnTo>
                  <a:lnTo>
                    <a:pt x="2342840" y="1840977"/>
                  </a:lnTo>
                  <a:lnTo>
                    <a:pt x="2343475" y="1842596"/>
                  </a:lnTo>
                  <a:lnTo>
                    <a:pt x="2344109" y="1843523"/>
                  </a:lnTo>
                  <a:lnTo>
                    <a:pt x="2344744" y="1844409"/>
                  </a:lnTo>
                  <a:lnTo>
                    <a:pt x="2345379" y="1845553"/>
                  </a:lnTo>
                  <a:lnTo>
                    <a:pt x="2346014" y="1846963"/>
                  </a:lnTo>
                  <a:lnTo>
                    <a:pt x="2346649" y="1847648"/>
                  </a:lnTo>
                  <a:lnTo>
                    <a:pt x="2347284" y="1849182"/>
                  </a:lnTo>
                  <a:lnTo>
                    <a:pt x="2347919" y="1850855"/>
                  </a:lnTo>
                  <a:lnTo>
                    <a:pt x="2348553" y="1853051"/>
                  </a:lnTo>
                  <a:lnTo>
                    <a:pt x="2349188" y="1855829"/>
                  </a:lnTo>
                  <a:lnTo>
                    <a:pt x="2349823" y="1858574"/>
                  </a:lnTo>
                  <a:lnTo>
                    <a:pt x="2350458" y="1861690"/>
                  </a:lnTo>
                  <a:lnTo>
                    <a:pt x="2351093" y="1865253"/>
                  </a:lnTo>
                  <a:lnTo>
                    <a:pt x="2351728" y="1869858"/>
                  </a:lnTo>
                  <a:lnTo>
                    <a:pt x="2352362" y="1874767"/>
                  </a:lnTo>
                  <a:lnTo>
                    <a:pt x="2352997" y="1879665"/>
                  </a:lnTo>
                  <a:lnTo>
                    <a:pt x="2353632" y="1884443"/>
                  </a:lnTo>
                  <a:lnTo>
                    <a:pt x="2354267" y="1888400"/>
                  </a:lnTo>
                  <a:lnTo>
                    <a:pt x="2354902" y="1890748"/>
                  </a:lnTo>
                  <a:lnTo>
                    <a:pt x="2355537" y="1892449"/>
                  </a:lnTo>
                  <a:lnTo>
                    <a:pt x="2356172" y="1893279"/>
                  </a:lnTo>
                  <a:lnTo>
                    <a:pt x="2356806" y="1893845"/>
                  </a:lnTo>
                  <a:lnTo>
                    <a:pt x="2357441" y="1894969"/>
                  </a:lnTo>
                  <a:lnTo>
                    <a:pt x="2358076" y="1895546"/>
                  </a:lnTo>
                  <a:lnTo>
                    <a:pt x="2358711" y="1895353"/>
                  </a:lnTo>
                  <a:lnTo>
                    <a:pt x="2359346" y="1895698"/>
                  </a:lnTo>
                  <a:lnTo>
                    <a:pt x="2359981" y="1896629"/>
                  </a:lnTo>
                  <a:lnTo>
                    <a:pt x="2360615" y="1897661"/>
                  </a:lnTo>
                  <a:lnTo>
                    <a:pt x="2361250" y="1898582"/>
                  </a:lnTo>
                  <a:lnTo>
                    <a:pt x="2361885" y="1898667"/>
                  </a:lnTo>
                  <a:lnTo>
                    <a:pt x="2362520" y="1897911"/>
                  </a:lnTo>
                  <a:lnTo>
                    <a:pt x="2363155" y="1896982"/>
                  </a:lnTo>
                  <a:lnTo>
                    <a:pt x="2363790" y="1896545"/>
                  </a:lnTo>
                  <a:lnTo>
                    <a:pt x="2364425" y="1897253"/>
                  </a:lnTo>
                  <a:lnTo>
                    <a:pt x="2365059" y="1898796"/>
                  </a:lnTo>
                  <a:lnTo>
                    <a:pt x="2365694" y="1901176"/>
                  </a:lnTo>
                  <a:lnTo>
                    <a:pt x="2366329" y="1904049"/>
                  </a:lnTo>
                  <a:lnTo>
                    <a:pt x="2366964" y="1906582"/>
                  </a:lnTo>
                  <a:lnTo>
                    <a:pt x="2367599" y="1909590"/>
                  </a:lnTo>
                  <a:lnTo>
                    <a:pt x="2368234" y="1913179"/>
                  </a:lnTo>
                  <a:lnTo>
                    <a:pt x="2368868" y="1916492"/>
                  </a:lnTo>
                  <a:lnTo>
                    <a:pt x="2369503" y="1919673"/>
                  </a:lnTo>
                  <a:lnTo>
                    <a:pt x="2370138" y="1922913"/>
                  </a:lnTo>
                  <a:lnTo>
                    <a:pt x="2370773" y="1925872"/>
                  </a:lnTo>
                  <a:lnTo>
                    <a:pt x="2371408" y="1929708"/>
                  </a:lnTo>
                  <a:lnTo>
                    <a:pt x="2372043" y="1933836"/>
                  </a:lnTo>
                  <a:lnTo>
                    <a:pt x="2372678" y="1938250"/>
                  </a:lnTo>
                  <a:lnTo>
                    <a:pt x="2373312" y="1943466"/>
                  </a:lnTo>
                  <a:lnTo>
                    <a:pt x="2373947" y="1948200"/>
                  </a:lnTo>
                  <a:lnTo>
                    <a:pt x="2374582" y="1952851"/>
                  </a:lnTo>
                  <a:lnTo>
                    <a:pt x="2375217" y="1957183"/>
                  </a:lnTo>
                  <a:lnTo>
                    <a:pt x="2375852" y="1960970"/>
                  </a:lnTo>
                  <a:lnTo>
                    <a:pt x="2376487" y="1964970"/>
                  </a:lnTo>
                  <a:lnTo>
                    <a:pt x="2377121" y="1968905"/>
                  </a:lnTo>
                  <a:lnTo>
                    <a:pt x="2377756" y="1972928"/>
                  </a:lnTo>
                  <a:lnTo>
                    <a:pt x="2378391" y="1977363"/>
                  </a:lnTo>
                  <a:lnTo>
                    <a:pt x="2379026" y="1981814"/>
                  </a:lnTo>
                  <a:lnTo>
                    <a:pt x="2379661" y="1986051"/>
                  </a:lnTo>
                  <a:lnTo>
                    <a:pt x="2380296" y="1989925"/>
                  </a:lnTo>
                  <a:lnTo>
                    <a:pt x="2380930" y="1994306"/>
                  </a:lnTo>
                  <a:lnTo>
                    <a:pt x="2381565" y="1999129"/>
                  </a:lnTo>
                  <a:lnTo>
                    <a:pt x="2382200" y="2003779"/>
                  </a:lnTo>
                  <a:lnTo>
                    <a:pt x="2382835" y="2008226"/>
                  </a:lnTo>
                  <a:lnTo>
                    <a:pt x="2383470" y="2012710"/>
                  </a:lnTo>
                  <a:lnTo>
                    <a:pt x="2384105" y="2016903"/>
                  </a:lnTo>
                  <a:lnTo>
                    <a:pt x="2384740" y="2022309"/>
                  </a:lnTo>
                  <a:lnTo>
                    <a:pt x="2385374" y="2028249"/>
                  </a:lnTo>
                  <a:lnTo>
                    <a:pt x="2386009" y="2034121"/>
                  </a:lnTo>
                  <a:lnTo>
                    <a:pt x="2386644" y="2039663"/>
                  </a:lnTo>
                  <a:lnTo>
                    <a:pt x="2387279" y="2043948"/>
                  </a:lnTo>
                  <a:lnTo>
                    <a:pt x="2387914" y="2047713"/>
                  </a:lnTo>
                  <a:lnTo>
                    <a:pt x="2388549" y="2051290"/>
                  </a:lnTo>
                  <a:lnTo>
                    <a:pt x="2389183" y="2054557"/>
                  </a:lnTo>
                  <a:lnTo>
                    <a:pt x="2389818" y="2058343"/>
                  </a:lnTo>
                  <a:lnTo>
                    <a:pt x="2390453" y="2061401"/>
                  </a:lnTo>
                  <a:lnTo>
                    <a:pt x="2391088" y="2063781"/>
                  </a:lnTo>
                  <a:lnTo>
                    <a:pt x="2391723" y="2065662"/>
                  </a:lnTo>
                  <a:lnTo>
                    <a:pt x="2392358" y="2067426"/>
                  </a:lnTo>
                  <a:lnTo>
                    <a:pt x="2392993" y="2069122"/>
                  </a:lnTo>
                  <a:lnTo>
                    <a:pt x="2393627" y="2070437"/>
                  </a:lnTo>
                  <a:lnTo>
                    <a:pt x="2394262" y="2071405"/>
                  </a:lnTo>
                  <a:lnTo>
                    <a:pt x="2394897" y="2071835"/>
                  </a:lnTo>
                  <a:lnTo>
                    <a:pt x="2395532" y="2071543"/>
                  </a:lnTo>
                  <a:lnTo>
                    <a:pt x="2396167" y="2071487"/>
                  </a:lnTo>
                  <a:lnTo>
                    <a:pt x="2396802" y="2071552"/>
                  </a:lnTo>
                  <a:lnTo>
                    <a:pt x="2397436" y="2071780"/>
                  </a:lnTo>
                  <a:lnTo>
                    <a:pt x="2398071" y="2073052"/>
                  </a:lnTo>
                  <a:lnTo>
                    <a:pt x="2398706" y="2074257"/>
                  </a:lnTo>
                  <a:lnTo>
                    <a:pt x="2399341" y="2074520"/>
                  </a:lnTo>
                  <a:lnTo>
                    <a:pt x="2399976" y="2074618"/>
                  </a:lnTo>
                  <a:lnTo>
                    <a:pt x="2400611" y="2075090"/>
                  </a:lnTo>
                  <a:lnTo>
                    <a:pt x="2401246" y="2075880"/>
                  </a:lnTo>
                  <a:lnTo>
                    <a:pt x="2401880" y="2076903"/>
                  </a:lnTo>
                  <a:lnTo>
                    <a:pt x="2402515" y="2078413"/>
                  </a:lnTo>
                  <a:lnTo>
                    <a:pt x="2403150" y="2080173"/>
                  </a:lnTo>
                  <a:lnTo>
                    <a:pt x="2403785" y="2081992"/>
                  </a:lnTo>
                  <a:lnTo>
                    <a:pt x="2404420" y="2083515"/>
                  </a:lnTo>
                  <a:lnTo>
                    <a:pt x="2405055" y="2084524"/>
                  </a:lnTo>
                  <a:lnTo>
                    <a:pt x="2405689" y="2085314"/>
                  </a:lnTo>
                  <a:lnTo>
                    <a:pt x="2406324" y="2085361"/>
                  </a:lnTo>
                  <a:lnTo>
                    <a:pt x="2406959" y="2084814"/>
                  </a:lnTo>
                  <a:lnTo>
                    <a:pt x="2407594" y="2084185"/>
                  </a:lnTo>
                  <a:lnTo>
                    <a:pt x="2408229" y="2083532"/>
                  </a:lnTo>
                  <a:lnTo>
                    <a:pt x="2408864" y="2083276"/>
                  </a:lnTo>
                  <a:lnTo>
                    <a:pt x="2409499" y="2083326"/>
                  </a:lnTo>
                  <a:lnTo>
                    <a:pt x="2410133" y="2083751"/>
                  </a:lnTo>
                  <a:lnTo>
                    <a:pt x="2410768" y="2084265"/>
                  </a:lnTo>
                  <a:lnTo>
                    <a:pt x="2411403" y="2085136"/>
                  </a:lnTo>
                  <a:lnTo>
                    <a:pt x="2412038" y="2086471"/>
                  </a:lnTo>
                  <a:lnTo>
                    <a:pt x="2412673" y="2088327"/>
                  </a:lnTo>
                  <a:lnTo>
                    <a:pt x="2413308" y="2090277"/>
                  </a:lnTo>
                  <a:lnTo>
                    <a:pt x="2413942" y="2092743"/>
                  </a:lnTo>
                  <a:lnTo>
                    <a:pt x="2414577" y="2095277"/>
                  </a:lnTo>
                  <a:lnTo>
                    <a:pt x="2415212" y="2099139"/>
                  </a:lnTo>
                  <a:lnTo>
                    <a:pt x="2415847" y="2104213"/>
                  </a:lnTo>
                  <a:lnTo>
                    <a:pt x="2416482" y="2109679"/>
                  </a:lnTo>
                  <a:lnTo>
                    <a:pt x="2417117" y="2115460"/>
                  </a:lnTo>
                  <a:lnTo>
                    <a:pt x="2417752" y="2121637"/>
                  </a:lnTo>
                  <a:lnTo>
                    <a:pt x="2418386" y="2127977"/>
                  </a:lnTo>
                  <a:lnTo>
                    <a:pt x="2419021" y="2134844"/>
                  </a:lnTo>
                  <a:lnTo>
                    <a:pt x="2419656" y="2141352"/>
                  </a:lnTo>
                  <a:lnTo>
                    <a:pt x="2420291" y="2147398"/>
                  </a:lnTo>
                  <a:lnTo>
                    <a:pt x="2420926" y="2153217"/>
                  </a:lnTo>
                  <a:lnTo>
                    <a:pt x="2421561" y="2158452"/>
                  </a:lnTo>
                  <a:lnTo>
                    <a:pt x="2422195" y="2163796"/>
                  </a:lnTo>
                  <a:lnTo>
                    <a:pt x="2422830" y="2168909"/>
                  </a:lnTo>
                  <a:lnTo>
                    <a:pt x="2423465" y="2173544"/>
                  </a:lnTo>
                  <a:lnTo>
                    <a:pt x="2424100" y="2178537"/>
                  </a:lnTo>
                  <a:lnTo>
                    <a:pt x="2424735" y="2182392"/>
                  </a:lnTo>
                  <a:lnTo>
                    <a:pt x="2425370" y="2185732"/>
                  </a:lnTo>
                  <a:lnTo>
                    <a:pt x="2426005" y="2188334"/>
                  </a:lnTo>
                  <a:lnTo>
                    <a:pt x="2426639" y="2190024"/>
                  </a:lnTo>
                  <a:lnTo>
                    <a:pt x="2427274" y="2191309"/>
                  </a:lnTo>
                  <a:lnTo>
                    <a:pt x="2427909" y="2191704"/>
                  </a:lnTo>
                  <a:lnTo>
                    <a:pt x="2428544" y="2191815"/>
                  </a:lnTo>
                  <a:lnTo>
                    <a:pt x="2429179" y="2191633"/>
                  </a:lnTo>
                  <a:lnTo>
                    <a:pt x="2429814" y="2191451"/>
                  </a:lnTo>
                  <a:lnTo>
                    <a:pt x="2430448" y="2191319"/>
                  </a:lnTo>
                  <a:lnTo>
                    <a:pt x="2431083" y="2191431"/>
                  </a:lnTo>
                  <a:lnTo>
                    <a:pt x="2431718" y="2191856"/>
                  </a:lnTo>
                  <a:lnTo>
                    <a:pt x="2432353" y="2192665"/>
                  </a:lnTo>
                  <a:lnTo>
                    <a:pt x="2432988" y="2193475"/>
                  </a:lnTo>
                  <a:lnTo>
                    <a:pt x="2433623" y="2194497"/>
                  </a:lnTo>
                  <a:lnTo>
                    <a:pt x="2434257" y="2195854"/>
                  </a:lnTo>
                  <a:lnTo>
                    <a:pt x="2434892" y="2197615"/>
                  </a:lnTo>
                  <a:lnTo>
                    <a:pt x="2435527" y="2199437"/>
                  </a:lnTo>
                  <a:lnTo>
                    <a:pt x="2436162" y="2201400"/>
                  </a:lnTo>
                  <a:lnTo>
                    <a:pt x="2436797" y="2203607"/>
                  </a:lnTo>
                  <a:lnTo>
                    <a:pt x="2437432" y="2206038"/>
                  </a:lnTo>
                  <a:lnTo>
                    <a:pt x="2438067" y="2209174"/>
                  </a:lnTo>
                  <a:lnTo>
                    <a:pt x="2438701" y="2212675"/>
                  </a:lnTo>
                  <a:lnTo>
                    <a:pt x="2439336" y="2216465"/>
                  </a:lnTo>
                  <a:lnTo>
                    <a:pt x="2439971" y="2220553"/>
                  </a:lnTo>
                  <a:lnTo>
                    <a:pt x="2440606" y="2225013"/>
                  </a:lnTo>
                  <a:lnTo>
                    <a:pt x="2441241" y="2229359"/>
                  </a:lnTo>
                  <a:lnTo>
                    <a:pt x="2441876" y="2233168"/>
                  </a:lnTo>
                  <a:lnTo>
                    <a:pt x="2442510" y="2236567"/>
                  </a:lnTo>
                  <a:lnTo>
                    <a:pt x="2443145" y="2240213"/>
                  </a:lnTo>
                  <a:lnTo>
                    <a:pt x="2443780" y="2243732"/>
                  </a:lnTo>
                  <a:lnTo>
                    <a:pt x="2444415" y="2247896"/>
                  </a:lnTo>
                  <a:lnTo>
                    <a:pt x="2445050" y="2252356"/>
                  </a:lnTo>
                  <a:lnTo>
                    <a:pt x="2445685" y="2257231"/>
                  </a:lnTo>
                  <a:lnTo>
                    <a:pt x="2446320" y="2262336"/>
                  </a:lnTo>
                  <a:lnTo>
                    <a:pt x="2446954" y="2266901"/>
                  </a:lnTo>
                  <a:lnTo>
                    <a:pt x="2447589" y="2271654"/>
                  </a:lnTo>
                  <a:lnTo>
                    <a:pt x="2448224" y="2276562"/>
                  </a:lnTo>
                  <a:lnTo>
                    <a:pt x="2448859" y="2282486"/>
                  </a:lnTo>
                  <a:lnTo>
                    <a:pt x="2449494" y="2289556"/>
                  </a:lnTo>
                  <a:lnTo>
                    <a:pt x="2450129" y="2294821"/>
                  </a:lnTo>
                  <a:lnTo>
                    <a:pt x="2450763" y="2299937"/>
                  </a:lnTo>
                  <a:lnTo>
                    <a:pt x="2451398" y="2305760"/>
                  </a:lnTo>
                  <a:lnTo>
                    <a:pt x="2452033" y="2312090"/>
                  </a:lnTo>
                  <a:lnTo>
                    <a:pt x="2452668" y="2318071"/>
                  </a:lnTo>
                  <a:lnTo>
                    <a:pt x="2453303" y="2325215"/>
                  </a:lnTo>
                  <a:lnTo>
                    <a:pt x="2453938" y="2330375"/>
                  </a:lnTo>
                  <a:lnTo>
                    <a:pt x="2454573" y="2335201"/>
                  </a:lnTo>
                  <a:lnTo>
                    <a:pt x="2455207" y="2339035"/>
                  </a:lnTo>
                  <a:lnTo>
                    <a:pt x="2455842" y="2341678"/>
                  </a:lnTo>
                  <a:lnTo>
                    <a:pt x="2456477" y="2343997"/>
                  </a:lnTo>
                  <a:lnTo>
                    <a:pt x="2457112" y="2345932"/>
                  </a:lnTo>
                  <a:lnTo>
                    <a:pt x="2457747" y="2347236"/>
                  </a:lnTo>
                  <a:lnTo>
                    <a:pt x="2458382" y="2347787"/>
                  </a:lnTo>
                  <a:lnTo>
                    <a:pt x="2459016" y="2346963"/>
                  </a:lnTo>
                  <a:lnTo>
                    <a:pt x="2459651" y="2346026"/>
                  </a:lnTo>
                  <a:lnTo>
                    <a:pt x="2460286" y="2344434"/>
                  </a:lnTo>
                  <a:lnTo>
                    <a:pt x="2460921" y="2341968"/>
                  </a:lnTo>
                  <a:lnTo>
                    <a:pt x="2461556" y="2338015"/>
                  </a:lnTo>
                  <a:lnTo>
                    <a:pt x="2462191" y="2333211"/>
                  </a:lnTo>
                  <a:lnTo>
                    <a:pt x="2462826" y="2328610"/>
                  </a:lnTo>
                  <a:lnTo>
                    <a:pt x="2463460" y="2324351"/>
                  </a:lnTo>
                  <a:lnTo>
                    <a:pt x="2464095" y="2318495"/>
                  </a:lnTo>
                  <a:lnTo>
                    <a:pt x="2464730" y="2313019"/>
                  </a:lnTo>
                  <a:lnTo>
                    <a:pt x="2465365" y="2307205"/>
                  </a:lnTo>
                  <a:lnTo>
                    <a:pt x="2466000" y="2301725"/>
                  </a:lnTo>
                  <a:lnTo>
                    <a:pt x="2466635" y="2296157"/>
                  </a:lnTo>
                  <a:lnTo>
                    <a:pt x="2467269" y="2290521"/>
                  </a:lnTo>
                  <a:lnTo>
                    <a:pt x="2467904" y="2285881"/>
                  </a:lnTo>
                  <a:lnTo>
                    <a:pt x="2468539" y="2282173"/>
                  </a:lnTo>
                  <a:lnTo>
                    <a:pt x="2469174" y="2279886"/>
                  </a:lnTo>
                  <a:lnTo>
                    <a:pt x="2469809" y="2277971"/>
                  </a:lnTo>
                  <a:lnTo>
                    <a:pt x="2470444" y="2275988"/>
                  </a:lnTo>
                  <a:lnTo>
                    <a:pt x="2471079" y="2274387"/>
                  </a:lnTo>
                  <a:lnTo>
                    <a:pt x="2471713" y="2273573"/>
                  </a:lnTo>
                  <a:lnTo>
                    <a:pt x="2472348" y="2273222"/>
                  </a:lnTo>
                  <a:lnTo>
                    <a:pt x="2472983" y="2273338"/>
                  </a:lnTo>
                  <a:lnTo>
                    <a:pt x="2473618" y="2274324"/>
                  </a:lnTo>
                  <a:lnTo>
                    <a:pt x="2474253" y="2274182"/>
                  </a:lnTo>
                  <a:lnTo>
                    <a:pt x="2474888" y="2272845"/>
                  </a:lnTo>
                  <a:lnTo>
                    <a:pt x="2475522" y="2271316"/>
                  </a:lnTo>
                  <a:lnTo>
                    <a:pt x="2476157" y="2269861"/>
                  </a:lnTo>
                  <a:lnTo>
                    <a:pt x="2476792" y="2268520"/>
                  </a:lnTo>
                  <a:lnTo>
                    <a:pt x="2477427" y="2266443"/>
                  </a:lnTo>
                  <a:lnTo>
                    <a:pt x="2478062" y="2263954"/>
                  </a:lnTo>
                  <a:lnTo>
                    <a:pt x="2478697" y="2261293"/>
                  </a:lnTo>
                  <a:lnTo>
                    <a:pt x="2479332" y="2258072"/>
                  </a:lnTo>
                  <a:lnTo>
                    <a:pt x="2479966" y="2254232"/>
                  </a:lnTo>
                  <a:lnTo>
                    <a:pt x="2480601" y="2250225"/>
                  </a:lnTo>
                  <a:lnTo>
                    <a:pt x="2481236" y="2246192"/>
                  </a:lnTo>
                  <a:lnTo>
                    <a:pt x="2481871" y="2242259"/>
                  </a:lnTo>
                  <a:lnTo>
                    <a:pt x="2482506" y="2237451"/>
                  </a:lnTo>
                  <a:lnTo>
                    <a:pt x="2483141" y="2232395"/>
                  </a:lnTo>
                  <a:lnTo>
                    <a:pt x="2483775" y="2226899"/>
                  </a:lnTo>
                  <a:lnTo>
                    <a:pt x="2484410" y="2220968"/>
                  </a:lnTo>
                  <a:lnTo>
                    <a:pt x="2485045" y="2215043"/>
                  </a:lnTo>
                  <a:lnTo>
                    <a:pt x="2485680" y="2208339"/>
                  </a:lnTo>
                  <a:lnTo>
                    <a:pt x="2486315" y="2200258"/>
                  </a:lnTo>
                  <a:lnTo>
                    <a:pt x="2486950" y="2190683"/>
                  </a:lnTo>
                  <a:lnTo>
                    <a:pt x="2487584" y="2180757"/>
                  </a:lnTo>
                  <a:lnTo>
                    <a:pt x="2488219" y="2169293"/>
                  </a:lnTo>
                  <a:lnTo>
                    <a:pt x="2488854" y="2158884"/>
                  </a:lnTo>
                  <a:lnTo>
                    <a:pt x="2489489" y="2152539"/>
                  </a:lnTo>
                  <a:lnTo>
                    <a:pt x="2490124" y="2147361"/>
                  </a:lnTo>
                  <a:lnTo>
                    <a:pt x="2490759" y="2143682"/>
                  </a:lnTo>
                  <a:lnTo>
                    <a:pt x="2491394" y="2138913"/>
                  </a:lnTo>
                  <a:lnTo>
                    <a:pt x="2492028" y="2134021"/>
                  </a:lnTo>
                  <a:lnTo>
                    <a:pt x="2492663" y="2128935"/>
                  </a:lnTo>
                  <a:lnTo>
                    <a:pt x="2493298" y="2124009"/>
                  </a:lnTo>
                  <a:lnTo>
                    <a:pt x="2493933" y="2119114"/>
                  </a:lnTo>
                  <a:lnTo>
                    <a:pt x="2494568" y="2115136"/>
                  </a:lnTo>
                  <a:lnTo>
                    <a:pt x="2495203" y="2111278"/>
                  </a:lnTo>
                  <a:lnTo>
                    <a:pt x="2495837" y="2107069"/>
                  </a:lnTo>
                  <a:lnTo>
                    <a:pt x="2496472" y="2103946"/>
                  </a:lnTo>
                  <a:lnTo>
                    <a:pt x="2497107" y="2102007"/>
                  </a:lnTo>
                  <a:lnTo>
                    <a:pt x="2497742" y="2100237"/>
                  </a:lnTo>
                  <a:lnTo>
                    <a:pt x="2498377" y="2098222"/>
                  </a:lnTo>
                  <a:lnTo>
                    <a:pt x="2499012" y="2095989"/>
                  </a:lnTo>
                  <a:lnTo>
                    <a:pt x="2499647" y="2092962"/>
                  </a:lnTo>
                  <a:lnTo>
                    <a:pt x="2500281" y="2089911"/>
                  </a:lnTo>
                  <a:lnTo>
                    <a:pt x="2500916" y="2086834"/>
                  </a:lnTo>
                  <a:lnTo>
                    <a:pt x="2501551" y="2083798"/>
                  </a:lnTo>
                  <a:lnTo>
                    <a:pt x="2502186" y="2080761"/>
                  </a:lnTo>
                  <a:lnTo>
                    <a:pt x="2502821" y="2077777"/>
                  </a:lnTo>
                  <a:lnTo>
                    <a:pt x="2503456" y="2075151"/>
                  </a:lnTo>
                  <a:lnTo>
                    <a:pt x="2504090" y="2072727"/>
                  </a:lnTo>
                  <a:lnTo>
                    <a:pt x="2504725" y="2070513"/>
                  </a:lnTo>
                  <a:lnTo>
                    <a:pt x="2505360" y="2068161"/>
                  </a:lnTo>
                  <a:lnTo>
                    <a:pt x="2505995" y="2065722"/>
                  </a:lnTo>
                  <a:lnTo>
                    <a:pt x="2506630" y="2062988"/>
                  </a:lnTo>
                  <a:lnTo>
                    <a:pt x="2507265" y="2060325"/>
                  </a:lnTo>
                  <a:lnTo>
                    <a:pt x="2507900" y="2057620"/>
                  </a:lnTo>
                  <a:lnTo>
                    <a:pt x="2508534" y="2054535"/>
                  </a:lnTo>
                  <a:lnTo>
                    <a:pt x="2509169" y="2051497"/>
                  </a:lnTo>
                  <a:lnTo>
                    <a:pt x="2509804" y="2048429"/>
                  </a:lnTo>
                  <a:lnTo>
                    <a:pt x="2510439" y="2045097"/>
                  </a:lnTo>
                  <a:lnTo>
                    <a:pt x="2511074" y="2041652"/>
                  </a:lnTo>
                  <a:lnTo>
                    <a:pt x="2511709" y="2038558"/>
                  </a:lnTo>
                  <a:lnTo>
                    <a:pt x="2512343" y="2034786"/>
                  </a:lnTo>
                  <a:lnTo>
                    <a:pt x="2512978" y="2030517"/>
                  </a:lnTo>
                  <a:lnTo>
                    <a:pt x="2513613" y="2026530"/>
                  </a:lnTo>
                  <a:lnTo>
                    <a:pt x="2514248" y="2022776"/>
                  </a:lnTo>
                  <a:lnTo>
                    <a:pt x="2514883" y="2018909"/>
                  </a:lnTo>
                  <a:lnTo>
                    <a:pt x="2515518" y="2014721"/>
                  </a:lnTo>
                  <a:lnTo>
                    <a:pt x="2516153" y="2010737"/>
                  </a:lnTo>
                  <a:lnTo>
                    <a:pt x="2516787" y="2006835"/>
                  </a:lnTo>
                  <a:lnTo>
                    <a:pt x="2517422" y="2003874"/>
                  </a:lnTo>
                  <a:lnTo>
                    <a:pt x="2518057" y="2000605"/>
                  </a:lnTo>
                  <a:lnTo>
                    <a:pt x="2518692" y="1997261"/>
                  </a:lnTo>
                  <a:lnTo>
                    <a:pt x="2519327" y="1993209"/>
                  </a:lnTo>
                  <a:lnTo>
                    <a:pt x="2519962" y="1988940"/>
                  </a:lnTo>
                  <a:lnTo>
                    <a:pt x="2520596" y="1984727"/>
                  </a:lnTo>
                  <a:lnTo>
                    <a:pt x="2521231" y="1980591"/>
                  </a:lnTo>
                  <a:lnTo>
                    <a:pt x="2521866" y="1976972"/>
                  </a:lnTo>
                  <a:lnTo>
                    <a:pt x="2522501" y="1973461"/>
                  </a:lnTo>
                  <a:lnTo>
                    <a:pt x="2523136" y="1970561"/>
                  </a:lnTo>
                  <a:lnTo>
                    <a:pt x="2523771" y="1967095"/>
                  </a:lnTo>
                  <a:lnTo>
                    <a:pt x="2524406" y="1963273"/>
                  </a:lnTo>
                  <a:lnTo>
                    <a:pt x="2525040" y="1959122"/>
                  </a:lnTo>
                  <a:lnTo>
                    <a:pt x="2525675" y="1955904"/>
                  </a:lnTo>
                  <a:lnTo>
                    <a:pt x="2526310" y="1952673"/>
                  </a:lnTo>
                  <a:lnTo>
                    <a:pt x="2526945" y="1949396"/>
                  </a:lnTo>
                  <a:lnTo>
                    <a:pt x="2527580" y="1945817"/>
                  </a:lnTo>
                  <a:lnTo>
                    <a:pt x="2528215" y="1942185"/>
                  </a:lnTo>
                  <a:lnTo>
                    <a:pt x="2528849" y="1938686"/>
                  </a:lnTo>
                  <a:lnTo>
                    <a:pt x="2529484" y="1935185"/>
                  </a:lnTo>
                  <a:lnTo>
                    <a:pt x="2530119" y="1931844"/>
                  </a:lnTo>
                  <a:lnTo>
                    <a:pt x="2530754" y="1928569"/>
                  </a:lnTo>
                  <a:lnTo>
                    <a:pt x="2531389" y="1926315"/>
                  </a:lnTo>
                  <a:lnTo>
                    <a:pt x="2532024" y="1924813"/>
                  </a:lnTo>
                  <a:lnTo>
                    <a:pt x="2532659" y="1923979"/>
                  </a:lnTo>
                  <a:lnTo>
                    <a:pt x="2533293" y="1923519"/>
                  </a:lnTo>
                  <a:lnTo>
                    <a:pt x="2533928" y="1923002"/>
                  </a:lnTo>
                  <a:lnTo>
                    <a:pt x="2534563" y="1922876"/>
                  </a:lnTo>
                  <a:lnTo>
                    <a:pt x="2535198" y="1921926"/>
                  </a:lnTo>
                  <a:lnTo>
                    <a:pt x="2535833" y="1920741"/>
                  </a:lnTo>
                  <a:lnTo>
                    <a:pt x="2536468" y="1918413"/>
                  </a:lnTo>
                  <a:lnTo>
                    <a:pt x="2537102" y="1914507"/>
                  </a:lnTo>
                  <a:lnTo>
                    <a:pt x="2537737" y="1910357"/>
                  </a:lnTo>
                  <a:lnTo>
                    <a:pt x="2538372" y="1906397"/>
                  </a:lnTo>
                  <a:lnTo>
                    <a:pt x="2539007" y="1902206"/>
                  </a:lnTo>
                  <a:lnTo>
                    <a:pt x="2539642" y="1897582"/>
                  </a:lnTo>
                  <a:lnTo>
                    <a:pt x="2540277" y="1892420"/>
                  </a:lnTo>
                  <a:lnTo>
                    <a:pt x="2540911" y="1885894"/>
                  </a:lnTo>
                  <a:lnTo>
                    <a:pt x="2541546" y="1877956"/>
                  </a:lnTo>
                  <a:lnTo>
                    <a:pt x="2542181" y="1870284"/>
                  </a:lnTo>
                  <a:lnTo>
                    <a:pt x="2542816" y="1861774"/>
                  </a:lnTo>
                  <a:lnTo>
                    <a:pt x="2543451" y="1853429"/>
                  </a:lnTo>
                  <a:lnTo>
                    <a:pt x="2544086" y="1844132"/>
                  </a:lnTo>
                  <a:lnTo>
                    <a:pt x="2544721" y="1834970"/>
                  </a:lnTo>
                  <a:lnTo>
                    <a:pt x="2545355" y="1826288"/>
                  </a:lnTo>
                  <a:lnTo>
                    <a:pt x="2545990" y="1817486"/>
                  </a:lnTo>
                  <a:lnTo>
                    <a:pt x="2546625" y="1808606"/>
                  </a:lnTo>
                  <a:lnTo>
                    <a:pt x="2547260" y="1799749"/>
                  </a:lnTo>
                  <a:lnTo>
                    <a:pt x="2547895" y="1791746"/>
                  </a:lnTo>
                  <a:lnTo>
                    <a:pt x="2548530" y="1784507"/>
                  </a:lnTo>
                  <a:lnTo>
                    <a:pt x="2549164" y="1777974"/>
                  </a:lnTo>
                  <a:lnTo>
                    <a:pt x="2549799" y="1771806"/>
                  </a:lnTo>
                  <a:lnTo>
                    <a:pt x="2550434" y="1766061"/>
                  </a:lnTo>
                  <a:lnTo>
                    <a:pt x="2551069" y="1761361"/>
                  </a:lnTo>
                  <a:lnTo>
                    <a:pt x="2551704" y="1757322"/>
                  </a:lnTo>
                  <a:lnTo>
                    <a:pt x="2552339" y="1754195"/>
                  </a:lnTo>
                  <a:lnTo>
                    <a:pt x="2552974" y="1751631"/>
                  </a:lnTo>
                  <a:lnTo>
                    <a:pt x="2553608" y="1748736"/>
                  </a:lnTo>
                  <a:lnTo>
                    <a:pt x="2554243" y="1745528"/>
                  </a:lnTo>
                  <a:lnTo>
                    <a:pt x="2554878" y="1742644"/>
                  </a:lnTo>
                  <a:lnTo>
                    <a:pt x="2555513" y="1739214"/>
                  </a:lnTo>
                  <a:lnTo>
                    <a:pt x="2556148" y="1735560"/>
                  </a:lnTo>
                  <a:lnTo>
                    <a:pt x="2556783" y="1731316"/>
                  </a:lnTo>
                  <a:lnTo>
                    <a:pt x="2557417" y="1726414"/>
                  </a:lnTo>
                  <a:lnTo>
                    <a:pt x="2558052" y="1721114"/>
                  </a:lnTo>
                  <a:lnTo>
                    <a:pt x="2558687" y="1714726"/>
                  </a:lnTo>
                  <a:lnTo>
                    <a:pt x="2559322" y="1707873"/>
                  </a:lnTo>
                  <a:lnTo>
                    <a:pt x="2559957" y="1700284"/>
                  </a:lnTo>
                  <a:lnTo>
                    <a:pt x="2560592" y="1692548"/>
                  </a:lnTo>
                  <a:lnTo>
                    <a:pt x="2561227" y="1683911"/>
                  </a:lnTo>
                  <a:lnTo>
                    <a:pt x="2561861" y="1674629"/>
                  </a:lnTo>
                  <a:lnTo>
                    <a:pt x="2562496" y="1664727"/>
                  </a:lnTo>
                  <a:lnTo>
                    <a:pt x="2563131" y="1655007"/>
                  </a:lnTo>
                  <a:lnTo>
                    <a:pt x="2563766" y="1645411"/>
                  </a:lnTo>
                  <a:lnTo>
                    <a:pt x="2564401" y="1635194"/>
                  </a:lnTo>
                  <a:lnTo>
                    <a:pt x="2565036" y="1624498"/>
                  </a:lnTo>
                  <a:lnTo>
                    <a:pt x="2565670" y="1612726"/>
                  </a:lnTo>
                  <a:lnTo>
                    <a:pt x="2566305" y="1600379"/>
                  </a:lnTo>
                  <a:lnTo>
                    <a:pt x="2566940" y="1589245"/>
                  </a:lnTo>
                  <a:lnTo>
                    <a:pt x="2567575" y="1578935"/>
                  </a:lnTo>
                  <a:lnTo>
                    <a:pt x="2568210" y="1569422"/>
                  </a:lnTo>
                  <a:lnTo>
                    <a:pt x="2568845" y="1560286"/>
                  </a:lnTo>
                  <a:lnTo>
                    <a:pt x="2569480" y="1551654"/>
                  </a:lnTo>
                  <a:lnTo>
                    <a:pt x="2570114" y="1543370"/>
                  </a:lnTo>
                  <a:lnTo>
                    <a:pt x="2570749" y="1535387"/>
                  </a:lnTo>
                  <a:lnTo>
                    <a:pt x="2571384" y="1528331"/>
                  </a:lnTo>
                  <a:lnTo>
                    <a:pt x="2572019" y="1522225"/>
                  </a:lnTo>
                  <a:lnTo>
                    <a:pt x="2572654" y="1515910"/>
                  </a:lnTo>
                  <a:lnTo>
                    <a:pt x="2573289" y="1510247"/>
                  </a:lnTo>
                  <a:lnTo>
                    <a:pt x="2573923" y="1504573"/>
                  </a:lnTo>
                  <a:lnTo>
                    <a:pt x="2574558" y="1500541"/>
                  </a:lnTo>
                  <a:lnTo>
                    <a:pt x="2575193" y="1496931"/>
                  </a:lnTo>
                  <a:lnTo>
                    <a:pt x="2575828" y="1493579"/>
                  </a:lnTo>
                  <a:lnTo>
                    <a:pt x="2576463" y="1490326"/>
                  </a:lnTo>
                  <a:lnTo>
                    <a:pt x="2577098" y="1486353"/>
                  </a:lnTo>
                  <a:lnTo>
                    <a:pt x="2577733" y="1482504"/>
                  </a:lnTo>
                  <a:lnTo>
                    <a:pt x="2578367" y="1477979"/>
                  </a:lnTo>
                  <a:lnTo>
                    <a:pt x="2579002" y="1473724"/>
                  </a:lnTo>
                  <a:lnTo>
                    <a:pt x="2579637" y="1469932"/>
                  </a:lnTo>
                  <a:lnTo>
                    <a:pt x="2580272" y="1466319"/>
                  </a:lnTo>
                  <a:lnTo>
                    <a:pt x="2580907" y="1462711"/>
                  </a:lnTo>
                  <a:lnTo>
                    <a:pt x="2581542" y="1458891"/>
                  </a:lnTo>
                  <a:lnTo>
                    <a:pt x="2582176" y="1455860"/>
                  </a:lnTo>
                  <a:lnTo>
                    <a:pt x="2582811" y="1453681"/>
                  </a:lnTo>
                  <a:lnTo>
                    <a:pt x="2583446" y="1451745"/>
                  </a:lnTo>
                  <a:lnTo>
                    <a:pt x="2584081" y="1449578"/>
                  </a:lnTo>
                  <a:lnTo>
                    <a:pt x="2584716" y="1447163"/>
                  </a:lnTo>
                  <a:lnTo>
                    <a:pt x="2585351" y="1445240"/>
                  </a:lnTo>
                  <a:lnTo>
                    <a:pt x="2585986" y="1444024"/>
                  </a:lnTo>
                  <a:lnTo>
                    <a:pt x="2586620" y="1442983"/>
                  </a:lnTo>
                  <a:lnTo>
                    <a:pt x="2587255" y="1443245"/>
                  </a:lnTo>
                  <a:lnTo>
                    <a:pt x="2587890" y="1443743"/>
                  </a:lnTo>
                  <a:lnTo>
                    <a:pt x="2588525" y="1444969"/>
                  </a:lnTo>
                  <a:lnTo>
                    <a:pt x="2589160" y="1445722"/>
                  </a:lnTo>
                  <a:lnTo>
                    <a:pt x="2589795" y="1445372"/>
                  </a:lnTo>
                  <a:lnTo>
                    <a:pt x="2590429" y="1444886"/>
                  </a:lnTo>
                  <a:lnTo>
                    <a:pt x="2591064" y="1445306"/>
                  </a:lnTo>
                  <a:lnTo>
                    <a:pt x="2591699" y="1445265"/>
                  </a:lnTo>
                  <a:lnTo>
                    <a:pt x="2592334" y="1445461"/>
                  </a:lnTo>
                  <a:lnTo>
                    <a:pt x="2592969" y="1444212"/>
                  </a:lnTo>
                  <a:lnTo>
                    <a:pt x="2593604" y="1442995"/>
                  </a:lnTo>
                  <a:lnTo>
                    <a:pt x="2594239" y="1441551"/>
                  </a:lnTo>
                  <a:lnTo>
                    <a:pt x="2594873" y="1439106"/>
                  </a:lnTo>
                  <a:lnTo>
                    <a:pt x="2595508" y="1437122"/>
                  </a:lnTo>
                  <a:lnTo>
                    <a:pt x="2596143" y="1434123"/>
                  </a:lnTo>
                  <a:lnTo>
                    <a:pt x="2596778" y="1431062"/>
                  </a:lnTo>
                  <a:lnTo>
                    <a:pt x="2597413" y="1428804"/>
                  </a:lnTo>
                  <a:lnTo>
                    <a:pt x="2598048" y="1426054"/>
                  </a:lnTo>
                  <a:lnTo>
                    <a:pt x="2598682" y="1423373"/>
                  </a:lnTo>
                  <a:lnTo>
                    <a:pt x="2599317" y="1420965"/>
                  </a:lnTo>
                  <a:lnTo>
                    <a:pt x="2599952" y="1417976"/>
                  </a:lnTo>
                  <a:lnTo>
                    <a:pt x="2600587" y="1415716"/>
                  </a:lnTo>
                  <a:lnTo>
                    <a:pt x="2601222" y="1414029"/>
                  </a:lnTo>
                  <a:lnTo>
                    <a:pt x="2601857" y="1413157"/>
                  </a:lnTo>
                  <a:lnTo>
                    <a:pt x="2602491" y="1412455"/>
                  </a:lnTo>
                  <a:lnTo>
                    <a:pt x="2603126" y="1411384"/>
                  </a:lnTo>
                  <a:lnTo>
                    <a:pt x="2603761" y="1410987"/>
                  </a:lnTo>
                  <a:lnTo>
                    <a:pt x="2604396" y="1410517"/>
                  </a:lnTo>
                  <a:lnTo>
                    <a:pt x="2605031" y="1410874"/>
                  </a:lnTo>
                  <a:lnTo>
                    <a:pt x="2605666" y="1410281"/>
                  </a:lnTo>
                  <a:lnTo>
                    <a:pt x="2606301" y="1410977"/>
                  </a:lnTo>
                  <a:lnTo>
                    <a:pt x="2606935" y="1411497"/>
                  </a:lnTo>
                  <a:lnTo>
                    <a:pt x="2607570" y="1412198"/>
                  </a:lnTo>
                  <a:lnTo>
                    <a:pt x="2608205" y="1413055"/>
                  </a:lnTo>
                  <a:lnTo>
                    <a:pt x="2608840" y="1414558"/>
                  </a:lnTo>
                  <a:lnTo>
                    <a:pt x="2609475" y="1417009"/>
                  </a:lnTo>
                  <a:lnTo>
                    <a:pt x="2610110" y="1420524"/>
                  </a:lnTo>
                  <a:lnTo>
                    <a:pt x="2610744" y="1424669"/>
                  </a:lnTo>
                  <a:lnTo>
                    <a:pt x="2611379" y="1429340"/>
                  </a:lnTo>
                  <a:lnTo>
                    <a:pt x="2612014" y="1433877"/>
                  </a:lnTo>
                  <a:lnTo>
                    <a:pt x="2612649" y="1439682"/>
                  </a:lnTo>
                  <a:lnTo>
                    <a:pt x="2613284" y="1446730"/>
                  </a:lnTo>
                  <a:lnTo>
                    <a:pt x="2613919" y="1455177"/>
                  </a:lnTo>
                  <a:lnTo>
                    <a:pt x="2614554" y="1464083"/>
                  </a:lnTo>
                  <a:lnTo>
                    <a:pt x="2615188" y="1474808"/>
                  </a:lnTo>
                  <a:lnTo>
                    <a:pt x="2615823" y="1484470"/>
                  </a:lnTo>
                  <a:lnTo>
                    <a:pt x="2616458" y="1490453"/>
                  </a:lnTo>
                  <a:lnTo>
                    <a:pt x="2617093" y="1495227"/>
                  </a:lnTo>
                  <a:lnTo>
                    <a:pt x="2617728" y="1498087"/>
                  </a:lnTo>
                  <a:lnTo>
                    <a:pt x="2618363" y="1501601"/>
                  </a:lnTo>
                  <a:lnTo>
                    <a:pt x="2618997" y="1504602"/>
                  </a:lnTo>
                  <a:lnTo>
                    <a:pt x="2619632" y="1507296"/>
                  </a:lnTo>
                  <a:lnTo>
                    <a:pt x="2620267" y="1509263"/>
                  </a:lnTo>
                  <a:lnTo>
                    <a:pt x="2620902" y="1511610"/>
                  </a:lnTo>
                  <a:lnTo>
                    <a:pt x="2621537" y="1513261"/>
                  </a:lnTo>
                  <a:lnTo>
                    <a:pt x="2622172" y="1514965"/>
                  </a:lnTo>
                  <a:lnTo>
                    <a:pt x="2622807" y="1517078"/>
                  </a:lnTo>
                  <a:lnTo>
                    <a:pt x="2623441" y="1517762"/>
                  </a:lnTo>
                  <a:lnTo>
                    <a:pt x="2624076" y="1516970"/>
                  </a:lnTo>
                  <a:lnTo>
                    <a:pt x="2624711" y="1515522"/>
                  </a:lnTo>
                  <a:lnTo>
                    <a:pt x="2625346" y="1513258"/>
                  </a:lnTo>
                  <a:lnTo>
                    <a:pt x="2625981" y="1510932"/>
                  </a:lnTo>
                  <a:lnTo>
                    <a:pt x="2626616" y="1508647"/>
                  </a:lnTo>
                  <a:lnTo>
                    <a:pt x="2627250" y="1505757"/>
                  </a:lnTo>
                  <a:lnTo>
                    <a:pt x="2627885" y="1502935"/>
                  </a:lnTo>
                  <a:lnTo>
                    <a:pt x="2628520" y="1499211"/>
                  </a:lnTo>
                  <a:lnTo>
                    <a:pt x="2629155" y="1494814"/>
                  </a:lnTo>
                  <a:lnTo>
                    <a:pt x="2629790" y="1490663"/>
                  </a:lnTo>
                  <a:lnTo>
                    <a:pt x="2630425" y="1487326"/>
                  </a:lnTo>
                  <a:lnTo>
                    <a:pt x="2631060" y="1484515"/>
                  </a:lnTo>
                  <a:lnTo>
                    <a:pt x="2631694" y="1480916"/>
                  </a:lnTo>
                  <a:lnTo>
                    <a:pt x="2632329" y="1476604"/>
                  </a:lnTo>
                  <a:lnTo>
                    <a:pt x="2632964" y="1472054"/>
                  </a:lnTo>
                  <a:lnTo>
                    <a:pt x="2633599" y="1467299"/>
                  </a:lnTo>
                  <a:lnTo>
                    <a:pt x="2634234" y="1461828"/>
                  </a:lnTo>
                  <a:lnTo>
                    <a:pt x="2634869" y="1455774"/>
                  </a:lnTo>
                  <a:lnTo>
                    <a:pt x="2635503" y="1449932"/>
                  </a:lnTo>
                  <a:lnTo>
                    <a:pt x="2636138" y="1443468"/>
                  </a:lnTo>
                  <a:lnTo>
                    <a:pt x="2636773" y="1436302"/>
                  </a:lnTo>
                  <a:lnTo>
                    <a:pt x="2637408" y="1429615"/>
                  </a:lnTo>
                  <a:lnTo>
                    <a:pt x="2638043" y="1423315"/>
                  </a:lnTo>
                  <a:lnTo>
                    <a:pt x="2638678" y="1417095"/>
                  </a:lnTo>
                  <a:lnTo>
                    <a:pt x="2639313" y="1411285"/>
                  </a:lnTo>
                  <a:lnTo>
                    <a:pt x="2639947" y="1405635"/>
                  </a:lnTo>
                  <a:lnTo>
                    <a:pt x="2640582" y="1399498"/>
                  </a:lnTo>
                  <a:lnTo>
                    <a:pt x="2641217" y="1394202"/>
                  </a:lnTo>
                  <a:lnTo>
                    <a:pt x="2641852" y="1389253"/>
                  </a:lnTo>
                  <a:lnTo>
                    <a:pt x="2642487" y="1385479"/>
                  </a:lnTo>
                  <a:lnTo>
                    <a:pt x="2643122" y="1382285"/>
                  </a:lnTo>
                  <a:lnTo>
                    <a:pt x="2643756" y="1379966"/>
                  </a:lnTo>
                  <a:lnTo>
                    <a:pt x="2644391" y="1377937"/>
                  </a:lnTo>
                  <a:lnTo>
                    <a:pt x="2645026" y="1377452"/>
                  </a:lnTo>
                  <a:lnTo>
                    <a:pt x="2645661" y="1378264"/>
                  </a:lnTo>
                  <a:lnTo>
                    <a:pt x="2646296" y="1380317"/>
                  </a:lnTo>
                  <a:lnTo>
                    <a:pt x="2646931" y="1382498"/>
                  </a:lnTo>
                  <a:lnTo>
                    <a:pt x="2647566" y="1385362"/>
                  </a:lnTo>
                  <a:lnTo>
                    <a:pt x="2648200" y="1387885"/>
                  </a:lnTo>
                  <a:lnTo>
                    <a:pt x="2648835" y="1389799"/>
                  </a:lnTo>
                  <a:lnTo>
                    <a:pt x="2649470" y="1391477"/>
                  </a:lnTo>
                  <a:lnTo>
                    <a:pt x="2650105" y="1392441"/>
                  </a:lnTo>
                  <a:lnTo>
                    <a:pt x="2650740" y="1393723"/>
                  </a:lnTo>
                  <a:lnTo>
                    <a:pt x="2651375" y="1393930"/>
                  </a:lnTo>
                  <a:lnTo>
                    <a:pt x="2652009" y="1393626"/>
                  </a:lnTo>
                  <a:lnTo>
                    <a:pt x="2652644" y="1392585"/>
                  </a:lnTo>
                  <a:lnTo>
                    <a:pt x="2653279" y="1391119"/>
                  </a:lnTo>
                  <a:lnTo>
                    <a:pt x="2653914" y="1389611"/>
                  </a:lnTo>
                  <a:lnTo>
                    <a:pt x="2654549" y="1388242"/>
                  </a:lnTo>
                  <a:lnTo>
                    <a:pt x="2655184" y="1386272"/>
                  </a:lnTo>
                  <a:lnTo>
                    <a:pt x="2655818" y="1383621"/>
                  </a:lnTo>
                  <a:lnTo>
                    <a:pt x="2656453" y="1380409"/>
                  </a:lnTo>
                  <a:lnTo>
                    <a:pt x="2657088" y="1376615"/>
                  </a:lnTo>
                  <a:lnTo>
                    <a:pt x="2657723" y="1371772"/>
                  </a:lnTo>
                  <a:lnTo>
                    <a:pt x="2658358" y="1366171"/>
                  </a:lnTo>
                  <a:lnTo>
                    <a:pt x="2658993" y="1359405"/>
                  </a:lnTo>
                  <a:lnTo>
                    <a:pt x="2659628" y="1352316"/>
                  </a:lnTo>
                  <a:lnTo>
                    <a:pt x="2660262" y="1345238"/>
                  </a:lnTo>
                  <a:lnTo>
                    <a:pt x="2660897" y="1339927"/>
                  </a:lnTo>
                  <a:lnTo>
                    <a:pt x="2661532" y="1333477"/>
                  </a:lnTo>
                  <a:lnTo>
                    <a:pt x="2662167" y="1326262"/>
                  </a:lnTo>
                  <a:lnTo>
                    <a:pt x="2662802" y="1317508"/>
                  </a:lnTo>
                  <a:lnTo>
                    <a:pt x="2663437" y="1310315"/>
                  </a:lnTo>
                  <a:lnTo>
                    <a:pt x="2664071" y="1304126"/>
                  </a:lnTo>
                  <a:lnTo>
                    <a:pt x="2664706" y="1300278"/>
                  </a:lnTo>
                  <a:lnTo>
                    <a:pt x="2665341" y="1297269"/>
                  </a:lnTo>
                  <a:lnTo>
                    <a:pt x="2665976" y="1294394"/>
                  </a:lnTo>
                  <a:lnTo>
                    <a:pt x="2666611" y="1292557"/>
                  </a:lnTo>
                  <a:lnTo>
                    <a:pt x="2667246" y="1290033"/>
                  </a:lnTo>
                  <a:lnTo>
                    <a:pt x="2667881" y="1288495"/>
                  </a:lnTo>
                  <a:lnTo>
                    <a:pt x="2668515" y="1288369"/>
                  </a:lnTo>
                  <a:lnTo>
                    <a:pt x="2669150" y="1286584"/>
                  </a:lnTo>
                  <a:lnTo>
                    <a:pt x="2669785" y="1284246"/>
                  </a:lnTo>
                  <a:lnTo>
                    <a:pt x="2670420" y="1280612"/>
                  </a:lnTo>
                  <a:lnTo>
                    <a:pt x="2671055" y="1278582"/>
                  </a:lnTo>
                  <a:lnTo>
                    <a:pt x="2671690" y="1275860"/>
                  </a:lnTo>
                  <a:lnTo>
                    <a:pt x="2672324" y="1272619"/>
                  </a:lnTo>
                  <a:lnTo>
                    <a:pt x="2672959" y="1269618"/>
                  </a:lnTo>
                  <a:lnTo>
                    <a:pt x="2673594" y="1266475"/>
                  </a:lnTo>
                  <a:lnTo>
                    <a:pt x="2674229" y="1263373"/>
                  </a:lnTo>
                  <a:lnTo>
                    <a:pt x="2674864" y="1259155"/>
                  </a:lnTo>
                  <a:lnTo>
                    <a:pt x="2675499" y="1254364"/>
                  </a:lnTo>
                  <a:lnTo>
                    <a:pt x="2676134" y="1248852"/>
                  </a:lnTo>
                  <a:lnTo>
                    <a:pt x="2676768" y="1243431"/>
                  </a:lnTo>
                  <a:lnTo>
                    <a:pt x="2677403" y="1237659"/>
                  </a:lnTo>
                  <a:lnTo>
                    <a:pt x="2678038" y="1230748"/>
                  </a:lnTo>
                  <a:lnTo>
                    <a:pt x="2678673" y="1223003"/>
                  </a:lnTo>
                  <a:lnTo>
                    <a:pt x="2679308" y="1214408"/>
                  </a:lnTo>
                  <a:lnTo>
                    <a:pt x="2679943" y="1205699"/>
                  </a:lnTo>
                  <a:lnTo>
                    <a:pt x="2680577" y="1198167"/>
                  </a:lnTo>
                  <a:lnTo>
                    <a:pt x="2681212" y="1190414"/>
                  </a:lnTo>
                  <a:lnTo>
                    <a:pt x="2681847" y="1182627"/>
                  </a:lnTo>
                  <a:lnTo>
                    <a:pt x="2682482" y="1175382"/>
                  </a:lnTo>
                  <a:lnTo>
                    <a:pt x="2683117" y="1168207"/>
                  </a:lnTo>
                  <a:lnTo>
                    <a:pt x="2683752" y="1162517"/>
                  </a:lnTo>
                  <a:lnTo>
                    <a:pt x="2684387" y="1157386"/>
                  </a:lnTo>
                  <a:lnTo>
                    <a:pt x="2685021" y="1151850"/>
                  </a:lnTo>
                  <a:lnTo>
                    <a:pt x="2685656" y="1147735"/>
                  </a:lnTo>
                  <a:lnTo>
                    <a:pt x="2686291" y="1144086"/>
                  </a:lnTo>
                  <a:lnTo>
                    <a:pt x="2686926" y="1142104"/>
                  </a:lnTo>
                  <a:lnTo>
                    <a:pt x="2687561" y="1139306"/>
                  </a:lnTo>
                  <a:lnTo>
                    <a:pt x="2688196" y="1138526"/>
                  </a:lnTo>
                  <a:lnTo>
                    <a:pt x="2688830" y="1140411"/>
                  </a:lnTo>
                  <a:lnTo>
                    <a:pt x="2689465" y="1142733"/>
                  </a:lnTo>
                  <a:lnTo>
                    <a:pt x="2690100" y="1145274"/>
                  </a:lnTo>
                  <a:lnTo>
                    <a:pt x="2690735" y="1148290"/>
                  </a:lnTo>
                  <a:lnTo>
                    <a:pt x="2691370" y="1151954"/>
                  </a:lnTo>
                  <a:lnTo>
                    <a:pt x="2692005" y="1156919"/>
                  </a:lnTo>
                  <a:lnTo>
                    <a:pt x="2692640" y="1163457"/>
                  </a:lnTo>
                  <a:lnTo>
                    <a:pt x="2693274" y="1170572"/>
                  </a:lnTo>
                  <a:lnTo>
                    <a:pt x="2693909" y="1176299"/>
                  </a:lnTo>
                  <a:lnTo>
                    <a:pt x="2694544" y="1181137"/>
                  </a:lnTo>
                  <a:lnTo>
                    <a:pt x="2695179" y="1185482"/>
                  </a:lnTo>
                  <a:lnTo>
                    <a:pt x="2695814" y="1189999"/>
                  </a:lnTo>
                  <a:lnTo>
                    <a:pt x="2696449" y="1193875"/>
                  </a:lnTo>
                  <a:lnTo>
                    <a:pt x="2697083" y="1197209"/>
                  </a:lnTo>
                  <a:lnTo>
                    <a:pt x="2697718" y="1201276"/>
                  </a:lnTo>
                  <a:lnTo>
                    <a:pt x="2698353" y="1204369"/>
                  </a:lnTo>
                  <a:lnTo>
                    <a:pt x="2698988" y="1206546"/>
                  </a:lnTo>
                  <a:lnTo>
                    <a:pt x="2699623" y="1208902"/>
                  </a:lnTo>
                  <a:lnTo>
                    <a:pt x="2700258" y="1210644"/>
                  </a:lnTo>
                  <a:lnTo>
                    <a:pt x="2700893" y="1212649"/>
                  </a:lnTo>
                  <a:lnTo>
                    <a:pt x="2701527" y="1213476"/>
                  </a:lnTo>
                  <a:lnTo>
                    <a:pt x="2702162" y="1213354"/>
                  </a:lnTo>
                  <a:lnTo>
                    <a:pt x="2702797" y="1213484"/>
                  </a:lnTo>
                  <a:lnTo>
                    <a:pt x="2703432" y="1213283"/>
                  </a:lnTo>
                  <a:lnTo>
                    <a:pt x="2704067" y="1213350"/>
                  </a:lnTo>
                  <a:lnTo>
                    <a:pt x="2704702" y="1212675"/>
                  </a:lnTo>
                  <a:lnTo>
                    <a:pt x="2705336" y="1211881"/>
                  </a:lnTo>
                  <a:lnTo>
                    <a:pt x="2705971" y="1211336"/>
                  </a:lnTo>
                  <a:lnTo>
                    <a:pt x="2706606" y="1210064"/>
                  </a:lnTo>
                  <a:lnTo>
                    <a:pt x="2707241" y="1207648"/>
                  </a:lnTo>
                  <a:lnTo>
                    <a:pt x="2707876" y="1204551"/>
                  </a:lnTo>
                  <a:lnTo>
                    <a:pt x="2708511" y="1201392"/>
                  </a:lnTo>
                  <a:lnTo>
                    <a:pt x="2709145" y="1197227"/>
                  </a:lnTo>
                  <a:lnTo>
                    <a:pt x="2709780" y="1191336"/>
                  </a:lnTo>
                  <a:lnTo>
                    <a:pt x="2710415" y="1186791"/>
                  </a:lnTo>
                  <a:lnTo>
                    <a:pt x="2711050" y="1183607"/>
                  </a:lnTo>
                  <a:lnTo>
                    <a:pt x="2711685" y="1180619"/>
                  </a:lnTo>
                  <a:lnTo>
                    <a:pt x="2712320" y="1177133"/>
                  </a:lnTo>
                  <a:lnTo>
                    <a:pt x="2712955" y="1174054"/>
                  </a:lnTo>
                  <a:lnTo>
                    <a:pt x="2713589" y="1171161"/>
                  </a:lnTo>
                  <a:lnTo>
                    <a:pt x="2714224" y="1169148"/>
                  </a:lnTo>
                  <a:lnTo>
                    <a:pt x="2714859" y="1168782"/>
                  </a:lnTo>
                  <a:lnTo>
                    <a:pt x="2715494" y="1168774"/>
                  </a:lnTo>
                  <a:lnTo>
                    <a:pt x="2716129" y="1169289"/>
                  </a:lnTo>
                  <a:lnTo>
                    <a:pt x="2716764" y="1170121"/>
                  </a:lnTo>
                  <a:lnTo>
                    <a:pt x="2717398" y="1170282"/>
                  </a:lnTo>
                  <a:lnTo>
                    <a:pt x="2718033" y="1170861"/>
                  </a:lnTo>
                  <a:lnTo>
                    <a:pt x="2718668" y="1172214"/>
                  </a:lnTo>
                  <a:lnTo>
                    <a:pt x="2719303" y="1175024"/>
                  </a:lnTo>
                  <a:lnTo>
                    <a:pt x="2719938" y="1179491"/>
                  </a:lnTo>
                  <a:lnTo>
                    <a:pt x="2720573" y="1184292"/>
                  </a:lnTo>
                  <a:lnTo>
                    <a:pt x="2721208" y="1189733"/>
                  </a:lnTo>
                  <a:lnTo>
                    <a:pt x="2721842" y="1195812"/>
                  </a:lnTo>
                  <a:lnTo>
                    <a:pt x="2722477" y="1200771"/>
                  </a:lnTo>
                  <a:lnTo>
                    <a:pt x="2723112" y="1205078"/>
                  </a:lnTo>
                  <a:lnTo>
                    <a:pt x="2723747" y="1208799"/>
                  </a:lnTo>
                  <a:lnTo>
                    <a:pt x="2724382" y="1211655"/>
                  </a:lnTo>
                  <a:lnTo>
                    <a:pt x="2725017" y="1215160"/>
                  </a:lnTo>
                  <a:lnTo>
                    <a:pt x="2725651" y="1218558"/>
                  </a:lnTo>
                  <a:lnTo>
                    <a:pt x="2726286" y="1222238"/>
                  </a:lnTo>
                  <a:lnTo>
                    <a:pt x="2726921" y="1227344"/>
                  </a:lnTo>
                  <a:lnTo>
                    <a:pt x="2727556" y="1231900"/>
                  </a:lnTo>
                  <a:lnTo>
                    <a:pt x="2728191" y="1236721"/>
                  </a:lnTo>
                  <a:lnTo>
                    <a:pt x="2728826" y="1241881"/>
                  </a:lnTo>
                  <a:lnTo>
                    <a:pt x="2729461" y="1246734"/>
                  </a:lnTo>
                  <a:lnTo>
                    <a:pt x="2730095" y="1251634"/>
                  </a:lnTo>
                  <a:lnTo>
                    <a:pt x="2730730" y="1255647"/>
                  </a:lnTo>
                  <a:lnTo>
                    <a:pt x="2731365" y="1259915"/>
                  </a:lnTo>
                  <a:lnTo>
                    <a:pt x="2732000" y="1263809"/>
                  </a:lnTo>
                  <a:lnTo>
                    <a:pt x="2732635" y="1268338"/>
                  </a:lnTo>
                  <a:lnTo>
                    <a:pt x="2733270" y="1271955"/>
                  </a:lnTo>
                  <a:lnTo>
                    <a:pt x="2733904" y="1275894"/>
                  </a:lnTo>
                  <a:lnTo>
                    <a:pt x="2734539" y="1279412"/>
                  </a:lnTo>
                  <a:lnTo>
                    <a:pt x="2735174" y="1282771"/>
                  </a:lnTo>
                  <a:lnTo>
                    <a:pt x="2735809" y="1285778"/>
                  </a:lnTo>
                  <a:lnTo>
                    <a:pt x="2736444" y="1288306"/>
                  </a:lnTo>
                  <a:lnTo>
                    <a:pt x="2737079" y="1290364"/>
                  </a:lnTo>
                  <a:lnTo>
                    <a:pt x="2737714" y="1291908"/>
                  </a:lnTo>
                  <a:lnTo>
                    <a:pt x="2738348" y="1292964"/>
                  </a:lnTo>
                  <a:lnTo>
                    <a:pt x="2738983" y="1293715"/>
                  </a:lnTo>
                  <a:lnTo>
                    <a:pt x="2739618" y="1293217"/>
                  </a:lnTo>
                  <a:lnTo>
                    <a:pt x="2740253" y="1292363"/>
                  </a:lnTo>
                  <a:lnTo>
                    <a:pt x="2740888" y="1291132"/>
                  </a:lnTo>
                  <a:lnTo>
                    <a:pt x="2741523" y="1289367"/>
                  </a:lnTo>
                  <a:lnTo>
                    <a:pt x="2742157" y="1287216"/>
                  </a:lnTo>
                  <a:lnTo>
                    <a:pt x="2742792" y="1284495"/>
                  </a:lnTo>
                  <a:lnTo>
                    <a:pt x="2743427" y="1281513"/>
                  </a:lnTo>
                  <a:lnTo>
                    <a:pt x="2744062" y="1278137"/>
                  </a:lnTo>
                  <a:lnTo>
                    <a:pt x="2744697" y="1274347"/>
                  </a:lnTo>
                  <a:lnTo>
                    <a:pt x="2745332" y="1269541"/>
                  </a:lnTo>
                  <a:lnTo>
                    <a:pt x="2745967" y="1265357"/>
                  </a:lnTo>
                  <a:lnTo>
                    <a:pt x="2746601" y="1260803"/>
                  </a:lnTo>
                  <a:lnTo>
                    <a:pt x="2747236" y="1256059"/>
                  </a:lnTo>
                  <a:lnTo>
                    <a:pt x="2747871" y="1251178"/>
                  </a:lnTo>
                  <a:lnTo>
                    <a:pt x="2748506" y="1245433"/>
                  </a:lnTo>
                  <a:lnTo>
                    <a:pt x="2749141" y="1239335"/>
                  </a:lnTo>
                  <a:lnTo>
                    <a:pt x="2749776" y="1232788"/>
                  </a:lnTo>
                  <a:lnTo>
                    <a:pt x="2750410" y="1226061"/>
                  </a:lnTo>
                  <a:lnTo>
                    <a:pt x="2751045" y="1219011"/>
                  </a:lnTo>
                  <a:lnTo>
                    <a:pt x="2751680" y="1211901"/>
                  </a:lnTo>
                  <a:lnTo>
                    <a:pt x="2752315" y="1205963"/>
                  </a:lnTo>
                  <a:lnTo>
                    <a:pt x="2752950" y="1198825"/>
                  </a:lnTo>
                  <a:lnTo>
                    <a:pt x="2753585" y="1191797"/>
                  </a:lnTo>
                  <a:lnTo>
                    <a:pt x="2754220" y="1184641"/>
                  </a:lnTo>
                  <a:lnTo>
                    <a:pt x="2754854" y="1176961"/>
                  </a:lnTo>
                  <a:lnTo>
                    <a:pt x="2755489" y="1169978"/>
                  </a:lnTo>
                  <a:lnTo>
                    <a:pt x="2756124" y="1166748"/>
                  </a:lnTo>
                  <a:lnTo>
                    <a:pt x="2756759" y="1164999"/>
                  </a:lnTo>
                  <a:lnTo>
                    <a:pt x="2757394" y="1162744"/>
                  </a:lnTo>
                  <a:lnTo>
                    <a:pt x="2758029" y="1161590"/>
                  </a:lnTo>
                  <a:lnTo>
                    <a:pt x="2758663" y="1160781"/>
                  </a:lnTo>
                  <a:lnTo>
                    <a:pt x="2759298" y="1160900"/>
                  </a:lnTo>
                  <a:lnTo>
                    <a:pt x="2759933" y="1161781"/>
                  </a:lnTo>
                  <a:lnTo>
                    <a:pt x="2760568" y="1163492"/>
                  </a:lnTo>
                  <a:lnTo>
                    <a:pt x="2761203" y="1166034"/>
                  </a:lnTo>
                  <a:lnTo>
                    <a:pt x="2761838" y="1169280"/>
                  </a:lnTo>
                  <a:lnTo>
                    <a:pt x="2762473" y="1172977"/>
                  </a:lnTo>
                  <a:lnTo>
                    <a:pt x="2763107" y="1177524"/>
                  </a:lnTo>
                  <a:lnTo>
                    <a:pt x="2763742" y="1183192"/>
                  </a:lnTo>
                  <a:lnTo>
                    <a:pt x="2764377" y="1189432"/>
                  </a:lnTo>
                  <a:lnTo>
                    <a:pt x="2765012" y="1196282"/>
                  </a:lnTo>
                  <a:lnTo>
                    <a:pt x="2765647" y="1202404"/>
                  </a:lnTo>
                  <a:lnTo>
                    <a:pt x="2766282" y="1209117"/>
                  </a:lnTo>
                  <a:lnTo>
                    <a:pt x="2766916" y="1215870"/>
                  </a:lnTo>
                  <a:lnTo>
                    <a:pt x="2767551" y="1221189"/>
                  </a:lnTo>
                  <a:lnTo>
                    <a:pt x="2768186" y="1225650"/>
                  </a:lnTo>
                  <a:lnTo>
                    <a:pt x="2768821" y="1228421"/>
                  </a:lnTo>
                  <a:lnTo>
                    <a:pt x="2769456" y="1228847"/>
                  </a:lnTo>
                  <a:lnTo>
                    <a:pt x="2770091" y="1228232"/>
                  </a:lnTo>
                  <a:lnTo>
                    <a:pt x="2770725" y="1225263"/>
                  </a:lnTo>
                  <a:lnTo>
                    <a:pt x="2771360" y="1221143"/>
                  </a:lnTo>
                  <a:lnTo>
                    <a:pt x="2771995" y="1215444"/>
                  </a:lnTo>
                  <a:lnTo>
                    <a:pt x="2772630" y="1208371"/>
                  </a:lnTo>
                  <a:lnTo>
                    <a:pt x="2773265" y="1200978"/>
                  </a:lnTo>
                  <a:lnTo>
                    <a:pt x="2773900" y="1193531"/>
                  </a:lnTo>
                  <a:lnTo>
                    <a:pt x="2774535" y="1184719"/>
                  </a:lnTo>
                  <a:lnTo>
                    <a:pt x="2775169" y="1176079"/>
                  </a:lnTo>
                  <a:lnTo>
                    <a:pt x="2775804" y="1167096"/>
                  </a:lnTo>
                  <a:lnTo>
                    <a:pt x="2776439" y="1158301"/>
                  </a:lnTo>
                  <a:lnTo>
                    <a:pt x="2777074" y="1150490"/>
                  </a:lnTo>
                  <a:lnTo>
                    <a:pt x="2777709" y="1143455"/>
                  </a:lnTo>
                  <a:lnTo>
                    <a:pt x="2778344" y="1139549"/>
                  </a:lnTo>
                  <a:lnTo>
                    <a:pt x="2778978" y="1137386"/>
                  </a:lnTo>
                  <a:lnTo>
                    <a:pt x="2779613" y="1136604"/>
                  </a:lnTo>
                  <a:lnTo>
                    <a:pt x="2780248" y="1137748"/>
                  </a:lnTo>
                  <a:lnTo>
                    <a:pt x="2780883" y="1138586"/>
                  </a:lnTo>
                  <a:lnTo>
                    <a:pt x="2781518" y="1139789"/>
                  </a:lnTo>
                  <a:lnTo>
                    <a:pt x="2782153" y="1141515"/>
                  </a:lnTo>
                  <a:lnTo>
                    <a:pt x="2782788" y="1142461"/>
                  </a:lnTo>
                  <a:lnTo>
                    <a:pt x="2783422" y="1143335"/>
                  </a:lnTo>
                  <a:lnTo>
                    <a:pt x="2784057" y="1145036"/>
                  </a:lnTo>
                  <a:lnTo>
                    <a:pt x="2784692" y="1147779"/>
                  </a:lnTo>
                  <a:lnTo>
                    <a:pt x="2785327" y="1150886"/>
                  </a:lnTo>
                  <a:lnTo>
                    <a:pt x="2785962" y="1156277"/>
                  </a:lnTo>
                  <a:lnTo>
                    <a:pt x="2786597" y="1160958"/>
                  </a:lnTo>
                  <a:lnTo>
                    <a:pt x="2787231" y="1165158"/>
                  </a:lnTo>
                  <a:lnTo>
                    <a:pt x="2787866" y="1166627"/>
                  </a:lnTo>
                  <a:lnTo>
                    <a:pt x="2788501" y="1167498"/>
                  </a:lnTo>
                  <a:lnTo>
                    <a:pt x="2789136" y="1169286"/>
                  </a:lnTo>
                  <a:lnTo>
                    <a:pt x="2789771" y="1172050"/>
                  </a:lnTo>
                  <a:lnTo>
                    <a:pt x="2790406" y="1174479"/>
                  </a:lnTo>
                  <a:lnTo>
                    <a:pt x="2791041" y="1177556"/>
                  </a:lnTo>
                  <a:lnTo>
                    <a:pt x="2791675" y="1177872"/>
                  </a:lnTo>
                  <a:lnTo>
                    <a:pt x="2792310" y="1177111"/>
                  </a:lnTo>
                  <a:lnTo>
                    <a:pt x="2792945" y="1174827"/>
                  </a:lnTo>
                  <a:lnTo>
                    <a:pt x="2793580" y="1170907"/>
                  </a:lnTo>
                  <a:lnTo>
                    <a:pt x="2794215" y="1167241"/>
                  </a:lnTo>
                  <a:lnTo>
                    <a:pt x="2794850" y="1162492"/>
                  </a:lnTo>
                  <a:lnTo>
                    <a:pt x="2795484" y="1158364"/>
                  </a:lnTo>
                  <a:lnTo>
                    <a:pt x="2796119" y="1153756"/>
                  </a:lnTo>
                  <a:lnTo>
                    <a:pt x="2796754" y="1150225"/>
                  </a:lnTo>
                  <a:lnTo>
                    <a:pt x="2797389" y="1148956"/>
                  </a:lnTo>
                  <a:lnTo>
                    <a:pt x="2798024" y="1148007"/>
                  </a:lnTo>
                  <a:lnTo>
                    <a:pt x="2798659" y="1147583"/>
                  </a:lnTo>
                  <a:lnTo>
                    <a:pt x="2799294" y="1147833"/>
                  </a:lnTo>
                  <a:lnTo>
                    <a:pt x="2799928" y="1147841"/>
                  </a:lnTo>
                  <a:lnTo>
                    <a:pt x="2800563" y="1147792"/>
                  </a:lnTo>
                  <a:lnTo>
                    <a:pt x="2801198" y="1148665"/>
                  </a:lnTo>
                  <a:lnTo>
                    <a:pt x="2801833" y="1150535"/>
                  </a:lnTo>
                  <a:lnTo>
                    <a:pt x="2802468" y="1153915"/>
                  </a:lnTo>
                  <a:lnTo>
                    <a:pt x="2803103" y="1158090"/>
                  </a:lnTo>
                  <a:lnTo>
                    <a:pt x="2803737" y="1162249"/>
                  </a:lnTo>
                  <a:lnTo>
                    <a:pt x="2804372" y="1167787"/>
                  </a:lnTo>
                  <a:lnTo>
                    <a:pt x="2805007" y="1174532"/>
                  </a:lnTo>
                  <a:lnTo>
                    <a:pt x="2805642" y="1181767"/>
                  </a:lnTo>
                  <a:lnTo>
                    <a:pt x="2806277" y="1188815"/>
                  </a:lnTo>
                  <a:lnTo>
                    <a:pt x="2806912" y="1195412"/>
                  </a:lnTo>
                  <a:lnTo>
                    <a:pt x="2807547" y="1201355"/>
                  </a:lnTo>
                  <a:lnTo>
                    <a:pt x="2808181" y="1207606"/>
                  </a:lnTo>
                  <a:lnTo>
                    <a:pt x="2808816" y="1213351"/>
                  </a:lnTo>
                  <a:lnTo>
                    <a:pt x="2809451" y="1218893"/>
                  </a:lnTo>
                  <a:lnTo>
                    <a:pt x="2810086" y="1223993"/>
                  </a:lnTo>
                  <a:lnTo>
                    <a:pt x="2810721" y="1227859"/>
                  </a:lnTo>
                  <a:lnTo>
                    <a:pt x="2811356" y="1231750"/>
                  </a:lnTo>
                  <a:lnTo>
                    <a:pt x="2811990" y="1235461"/>
                  </a:lnTo>
                  <a:lnTo>
                    <a:pt x="2812625" y="1238759"/>
                  </a:lnTo>
                  <a:lnTo>
                    <a:pt x="2813260" y="1242498"/>
                  </a:lnTo>
                  <a:lnTo>
                    <a:pt x="2813895" y="1245501"/>
                  </a:lnTo>
                  <a:lnTo>
                    <a:pt x="2814530" y="1249395"/>
                  </a:lnTo>
                  <a:lnTo>
                    <a:pt x="2815165" y="1252184"/>
                  </a:lnTo>
                  <a:lnTo>
                    <a:pt x="2815800" y="1253275"/>
                  </a:lnTo>
                  <a:lnTo>
                    <a:pt x="2816434" y="1254397"/>
                  </a:lnTo>
                  <a:lnTo>
                    <a:pt x="2817069" y="1254885"/>
                  </a:lnTo>
                  <a:lnTo>
                    <a:pt x="2817704" y="1254705"/>
                  </a:lnTo>
                  <a:lnTo>
                    <a:pt x="2818339" y="1254781"/>
                  </a:lnTo>
                  <a:lnTo>
                    <a:pt x="2818974" y="1254277"/>
                  </a:lnTo>
                  <a:lnTo>
                    <a:pt x="2819609" y="1254258"/>
                  </a:lnTo>
                  <a:lnTo>
                    <a:pt x="2820243" y="1254631"/>
                  </a:lnTo>
                  <a:lnTo>
                    <a:pt x="2820878" y="1255758"/>
                  </a:lnTo>
                  <a:lnTo>
                    <a:pt x="2821513" y="1257161"/>
                  </a:lnTo>
                  <a:lnTo>
                    <a:pt x="2822148" y="1258877"/>
                  </a:lnTo>
                  <a:lnTo>
                    <a:pt x="2822783" y="1260733"/>
                  </a:lnTo>
                  <a:lnTo>
                    <a:pt x="2823418" y="1263061"/>
                  </a:lnTo>
                  <a:lnTo>
                    <a:pt x="2824052" y="1265713"/>
                  </a:lnTo>
                  <a:lnTo>
                    <a:pt x="2824687" y="1267827"/>
                  </a:lnTo>
                  <a:lnTo>
                    <a:pt x="2825322" y="1270221"/>
                  </a:lnTo>
                  <a:lnTo>
                    <a:pt x="2825957" y="1273007"/>
                  </a:lnTo>
                  <a:lnTo>
                    <a:pt x="2826592" y="1276004"/>
                  </a:lnTo>
                  <a:lnTo>
                    <a:pt x="2827227" y="1279844"/>
                  </a:lnTo>
                  <a:lnTo>
                    <a:pt x="2827862" y="1283583"/>
                  </a:lnTo>
                  <a:lnTo>
                    <a:pt x="2828496" y="1286960"/>
                  </a:lnTo>
                  <a:lnTo>
                    <a:pt x="2829131" y="1290976"/>
                  </a:lnTo>
                  <a:lnTo>
                    <a:pt x="2829766" y="1293945"/>
                  </a:lnTo>
                  <a:lnTo>
                    <a:pt x="2830401" y="1296934"/>
                  </a:lnTo>
                  <a:lnTo>
                    <a:pt x="2831036" y="1300435"/>
                  </a:lnTo>
                  <a:lnTo>
                    <a:pt x="2831671" y="1304331"/>
                  </a:lnTo>
                  <a:lnTo>
                    <a:pt x="2832305" y="1308820"/>
                  </a:lnTo>
                  <a:lnTo>
                    <a:pt x="2832940" y="1312355"/>
                  </a:lnTo>
                  <a:lnTo>
                    <a:pt x="2833575" y="1316315"/>
                  </a:lnTo>
                  <a:lnTo>
                    <a:pt x="2834210" y="1320744"/>
                  </a:lnTo>
                  <a:lnTo>
                    <a:pt x="2834845" y="1325810"/>
                  </a:lnTo>
                  <a:lnTo>
                    <a:pt x="2835480" y="1330353"/>
                  </a:lnTo>
                  <a:lnTo>
                    <a:pt x="2836115" y="1335029"/>
                  </a:lnTo>
                  <a:lnTo>
                    <a:pt x="2836749" y="1340944"/>
                  </a:lnTo>
                  <a:lnTo>
                    <a:pt x="2837384" y="1345558"/>
                  </a:lnTo>
                  <a:lnTo>
                    <a:pt x="2838019" y="1349758"/>
                  </a:lnTo>
                  <a:lnTo>
                    <a:pt x="2838654" y="1354072"/>
                  </a:lnTo>
                  <a:lnTo>
                    <a:pt x="2839289" y="1358045"/>
                  </a:lnTo>
                  <a:lnTo>
                    <a:pt x="2839924" y="1360319"/>
                  </a:lnTo>
                  <a:lnTo>
                    <a:pt x="2840558" y="1361412"/>
                  </a:lnTo>
                  <a:lnTo>
                    <a:pt x="2841193" y="1359155"/>
                  </a:lnTo>
                  <a:lnTo>
                    <a:pt x="2841828" y="1353680"/>
                  </a:lnTo>
                  <a:lnTo>
                    <a:pt x="2842463" y="1345461"/>
                  </a:lnTo>
                  <a:lnTo>
                    <a:pt x="2843098" y="1336646"/>
                  </a:lnTo>
                  <a:lnTo>
                    <a:pt x="2843733" y="1328093"/>
                  </a:lnTo>
                  <a:lnTo>
                    <a:pt x="2844368" y="1321258"/>
                  </a:lnTo>
                  <a:lnTo>
                    <a:pt x="2845002" y="1314207"/>
                  </a:lnTo>
                  <a:lnTo>
                    <a:pt x="2845637" y="1306291"/>
                  </a:lnTo>
                  <a:lnTo>
                    <a:pt x="2846272" y="1296442"/>
                  </a:lnTo>
                  <a:lnTo>
                    <a:pt x="2846907" y="1284909"/>
                  </a:lnTo>
                  <a:lnTo>
                    <a:pt x="2847542" y="1274192"/>
                  </a:lnTo>
                  <a:lnTo>
                    <a:pt x="2848177" y="1261547"/>
                  </a:lnTo>
                  <a:lnTo>
                    <a:pt x="2848811" y="1248132"/>
                  </a:lnTo>
                  <a:lnTo>
                    <a:pt x="2849446" y="1236770"/>
                  </a:lnTo>
                  <a:lnTo>
                    <a:pt x="2850081" y="1225254"/>
                  </a:lnTo>
                  <a:lnTo>
                    <a:pt x="2850716" y="1213652"/>
                  </a:lnTo>
                  <a:lnTo>
                    <a:pt x="2851351" y="1203785"/>
                  </a:lnTo>
                  <a:lnTo>
                    <a:pt x="2851986" y="1193289"/>
                  </a:lnTo>
                  <a:lnTo>
                    <a:pt x="2852621" y="1183336"/>
                  </a:lnTo>
                  <a:lnTo>
                    <a:pt x="2853255" y="1172203"/>
                  </a:lnTo>
                  <a:lnTo>
                    <a:pt x="2853890" y="1159618"/>
                  </a:lnTo>
                  <a:lnTo>
                    <a:pt x="2854525" y="1147981"/>
                  </a:lnTo>
                  <a:lnTo>
                    <a:pt x="2855160" y="1137386"/>
                  </a:lnTo>
                  <a:lnTo>
                    <a:pt x="2855795" y="1126626"/>
                  </a:lnTo>
                  <a:lnTo>
                    <a:pt x="2856430" y="1116519"/>
                  </a:lnTo>
                  <a:lnTo>
                    <a:pt x="2857064" y="1105483"/>
                  </a:lnTo>
                  <a:lnTo>
                    <a:pt x="2857699" y="1095550"/>
                  </a:lnTo>
                  <a:lnTo>
                    <a:pt x="2858334" y="1086603"/>
                  </a:lnTo>
                  <a:lnTo>
                    <a:pt x="2858969" y="1078098"/>
                  </a:lnTo>
                  <a:lnTo>
                    <a:pt x="2859604" y="1070411"/>
                  </a:lnTo>
                  <a:lnTo>
                    <a:pt x="2860239" y="1062872"/>
                  </a:lnTo>
                  <a:lnTo>
                    <a:pt x="2860874" y="1056572"/>
                  </a:lnTo>
                  <a:lnTo>
                    <a:pt x="2861508" y="1051508"/>
                  </a:lnTo>
                  <a:lnTo>
                    <a:pt x="2862143" y="1047581"/>
                  </a:lnTo>
                  <a:lnTo>
                    <a:pt x="2862778" y="1044548"/>
                  </a:lnTo>
                  <a:lnTo>
                    <a:pt x="2863413" y="1041379"/>
                  </a:lnTo>
                  <a:lnTo>
                    <a:pt x="2864048" y="1037479"/>
                  </a:lnTo>
                  <a:lnTo>
                    <a:pt x="2864683" y="1032106"/>
                  </a:lnTo>
                  <a:lnTo>
                    <a:pt x="2865317" y="1026903"/>
                  </a:lnTo>
                  <a:lnTo>
                    <a:pt x="2865952" y="1022827"/>
                  </a:lnTo>
                  <a:lnTo>
                    <a:pt x="2866587" y="1019741"/>
                  </a:lnTo>
                  <a:lnTo>
                    <a:pt x="2867222" y="1017678"/>
                  </a:lnTo>
                  <a:lnTo>
                    <a:pt x="2867857" y="1015819"/>
                  </a:lnTo>
                  <a:lnTo>
                    <a:pt x="2868492" y="1014334"/>
                  </a:lnTo>
                  <a:lnTo>
                    <a:pt x="2869127" y="1013622"/>
                  </a:lnTo>
                  <a:lnTo>
                    <a:pt x="2869761" y="1012774"/>
                  </a:lnTo>
                  <a:lnTo>
                    <a:pt x="2870396" y="1012365"/>
                  </a:lnTo>
                  <a:lnTo>
                    <a:pt x="2871031" y="1012654"/>
                  </a:lnTo>
                  <a:lnTo>
                    <a:pt x="2871666" y="1013794"/>
                  </a:lnTo>
                  <a:lnTo>
                    <a:pt x="2872301" y="1015217"/>
                  </a:lnTo>
                  <a:lnTo>
                    <a:pt x="2872936" y="1017038"/>
                  </a:lnTo>
                  <a:lnTo>
                    <a:pt x="2873570" y="1018731"/>
                  </a:lnTo>
                  <a:lnTo>
                    <a:pt x="2874205" y="1021018"/>
                  </a:lnTo>
                  <a:lnTo>
                    <a:pt x="2874840" y="1023095"/>
                  </a:lnTo>
                  <a:lnTo>
                    <a:pt x="2875475" y="1026405"/>
                  </a:lnTo>
                  <a:lnTo>
                    <a:pt x="2876110" y="1030106"/>
                  </a:lnTo>
                  <a:lnTo>
                    <a:pt x="2876745" y="1033664"/>
                  </a:lnTo>
                  <a:lnTo>
                    <a:pt x="2877379" y="1038227"/>
                  </a:lnTo>
                  <a:lnTo>
                    <a:pt x="2878014" y="1043500"/>
                  </a:lnTo>
                  <a:lnTo>
                    <a:pt x="2878649" y="1048314"/>
                  </a:lnTo>
                  <a:lnTo>
                    <a:pt x="2879284" y="1052802"/>
                  </a:lnTo>
                  <a:lnTo>
                    <a:pt x="2879919" y="1057277"/>
                  </a:lnTo>
                  <a:lnTo>
                    <a:pt x="2880554" y="1061301"/>
                  </a:lnTo>
                  <a:lnTo>
                    <a:pt x="2881189" y="1065444"/>
                  </a:lnTo>
                  <a:lnTo>
                    <a:pt x="2881823" y="1070550"/>
                  </a:lnTo>
                  <a:lnTo>
                    <a:pt x="2882458" y="1076071"/>
                  </a:lnTo>
                  <a:lnTo>
                    <a:pt x="2883093" y="1078599"/>
                  </a:lnTo>
                  <a:lnTo>
                    <a:pt x="2883728" y="1078978"/>
                  </a:lnTo>
                  <a:lnTo>
                    <a:pt x="2884363" y="1078494"/>
                  </a:lnTo>
                  <a:lnTo>
                    <a:pt x="2884998" y="1076854"/>
                  </a:lnTo>
                  <a:lnTo>
                    <a:pt x="2885632" y="1076042"/>
                  </a:lnTo>
                  <a:lnTo>
                    <a:pt x="2886267" y="1076527"/>
                  </a:lnTo>
                  <a:lnTo>
                    <a:pt x="2886902" y="1077062"/>
                  </a:lnTo>
                  <a:lnTo>
                    <a:pt x="2887537" y="1077804"/>
                  </a:lnTo>
                  <a:lnTo>
                    <a:pt x="2888172" y="1079501"/>
                  </a:lnTo>
                  <a:lnTo>
                    <a:pt x="2888807" y="1081319"/>
                  </a:lnTo>
                  <a:lnTo>
                    <a:pt x="2889442" y="1082748"/>
                  </a:lnTo>
                  <a:lnTo>
                    <a:pt x="2890076" y="1083812"/>
                  </a:lnTo>
                  <a:lnTo>
                    <a:pt x="2890711" y="1084235"/>
                  </a:lnTo>
                  <a:lnTo>
                    <a:pt x="2891346" y="1083699"/>
                  </a:lnTo>
                  <a:lnTo>
                    <a:pt x="2891981" y="1082630"/>
                  </a:lnTo>
                  <a:lnTo>
                    <a:pt x="2892616" y="1082047"/>
                  </a:lnTo>
                  <a:lnTo>
                    <a:pt x="2893251" y="1081043"/>
                  </a:lnTo>
                  <a:lnTo>
                    <a:pt x="2893885" y="1079864"/>
                  </a:lnTo>
                  <a:lnTo>
                    <a:pt x="2894520" y="1080204"/>
                  </a:lnTo>
                  <a:lnTo>
                    <a:pt x="2895155" y="1080666"/>
                  </a:lnTo>
                  <a:lnTo>
                    <a:pt x="2895790" y="1082507"/>
                  </a:lnTo>
                  <a:lnTo>
                    <a:pt x="2896425" y="1086282"/>
                  </a:lnTo>
                  <a:lnTo>
                    <a:pt x="2897060" y="1090610"/>
                  </a:lnTo>
                  <a:lnTo>
                    <a:pt x="2897695" y="1096063"/>
                  </a:lnTo>
                  <a:lnTo>
                    <a:pt x="2898329" y="1101686"/>
                  </a:lnTo>
                  <a:lnTo>
                    <a:pt x="2898964" y="1108412"/>
                  </a:lnTo>
                  <a:lnTo>
                    <a:pt x="2899599" y="1115461"/>
                  </a:lnTo>
                  <a:lnTo>
                    <a:pt x="2900234" y="1122587"/>
                  </a:lnTo>
                  <a:lnTo>
                    <a:pt x="2900869" y="1129599"/>
                  </a:lnTo>
                  <a:lnTo>
                    <a:pt x="2901504" y="1137412"/>
                  </a:lnTo>
                  <a:lnTo>
                    <a:pt x="2902138" y="1145472"/>
                  </a:lnTo>
                  <a:lnTo>
                    <a:pt x="2902773" y="1154216"/>
                  </a:lnTo>
                  <a:lnTo>
                    <a:pt x="2903408" y="1163407"/>
                  </a:lnTo>
                  <a:lnTo>
                    <a:pt x="2904043" y="1171675"/>
                  </a:lnTo>
                  <a:lnTo>
                    <a:pt x="2904678" y="1178938"/>
                  </a:lnTo>
                  <a:lnTo>
                    <a:pt x="2905313" y="1184537"/>
                  </a:lnTo>
                  <a:lnTo>
                    <a:pt x="2905948" y="1188952"/>
                  </a:lnTo>
                  <a:lnTo>
                    <a:pt x="2906582" y="1191981"/>
                  </a:lnTo>
                  <a:lnTo>
                    <a:pt x="2907217" y="1193892"/>
                  </a:lnTo>
                  <a:lnTo>
                    <a:pt x="2907852" y="1196103"/>
                  </a:lnTo>
                  <a:lnTo>
                    <a:pt x="2908487" y="1197868"/>
                  </a:lnTo>
                  <a:lnTo>
                    <a:pt x="2909122" y="1199422"/>
                  </a:lnTo>
                  <a:lnTo>
                    <a:pt x="2909757" y="1202273"/>
                  </a:lnTo>
                  <a:lnTo>
                    <a:pt x="2910391" y="1205491"/>
                  </a:lnTo>
                  <a:lnTo>
                    <a:pt x="2911026" y="1207492"/>
                  </a:lnTo>
                  <a:lnTo>
                    <a:pt x="2911661" y="1209646"/>
                  </a:lnTo>
                  <a:lnTo>
                    <a:pt x="2912296" y="1211501"/>
                  </a:lnTo>
                  <a:lnTo>
                    <a:pt x="2912931" y="1212773"/>
                  </a:lnTo>
                  <a:lnTo>
                    <a:pt x="2913566" y="1214811"/>
                  </a:lnTo>
                  <a:lnTo>
                    <a:pt x="2914201" y="1217649"/>
                  </a:lnTo>
                  <a:lnTo>
                    <a:pt x="2914835" y="1222310"/>
                  </a:lnTo>
                  <a:lnTo>
                    <a:pt x="2915470" y="1228321"/>
                  </a:lnTo>
                  <a:lnTo>
                    <a:pt x="2916105" y="1235471"/>
                  </a:lnTo>
                  <a:lnTo>
                    <a:pt x="2916740" y="1243322"/>
                  </a:lnTo>
                  <a:lnTo>
                    <a:pt x="2917375" y="1250942"/>
                  </a:lnTo>
                  <a:lnTo>
                    <a:pt x="2918010" y="1258836"/>
                  </a:lnTo>
                  <a:lnTo>
                    <a:pt x="2918644" y="1267429"/>
                  </a:lnTo>
                  <a:lnTo>
                    <a:pt x="2919279" y="1276161"/>
                  </a:lnTo>
                  <a:lnTo>
                    <a:pt x="2919914" y="1286435"/>
                  </a:lnTo>
                  <a:lnTo>
                    <a:pt x="2920549" y="1297660"/>
                  </a:lnTo>
                  <a:lnTo>
                    <a:pt x="2921184" y="1309065"/>
                  </a:lnTo>
                  <a:lnTo>
                    <a:pt x="2921819" y="1321601"/>
                  </a:lnTo>
                  <a:lnTo>
                    <a:pt x="2922454" y="1332736"/>
                  </a:lnTo>
                  <a:lnTo>
                    <a:pt x="2923088" y="1344604"/>
                  </a:lnTo>
                  <a:lnTo>
                    <a:pt x="2923723" y="1356118"/>
                  </a:lnTo>
                  <a:lnTo>
                    <a:pt x="2924358" y="1365861"/>
                  </a:lnTo>
                  <a:lnTo>
                    <a:pt x="2924993" y="1374053"/>
                  </a:lnTo>
                  <a:lnTo>
                    <a:pt x="2925628" y="1382143"/>
                  </a:lnTo>
                  <a:lnTo>
                    <a:pt x="2926263" y="1389152"/>
                  </a:lnTo>
                  <a:lnTo>
                    <a:pt x="2926897" y="1395848"/>
                  </a:lnTo>
                  <a:lnTo>
                    <a:pt x="2927532" y="1402557"/>
                  </a:lnTo>
                  <a:lnTo>
                    <a:pt x="2928167" y="1406901"/>
                  </a:lnTo>
                  <a:lnTo>
                    <a:pt x="2928802" y="1410103"/>
                  </a:lnTo>
                  <a:lnTo>
                    <a:pt x="2929437" y="1411714"/>
                  </a:lnTo>
                  <a:lnTo>
                    <a:pt x="2930072" y="1412198"/>
                  </a:lnTo>
                  <a:lnTo>
                    <a:pt x="2930706" y="1412687"/>
                  </a:lnTo>
                  <a:lnTo>
                    <a:pt x="2931341" y="1412020"/>
                  </a:lnTo>
                  <a:lnTo>
                    <a:pt x="2931976" y="1410487"/>
                  </a:lnTo>
                  <a:lnTo>
                    <a:pt x="2932611" y="1408626"/>
                  </a:lnTo>
                  <a:lnTo>
                    <a:pt x="2933246" y="1406061"/>
                  </a:lnTo>
                  <a:lnTo>
                    <a:pt x="2933881" y="1402296"/>
                  </a:lnTo>
                  <a:lnTo>
                    <a:pt x="2934516" y="1398531"/>
                  </a:lnTo>
                  <a:lnTo>
                    <a:pt x="2935150" y="1394145"/>
                  </a:lnTo>
                  <a:lnTo>
                    <a:pt x="2935785" y="1389569"/>
                  </a:lnTo>
                  <a:lnTo>
                    <a:pt x="2936420" y="1384943"/>
                  </a:lnTo>
                  <a:lnTo>
                    <a:pt x="2937055" y="1380683"/>
                  </a:lnTo>
                  <a:lnTo>
                    <a:pt x="2937690" y="1376956"/>
                  </a:lnTo>
                  <a:lnTo>
                    <a:pt x="2938325" y="1373409"/>
                  </a:lnTo>
                  <a:lnTo>
                    <a:pt x="2938959" y="1370483"/>
                  </a:lnTo>
                  <a:lnTo>
                    <a:pt x="2939594" y="1367326"/>
                  </a:lnTo>
                  <a:lnTo>
                    <a:pt x="2940229" y="1364390"/>
                  </a:lnTo>
                  <a:lnTo>
                    <a:pt x="2940864" y="1361209"/>
                  </a:lnTo>
                  <a:lnTo>
                    <a:pt x="2941499" y="1357946"/>
                  </a:lnTo>
                  <a:lnTo>
                    <a:pt x="2942134" y="1355061"/>
                  </a:lnTo>
                  <a:lnTo>
                    <a:pt x="2942769" y="1351850"/>
                  </a:lnTo>
                  <a:lnTo>
                    <a:pt x="2943403" y="1350357"/>
                  </a:lnTo>
                  <a:lnTo>
                    <a:pt x="2944038" y="1349253"/>
                  </a:lnTo>
                  <a:lnTo>
                    <a:pt x="2944673" y="1348356"/>
                  </a:lnTo>
                  <a:lnTo>
                    <a:pt x="2945308" y="1347000"/>
                  </a:lnTo>
                  <a:lnTo>
                    <a:pt x="2945943" y="1345843"/>
                  </a:lnTo>
                  <a:lnTo>
                    <a:pt x="2946578" y="1344565"/>
                  </a:lnTo>
                  <a:lnTo>
                    <a:pt x="2947212" y="1343357"/>
                  </a:lnTo>
                  <a:lnTo>
                    <a:pt x="2947847" y="1341518"/>
                  </a:lnTo>
                  <a:lnTo>
                    <a:pt x="2948482" y="1338713"/>
                  </a:lnTo>
                  <a:lnTo>
                    <a:pt x="2949117" y="1335580"/>
                  </a:lnTo>
                  <a:lnTo>
                    <a:pt x="2949752" y="1331857"/>
                  </a:lnTo>
                  <a:lnTo>
                    <a:pt x="2950387" y="1326351"/>
                  </a:lnTo>
                  <a:lnTo>
                    <a:pt x="2951022" y="1319975"/>
                  </a:lnTo>
                  <a:lnTo>
                    <a:pt x="2951656" y="1312526"/>
                  </a:lnTo>
                  <a:lnTo>
                    <a:pt x="2952291" y="1303305"/>
                  </a:lnTo>
                  <a:lnTo>
                    <a:pt x="2952926" y="1294521"/>
                  </a:lnTo>
                  <a:lnTo>
                    <a:pt x="2953561" y="1284784"/>
                  </a:lnTo>
                  <a:lnTo>
                    <a:pt x="2954196" y="1273822"/>
                  </a:lnTo>
                  <a:lnTo>
                    <a:pt x="2954831" y="1262014"/>
                  </a:lnTo>
                  <a:lnTo>
                    <a:pt x="2955465" y="1251565"/>
                  </a:lnTo>
                  <a:lnTo>
                    <a:pt x="2956100" y="1240430"/>
                  </a:lnTo>
                  <a:lnTo>
                    <a:pt x="2956735" y="1229248"/>
                  </a:lnTo>
                  <a:lnTo>
                    <a:pt x="2957370" y="1219844"/>
                  </a:lnTo>
                  <a:lnTo>
                    <a:pt x="2958005" y="1209926"/>
                  </a:lnTo>
                  <a:lnTo>
                    <a:pt x="2958640" y="1199740"/>
                  </a:lnTo>
                  <a:lnTo>
                    <a:pt x="2959275" y="1189445"/>
                  </a:lnTo>
                  <a:lnTo>
                    <a:pt x="2959909" y="1179688"/>
                  </a:lnTo>
                  <a:lnTo>
                    <a:pt x="2960544" y="1170577"/>
                  </a:lnTo>
                  <a:lnTo>
                    <a:pt x="2961179" y="1162441"/>
                  </a:lnTo>
                  <a:lnTo>
                    <a:pt x="2961814" y="1155661"/>
                  </a:lnTo>
                  <a:lnTo>
                    <a:pt x="2962449" y="1149801"/>
                  </a:lnTo>
                  <a:lnTo>
                    <a:pt x="2963084" y="1144394"/>
                  </a:lnTo>
                  <a:lnTo>
                    <a:pt x="2963718" y="1138116"/>
                  </a:lnTo>
                  <a:lnTo>
                    <a:pt x="2964353" y="1132099"/>
                  </a:lnTo>
                  <a:lnTo>
                    <a:pt x="2964988" y="1125487"/>
                  </a:lnTo>
                  <a:lnTo>
                    <a:pt x="2965623" y="1119591"/>
                  </a:lnTo>
                  <a:lnTo>
                    <a:pt x="2966258" y="1113717"/>
                  </a:lnTo>
                  <a:lnTo>
                    <a:pt x="2966893" y="1108775"/>
                  </a:lnTo>
                  <a:lnTo>
                    <a:pt x="2967528" y="1106628"/>
                  </a:lnTo>
                  <a:lnTo>
                    <a:pt x="2968162" y="1106517"/>
                  </a:lnTo>
                  <a:lnTo>
                    <a:pt x="2968797" y="1110566"/>
                  </a:lnTo>
                  <a:lnTo>
                    <a:pt x="2969432" y="1118106"/>
                  </a:lnTo>
                  <a:lnTo>
                    <a:pt x="2970067" y="1127397"/>
                  </a:lnTo>
                  <a:lnTo>
                    <a:pt x="2970702" y="1136840"/>
                  </a:lnTo>
                  <a:lnTo>
                    <a:pt x="2971337" y="1145224"/>
                  </a:lnTo>
                  <a:lnTo>
                    <a:pt x="2971971" y="1154623"/>
                  </a:lnTo>
                  <a:lnTo>
                    <a:pt x="2972606" y="1165768"/>
                  </a:lnTo>
                  <a:lnTo>
                    <a:pt x="2973241" y="1178238"/>
                  </a:lnTo>
                  <a:lnTo>
                    <a:pt x="2973876" y="1192484"/>
                  </a:lnTo>
                  <a:lnTo>
                    <a:pt x="2974511" y="1205427"/>
                  </a:lnTo>
                  <a:lnTo>
                    <a:pt x="2975146" y="1219702"/>
                  </a:lnTo>
                  <a:lnTo>
                    <a:pt x="2975781" y="1233947"/>
                  </a:lnTo>
                  <a:lnTo>
                    <a:pt x="2976415" y="1245410"/>
                  </a:lnTo>
                  <a:lnTo>
                    <a:pt x="2977050" y="1255812"/>
                  </a:lnTo>
                  <a:lnTo>
                    <a:pt x="2977685" y="1265694"/>
                  </a:lnTo>
                  <a:lnTo>
                    <a:pt x="2978320" y="1273304"/>
                  </a:lnTo>
                  <a:lnTo>
                    <a:pt x="2978955" y="1280997"/>
                  </a:lnTo>
                  <a:lnTo>
                    <a:pt x="2979590" y="1287640"/>
                  </a:lnTo>
                  <a:lnTo>
                    <a:pt x="2980224" y="1294047"/>
                  </a:lnTo>
                  <a:lnTo>
                    <a:pt x="2980859" y="1300387"/>
                  </a:lnTo>
                  <a:lnTo>
                    <a:pt x="2981494" y="1304473"/>
                  </a:lnTo>
                  <a:lnTo>
                    <a:pt x="2982129" y="1307122"/>
                  </a:lnTo>
                  <a:lnTo>
                    <a:pt x="2982764" y="1309978"/>
                  </a:lnTo>
                  <a:lnTo>
                    <a:pt x="2983399" y="1312120"/>
                  </a:lnTo>
                  <a:lnTo>
                    <a:pt x="2984034" y="1315494"/>
                  </a:lnTo>
                  <a:lnTo>
                    <a:pt x="2984668" y="1317745"/>
                  </a:lnTo>
                  <a:lnTo>
                    <a:pt x="2985303" y="1319121"/>
                  </a:lnTo>
                  <a:lnTo>
                    <a:pt x="2985938" y="1319509"/>
                  </a:lnTo>
                  <a:lnTo>
                    <a:pt x="2986573" y="1318815"/>
                  </a:lnTo>
                  <a:lnTo>
                    <a:pt x="2987208" y="1317468"/>
                  </a:lnTo>
                  <a:lnTo>
                    <a:pt x="2987843" y="1314163"/>
                  </a:lnTo>
                  <a:lnTo>
                    <a:pt x="2988477" y="1308640"/>
                  </a:lnTo>
                  <a:lnTo>
                    <a:pt x="2989112" y="1301110"/>
                  </a:lnTo>
                  <a:lnTo>
                    <a:pt x="2989747" y="1292857"/>
                  </a:lnTo>
                  <a:lnTo>
                    <a:pt x="2990382" y="1285582"/>
                  </a:lnTo>
                  <a:lnTo>
                    <a:pt x="2991017" y="1280181"/>
                  </a:lnTo>
                  <a:lnTo>
                    <a:pt x="2991652" y="1276616"/>
                  </a:lnTo>
                  <a:lnTo>
                    <a:pt x="2992286" y="1273389"/>
                  </a:lnTo>
                  <a:lnTo>
                    <a:pt x="2992921" y="1270288"/>
                  </a:lnTo>
                  <a:lnTo>
                    <a:pt x="2993556" y="1267696"/>
                  </a:lnTo>
                  <a:lnTo>
                    <a:pt x="2994191" y="1264925"/>
                  </a:lnTo>
                  <a:lnTo>
                    <a:pt x="2994826" y="1262919"/>
                  </a:lnTo>
                  <a:lnTo>
                    <a:pt x="2995461" y="1262442"/>
                  </a:lnTo>
                  <a:lnTo>
                    <a:pt x="2996096" y="1262887"/>
                  </a:lnTo>
                  <a:lnTo>
                    <a:pt x="2996730" y="1264975"/>
                  </a:lnTo>
                  <a:lnTo>
                    <a:pt x="2997365" y="1268183"/>
                  </a:lnTo>
                  <a:lnTo>
                    <a:pt x="2998000" y="1272604"/>
                  </a:lnTo>
                  <a:lnTo>
                    <a:pt x="2998635" y="1278006"/>
                  </a:lnTo>
                  <a:lnTo>
                    <a:pt x="2999270" y="1284497"/>
                  </a:lnTo>
                  <a:lnTo>
                    <a:pt x="2999905" y="1290177"/>
                  </a:lnTo>
                  <a:lnTo>
                    <a:pt x="3000539" y="1295754"/>
                  </a:lnTo>
                  <a:lnTo>
                    <a:pt x="3001174" y="1300886"/>
                  </a:lnTo>
                  <a:lnTo>
                    <a:pt x="3001809" y="1305765"/>
                  </a:lnTo>
                  <a:lnTo>
                    <a:pt x="3002444" y="1309899"/>
                  </a:lnTo>
                  <a:lnTo>
                    <a:pt x="3003079" y="1313811"/>
                  </a:lnTo>
                  <a:lnTo>
                    <a:pt x="3003714" y="1318359"/>
                  </a:lnTo>
                  <a:lnTo>
                    <a:pt x="3004349" y="1322558"/>
                  </a:lnTo>
                  <a:lnTo>
                    <a:pt x="3004983" y="1326731"/>
                  </a:lnTo>
                  <a:lnTo>
                    <a:pt x="3005618" y="1332124"/>
                  </a:lnTo>
                  <a:lnTo>
                    <a:pt x="3006253" y="1337933"/>
                  </a:lnTo>
                  <a:lnTo>
                    <a:pt x="3006888" y="1344792"/>
                  </a:lnTo>
                  <a:lnTo>
                    <a:pt x="3007523" y="1352046"/>
                  </a:lnTo>
                  <a:lnTo>
                    <a:pt x="3008158" y="1358874"/>
                  </a:lnTo>
                  <a:lnTo>
                    <a:pt x="3008792" y="1364553"/>
                  </a:lnTo>
                  <a:lnTo>
                    <a:pt x="3009427" y="1370143"/>
                  </a:lnTo>
                  <a:lnTo>
                    <a:pt x="3010062" y="1375933"/>
                  </a:lnTo>
                  <a:lnTo>
                    <a:pt x="3010697" y="1382595"/>
                  </a:lnTo>
                  <a:lnTo>
                    <a:pt x="3011332" y="1389555"/>
                  </a:lnTo>
                  <a:lnTo>
                    <a:pt x="3011967" y="1395327"/>
                  </a:lnTo>
                  <a:lnTo>
                    <a:pt x="3012602" y="1400029"/>
                  </a:lnTo>
                  <a:lnTo>
                    <a:pt x="3013236" y="1402985"/>
                  </a:lnTo>
                  <a:lnTo>
                    <a:pt x="3013871" y="1405196"/>
                  </a:lnTo>
                  <a:lnTo>
                    <a:pt x="3014506" y="1406779"/>
                  </a:lnTo>
                  <a:lnTo>
                    <a:pt x="3015141" y="1406898"/>
                  </a:lnTo>
                  <a:lnTo>
                    <a:pt x="3015776" y="1406513"/>
                  </a:lnTo>
                  <a:lnTo>
                    <a:pt x="3016411" y="1405658"/>
                  </a:lnTo>
                  <a:lnTo>
                    <a:pt x="3017045" y="1404455"/>
                  </a:lnTo>
                  <a:lnTo>
                    <a:pt x="3017680" y="1403181"/>
                  </a:lnTo>
                  <a:lnTo>
                    <a:pt x="3018315" y="1402142"/>
                  </a:lnTo>
                  <a:lnTo>
                    <a:pt x="3018950" y="1398971"/>
                  </a:lnTo>
                  <a:lnTo>
                    <a:pt x="3019585" y="1393436"/>
                  </a:lnTo>
                  <a:lnTo>
                    <a:pt x="3020220" y="1386001"/>
                  </a:lnTo>
                  <a:lnTo>
                    <a:pt x="3020855" y="1378056"/>
                  </a:lnTo>
                  <a:lnTo>
                    <a:pt x="3021489" y="1369708"/>
                  </a:lnTo>
                  <a:lnTo>
                    <a:pt x="3022124" y="1360524"/>
                  </a:lnTo>
                  <a:lnTo>
                    <a:pt x="3022759" y="1350049"/>
                  </a:lnTo>
                  <a:lnTo>
                    <a:pt x="3023394" y="1338076"/>
                  </a:lnTo>
                  <a:lnTo>
                    <a:pt x="3024029" y="1324608"/>
                  </a:lnTo>
                  <a:lnTo>
                    <a:pt x="3024664" y="1310988"/>
                  </a:lnTo>
                  <a:lnTo>
                    <a:pt x="3025298" y="1297207"/>
                  </a:lnTo>
                  <a:lnTo>
                    <a:pt x="3025933" y="1285363"/>
                  </a:lnTo>
                  <a:lnTo>
                    <a:pt x="3026568" y="1273617"/>
                  </a:lnTo>
                  <a:lnTo>
                    <a:pt x="3027203" y="1261718"/>
                  </a:lnTo>
                  <a:lnTo>
                    <a:pt x="3027838" y="1250209"/>
                  </a:lnTo>
                  <a:lnTo>
                    <a:pt x="3028473" y="1239376"/>
                  </a:lnTo>
                  <a:lnTo>
                    <a:pt x="3029108" y="1229750"/>
                  </a:lnTo>
                  <a:lnTo>
                    <a:pt x="3029742" y="1221611"/>
                  </a:lnTo>
                  <a:lnTo>
                    <a:pt x="3030377" y="1213793"/>
                  </a:lnTo>
                  <a:lnTo>
                    <a:pt x="3031012" y="1206390"/>
                  </a:lnTo>
                  <a:lnTo>
                    <a:pt x="3031647" y="1199849"/>
                  </a:lnTo>
                  <a:lnTo>
                    <a:pt x="3032282" y="1194391"/>
                  </a:lnTo>
                  <a:lnTo>
                    <a:pt x="3032917" y="1189619"/>
                  </a:lnTo>
                  <a:lnTo>
                    <a:pt x="3033551" y="1186775"/>
                  </a:lnTo>
                  <a:lnTo>
                    <a:pt x="3034186" y="1184437"/>
                  </a:lnTo>
                  <a:lnTo>
                    <a:pt x="3034821" y="1181965"/>
                  </a:lnTo>
                  <a:lnTo>
                    <a:pt x="3035456" y="1179784"/>
                  </a:lnTo>
                  <a:lnTo>
                    <a:pt x="3036091" y="1178016"/>
                  </a:lnTo>
                  <a:lnTo>
                    <a:pt x="3036726" y="1176393"/>
                  </a:lnTo>
                  <a:lnTo>
                    <a:pt x="3037361" y="1174537"/>
                  </a:lnTo>
                  <a:lnTo>
                    <a:pt x="3037995" y="1173367"/>
                  </a:lnTo>
                  <a:lnTo>
                    <a:pt x="3038630" y="1172106"/>
                  </a:lnTo>
                  <a:lnTo>
                    <a:pt x="3039265" y="1170441"/>
                  </a:lnTo>
                  <a:lnTo>
                    <a:pt x="3039900" y="1168512"/>
                  </a:lnTo>
                  <a:lnTo>
                    <a:pt x="3040535" y="1166553"/>
                  </a:lnTo>
                  <a:lnTo>
                    <a:pt x="3041170" y="1164237"/>
                  </a:lnTo>
                  <a:lnTo>
                    <a:pt x="3041804" y="1161261"/>
                  </a:lnTo>
                  <a:lnTo>
                    <a:pt x="3042439" y="1157682"/>
                  </a:lnTo>
                  <a:lnTo>
                    <a:pt x="3043074" y="1153326"/>
                  </a:lnTo>
                  <a:lnTo>
                    <a:pt x="3043709" y="1149621"/>
                  </a:lnTo>
                  <a:lnTo>
                    <a:pt x="3044344" y="1145547"/>
                  </a:lnTo>
                  <a:lnTo>
                    <a:pt x="3044979" y="1141080"/>
                  </a:lnTo>
                  <a:lnTo>
                    <a:pt x="3045613" y="1137331"/>
                  </a:lnTo>
                  <a:lnTo>
                    <a:pt x="3046248" y="1134316"/>
                  </a:lnTo>
                  <a:lnTo>
                    <a:pt x="3046883" y="1131949"/>
                  </a:lnTo>
                  <a:lnTo>
                    <a:pt x="3047518" y="1129360"/>
                  </a:lnTo>
                  <a:lnTo>
                    <a:pt x="3048153" y="1127001"/>
                  </a:lnTo>
                  <a:lnTo>
                    <a:pt x="3048788" y="1124369"/>
                  </a:lnTo>
                  <a:lnTo>
                    <a:pt x="3049423" y="1121458"/>
                  </a:lnTo>
                  <a:lnTo>
                    <a:pt x="3050057" y="1118888"/>
                  </a:lnTo>
                  <a:lnTo>
                    <a:pt x="3050692" y="1116585"/>
                  </a:lnTo>
                  <a:lnTo>
                    <a:pt x="3051327" y="1114361"/>
                  </a:lnTo>
                  <a:lnTo>
                    <a:pt x="3051962" y="1113488"/>
                  </a:lnTo>
                  <a:lnTo>
                    <a:pt x="3052597" y="1112423"/>
                  </a:lnTo>
                  <a:lnTo>
                    <a:pt x="3053232" y="1112159"/>
                  </a:lnTo>
                  <a:lnTo>
                    <a:pt x="3053866" y="1112509"/>
                  </a:lnTo>
                  <a:lnTo>
                    <a:pt x="3054501" y="1114350"/>
                  </a:lnTo>
                  <a:lnTo>
                    <a:pt x="3055136" y="1117337"/>
                  </a:lnTo>
                  <a:lnTo>
                    <a:pt x="3055771" y="1120172"/>
                  </a:lnTo>
                  <a:lnTo>
                    <a:pt x="3056406" y="1122951"/>
                  </a:lnTo>
                  <a:lnTo>
                    <a:pt x="3057041" y="1126086"/>
                  </a:lnTo>
                  <a:lnTo>
                    <a:pt x="3057676" y="1128508"/>
                  </a:lnTo>
                  <a:lnTo>
                    <a:pt x="3058310" y="1130348"/>
                  </a:lnTo>
                  <a:lnTo>
                    <a:pt x="3058945" y="1131877"/>
                  </a:lnTo>
                  <a:lnTo>
                    <a:pt x="3059580" y="1133295"/>
                  </a:lnTo>
                  <a:lnTo>
                    <a:pt x="3060215" y="1135853"/>
                  </a:lnTo>
                  <a:lnTo>
                    <a:pt x="3060850" y="1139933"/>
                  </a:lnTo>
                  <a:lnTo>
                    <a:pt x="3061485" y="1143826"/>
                  </a:lnTo>
                  <a:lnTo>
                    <a:pt x="3062119" y="1148800"/>
                  </a:lnTo>
                  <a:lnTo>
                    <a:pt x="3062754" y="1154117"/>
                  </a:lnTo>
                  <a:lnTo>
                    <a:pt x="3063389" y="1160171"/>
                  </a:lnTo>
                  <a:lnTo>
                    <a:pt x="3064024" y="1165593"/>
                  </a:lnTo>
                  <a:lnTo>
                    <a:pt x="3064659" y="1170090"/>
                  </a:lnTo>
                  <a:lnTo>
                    <a:pt x="3065294" y="1175307"/>
                  </a:lnTo>
                  <a:lnTo>
                    <a:pt x="3065929" y="1180627"/>
                  </a:lnTo>
                  <a:lnTo>
                    <a:pt x="3066563" y="1183650"/>
                  </a:lnTo>
                  <a:lnTo>
                    <a:pt x="3067198" y="1184884"/>
                  </a:lnTo>
                  <a:lnTo>
                    <a:pt x="3067833" y="1187945"/>
                  </a:lnTo>
                  <a:lnTo>
                    <a:pt x="3068468" y="1191971"/>
                  </a:lnTo>
                  <a:lnTo>
                    <a:pt x="3069103" y="1196777"/>
                  </a:lnTo>
                  <a:lnTo>
                    <a:pt x="3069738" y="1200755"/>
                  </a:lnTo>
                  <a:lnTo>
                    <a:pt x="3070372" y="1203167"/>
                  </a:lnTo>
                  <a:lnTo>
                    <a:pt x="3071007" y="1205561"/>
                  </a:lnTo>
                  <a:lnTo>
                    <a:pt x="3071642" y="1207941"/>
                  </a:lnTo>
                  <a:lnTo>
                    <a:pt x="3072277" y="1210590"/>
                  </a:lnTo>
                  <a:lnTo>
                    <a:pt x="3072912" y="1213051"/>
                  </a:lnTo>
                  <a:lnTo>
                    <a:pt x="3073547" y="1214378"/>
                  </a:lnTo>
                  <a:lnTo>
                    <a:pt x="3074182" y="1215568"/>
                  </a:lnTo>
                  <a:lnTo>
                    <a:pt x="3074816" y="1215874"/>
                  </a:lnTo>
                  <a:lnTo>
                    <a:pt x="3075451" y="1216202"/>
                  </a:lnTo>
                  <a:lnTo>
                    <a:pt x="3076086" y="1216034"/>
                  </a:lnTo>
                  <a:lnTo>
                    <a:pt x="3076721" y="1216536"/>
                  </a:lnTo>
                  <a:lnTo>
                    <a:pt x="3077356" y="1218855"/>
                  </a:lnTo>
                  <a:lnTo>
                    <a:pt x="3077991" y="1221671"/>
                  </a:lnTo>
                  <a:lnTo>
                    <a:pt x="3078625" y="1225491"/>
                  </a:lnTo>
                  <a:lnTo>
                    <a:pt x="3079260" y="1230697"/>
                  </a:lnTo>
                  <a:lnTo>
                    <a:pt x="3079895" y="1233914"/>
                  </a:lnTo>
                  <a:lnTo>
                    <a:pt x="3080530" y="1238029"/>
                  </a:lnTo>
                  <a:lnTo>
                    <a:pt x="3081165" y="1242699"/>
                  </a:lnTo>
                  <a:lnTo>
                    <a:pt x="3081800" y="1247378"/>
                  </a:lnTo>
                  <a:lnTo>
                    <a:pt x="3082435" y="1251198"/>
                  </a:lnTo>
                  <a:lnTo>
                    <a:pt x="3083069" y="1255380"/>
                  </a:lnTo>
                  <a:lnTo>
                    <a:pt x="3083704" y="1259902"/>
                  </a:lnTo>
                  <a:lnTo>
                    <a:pt x="3084339" y="1262910"/>
                  </a:lnTo>
                  <a:lnTo>
                    <a:pt x="3084974" y="1266644"/>
                  </a:lnTo>
                  <a:lnTo>
                    <a:pt x="3085609" y="1270396"/>
                  </a:lnTo>
                  <a:lnTo>
                    <a:pt x="3086244" y="1274043"/>
                  </a:lnTo>
                  <a:lnTo>
                    <a:pt x="3086878" y="1277263"/>
                  </a:lnTo>
                  <a:lnTo>
                    <a:pt x="3087513" y="1278689"/>
                  </a:lnTo>
                  <a:lnTo>
                    <a:pt x="3088148" y="1279097"/>
                  </a:lnTo>
                  <a:lnTo>
                    <a:pt x="3088783" y="1278643"/>
                  </a:lnTo>
                  <a:lnTo>
                    <a:pt x="3089418" y="1278641"/>
                  </a:lnTo>
                  <a:lnTo>
                    <a:pt x="3090053" y="1278910"/>
                  </a:lnTo>
                  <a:lnTo>
                    <a:pt x="3090688" y="1280795"/>
                  </a:lnTo>
                  <a:lnTo>
                    <a:pt x="3091322" y="1282971"/>
                  </a:lnTo>
                  <a:lnTo>
                    <a:pt x="3091957" y="1284632"/>
                  </a:lnTo>
                  <a:lnTo>
                    <a:pt x="3092592" y="1285048"/>
                  </a:lnTo>
                  <a:lnTo>
                    <a:pt x="3093227" y="1286559"/>
                  </a:lnTo>
                  <a:lnTo>
                    <a:pt x="3093862" y="1288394"/>
                  </a:lnTo>
                  <a:lnTo>
                    <a:pt x="3094497" y="1289107"/>
                  </a:lnTo>
                  <a:lnTo>
                    <a:pt x="3095131" y="1289923"/>
                  </a:lnTo>
                  <a:lnTo>
                    <a:pt x="3095766" y="1289229"/>
                  </a:lnTo>
                  <a:lnTo>
                    <a:pt x="3096401" y="1287503"/>
                  </a:lnTo>
                  <a:lnTo>
                    <a:pt x="3097036" y="1285220"/>
                  </a:lnTo>
                  <a:lnTo>
                    <a:pt x="3097671" y="1283558"/>
                  </a:lnTo>
                  <a:lnTo>
                    <a:pt x="3098306" y="1281573"/>
                  </a:lnTo>
                  <a:lnTo>
                    <a:pt x="3098940" y="1277094"/>
                  </a:lnTo>
                  <a:lnTo>
                    <a:pt x="3099575" y="1270011"/>
                  </a:lnTo>
                  <a:lnTo>
                    <a:pt x="3100210" y="1260598"/>
                  </a:lnTo>
                  <a:lnTo>
                    <a:pt x="3100845" y="1250713"/>
                  </a:lnTo>
                  <a:lnTo>
                    <a:pt x="3101480" y="1242101"/>
                  </a:lnTo>
                  <a:lnTo>
                    <a:pt x="3102115" y="1233755"/>
                  </a:lnTo>
                  <a:lnTo>
                    <a:pt x="3102750" y="1225421"/>
                  </a:lnTo>
                  <a:lnTo>
                    <a:pt x="3103384" y="1218034"/>
                  </a:lnTo>
                  <a:lnTo>
                    <a:pt x="3104019" y="1212378"/>
                  </a:lnTo>
                  <a:lnTo>
                    <a:pt x="3104654" y="1207245"/>
                  </a:lnTo>
                  <a:lnTo>
                    <a:pt x="3105289" y="1202506"/>
                  </a:lnTo>
                  <a:lnTo>
                    <a:pt x="3105924" y="1197892"/>
                  </a:lnTo>
                  <a:lnTo>
                    <a:pt x="3106559" y="1193619"/>
                  </a:lnTo>
                  <a:lnTo>
                    <a:pt x="3107193" y="1190349"/>
                  </a:lnTo>
                  <a:lnTo>
                    <a:pt x="3107828" y="1187141"/>
                  </a:lnTo>
                  <a:lnTo>
                    <a:pt x="3108463" y="1186252"/>
                  </a:lnTo>
                  <a:lnTo>
                    <a:pt x="3109098" y="1184939"/>
                  </a:lnTo>
                  <a:lnTo>
                    <a:pt x="3109733" y="1183570"/>
                  </a:lnTo>
                  <a:lnTo>
                    <a:pt x="3110368" y="1182933"/>
                  </a:lnTo>
                  <a:lnTo>
                    <a:pt x="3111003" y="1181633"/>
                  </a:lnTo>
                  <a:lnTo>
                    <a:pt x="3111637" y="1178533"/>
                  </a:lnTo>
                  <a:lnTo>
                    <a:pt x="3112272" y="1174698"/>
                  </a:lnTo>
                  <a:lnTo>
                    <a:pt x="3112907" y="1170799"/>
                  </a:lnTo>
                  <a:lnTo>
                    <a:pt x="3113542" y="1168658"/>
                  </a:lnTo>
                  <a:lnTo>
                    <a:pt x="3114177" y="1167098"/>
                  </a:lnTo>
                  <a:lnTo>
                    <a:pt x="3114812" y="1165628"/>
                  </a:lnTo>
                  <a:lnTo>
                    <a:pt x="3115446" y="1165650"/>
                  </a:lnTo>
                  <a:lnTo>
                    <a:pt x="3116081" y="1167517"/>
                  </a:lnTo>
                  <a:lnTo>
                    <a:pt x="3116716" y="1169588"/>
                  </a:lnTo>
                  <a:lnTo>
                    <a:pt x="3117351" y="1172264"/>
                  </a:lnTo>
                  <a:lnTo>
                    <a:pt x="3117986" y="1173973"/>
                  </a:lnTo>
                  <a:lnTo>
                    <a:pt x="3118621" y="1175793"/>
                  </a:lnTo>
                  <a:lnTo>
                    <a:pt x="3119256" y="1176184"/>
                  </a:lnTo>
                  <a:lnTo>
                    <a:pt x="3119890" y="1177399"/>
                  </a:lnTo>
                  <a:lnTo>
                    <a:pt x="3120525" y="1178903"/>
                  </a:lnTo>
                  <a:lnTo>
                    <a:pt x="3121160" y="1181044"/>
                  </a:lnTo>
                  <a:lnTo>
                    <a:pt x="3121795" y="1182435"/>
                  </a:lnTo>
                  <a:lnTo>
                    <a:pt x="3122430" y="1182834"/>
                  </a:lnTo>
                  <a:lnTo>
                    <a:pt x="3123065" y="1181166"/>
                  </a:lnTo>
                  <a:lnTo>
                    <a:pt x="3123699" y="1178271"/>
                  </a:lnTo>
                  <a:lnTo>
                    <a:pt x="3124334" y="1175575"/>
                  </a:lnTo>
                  <a:lnTo>
                    <a:pt x="3124969" y="1171858"/>
                  </a:lnTo>
                  <a:lnTo>
                    <a:pt x="3125604" y="1167111"/>
                  </a:lnTo>
                  <a:lnTo>
                    <a:pt x="3126239" y="1161723"/>
                  </a:lnTo>
                  <a:lnTo>
                    <a:pt x="3126874" y="1156466"/>
                  </a:lnTo>
                  <a:lnTo>
                    <a:pt x="3127509" y="1151158"/>
                  </a:lnTo>
                  <a:lnTo>
                    <a:pt x="3128143" y="1146183"/>
                  </a:lnTo>
                  <a:lnTo>
                    <a:pt x="3128778" y="1142115"/>
                  </a:lnTo>
                  <a:lnTo>
                    <a:pt x="3129413" y="1137663"/>
                  </a:lnTo>
                  <a:lnTo>
                    <a:pt x="3130048" y="1133337"/>
                  </a:lnTo>
                  <a:lnTo>
                    <a:pt x="3130683" y="1129016"/>
                  </a:lnTo>
                  <a:lnTo>
                    <a:pt x="3131318" y="1124551"/>
                  </a:lnTo>
                  <a:lnTo>
                    <a:pt x="3131952" y="1120277"/>
                  </a:lnTo>
                  <a:lnTo>
                    <a:pt x="3132587" y="1115775"/>
                  </a:lnTo>
                  <a:lnTo>
                    <a:pt x="3133222" y="1110870"/>
                  </a:lnTo>
                  <a:lnTo>
                    <a:pt x="3133857" y="1105476"/>
                  </a:lnTo>
                  <a:lnTo>
                    <a:pt x="3134492" y="1100108"/>
                  </a:lnTo>
                  <a:lnTo>
                    <a:pt x="3135127" y="1094242"/>
                  </a:lnTo>
                  <a:lnTo>
                    <a:pt x="3135762" y="1088709"/>
                  </a:lnTo>
                  <a:lnTo>
                    <a:pt x="3136396" y="1082869"/>
                  </a:lnTo>
                  <a:lnTo>
                    <a:pt x="3137031" y="1076682"/>
                  </a:lnTo>
                  <a:lnTo>
                    <a:pt x="3137666" y="1070084"/>
                  </a:lnTo>
                  <a:lnTo>
                    <a:pt x="3138301" y="1063497"/>
                  </a:lnTo>
                  <a:lnTo>
                    <a:pt x="3138936" y="1056278"/>
                  </a:lnTo>
                  <a:lnTo>
                    <a:pt x="3139571" y="1049393"/>
                  </a:lnTo>
                  <a:lnTo>
                    <a:pt x="3140205" y="1041400"/>
                  </a:lnTo>
                  <a:lnTo>
                    <a:pt x="3140840" y="1032553"/>
                  </a:lnTo>
                  <a:lnTo>
                    <a:pt x="3141475" y="1023844"/>
                  </a:lnTo>
                  <a:lnTo>
                    <a:pt x="3142110" y="1015693"/>
                  </a:lnTo>
                  <a:lnTo>
                    <a:pt x="3142745" y="1006747"/>
                  </a:lnTo>
                  <a:lnTo>
                    <a:pt x="3143380" y="998801"/>
                  </a:lnTo>
                  <a:lnTo>
                    <a:pt x="3144015" y="991520"/>
                  </a:lnTo>
                  <a:lnTo>
                    <a:pt x="3144649" y="984952"/>
                  </a:lnTo>
                  <a:lnTo>
                    <a:pt x="3145284" y="979171"/>
                  </a:lnTo>
                  <a:lnTo>
                    <a:pt x="3145919" y="975746"/>
                  </a:lnTo>
                  <a:lnTo>
                    <a:pt x="3146554" y="974795"/>
                  </a:lnTo>
                  <a:lnTo>
                    <a:pt x="3147189" y="976025"/>
                  </a:lnTo>
                  <a:lnTo>
                    <a:pt x="3147824" y="978265"/>
                  </a:lnTo>
                  <a:lnTo>
                    <a:pt x="3148458" y="980103"/>
                  </a:lnTo>
                  <a:lnTo>
                    <a:pt x="3149093" y="982607"/>
                  </a:lnTo>
                  <a:lnTo>
                    <a:pt x="3149728" y="987990"/>
                  </a:lnTo>
                  <a:lnTo>
                    <a:pt x="3150363" y="994752"/>
                  </a:lnTo>
                  <a:lnTo>
                    <a:pt x="3150998" y="1004222"/>
                  </a:lnTo>
                  <a:lnTo>
                    <a:pt x="3151633" y="1013835"/>
                  </a:lnTo>
                  <a:lnTo>
                    <a:pt x="3152267" y="1023452"/>
                  </a:lnTo>
                  <a:lnTo>
                    <a:pt x="3152902" y="1031692"/>
                  </a:lnTo>
                  <a:lnTo>
                    <a:pt x="3153537" y="1039937"/>
                  </a:lnTo>
                  <a:lnTo>
                    <a:pt x="3154172" y="1048398"/>
                  </a:lnTo>
                  <a:lnTo>
                    <a:pt x="3154807" y="1056909"/>
                  </a:lnTo>
                  <a:lnTo>
                    <a:pt x="3155442" y="1063667"/>
                  </a:lnTo>
                  <a:lnTo>
                    <a:pt x="3156077" y="1069520"/>
                  </a:lnTo>
                  <a:lnTo>
                    <a:pt x="3156711" y="1072723"/>
                  </a:lnTo>
                  <a:lnTo>
                    <a:pt x="3157346" y="1075352"/>
                  </a:lnTo>
                  <a:lnTo>
                    <a:pt x="3157981" y="1078051"/>
                  </a:lnTo>
                  <a:lnTo>
                    <a:pt x="3158616" y="1079154"/>
                  </a:lnTo>
                  <a:lnTo>
                    <a:pt x="3159251" y="1078842"/>
                  </a:lnTo>
                  <a:lnTo>
                    <a:pt x="3159886" y="1077505"/>
                  </a:lnTo>
                  <a:lnTo>
                    <a:pt x="3160520" y="1073409"/>
                  </a:lnTo>
                  <a:lnTo>
                    <a:pt x="3161155" y="1068358"/>
                  </a:lnTo>
                  <a:lnTo>
                    <a:pt x="3161790" y="1062198"/>
                  </a:lnTo>
                  <a:lnTo>
                    <a:pt x="3162425" y="1056278"/>
                  </a:lnTo>
                  <a:lnTo>
                    <a:pt x="3163060" y="1049117"/>
                  </a:lnTo>
                  <a:lnTo>
                    <a:pt x="3163695" y="1041143"/>
                  </a:lnTo>
                  <a:lnTo>
                    <a:pt x="3164330" y="1032046"/>
                  </a:lnTo>
                  <a:lnTo>
                    <a:pt x="3164964" y="1022729"/>
                  </a:lnTo>
                  <a:lnTo>
                    <a:pt x="3165599" y="1012438"/>
                  </a:lnTo>
                  <a:lnTo>
                    <a:pt x="3166234" y="1002778"/>
                  </a:lnTo>
                  <a:lnTo>
                    <a:pt x="3166869" y="992761"/>
                  </a:lnTo>
                  <a:lnTo>
                    <a:pt x="3167504" y="982551"/>
                  </a:lnTo>
                  <a:lnTo>
                    <a:pt x="3168139" y="971670"/>
                  </a:lnTo>
                  <a:lnTo>
                    <a:pt x="3168773" y="960356"/>
                  </a:lnTo>
                  <a:lnTo>
                    <a:pt x="3169408" y="949379"/>
                  </a:lnTo>
                  <a:lnTo>
                    <a:pt x="3170043" y="938863"/>
                  </a:lnTo>
                  <a:lnTo>
                    <a:pt x="3170678" y="928317"/>
                  </a:lnTo>
                  <a:lnTo>
                    <a:pt x="3171313" y="918888"/>
                  </a:lnTo>
                  <a:lnTo>
                    <a:pt x="3171948" y="909836"/>
                  </a:lnTo>
                  <a:lnTo>
                    <a:pt x="3172583" y="902887"/>
                  </a:lnTo>
                  <a:lnTo>
                    <a:pt x="3173217" y="896257"/>
                  </a:lnTo>
                  <a:lnTo>
                    <a:pt x="3173852" y="891195"/>
                  </a:lnTo>
                  <a:lnTo>
                    <a:pt x="3174487" y="887214"/>
                  </a:lnTo>
                  <a:lnTo>
                    <a:pt x="3175122" y="884202"/>
                  </a:lnTo>
                  <a:lnTo>
                    <a:pt x="3175757" y="880851"/>
                  </a:lnTo>
                  <a:lnTo>
                    <a:pt x="3176392" y="877647"/>
                  </a:lnTo>
                  <a:lnTo>
                    <a:pt x="3177026" y="874129"/>
                  </a:lnTo>
                  <a:lnTo>
                    <a:pt x="3177661" y="870413"/>
                  </a:lnTo>
                  <a:lnTo>
                    <a:pt x="3178296" y="867314"/>
                  </a:lnTo>
                  <a:lnTo>
                    <a:pt x="3178931" y="863754"/>
                  </a:lnTo>
                  <a:lnTo>
                    <a:pt x="3179566" y="860528"/>
                  </a:lnTo>
                  <a:lnTo>
                    <a:pt x="3180201" y="856986"/>
                  </a:lnTo>
                  <a:lnTo>
                    <a:pt x="3180836" y="852421"/>
                  </a:lnTo>
                  <a:lnTo>
                    <a:pt x="3181470" y="847024"/>
                  </a:lnTo>
                  <a:lnTo>
                    <a:pt x="3182105" y="841679"/>
                  </a:lnTo>
                  <a:lnTo>
                    <a:pt x="3182740" y="836372"/>
                  </a:lnTo>
                  <a:lnTo>
                    <a:pt x="3183375" y="829382"/>
                  </a:lnTo>
                  <a:lnTo>
                    <a:pt x="3184010" y="821141"/>
                  </a:lnTo>
                  <a:lnTo>
                    <a:pt x="3184645" y="812388"/>
                  </a:lnTo>
                  <a:lnTo>
                    <a:pt x="3185279" y="805873"/>
                  </a:lnTo>
                  <a:lnTo>
                    <a:pt x="3185914" y="799879"/>
                  </a:lnTo>
                  <a:lnTo>
                    <a:pt x="3186549" y="794447"/>
                  </a:lnTo>
                  <a:lnTo>
                    <a:pt x="3187184" y="789033"/>
                  </a:lnTo>
                  <a:lnTo>
                    <a:pt x="3187819" y="783111"/>
                  </a:lnTo>
                  <a:lnTo>
                    <a:pt x="3188454" y="776176"/>
                  </a:lnTo>
                  <a:lnTo>
                    <a:pt x="3189089" y="768314"/>
                  </a:lnTo>
                  <a:lnTo>
                    <a:pt x="3189723" y="759456"/>
                  </a:lnTo>
                  <a:lnTo>
                    <a:pt x="3190358" y="749800"/>
                  </a:lnTo>
                  <a:lnTo>
                    <a:pt x="3190993" y="740609"/>
                  </a:lnTo>
                  <a:lnTo>
                    <a:pt x="3191628" y="731587"/>
                  </a:lnTo>
                  <a:lnTo>
                    <a:pt x="3192263" y="721564"/>
                  </a:lnTo>
                  <a:lnTo>
                    <a:pt x="3192898" y="712336"/>
                  </a:lnTo>
                  <a:lnTo>
                    <a:pt x="3193532" y="706290"/>
                  </a:lnTo>
                  <a:lnTo>
                    <a:pt x="3194167" y="700303"/>
                  </a:lnTo>
                  <a:lnTo>
                    <a:pt x="3194802" y="693453"/>
                  </a:lnTo>
                  <a:lnTo>
                    <a:pt x="3195437" y="684295"/>
                  </a:lnTo>
                  <a:lnTo>
                    <a:pt x="3196072" y="674494"/>
                  </a:lnTo>
                  <a:lnTo>
                    <a:pt x="3196707" y="665504"/>
                  </a:lnTo>
                  <a:lnTo>
                    <a:pt x="3197342" y="657068"/>
                  </a:lnTo>
                  <a:lnTo>
                    <a:pt x="3197976" y="649893"/>
                  </a:lnTo>
                  <a:lnTo>
                    <a:pt x="3198611" y="643357"/>
                  </a:lnTo>
                  <a:lnTo>
                    <a:pt x="3199246" y="638359"/>
                  </a:lnTo>
                  <a:lnTo>
                    <a:pt x="3199881" y="634144"/>
                  </a:lnTo>
                  <a:lnTo>
                    <a:pt x="3200516" y="629986"/>
                  </a:lnTo>
                  <a:lnTo>
                    <a:pt x="3201151" y="627230"/>
                  </a:lnTo>
                  <a:lnTo>
                    <a:pt x="3201785" y="626517"/>
                  </a:lnTo>
                  <a:lnTo>
                    <a:pt x="3202420" y="627618"/>
                  </a:lnTo>
                  <a:lnTo>
                    <a:pt x="3203055" y="630211"/>
                  </a:lnTo>
                  <a:lnTo>
                    <a:pt x="3203690" y="633228"/>
                  </a:lnTo>
                  <a:lnTo>
                    <a:pt x="3204325" y="636639"/>
                  </a:lnTo>
                  <a:lnTo>
                    <a:pt x="3204960" y="641018"/>
                  </a:lnTo>
                  <a:lnTo>
                    <a:pt x="3205595" y="645913"/>
                  </a:lnTo>
                  <a:lnTo>
                    <a:pt x="3206229" y="651688"/>
                  </a:lnTo>
                  <a:lnTo>
                    <a:pt x="3206864" y="658996"/>
                  </a:lnTo>
                  <a:lnTo>
                    <a:pt x="3207499" y="666329"/>
                  </a:lnTo>
                  <a:lnTo>
                    <a:pt x="3208134" y="673289"/>
                  </a:lnTo>
                  <a:lnTo>
                    <a:pt x="3208769" y="681207"/>
                  </a:lnTo>
                  <a:lnTo>
                    <a:pt x="3209404" y="688990"/>
                  </a:lnTo>
                  <a:lnTo>
                    <a:pt x="3210038" y="697106"/>
                  </a:lnTo>
                  <a:lnTo>
                    <a:pt x="3210673" y="705700"/>
                  </a:lnTo>
                  <a:lnTo>
                    <a:pt x="3211308" y="713897"/>
                  </a:lnTo>
                  <a:lnTo>
                    <a:pt x="3211943" y="721630"/>
                  </a:lnTo>
                  <a:lnTo>
                    <a:pt x="3212578" y="728630"/>
                  </a:lnTo>
                  <a:lnTo>
                    <a:pt x="3213213" y="735016"/>
                  </a:lnTo>
                  <a:lnTo>
                    <a:pt x="3213847" y="740075"/>
                  </a:lnTo>
                  <a:lnTo>
                    <a:pt x="3214482" y="746014"/>
                  </a:lnTo>
                  <a:lnTo>
                    <a:pt x="3215117" y="751594"/>
                  </a:lnTo>
                  <a:lnTo>
                    <a:pt x="3215752" y="756860"/>
                  </a:lnTo>
                  <a:lnTo>
                    <a:pt x="3216387" y="760748"/>
                  </a:lnTo>
                  <a:lnTo>
                    <a:pt x="3217022" y="763709"/>
                  </a:lnTo>
                  <a:lnTo>
                    <a:pt x="3217657" y="766036"/>
                  </a:lnTo>
                  <a:lnTo>
                    <a:pt x="3218291" y="767248"/>
                  </a:lnTo>
                  <a:lnTo>
                    <a:pt x="3218926" y="768353"/>
                  </a:lnTo>
                  <a:lnTo>
                    <a:pt x="3219561" y="769821"/>
                  </a:lnTo>
                  <a:lnTo>
                    <a:pt x="3220196" y="770893"/>
                  </a:lnTo>
                  <a:lnTo>
                    <a:pt x="3220831" y="771703"/>
                  </a:lnTo>
                  <a:lnTo>
                    <a:pt x="3221466" y="772413"/>
                  </a:lnTo>
                  <a:lnTo>
                    <a:pt x="3222100" y="774103"/>
                  </a:lnTo>
                  <a:lnTo>
                    <a:pt x="3222735" y="775726"/>
                  </a:lnTo>
                  <a:lnTo>
                    <a:pt x="3223370" y="777913"/>
                  </a:lnTo>
                  <a:lnTo>
                    <a:pt x="3224005" y="779477"/>
                  </a:lnTo>
                  <a:lnTo>
                    <a:pt x="3224640" y="780098"/>
                  </a:lnTo>
                  <a:lnTo>
                    <a:pt x="3225275" y="779992"/>
                  </a:lnTo>
                  <a:lnTo>
                    <a:pt x="3225910" y="781707"/>
                  </a:lnTo>
                  <a:lnTo>
                    <a:pt x="3226544" y="784476"/>
                  </a:lnTo>
                  <a:lnTo>
                    <a:pt x="3227179" y="789788"/>
                  </a:lnTo>
                  <a:lnTo>
                    <a:pt x="3227814" y="794521"/>
                  </a:lnTo>
                  <a:lnTo>
                    <a:pt x="3228449" y="796996"/>
                  </a:lnTo>
                  <a:lnTo>
                    <a:pt x="3229084" y="798647"/>
                  </a:lnTo>
                  <a:lnTo>
                    <a:pt x="3229719" y="799825"/>
                  </a:lnTo>
                  <a:lnTo>
                    <a:pt x="3230353" y="800470"/>
                  </a:lnTo>
                  <a:lnTo>
                    <a:pt x="3230988" y="800296"/>
                  </a:lnTo>
                  <a:lnTo>
                    <a:pt x="3231623" y="799741"/>
                  </a:lnTo>
                  <a:lnTo>
                    <a:pt x="3232258" y="798859"/>
                  </a:lnTo>
                  <a:lnTo>
                    <a:pt x="3232893" y="797986"/>
                  </a:lnTo>
                  <a:lnTo>
                    <a:pt x="3233528" y="797485"/>
                  </a:lnTo>
                  <a:lnTo>
                    <a:pt x="3234163" y="797216"/>
                  </a:lnTo>
                  <a:lnTo>
                    <a:pt x="3234797" y="798322"/>
                  </a:lnTo>
                  <a:lnTo>
                    <a:pt x="3235432" y="796918"/>
                  </a:lnTo>
                  <a:lnTo>
                    <a:pt x="3236067" y="796177"/>
                  </a:lnTo>
                  <a:lnTo>
                    <a:pt x="3236702" y="795303"/>
                  </a:lnTo>
                  <a:lnTo>
                    <a:pt x="3237337" y="793935"/>
                  </a:lnTo>
                  <a:lnTo>
                    <a:pt x="3237972" y="794390"/>
                  </a:lnTo>
                  <a:lnTo>
                    <a:pt x="3238606" y="795232"/>
                  </a:lnTo>
                  <a:lnTo>
                    <a:pt x="3239241" y="798066"/>
                  </a:lnTo>
                  <a:lnTo>
                    <a:pt x="3239876" y="801874"/>
                  </a:lnTo>
                  <a:lnTo>
                    <a:pt x="3240511" y="805446"/>
                  </a:lnTo>
                  <a:lnTo>
                    <a:pt x="3241146" y="809524"/>
                  </a:lnTo>
                  <a:lnTo>
                    <a:pt x="3241781" y="814338"/>
                  </a:lnTo>
                  <a:lnTo>
                    <a:pt x="3242416" y="819390"/>
                  </a:lnTo>
                  <a:lnTo>
                    <a:pt x="3243050" y="823394"/>
                  </a:lnTo>
                  <a:lnTo>
                    <a:pt x="3243685" y="827327"/>
                  </a:lnTo>
                  <a:lnTo>
                    <a:pt x="3244320" y="830411"/>
                  </a:lnTo>
                  <a:lnTo>
                    <a:pt x="3244955" y="834190"/>
                  </a:lnTo>
                  <a:lnTo>
                    <a:pt x="3245590" y="838584"/>
                  </a:lnTo>
                  <a:lnTo>
                    <a:pt x="3246225" y="844750"/>
                  </a:lnTo>
                  <a:lnTo>
                    <a:pt x="3246859" y="849591"/>
                  </a:lnTo>
                  <a:lnTo>
                    <a:pt x="3247494" y="853008"/>
                  </a:lnTo>
                  <a:lnTo>
                    <a:pt x="3248129" y="855461"/>
                  </a:lnTo>
                  <a:lnTo>
                    <a:pt x="3248764" y="857828"/>
                  </a:lnTo>
                  <a:lnTo>
                    <a:pt x="3249399" y="859113"/>
                  </a:lnTo>
                  <a:lnTo>
                    <a:pt x="3250034" y="861295"/>
                  </a:lnTo>
                  <a:lnTo>
                    <a:pt x="3250669" y="863287"/>
                  </a:lnTo>
                  <a:lnTo>
                    <a:pt x="3251303" y="864655"/>
                  </a:lnTo>
                  <a:lnTo>
                    <a:pt x="3251938" y="865757"/>
                  </a:lnTo>
                  <a:lnTo>
                    <a:pt x="3252573" y="867001"/>
                  </a:lnTo>
                  <a:lnTo>
                    <a:pt x="3253208" y="867787"/>
                  </a:lnTo>
                  <a:lnTo>
                    <a:pt x="3253843" y="868602"/>
                  </a:lnTo>
                  <a:lnTo>
                    <a:pt x="3254478" y="870043"/>
                  </a:lnTo>
                  <a:lnTo>
                    <a:pt x="3255112" y="871404"/>
                  </a:lnTo>
                  <a:lnTo>
                    <a:pt x="3255747" y="872065"/>
                  </a:lnTo>
                  <a:lnTo>
                    <a:pt x="3256382" y="872951"/>
                  </a:lnTo>
                  <a:lnTo>
                    <a:pt x="3257017" y="874314"/>
                  </a:lnTo>
                  <a:lnTo>
                    <a:pt x="3257652" y="875659"/>
                  </a:lnTo>
                  <a:lnTo>
                    <a:pt x="3258287" y="877177"/>
                  </a:lnTo>
                  <a:lnTo>
                    <a:pt x="3258922" y="877273"/>
                  </a:lnTo>
                  <a:lnTo>
                    <a:pt x="3259556" y="877702"/>
                  </a:lnTo>
                  <a:lnTo>
                    <a:pt x="3260191" y="877778"/>
                  </a:lnTo>
                  <a:lnTo>
                    <a:pt x="3260826" y="877118"/>
                  </a:lnTo>
                  <a:lnTo>
                    <a:pt x="3261461" y="876061"/>
                  </a:lnTo>
                  <a:lnTo>
                    <a:pt x="3262096" y="875985"/>
                  </a:lnTo>
                  <a:lnTo>
                    <a:pt x="3262731" y="876811"/>
                  </a:lnTo>
                  <a:lnTo>
                    <a:pt x="3263365" y="878035"/>
                  </a:lnTo>
                  <a:lnTo>
                    <a:pt x="3264000" y="880129"/>
                  </a:lnTo>
                  <a:lnTo>
                    <a:pt x="3264635" y="882439"/>
                  </a:lnTo>
                  <a:lnTo>
                    <a:pt x="3265270" y="885077"/>
                  </a:lnTo>
                  <a:lnTo>
                    <a:pt x="3265905" y="888016"/>
                  </a:lnTo>
                  <a:lnTo>
                    <a:pt x="3266540" y="891171"/>
                  </a:lnTo>
                  <a:lnTo>
                    <a:pt x="3267174" y="895110"/>
                  </a:lnTo>
                  <a:lnTo>
                    <a:pt x="3267809" y="900803"/>
                  </a:lnTo>
                  <a:lnTo>
                    <a:pt x="3268444" y="905604"/>
                  </a:lnTo>
                  <a:lnTo>
                    <a:pt x="3269079" y="910339"/>
                  </a:lnTo>
                  <a:lnTo>
                    <a:pt x="3269714" y="915391"/>
                  </a:lnTo>
                  <a:lnTo>
                    <a:pt x="3270349" y="920366"/>
                  </a:lnTo>
                  <a:lnTo>
                    <a:pt x="3270984" y="925279"/>
                  </a:lnTo>
                  <a:lnTo>
                    <a:pt x="3271618" y="929495"/>
                  </a:lnTo>
                  <a:lnTo>
                    <a:pt x="3272253" y="933731"/>
                  </a:lnTo>
                  <a:lnTo>
                    <a:pt x="3272888" y="937137"/>
                  </a:lnTo>
                  <a:lnTo>
                    <a:pt x="3273523" y="940781"/>
                  </a:lnTo>
                  <a:lnTo>
                    <a:pt x="3274158" y="944190"/>
                  </a:lnTo>
                  <a:lnTo>
                    <a:pt x="3274793" y="946210"/>
                  </a:lnTo>
                  <a:lnTo>
                    <a:pt x="3275427" y="949173"/>
                  </a:lnTo>
                  <a:lnTo>
                    <a:pt x="3276062" y="951599"/>
                  </a:lnTo>
                  <a:lnTo>
                    <a:pt x="3276697" y="952654"/>
                  </a:lnTo>
                  <a:lnTo>
                    <a:pt x="3277332" y="954796"/>
                  </a:lnTo>
                  <a:lnTo>
                    <a:pt x="3277967" y="955787"/>
                  </a:lnTo>
                  <a:lnTo>
                    <a:pt x="3278602" y="957191"/>
                  </a:lnTo>
                  <a:lnTo>
                    <a:pt x="3279237" y="958636"/>
                  </a:lnTo>
                  <a:lnTo>
                    <a:pt x="3279871" y="958844"/>
                  </a:lnTo>
                  <a:lnTo>
                    <a:pt x="3280506" y="959390"/>
                  </a:lnTo>
                  <a:lnTo>
                    <a:pt x="3281141" y="959666"/>
                  </a:lnTo>
                  <a:lnTo>
                    <a:pt x="3281776" y="960921"/>
                  </a:lnTo>
                  <a:lnTo>
                    <a:pt x="3282411" y="963125"/>
                  </a:lnTo>
                  <a:lnTo>
                    <a:pt x="3283046" y="965390"/>
                  </a:lnTo>
                  <a:lnTo>
                    <a:pt x="3283680" y="968665"/>
                  </a:lnTo>
                  <a:lnTo>
                    <a:pt x="3284315" y="972104"/>
                  </a:lnTo>
                  <a:lnTo>
                    <a:pt x="3284950" y="975391"/>
                  </a:lnTo>
                  <a:lnTo>
                    <a:pt x="3285585" y="979516"/>
                  </a:lnTo>
                  <a:lnTo>
                    <a:pt x="3286220" y="983786"/>
                  </a:lnTo>
                  <a:lnTo>
                    <a:pt x="3286855" y="988222"/>
                  </a:lnTo>
                  <a:lnTo>
                    <a:pt x="3287490" y="993432"/>
                  </a:lnTo>
                  <a:lnTo>
                    <a:pt x="3288124" y="998623"/>
                  </a:lnTo>
                  <a:lnTo>
                    <a:pt x="3288759" y="1004997"/>
                  </a:lnTo>
                  <a:lnTo>
                    <a:pt x="3289394" y="1011027"/>
                  </a:lnTo>
                  <a:lnTo>
                    <a:pt x="3290029" y="1017200"/>
                  </a:lnTo>
                  <a:lnTo>
                    <a:pt x="3290664" y="1023883"/>
                  </a:lnTo>
                  <a:lnTo>
                    <a:pt x="3291299" y="1029976"/>
                  </a:lnTo>
                  <a:lnTo>
                    <a:pt x="3291933" y="1034286"/>
                  </a:lnTo>
                  <a:lnTo>
                    <a:pt x="3292568" y="1038749"/>
                  </a:lnTo>
                  <a:lnTo>
                    <a:pt x="3293203" y="1042228"/>
                  </a:lnTo>
                  <a:lnTo>
                    <a:pt x="3293838" y="1046806"/>
                  </a:lnTo>
                  <a:lnTo>
                    <a:pt x="3294473" y="1051026"/>
                  </a:lnTo>
                  <a:lnTo>
                    <a:pt x="3295108" y="1056049"/>
                  </a:lnTo>
                  <a:lnTo>
                    <a:pt x="3295743" y="1062732"/>
                  </a:lnTo>
                  <a:lnTo>
                    <a:pt x="3296377" y="1070788"/>
                  </a:lnTo>
                  <a:lnTo>
                    <a:pt x="3297012" y="1079952"/>
                  </a:lnTo>
                  <a:lnTo>
                    <a:pt x="3297647" y="1088473"/>
                  </a:lnTo>
                  <a:lnTo>
                    <a:pt x="3298282" y="1096091"/>
                  </a:lnTo>
                  <a:lnTo>
                    <a:pt x="3298917" y="1103107"/>
                  </a:lnTo>
                  <a:lnTo>
                    <a:pt x="3299552" y="1108804"/>
                  </a:lnTo>
                  <a:lnTo>
                    <a:pt x="3300186" y="1113512"/>
                  </a:lnTo>
                  <a:lnTo>
                    <a:pt x="3300821" y="1117142"/>
                  </a:lnTo>
                  <a:lnTo>
                    <a:pt x="3301456" y="1119747"/>
                  </a:lnTo>
                  <a:lnTo>
                    <a:pt x="3302091" y="1122290"/>
                  </a:lnTo>
                  <a:lnTo>
                    <a:pt x="3302726" y="1125042"/>
                  </a:lnTo>
                  <a:lnTo>
                    <a:pt x="3303361" y="1127650"/>
                  </a:lnTo>
                  <a:lnTo>
                    <a:pt x="3303996" y="1130460"/>
                  </a:lnTo>
                  <a:lnTo>
                    <a:pt x="3304630" y="1132900"/>
                  </a:lnTo>
                  <a:lnTo>
                    <a:pt x="3305265" y="1134987"/>
                  </a:lnTo>
                  <a:lnTo>
                    <a:pt x="3305900" y="1135705"/>
                  </a:lnTo>
                  <a:lnTo>
                    <a:pt x="3306535" y="1135140"/>
                  </a:lnTo>
                  <a:lnTo>
                    <a:pt x="3307170" y="1134392"/>
                  </a:lnTo>
                  <a:lnTo>
                    <a:pt x="3307805" y="1134673"/>
                  </a:lnTo>
                  <a:lnTo>
                    <a:pt x="3308439" y="1134575"/>
                  </a:lnTo>
                  <a:lnTo>
                    <a:pt x="3309074" y="1133569"/>
                  </a:lnTo>
                  <a:lnTo>
                    <a:pt x="3309709" y="1131849"/>
                  </a:lnTo>
                  <a:lnTo>
                    <a:pt x="3310344" y="1131584"/>
                  </a:lnTo>
                  <a:lnTo>
                    <a:pt x="3310979" y="1132796"/>
                  </a:lnTo>
                  <a:lnTo>
                    <a:pt x="3311614" y="1133773"/>
                  </a:lnTo>
                  <a:lnTo>
                    <a:pt x="3312249" y="1132018"/>
                  </a:lnTo>
                  <a:lnTo>
                    <a:pt x="3312883" y="1128310"/>
                  </a:lnTo>
                  <a:lnTo>
                    <a:pt x="3313518" y="1123333"/>
                  </a:lnTo>
                  <a:lnTo>
                    <a:pt x="3314153" y="1117015"/>
                  </a:lnTo>
                  <a:lnTo>
                    <a:pt x="3314788" y="1110292"/>
                  </a:lnTo>
                  <a:lnTo>
                    <a:pt x="3315423" y="1104860"/>
                  </a:lnTo>
                  <a:lnTo>
                    <a:pt x="3316058" y="1100497"/>
                  </a:lnTo>
                  <a:lnTo>
                    <a:pt x="3316692" y="1096159"/>
                  </a:lnTo>
                  <a:lnTo>
                    <a:pt x="3317327" y="1092691"/>
                  </a:lnTo>
                  <a:lnTo>
                    <a:pt x="3317962" y="1090581"/>
                  </a:lnTo>
                  <a:lnTo>
                    <a:pt x="3318597" y="1089421"/>
                  </a:lnTo>
                  <a:lnTo>
                    <a:pt x="3319232" y="1088400"/>
                  </a:lnTo>
                  <a:lnTo>
                    <a:pt x="3319867" y="1084721"/>
                  </a:lnTo>
                  <a:lnTo>
                    <a:pt x="3320501" y="1079909"/>
                  </a:lnTo>
                  <a:lnTo>
                    <a:pt x="3321136" y="1073663"/>
                  </a:lnTo>
                  <a:lnTo>
                    <a:pt x="3321771" y="1069245"/>
                  </a:lnTo>
                  <a:lnTo>
                    <a:pt x="3322406" y="1069982"/>
                  </a:lnTo>
                  <a:lnTo>
                    <a:pt x="3323041" y="1070779"/>
                  </a:lnTo>
                  <a:lnTo>
                    <a:pt x="3323676" y="1072508"/>
                  </a:lnTo>
                  <a:lnTo>
                    <a:pt x="3324311" y="1075737"/>
                  </a:lnTo>
                  <a:lnTo>
                    <a:pt x="3324945" y="1079079"/>
                  </a:lnTo>
                  <a:lnTo>
                    <a:pt x="3325580" y="1082179"/>
                  </a:lnTo>
                  <a:lnTo>
                    <a:pt x="3326215" y="1084471"/>
                  </a:lnTo>
                  <a:lnTo>
                    <a:pt x="3326850" y="1086841"/>
                  </a:lnTo>
                  <a:lnTo>
                    <a:pt x="3327485" y="1089829"/>
                  </a:lnTo>
                  <a:lnTo>
                    <a:pt x="3328120" y="1091472"/>
                  </a:lnTo>
                  <a:lnTo>
                    <a:pt x="3328754" y="1092992"/>
                  </a:lnTo>
                  <a:lnTo>
                    <a:pt x="3329389" y="1093686"/>
                  </a:lnTo>
                  <a:lnTo>
                    <a:pt x="3330024" y="1093508"/>
                  </a:lnTo>
                  <a:lnTo>
                    <a:pt x="3330659" y="1092266"/>
                  </a:lnTo>
                  <a:lnTo>
                    <a:pt x="3331294" y="1090628"/>
                  </a:lnTo>
                  <a:lnTo>
                    <a:pt x="3331929" y="1088699"/>
                  </a:lnTo>
                  <a:lnTo>
                    <a:pt x="3332564" y="1086297"/>
                  </a:lnTo>
                  <a:lnTo>
                    <a:pt x="3333198" y="1083134"/>
                  </a:lnTo>
                  <a:lnTo>
                    <a:pt x="3333833" y="1079468"/>
                  </a:lnTo>
                  <a:lnTo>
                    <a:pt x="3334468" y="1075738"/>
                  </a:lnTo>
                  <a:lnTo>
                    <a:pt x="3335103" y="1072820"/>
                  </a:lnTo>
                  <a:lnTo>
                    <a:pt x="3335738" y="1069975"/>
                  </a:lnTo>
                  <a:lnTo>
                    <a:pt x="3336373" y="1067375"/>
                  </a:lnTo>
                  <a:lnTo>
                    <a:pt x="3337007" y="1065046"/>
                  </a:lnTo>
                  <a:lnTo>
                    <a:pt x="3337642" y="1062845"/>
                  </a:lnTo>
                  <a:lnTo>
                    <a:pt x="3338277" y="1061258"/>
                  </a:lnTo>
                  <a:lnTo>
                    <a:pt x="3338912" y="1059891"/>
                  </a:lnTo>
                  <a:lnTo>
                    <a:pt x="3339547" y="1059566"/>
                  </a:lnTo>
                  <a:lnTo>
                    <a:pt x="3340182" y="1059751"/>
                  </a:lnTo>
                  <a:lnTo>
                    <a:pt x="3340817" y="1061715"/>
                  </a:lnTo>
                  <a:lnTo>
                    <a:pt x="3341451" y="1064145"/>
                  </a:lnTo>
                  <a:lnTo>
                    <a:pt x="3342086" y="1067114"/>
                  </a:lnTo>
                  <a:lnTo>
                    <a:pt x="3342721" y="1070671"/>
                  </a:lnTo>
                  <a:lnTo>
                    <a:pt x="3343356" y="1075121"/>
                  </a:lnTo>
                  <a:lnTo>
                    <a:pt x="3343991" y="1080335"/>
                  </a:lnTo>
                  <a:lnTo>
                    <a:pt x="3344626" y="1085648"/>
                  </a:lnTo>
                  <a:lnTo>
                    <a:pt x="3345260" y="1091413"/>
                  </a:lnTo>
                  <a:lnTo>
                    <a:pt x="3345895" y="1097030"/>
                  </a:lnTo>
                  <a:lnTo>
                    <a:pt x="3346530" y="1102639"/>
                  </a:lnTo>
                  <a:lnTo>
                    <a:pt x="3347165" y="1108162"/>
                  </a:lnTo>
                  <a:lnTo>
                    <a:pt x="3347800" y="1113242"/>
                  </a:lnTo>
                  <a:lnTo>
                    <a:pt x="3348435" y="1118397"/>
                  </a:lnTo>
                  <a:lnTo>
                    <a:pt x="3349070" y="1122660"/>
                  </a:lnTo>
                  <a:lnTo>
                    <a:pt x="3349704" y="1126261"/>
                  </a:lnTo>
                  <a:lnTo>
                    <a:pt x="3350339" y="1129090"/>
                  </a:lnTo>
                  <a:lnTo>
                    <a:pt x="3350974" y="1132275"/>
                  </a:lnTo>
                  <a:lnTo>
                    <a:pt x="3351609" y="1135881"/>
                  </a:lnTo>
                  <a:lnTo>
                    <a:pt x="3352244" y="1140500"/>
                  </a:lnTo>
                  <a:lnTo>
                    <a:pt x="3352879" y="1144761"/>
                  </a:lnTo>
                  <a:lnTo>
                    <a:pt x="3353513" y="1149481"/>
                  </a:lnTo>
                  <a:lnTo>
                    <a:pt x="3354148" y="1153280"/>
                  </a:lnTo>
                  <a:lnTo>
                    <a:pt x="3354783" y="1157535"/>
                  </a:lnTo>
                  <a:lnTo>
                    <a:pt x="3355418" y="1163195"/>
                  </a:lnTo>
                  <a:lnTo>
                    <a:pt x="3356053" y="1169619"/>
                  </a:lnTo>
                  <a:lnTo>
                    <a:pt x="3356688" y="1177154"/>
                  </a:lnTo>
                  <a:lnTo>
                    <a:pt x="3357323" y="1184882"/>
                  </a:lnTo>
                  <a:lnTo>
                    <a:pt x="3357957" y="1192686"/>
                  </a:lnTo>
                  <a:lnTo>
                    <a:pt x="3358592" y="1201260"/>
                  </a:lnTo>
                  <a:lnTo>
                    <a:pt x="3359227" y="1210406"/>
                  </a:lnTo>
                  <a:lnTo>
                    <a:pt x="3359862" y="1219555"/>
                  </a:lnTo>
                  <a:lnTo>
                    <a:pt x="3360497" y="1228278"/>
                  </a:lnTo>
                  <a:lnTo>
                    <a:pt x="3361132" y="1235934"/>
                  </a:lnTo>
                  <a:lnTo>
                    <a:pt x="3361766" y="1242695"/>
                  </a:lnTo>
                  <a:lnTo>
                    <a:pt x="3362401" y="1250175"/>
                  </a:lnTo>
                  <a:lnTo>
                    <a:pt x="3363036" y="1256983"/>
                  </a:lnTo>
                  <a:lnTo>
                    <a:pt x="3363671" y="1262792"/>
                  </a:lnTo>
                  <a:lnTo>
                    <a:pt x="3364306" y="1268358"/>
                  </a:lnTo>
                  <a:lnTo>
                    <a:pt x="3364941" y="1272993"/>
                  </a:lnTo>
                  <a:lnTo>
                    <a:pt x="3365576" y="1279514"/>
                  </a:lnTo>
                  <a:lnTo>
                    <a:pt x="3366210" y="1284314"/>
                  </a:lnTo>
                  <a:lnTo>
                    <a:pt x="3366845" y="1288710"/>
                  </a:lnTo>
                  <a:lnTo>
                    <a:pt x="3367480" y="1291897"/>
                  </a:lnTo>
                  <a:lnTo>
                    <a:pt x="3368115" y="1295080"/>
                  </a:lnTo>
                  <a:lnTo>
                    <a:pt x="3368750" y="1297490"/>
                  </a:lnTo>
                  <a:lnTo>
                    <a:pt x="3369385" y="1299585"/>
                  </a:lnTo>
                  <a:lnTo>
                    <a:pt x="3370019" y="1301608"/>
                  </a:lnTo>
                  <a:lnTo>
                    <a:pt x="3370654" y="1303193"/>
                  </a:lnTo>
                  <a:lnTo>
                    <a:pt x="3371289" y="1304390"/>
                  </a:lnTo>
                  <a:lnTo>
                    <a:pt x="3371924" y="1304813"/>
                  </a:lnTo>
                  <a:lnTo>
                    <a:pt x="3372559" y="1304369"/>
                  </a:lnTo>
                  <a:lnTo>
                    <a:pt x="3373194" y="1303419"/>
                  </a:lnTo>
                  <a:lnTo>
                    <a:pt x="3373829" y="1301626"/>
                  </a:lnTo>
                  <a:lnTo>
                    <a:pt x="3374463" y="1300356"/>
                  </a:lnTo>
                  <a:lnTo>
                    <a:pt x="3375098" y="1297952"/>
                  </a:lnTo>
                  <a:lnTo>
                    <a:pt x="3375733" y="1295819"/>
                  </a:lnTo>
                  <a:lnTo>
                    <a:pt x="3376368" y="1294406"/>
                  </a:lnTo>
                  <a:lnTo>
                    <a:pt x="3377003" y="1292079"/>
                  </a:lnTo>
                  <a:lnTo>
                    <a:pt x="3377638" y="1289834"/>
                  </a:lnTo>
                  <a:lnTo>
                    <a:pt x="3378272" y="1286721"/>
                  </a:lnTo>
                  <a:lnTo>
                    <a:pt x="3378907" y="1284312"/>
                  </a:lnTo>
                  <a:lnTo>
                    <a:pt x="3379542" y="1280846"/>
                  </a:lnTo>
                  <a:lnTo>
                    <a:pt x="3380177" y="1277121"/>
                  </a:lnTo>
                  <a:lnTo>
                    <a:pt x="3380812" y="1273000"/>
                  </a:lnTo>
                  <a:lnTo>
                    <a:pt x="3381447" y="1269219"/>
                  </a:lnTo>
                  <a:lnTo>
                    <a:pt x="3382081" y="1264530"/>
                  </a:lnTo>
                  <a:lnTo>
                    <a:pt x="3382716" y="1260917"/>
                  </a:lnTo>
                  <a:lnTo>
                    <a:pt x="3383351" y="1258984"/>
                  </a:lnTo>
                  <a:lnTo>
                    <a:pt x="3383986" y="1257303"/>
                  </a:lnTo>
                  <a:lnTo>
                    <a:pt x="3384621" y="1257162"/>
                  </a:lnTo>
                  <a:lnTo>
                    <a:pt x="3385256" y="1257453"/>
                  </a:lnTo>
                  <a:lnTo>
                    <a:pt x="3385891" y="1259850"/>
                  </a:lnTo>
                  <a:lnTo>
                    <a:pt x="3386525" y="1261737"/>
                  </a:lnTo>
                  <a:lnTo>
                    <a:pt x="3387160" y="1263424"/>
                  </a:lnTo>
                  <a:lnTo>
                    <a:pt x="3387795" y="1265643"/>
                  </a:lnTo>
                  <a:lnTo>
                    <a:pt x="3388430" y="1268229"/>
                  </a:lnTo>
                  <a:lnTo>
                    <a:pt x="3389065" y="1270606"/>
                  </a:lnTo>
                  <a:lnTo>
                    <a:pt x="3389700" y="1271914"/>
                  </a:lnTo>
                  <a:lnTo>
                    <a:pt x="3390334" y="1272690"/>
                  </a:lnTo>
                  <a:lnTo>
                    <a:pt x="3390969" y="1272485"/>
                  </a:lnTo>
                  <a:lnTo>
                    <a:pt x="3391604" y="1271998"/>
                  </a:lnTo>
                  <a:lnTo>
                    <a:pt x="3392239" y="1270959"/>
                  </a:lnTo>
                  <a:lnTo>
                    <a:pt x="3392874" y="1270876"/>
                  </a:lnTo>
                  <a:lnTo>
                    <a:pt x="3393509" y="1269567"/>
                  </a:lnTo>
                  <a:lnTo>
                    <a:pt x="3394144" y="1268856"/>
                  </a:lnTo>
                  <a:lnTo>
                    <a:pt x="3394778" y="1266521"/>
                  </a:lnTo>
                  <a:lnTo>
                    <a:pt x="3395413" y="1262798"/>
                  </a:lnTo>
                  <a:lnTo>
                    <a:pt x="3396048" y="1258446"/>
                  </a:lnTo>
                  <a:lnTo>
                    <a:pt x="3396683" y="1254270"/>
                  </a:lnTo>
                  <a:lnTo>
                    <a:pt x="3397318" y="1250298"/>
                  </a:lnTo>
                  <a:lnTo>
                    <a:pt x="3397953" y="1246361"/>
                  </a:lnTo>
                  <a:lnTo>
                    <a:pt x="3398587" y="1243558"/>
                  </a:lnTo>
                  <a:lnTo>
                    <a:pt x="3399222" y="1240950"/>
                  </a:lnTo>
                  <a:lnTo>
                    <a:pt x="3399857" y="1239202"/>
                  </a:lnTo>
                  <a:lnTo>
                    <a:pt x="3400492" y="1236987"/>
                  </a:lnTo>
                  <a:lnTo>
                    <a:pt x="3401127" y="1235504"/>
                  </a:lnTo>
                  <a:lnTo>
                    <a:pt x="3401762" y="1235365"/>
                  </a:lnTo>
                  <a:lnTo>
                    <a:pt x="3402397" y="1235129"/>
                  </a:lnTo>
                  <a:lnTo>
                    <a:pt x="3403031" y="1235537"/>
                  </a:lnTo>
                  <a:lnTo>
                    <a:pt x="3403666" y="1235309"/>
                  </a:lnTo>
                  <a:lnTo>
                    <a:pt x="3404301" y="1234331"/>
                  </a:lnTo>
                  <a:lnTo>
                    <a:pt x="3404936" y="1232482"/>
                  </a:lnTo>
                  <a:lnTo>
                    <a:pt x="3405571" y="1230078"/>
                  </a:lnTo>
                  <a:lnTo>
                    <a:pt x="3406206" y="1226176"/>
                  </a:lnTo>
                  <a:lnTo>
                    <a:pt x="3406840" y="1221694"/>
                  </a:lnTo>
                  <a:lnTo>
                    <a:pt x="3407475" y="1216558"/>
                  </a:lnTo>
                  <a:lnTo>
                    <a:pt x="3408110" y="1209901"/>
                  </a:lnTo>
                  <a:lnTo>
                    <a:pt x="3408745" y="1202470"/>
                  </a:lnTo>
                  <a:lnTo>
                    <a:pt x="3409380" y="1194962"/>
                  </a:lnTo>
                  <a:lnTo>
                    <a:pt x="3410015" y="1187086"/>
                  </a:lnTo>
                  <a:lnTo>
                    <a:pt x="3410650" y="1178486"/>
                  </a:lnTo>
                  <a:lnTo>
                    <a:pt x="3411284" y="1168870"/>
                  </a:lnTo>
                  <a:lnTo>
                    <a:pt x="3411919" y="1158531"/>
                  </a:lnTo>
                  <a:lnTo>
                    <a:pt x="3412554" y="1149091"/>
                  </a:lnTo>
                  <a:lnTo>
                    <a:pt x="3413189" y="1138855"/>
                  </a:lnTo>
                  <a:lnTo>
                    <a:pt x="3413824" y="1127172"/>
                  </a:lnTo>
                  <a:lnTo>
                    <a:pt x="3414459" y="1116802"/>
                  </a:lnTo>
                  <a:lnTo>
                    <a:pt x="3415093" y="1107443"/>
                  </a:lnTo>
                  <a:lnTo>
                    <a:pt x="3415728" y="1099554"/>
                  </a:lnTo>
                  <a:lnTo>
                    <a:pt x="3416363" y="1091509"/>
                  </a:lnTo>
                  <a:lnTo>
                    <a:pt x="3416998" y="1084903"/>
                  </a:lnTo>
                  <a:lnTo>
                    <a:pt x="3417633" y="1078541"/>
                  </a:lnTo>
                  <a:lnTo>
                    <a:pt x="3418268" y="1074146"/>
                  </a:lnTo>
                  <a:lnTo>
                    <a:pt x="3418903" y="1072044"/>
                  </a:lnTo>
                  <a:lnTo>
                    <a:pt x="3419537" y="1071591"/>
                  </a:lnTo>
                  <a:lnTo>
                    <a:pt x="3420172" y="1073217"/>
                  </a:lnTo>
                  <a:lnTo>
                    <a:pt x="3420807" y="1074496"/>
                  </a:lnTo>
                  <a:lnTo>
                    <a:pt x="3421442" y="1076577"/>
                  </a:lnTo>
                  <a:lnTo>
                    <a:pt x="3422077" y="1079816"/>
                  </a:lnTo>
                  <a:lnTo>
                    <a:pt x="3422712" y="1083222"/>
                  </a:lnTo>
                  <a:lnTo>
                    <a:pt x="3423346" y="1085240"/>
                  </a:lnTo>
                  <a:lnTo>
                    <a:pt x="3423981" y="1086001"/>
                  </a:lnTo>
                  <a:lnTo>
                    <a:pt x="3424616" y="1086660"/>
                  </a:lnTo>
                  <a:lnTo>
                    <a:pt x="3425251" y="1087609"/>
                  </a:lnTo>
                  <a:lnTo>
                    <a:pt x="3425886" y="1088937"/>
                  </a:lnTo>
                  <a:lnTo>
                    <a:pt x="3426521" y="1088817"/>
                  </a:lnTo>
                  <a:lnTo>
                    <a:pt x="3427156" y="1089611"/>
                  </a:lnTo>
                  <a:lnTo>
                    <a:pt x="3427790" y="1089873"/>
                  </a:lnTo>
                  <a:lnTo>
                    <a:pt x="3428425" y="1091174"/>
                  </a:lnTo>
                  <a:lnTo>
                    <a:pt x="3429060" y="1092528"/>
                  </a:lnTo>
                  <a:lnTo>
                    <a:pt x="3429695" y="1093906"/>
                  </a:lnTo>
                  <a:lnTo>
                    <a:pt x="3430330" y="1095405"/>
                  </a:lnTo>
                  <a:lnTo>
                    <a:pt x="3430965" y="1096689"/>
                  </a:lnTo>
                  <a:lnTo>
                    <a:pt x="3431599" y="1098257"/>
                  </a:lnTo>
                  <a:lnTo>
                    <a:pt x="3432234" y="1100200"/>
                  </a:lnTo>
                  <a:lnTo>
                    <a:pt x="3432869" y="1103778"/>
                  </a:lnTo>
                  <a:lnTo>
                    <a:pt x="3433504" y="1109129"/>
                  </a:lnTo>
                  <a:lnTo>
                    <a:pt x="3434139" y="1113947"/>
                  </a:lnTo>
                  <a:lnTo>
                    <a:pt x="3434774" y="1117949"/>
                  </a:lnTo>
                  <a:lnTo>
                    <a:pt x="3435408" y="1122784"/>
                  </a:lnTo>
                  <a:lnTo>
                    <a:pt x="3436043" y="1128937"/>
                  </a:lnTo>
                  <a:lnTo>
                    <a:pt x="3436678" y="1135296"/>
                  </a:lnTo>
                  <a:lnTo>
                    <a:pt x="3437313" y="1141011"/>
                  </a:lnTo>
                  <a:lnTo>
                    <a:pt x="3437948" y="1145524"/>
                  </a:lnTo>
                  <a:lnTo>
                    <a:pt x="3438583" y="1149642"/>
                  </a:lnTo>
                  <a:lnTo>
                    <a:pt x="3439218" y="1154240"/>
                  </a:lnTo>
                  <a:lnTo>
                    <a:pt x="3439852" y="1159965"/>
                  </a:lnTo>
                  <a:lnTo>
                    <a:pt x="3440487" y="1165167"/>
                  </a:lnTo>
                  <a:lnTo>
                    <a:pt x="3441122" y="1170042"/>
                  </a:lnTo>
                  <a:lnTo>
                    <a:pt x="3441757" y="1174250"/>
                  </a:lnTo>
                  <a:lnTo>
                    <a:pt x="3442392" y="1177040"/>
                  </a:lnTo>
                  <a:lnTo>
                    <a:pt x="3443027" y="1178946"/>
                  </a:lnTo>
                  <a:lnTo>
                    <a:pt x="3443661" y="1181404"/>
                  </a:lnTo>
                  <a:lnTo>
                    <a:pt x="3444296" y="1183088"/>
                  </a:lnTo>
                  <a:lnTo>
                    <a:pt x="3444931" y="1183439"/>
                  </a:lnTo>
                  <a:lnTo>
                    <a:pt x="3445566" y="1183149"/>
                  </a:lnTo>
                  <a:lnTo>
                    <a:pt x="3446201" y="1180101"/>
                  </a:lnTo>
                  <a:lnTo>
                    <a:pt x="3446836" y="1179056"/>
                  </a:lnTo>
                  <a:lnTo>
                    <a:pt x="3447471" y="1178529"/>
                  </a:lnTo>
                  <a:lnTo>
                    <a:pt x="3448105" y="1181586"/>
                  </a:lnTo>
                  <a:lnTo>
                    <a:pt x="3448740" y="1182325"/>
                  </a:lnTo>
                  <a:lnTo>
                    <a:pt x="3449375" y="1180065"/>
                  </a:lnTo>
                  <a:lnTo>
                    <a:pt x="3450010" y="1179183"/>
                  </a:lnTo>
                  <a:lnTo>
                    <a:pt x="3450645" y="1179057"/>
                  </a:lnTo>
                  <a:lnTo>
                    <a:pt x="3451280" y="1178112"/>
                  </a:lnTo>
                  <a:lnTo>
                    <a:pt x="3451914" y="1176273"/>
                  </a:lnTo>
                  <a:lnTo>
                    <a:pt x="3452549" y="1174249"/>
                  </a:lnTo>
                  <a:lnTo>
                    <a:pt x="3453184" y="1171957"/>
                  </a:lnTo>
                  <a:lnTo>
                    <a:pt x="3453819" y="1169694"/>
                  </a:lnTo>
                  <a:lnTo>
                    <a:pt x="3454454" y="1166949"/>
                  </a:lnTo>
                  <a:lnTo>
                    <a:pt x="3455089" y="1164081"/>
                  </a:lnTo>
                  <a:lnTo>
                    <a:pt x="3455724" y="1160820"/>
                  </a:lnTo>
                  <a:lnTo>
                    <a:pt x="3456358" y="1158062"/>
                  </a:lnTo>
                  <a:lnTo>
                    <a:pt x="3456993" y="1156053"/>
                  </a:lnTo>
                  <a:lnTo>
                    <a:pt x="3457628" y="1155059"/>
                  </a:lnTo>
                  <a:lnTo>
                    <a:pt x="3458263" y="1154673"/>
                  </a:lnTo>
                  <a:lnTo>
                    <a:pt x="3458898" y="1154507"/>
                  </a:lnTo>
                  <a:lnTo>
                    <a:pt x="3459533" y="1154428"/>
                  </a:lnTo>
                  <a:lnTo>
                    <a:pt x="3460167" y="1154565"/>
                  </a:lnTo>
                  <a:lnTo>
                    <a:pt x="3460802" y="1156038"/>
                  </a:lnTo>
                  <a:lnTo>
                    <a:pt x="3461437" y="1158376"/>
                  </a:lnTo>
                  <a:lnTo>
                    <a:pt x="3462072" y="1160650"/>
                  </a:lnTo>
                  <a:lnTo>
                    <a:pt x="3462707" y="1163192"/>
                  </a:lnTo>
                  <a:lnTo>
                    <a:pt x="3463342" y="1165323"/>
                  </a:lnTo>
                  <a:lnTo>
                    <a:pt x="3463977" y="1167616"/>
                  </a:lnTo>
                  <a:lnTo>
                    <a:pt x="3464611" y="1170209"/>
                  </a:lnTo>
                  <a:lnTo>
                    <a:pt x="3465246" y="1173020"/>
                  </a:lnTo>
                  <a:lnTo>
                    <a:pt x="3465881" y="1176137"/>
                  </a:lnTo>
                  <a:lnTo>
                    <a:pt x="3466516" y="1179037"/>
                  </a:lnTo>
                  <a:lnTo>
                    <a:pt x="3467151" y="1182117"/>
                  </a:lnTo>
                  <a:lnTo>
                    <a:pt x="3467786" y="1184969"/>
                  </a:lnTo>
                  <a:lnTo>
                    <a:pt x="3468420" y="1187666"/>
                  </a:lnTo>
                  <a:lnTo>
                    <a:pt x="3469055" y="1190293"/>
                  </a:lnTo>
                  <a:lnTo>
                    <a:pt x="3469690" y="1192599"/>
                  </a:lnTo>
                  <a:lnTo>
                    <a:pt x="3470325" y="1194615"/>
                  </a:lnTo>
                  <a:lnTo>
                    <a:pt x="3470960" y="1196319"/>
                  </a:lnTo>
                  <a:lnTo>
                    <a:pt x="3471595" y="1198357"/>
                  </a:lnTo>
                  <a:lnTo>
                    <a:pt x="3472230" y="1200160"/>
                  </a:lnTo>
                  <a:lnTo>
                    <a:pt x="3472864" y="1202551"/>
                  </a:lnTo>
                  <a:lnTo>
                    <a:pt x="3473499" y="1204950"/>
                  </a:lnTo>
                  <a:lnTo>
                    <a:pt x="3474134" y="1207252"/>
                  </a:lnTo>
                  <a:lnTo>
                    <a:pt x="3474769" y="1209928"/>
                  </a:lnTo>
                  <a:lnTo>
                    <a:pt x="3475404" y="1212189"/>
                  </a:lnTo>
                  <a:lnTo>
                    <a:pt x="3476039" y="1214021"/>
                  </a:lnTo>
                  <a:lnTo>
                    <a:pt x="3476673" y="1214702"/>
                  </a:lnTo>
                  <a:lnTo>
                    <a:pt x="3477308" y="1215094"/>
                  </a:lnTo>
                  <a:lnTo>
                    <a:pt x="3477943" y="1214038"/>
                  </a:lnTo>
                  <a:lnTo>
                    <a:pt x="3478578" y="1211767"/>
                  </a:lnTo>
                  <a:lnTo>
                    <a:pt x="3479213" y="1208366"/>
                  </a:lnTo>
                  <a:lnTo>
                    <a:pt x="3479848" y="1204456"/>
                  </a:lnTo>
                  <a:lnTo>
                    <a:pt x="3480483" y="1199941"/>
                  </a:lnTo>
                  <a:lnTo>
                    <a:pt x="3481117" y="1194409"/>
                  </a:lnTo>
                  <a:lnTo>
                    <a:pt x="3481752" y="1189502"/>
                  </a:lnTo>
                  <a:lnTo>
                    <a:pt x="3482387" y="1184168"/>
                  </a:lnTo>
                  <a:lnTo>
                    <a:pt x="3483022" y="1178448"/>
                  </a:lnTo>
                  <a:lnTo>
                    <a:pt x="3483657" y="1173357"/>
                  </a:lnTo>
                  <a:lnTo>
                    <a:pt x="3484292" y="1168218"/>
                  </a:lnTo>
                  <a:lnTo>
                    <a:pt x="3484926" y="1162345"/>
                  </a:lnTo>
                  <a:lnTo>
                    <a:pt x="3485561" y="1155389"/>
                  </a:lnTo>
                  <a:lnTo>
                    <a:pt x="3486196" y="1147965"/>
                  </a:lnTo>
                  <a:lnTo>
                    <a:pt x="3486831" y="1140693"/>
                  </a:lnTo>
                  <a:lnTo>
                    <a:pt x="3487466" y="1134167"/>
                  </a:lnTo>
                  <a:lnTo>
                    <a:pt x="3488101" y="1130084"/>
                  </a:lnTo>
                  <a:lnTo>
                    <a:pt x="3488735" y="1126589"/>
                  </a:lnTo>
                  <a:lnTo>
                    <a:pt x="3489370" y="1124475"/>
                  </a:lnTo>
                  <a:lnTo>
                    <a:pt x="3490005" y="1123664"/>
                  </a:lnTo>
                  <a:lnTo>
                    <a:pt x="3490640" y="1124401"/>
                  </a:lnTo>
                  <a:lnTo>
                    <a:pt x="3491275" y="1125229"/>
                  </a:lnTo>
                  <a:lnTo>
                    <a:pt x="3491910" y="1124353"/>
                  </a:lnTo>
                  <a:lnTo>
                    <a:pt x="3492545" y="1122522"/>
                  </a:lnTo>
                  <a:lnTo>
                    <a:pt x="3493179" y="1120382"/>
                  </a:lnTo>
                  <a:lnTo>
                    <a:pt x="3493814" y="1116866"/>
                  </a:lnTo>
                  <a:lnTo>
                    <a:pt x="3494449" y="1113533"/>
                  </a:lnTo>
                  <a:lnTo>
                    <a:pt x="3495084" y="1110424"/>
                  </a:lnTo>
                  <a:lnTo>
                    <a:pt x="3495719" y="1108657"/>
                  </a:lnTo>
                  <a:lnTo>
                    <a:pt x="3496354" y="1106173"/>
                  </a:lnTo>
                  <a:lnTo>
                    <a:pt x="3496988" y="1102591"/>
                  </a:lnTo>
                  <a:lnTo>
                    <a:pt x="3497623" y="1097017"/>
                  </a:lnTo>
                  <a:lnTo>
                    <a:pt x="3498258" y="1088562"/>
                  </a:lnTo>
                  <a:lnTo>
                    <a:pt x="3498893" y="1080707"/>
                  </a:lnTo>
                  <a:lnTo>
                    <a:pt x="3499528" y="1071686"/>
                  </a:lnTo>
                  <a:lnTo>
                    <a:pt x="3500163" y="1061562"/>
                  </a:lnTo>
                  <a:lnTo>
                    <a:pt x="3500798" y="1051521"/>
                  </a:lnTo>
                  <a:lnTo>
                    <a:pt x="3501432" y="1041468"/>
                  </a:lnTo>
                  <a:lnTo>
                    <a:pt x="3502067" y="1032507"/>
                  </a:lnTo>
                  <a:lnTo>
                    <a:pt x="3502702" y="1022322"/>
                  </a:lnTo>
                  <a:lnTo>
                    <a:pt x="3503337" y="1012724"/>
                  </a:lnTo>
                  <a:lnTo>
                    <a:pt x="3503972" y="1003121"/>
                  </a:lnTo>
                  <a:lnTo>
                    <a:pt x="3504607" y="992945"/>
                  </a:lnTo>
                  <a:lnTo>
                    <a:pt x="3505241" y="982036"/>
                  </a:lnTo>
                  <a:lnTo>
                    <a:pt x="3505876" y="970113"/>
                  </a:lnTo>
                  <a:lnTo>
                    <a:pt x="3506511" y="958997"/>
                  </a:lnTo>
                  <a:lnTo>
                    <a:pt x="3507146" y="950774"/>
                  </a:lnTo>
                  <a:lnTo>
                    <a:pt x="3507781" y="942410"/>
                  </a:lnTo>
                  <a:lnTo>
                    <a:pt x="3508416" y="935437"/>
                  </a:lnTo>
                  <a:lnTo>
                    <a:pt x="3509051" y="930252"/>
                  </a:lnTo>
                  <a:lnTo>
                    <a:pt x="3509685" y="925267"/>
                  </a:lnTo>
                  <a:lnTo>
                    <a:pt x="3510320" y="920360"/>
                  </a:lnTo>
                  <a:lnTo>
                    <a:pt x="3510955" y="915184"/>
                  </a:lnTo>
                  <a:lnTo>
                    <a:pt x="3511590" y="907758"/>
                  </a:lnTo>
                  <a:lnTo>
                    <a:pt x="3512225" y="901317"/>
                  </a:lnTo>
                  <a:lnTo>
                    <a:pt x="3512860" y="895252"/>
                  </a:lnTo>
                  <a:lnTo>
                    <a:pt x="3513494" y="889036"/>
                  </a:lnTo>
                  <a:lnTo>
                    <a:pt x="3514129" y="883356"/>
                  </a:lnTo>
                  <a:lnTo>
                    <a:pt x="3514764" y="879099"/>
                  </a:lnTo>
                  <a:lnTo>
                    <a:pt x="3515399" y="874514"/>
                  </a:lnTo>
                  <a:lnTo>
                    <a:pt x="3516034" y="869861"/>
                  </a:lnTo>
                  <a:lnTo>
                    <a:pt x="3516669" y="865293"/>
                  </a:lnTo>
                  <a:lnTo>
                    <a:pt x="3517304" y="861541"/>
                  </a:lnTo>
                  <a:lnTo>
                    <a:pt x="3517938" y="858013"/>
                  </a:lnTo>
                  <a:lnTo>
                    <a:pt x="3518573" y="853349"/>
                  </a:lnTo>
                  <a:lnTo>
                    <a:pt x="3519208" y="849694"/>
                  </a:lnTo>
                  <a:lnTo>
                    <a:pt x="3519843" y="845259"/>
                  </a:lnTo>
                  <a:lnTo>
                    <a:pt x="3520478" y="840675"/>
                  </a:lnTo>
                  <a:lnTo>
                    <a:pt x="3521113" y="834990"/>
                  </a:lnTo>
                  <a:lnTo>
                    <a:pt x="3521747" y="830238"/>
                  </a:lnTo>
                  <a:lnTo>
                    <a:pt x="3522382" y="826612"/>
                  </a:lnTo>
                  <a:lnTo>
                    <a:pt x="3523017" y="824824"/>
                  </a:lnTo>
                  <a:lnTo>
                    <a:pt x="3523652" y="825001"/>
                  </a:lnTo>
                  <a:lnTo>
                    <a:pt x="3524287" y="825745"/>
                  </a:lnTo>
                  <a:lnTo>
                    <a:pt x="3524922" y="827877"/>
                  </a:lnTo>
                  <a:lnTo>
                    <a:pt x="3525557" y="830108"/>
                  </a:lnTo>
                  <a:lnTo>
                    <a:pt x="3526191" y="832435"/>
                  </a:lnTo>
                  <a:lnTo>
                    <a:pt x="3526826" y="834988"/>
                  </a:lnTo>
                  <a:lnTo>
                    <a:pt x="3527461" y="837462"/>
                  </a:lnTo>
                  <a:lnTo>
                    <a:pt x="3528096" y="838949"/>
                  </a:lnTo>
                  <a:lnTo>
                    <a:pt x="3528731" y="840719"/>
                  </a:lnTo>
                  <a:lnTo>
                    <a:pt x="3529366" y="842527"/>
                  </a:lnTo>
                  <a:lnTo>
                    <a:pt x="3530000" y="844499"/>
                  </a:lnTo>
                  <a:lnTo>
                    <a:pt x="3530635" y="846835"/>
                  </a:lnTo>
                  <a:lnTo>
                    <a:pt x="3531270" y="848762"/>
                  </a:lnTo>
                  <a:lnTo>
                    <a:pt x="3531905" y="851411"/>
                  </a:lnTo>
                  <a:lnTo>
                    <a:pt x="3532540" y="854505"/>
                  </a:lnTo>
                  <a:lnTo>
                    <a:pt x="3533175" y="859156"/>
                  </a:lnTo>
                  <a:lnTo>
                    <a:pt x="3533810" y="864162"/>
                  </a:lnTo>
                  <a:lnTo>
                    <a:pt x="3534444" y="868486"/>
                  </a:lnTo>
                  <a:lnTo>
                    <a:pt x="3535079" y="873622"/>
                  </a:lnTo>
                  <a:lnTo>
                    <a:pt x="3535714" y="877896"/>
                  </a:lnTo>
                  <a:lnTo>
                    <a:pt x="3536349" y="881352"/>
                  </a:lnTo>
                  <a:lnTo>
                    <a:pt x="3536984" y="884274"/>
                  </a:lnTo>
                  <a:lnTo>
                    <a:pt x="3537619" y="887174"/>
                  </a:lnTo>
                  <a:lnTo>
                    <a:pt x="3538253" y="888906"/>
                  </a:lnTo>
                  <a:lnTo>
                    <a:pt x="3538888" y="890623"/>
                  </a:lnTo>
                  <a:lnTo>
                    <a:pt x="3539523" y="891271"/>
                  </a:lnTo>
                  <a:lnTo>
                    <a:pt x="3540158" y="893369"/>
                  </a:lnTo>
                  <a:lnTo>
                    <a:pt x="3540793" y="897550"/>
                  </a:lnTo>
                  <a:lnTo>
                    <a:pt x="3541428" y="901243"/>
                  </a:lnTo>
                  <a:lnTo>
                    <a:pt x="3542062" y="904073"/>
                  </a:lnTo>
                  <a:lnTo>
                    <a:pt x="3542697" y="906178"/>
                  </a:lnTo>
                  <a:lnTo>
                    <a:pt x="3543332" y="909051"/>
                  </a:lnTo>
                  <a:lnTo>
                    <a:pt x="3543967" y="912309"/>
                  </a:lnTo>
                  <a:lnTo>
                    <a:pt x="3544602" y="916871"/>
                  </a:lnTo>
                  <a:lnTo>
                    <a:pt x="3545237" y="922289"/>
                  </a:lnTo>
                  <a:lnTo>
                    <a:pt x="3545872" y="928702"/>
                  </a:lnTo>
                  <a:lnTo>
                    <a:pt x="3546506" y="934795"/>
                  </a:lnTo>
                  <a:lnTo>
                    <a:pt x="3547141" y="940936"/>
                  </a:lnTo>
                  <a:lnTo>
                    <a:pt x="3547776" y="947256"/>
                  </a:lnTo>
                  <a:lnTo>
                    <a:pt x="3548411" y="954990"/>
                  </a:lnTo>
                  <a:lnTo>
                    <a:pt x="3549046" y="962249"/>
                  </a:lnTo>
                  <a:lnTo>
                    <a:pt x="3549681" y="968700"/>
                  </a:lnTo>
                  <a:lnTo>
                    <a:pt x="3550315" y="975775"/>
                  </a:lnTo>
                  <a:lnTo>
                    <a:pt x="3550950" y="982612"/>
                  </a:lnTo>
                  <a:lnTo>
                    <a:pt x="3551585" y="989499"/>
                  </a:lnTo>
                  <a:lnTo>
                    <a:pt x="3552220" y="996321"/>
                  </a:lnTo>
                  <a:lnTo>
                    <a:pt x="3552855" y="1002918"/>
                  </a:lnTo>
                  <a:lnTo>
                    <a:pt x="3553490" y="1009436"/>
                  </a:lnTo>
                  <a:lnTo>
                    <a:pt x="3554125" y="1015043"/>
                  </a:lnTo>
                  <a:lnTo>
                    <a:pt x="3554759" y="1020122"/>
                  </a:lnTo>
                  <a:lnTo>
                    <a:pt x="3555394" y="1024385"/>
                  </a:lnTo>
                  <a:lnTo>
                    <a:pt x="3556029" y="1027611"/>
                  </a:lnTo>
                  <a:lnTo>
                    <a:pt x="3556664" y="1030515"/>
                  </a:lnTo>
                  <a:lnTo>
                    <a:pt x="3557299" y="1032841"/>
                  </a:lnTo>
                  <a:lnTo>
                    <a:pt x="3557934" y="1034150"/>
                  </a:lnTo>
                  <a:lnTo>
                    <a:pt x="3558568" y="1034580"/>
                  </a:lnTo>
                  <a:lnTo>
                    <a:pt x="3559203" y="1033621"/>
                  </a:lnTo>
                  <a:lnTo>
                    <a:pt x="3559838" y="1030371"/>
                  </a:lnTo>
                  <a:lnTo>
                    <a:pt x="3560473" y="1024629"/>
                  </a:lnTo>
                  <a:lnTo>
                    <a:pt x="3561108" y="1017838"/>
                  </a:lnTo>
                  <a:lnTo>
                    <a:pt x="3561743" y="1010601"/>
                  </a:lnTo>
                  <a:lnTo>
                    <a:pt x="3562378" y="1002030"/>
                  </a:lnTo>
                  <a:lnTo>
                    <a:pt x="3563012" y="993201"/>
                  </a:lnTo>
                  <a:lnTo>
                    <a:pt x="3563647" y="985024"/>
                  </a:lnTo>
                  <a:lnTo>
                    <a:pt x="3564282" y="977122"/>
                  </a:lnTo>
                  <a:lnTo>
                    <a:pt x="3564917" y="971210"/>
                  </a:lnTo>
                  <a:lnTo>
                    <a:pt x="3565552" y="966517"/>
                  </a:lnTo>
                  <a:lnTo>
                    <a:pt x="3566187" y="961103"/>
                  </a:lnTo>
                  <a:lnTo>
                    <a:pt x="3566821" y="957230"/>
                  </a:lnTo>
                  <a:lnTo>
                    <a:pt x="3567456" y="956327"/>
                  </a:lnTo>
                  <a:lnTo>
                    <a:pt x="3568091" y="958553"/>
                  </a:lnTo>
                  <a:lnTo>
                    <a:pt x="3568726" y="961819"/>
                  </a:lnTo>
                  <a:lnTo>
                    <a:pt x="3569361" y="966110"/>
                  </a:lnTo>
                  <a:lnTo>
                    <a:pt x="3569996" y="971511"/>
                  </a:lnTo>
                  <a:lnTo>
                    <a:pt x="3570631" y="978078"/>
                  </a:lnTo>
                  <a:lnTo>
                    <a:pt x="3571265" y="984730"/>
                  </a:lnTo>
                  <a:lnTo>
                    <a:pt x="3571900" y="991370"/>
                  </a:lnTo>
                  <a:lnTo>
                    <a:pt x="3572535" y="997952"/>
                  </a:lnTo>
                  <a:lnTo>
                    <a:pt x="3573170" y="1006655"/>
                  </a:lnTo>
                  <a:lnTo>
                    <a:pt x="3573805" y="1015206"/>
                  </a:lnTo>
                  <a:lnTo>
                    <a:pt x="3574440" y="1022679"/>
                  </a:lnTo>
                  <a:lnTo>
                    <a:pt x="3575074" y="1028475"/>
                  </a:lnTo>
                  <a:lnTo>
                    <a:pt x="3575709" y="1034475"/>
                  </a:lnTo>
                  <a:lnTo>
                    <a:pt x="3576344" y="1039407"/>
                  </a:lnTo>
                  <a:lnTo>
                    <a:pt x="3576979" y="1041867"/>
                  </a:lnTo>
                  <a:lnTo>
                    <a:pt x="3577614" y="1041604"/>
                  </a:lnTo>
                  <a:lnTo>
                    <a:pt x="3578249" y="1039354"/>
                  </a:lnTo>
                  <a:lnTo>
                    <a:pt x="3578884" y="1036876"/>
                  </a:lnTo>
                  <a:lnTo>
                    <a:pt x="3579518" y="1033886"/>
                  </a:lnTo>
                  <a:lnTo>
                    <a:pt x="3580153" y="1030219"/>
                  </a:lnTo>
                  <a:lnTo>
                    <a:pt x="3580788" y="1025030"/>
                  </a:lnTo>
                  <a:lnTo>
                    <a:pt x="3581423" y="1020659"/>
                  </a:lnTo>
                  <a:lnTo>
                    <a:pt x="3582058" y="1015614"/>
                  </a:lnTo>
                  <a:lnTo>
                    <a:pt x="3582693" y="1010950"/>
                  </a:lnTo>
                  <a:lnTo>
                    <a:pt x="3583327" y="1005244"/>
                  </a:lnTo>
                  <a:lnTo>
                    <a:pt x="3583962" y="999475"/>
                  </a:lnTo>
                  <a:lnTo>
                    <a:pt x="3584597" y="993653"/>
                  </a:lnTo>
                  <a:lnTo>
                    <a:pt x="3585232" y="986486"/>
                  </a:lnTo>
                  <a:lnTo>
                    <a:pt x="3585867" y="978971"/>
                  </a:lnTo>
                  <a:lnTo>
                    <a:pt x="3586502" y="971682"/>
                  </a:lnTo>
                  <a:lnTo>
                    <a:pt x="3587137" y="965227"/>
                  </a:lnTo>
                  <a:lnTo>
                    <a:pt x="3587771" y="956846"/>
                  </a:lnTo>
                  <a:lnTo>
                    <a:pt x="3588406" y="949113"/>
                  </a:lnTo>
                  <a:lnTo>
                    <a:pt x="3589041" y="940573"/>
                  </a:lnTo>
                  <a:lnTo>
                    <a:pt x="3589676" y="931934"/>
                  </a:lnTo>
                  <a:lnTo>
                    <a:pt x="3590311" y="924418"/>
                  </a:lnTo>
                  <a:lnTo>
                    <a:pt x="3590946" y="916256"/>
                  </a:lnTo>
                  <a:lnTo>
                    <a:pt x="3591580" y="907065"/>
                  </a:lnTo>
                  <a:lnTo>
                    <a:pt x="3592215" y="897619"/>
                  </a:lnTo>
                  <a:lnTo>
                    <a:pt x="3592850" y="888608"/>
                  </a:lnTo>
                  <a:lnTo>
                    <a:pt x="3593485" y="879227"/>
                  </a:lnTo>
                  <a:lnTo>
                    <a:pt x="3594120" y="869221"/>
                  </a:lnTo>
                  <a:lnTo>
                    <a:pt x="3594755" y="858166"/>
                  </a:lnTo>
                  <a:lnTo>
                    <a:pt x="3595390" y="847818"/>
                  </a:lnTo>
                  <a:lnTo>
                    <a:pt x="3596024" y="837669"/>
                  </a:lnTo>
                  <a:lnTo>
                    <a:pt x="3596659" y="827080"/>
                  </a:lnTo>
                  <a:lnTo>
                    <a:pt x="3597294" y="816432"/>
                  </a:lnTo>
                  <a:lnTo>
                    <a:pt x="3597929" y="806990"/>
                  </a:lnTo>
                  <a:lnTo>
                    <a:pt x="3598564" y="796586"/>
                  </a:lnTo>
                  <a:lnTo>
                    <a:pt x="3599199" y="786504"/>
                  </a:lnTo>
                  <a:lnTo>
                    <a:pt x="3599833" y="775900"/>
                  </a:lnTo>
                  <a:lnTo>
                    <a:pt x="3600468" y="765274"/>
                  </a:lnTo>
                  <a:lnTo>
                    <a:pt x="3601103" y="755156"/>
                  </a:lnTo>
                  <a:lnTo>
                    <a:pt x="3601738" y="743945"/>
                  </a:lnTo>
                  <a:lnTo>
                    <a:pt x="3602373" y="733016"/>
                  </a:lnTo>
                  <a:lnTo>
                    <a:pt x="3603008" y="722924"/>
                  </a:lnTo>
                  <a:lnTo>
                    <a:pt x="3603642" y="714900"/>
                  </a:lnTo>
                  <a:lnTo>
                    <a:pt x="3604277" y="708088"/>
                  </a:lnTo>
                  <a:lnTo>
                    <a:pt x="3604912" y="703267"/>
                  </a:lnTo>
                  <a:lnTo>
                    <a:pt x="3605547" y="699734"/>
                  </a:lnTo>
                  <a:lnTo>
                    <a:pt x="3606182" y="698590"/>
                  </a:lnTo>
                  <a:lnTo>
                    <a:pt x="3606817" y="698879"/>
                  </a:lnTo>
                  <a:lnTo>
                    <a:pt x="3607452" y="699096"/>
                  </a:lnTo>
                  <a:lnTo>
                    <a:pt x="3608086" y="700795"/>
                  </a:lnTo>
                  <a:lnTo>
                    <a:pt x="3608721" y="701741"/>
                  </a:lnTo>
                  <a:lnTo>
                    <a:pt x="3609356" y="703787"/>
                  </a:lnTo>
                  <a:lnTo>
                    <a:pt x="3609991" y="708250"/>
                  </a:lnTo>
                  <a:lnTo>
                    <a:pt x="3610626" y="713448"/>
                  </a:lnTo>
                  <a:lnTo>
                    <a:pt x="3611261" y="719879"/>
                  </a:lnTo>
                  <a:lnTo>
                    <a:pt x="3611895" y="728534"/>
                  </a:lnTo>
                  <a:lnTo>
                    <a:pt x="3612530" y="738738"/>
                  </a:lnTo>
                  <a:lnTo>
                    <a:pt x="3613165" y="749589"/>
                  </a:lnTo>
                  <a:lnTo>
                    <a:pt x="3613800" y="760356"/>
                  </a:lnTo>
                  <a:lnTo>
                    <a:pt x="3614435" y="770016"/>
                  </a:lnTo>
                  <a:lnTo>
                    <a:pt x="3615070" y="777646"/>
                  </a:lnTo>
                  <a:lnTo>
                    <a:pt x="3615705" y="784578"/>
                  </a:lnTo>
                  <a:lnTo>
                    <a:pt x="3616339" y="790685"/>
                  </a:lnTo>
                  <a:lnTo>
                    <a:pt x="3616974" y="796094"/>
                  </a:lnTo>
                  <a:lnTo>
                    <a:pt x="3617609" y="800941"/>
                  </a:lnTo>
                  <a:lnTo>
                    <a:pt x="3618244" y="805944"/>
                  </a:lnTo>
                  <a:lnTo>
                    <a:pt x="3618879" y="812210"/>
                  </a:lnTo>
                  <a:lnTo>
                    <a:pt x="3619514" y="819080"/>
                  </a:lnTo>
                  <a:lnTo>
                    <a:pt x="3620148" y="826561"/>
                  </a:lnTo>
                  <a:lnTo>
                    <a:pt x="3620783" y="835245"/>
                  </a:lnTo>
                  <a:lnTo>
                    <a:pt x="3621418" y="843838"/>
                  </a:lnTo>
                  <a:lnTo>
                    <a:pt x="3622053" y="851571"/>
                  </a:lnTo>
                  <a:lnTo>
                    <a:pt x="3622688" y="857735"/>
                  </a:lnTo>
                  <a:lnTo>
                    <a:pt x="3623323" y="862502"/>
                  </a:lnTo>
                  <a:lnTo>
                    <a:pt x="3623958" y="868389"/>
                  </a:lnTo>
                  <a:lnTo>
                    <a:pt x="3624592" y="875553"/>
                  </a:lnTo>
                  <a:lnTo>
                    <a:pt x="3625227" y="884066"/>
                  </a:lnTo>
                  <a:lnTo>
                    <a:pt x="3625862" y="890766"/>
                  </a:lnTo>
                  <a:lnTo>
                    <a:pt x="3626497" y="898001"/>
                  </a:lnTo>
                  <a:lnTo>
                    <a:pt x="3627132" y="905123"/>
                  </a:lnTo>
                  <a:lnTo>
                    <a:pt x="3627767" y="912187"/>
                  </a:lnTo>
                  <a:lnTo>
                    <a:pt x="3628401" y="918478"/>
                  </a:lnTo>
                  <a:lnTo>
                    <a:pt x="3629036" y="923781"/>
                  </a:lnTo>
                  <a:lnTo>
                    <a:pt x="3629671" y="930449"/>
                  </a:lnTo>
                  <a:lnTo>
                    <a:pt x="3630306" y="936554"/>
                  </a:lnTo>
                  <a:lnTo>
                    <a:pt x="3630941" y="942299"/>
                  </a:lnTo>
                  <a:lnTo>
                    <a:pt x="3631576" y="950272"/>
                  </a:lnTo>
                  <a:lnTo>
                    <a:pt x="3632211" y="958309"/>
                  </a:lnTo>
                  <a:lnTo>
                    <a:pt x="3632845" y="967921"/>
                  </a:lnTo>
                  <a:lnTo>
                    <a:pt x="3633480" y="976557"/>
                  </a:lnTo>
                  <a:lnTo>
                    <a:pt x="3634115" y="983399"/>
                  </a:lnTo>
                  <a:lnTo>
                    <a:pt x="3634750" y="990873"/>
                  </a:lnTo>
                  <a:lnTo>
                    <a:pt x="3635385" y="996936"/>
                  </a:lnTo>
                  <a:lnTo>
                    <a:pt x="3636020" y="1002798"/>
                  </a:lnTo>
                  <a:lnTo>
                    <a:pt x="3636654" y="1008206"/>
                  </a:lnTo>
                  <a:lnTo>
                    <a:pt x="3637289" y="1013151"/>
                  </a:lnTo>
                  <a:lnTo>
                    <a:pt x="3637924" y="1018124"/>
                  </a:lnTo>
                  <a:lnTo>
                    <a:pt x="3638559" y="1025311"/>
                  </a:lnTo>
                  <a:lnTo>
                    <a:pt x="3639194" y="1030871"/>
                  </a:lnTo>
                  <a:lnTo>
                    <a:pt x="3639829" y="1035139"/>
                  </a:lnTo>
                  <a:lnTo>
                    <a:pt x="3640464" y="1040453"/>
                  </a:lnTo>
                  <a:lnTo>
                    <a:pt x="3641098" y="1045497"/>
                  </a:lnTo>
                  <a:lnTo>
                    <a:pt x="3641733" y="1050138"/>
                  </a:lnTo>
                  <a:lnTo>
                    <a:pt x="3642368" y="1055529"/>
                  </a:lnTo>
                  <a:lnTo>
                    <a:pt x="3643003" y="1060819"/>
                  </a:lnTo>
                  <a:lnTo>
                    <a:pt x="3643638" y="1065973"/>
                  </a:lnTo>
                  <a:lnTo>
                    <a:pt x="3644273" y="1071643"/>
                  </a:lnTo>
                  <a:lnTo>
                    <a:pt x="3644907" y="1077481"/>
                  </a:lnTo>
                  <a:lnTo>
                    <a:pt x="3645542" y="1084573"/>
                  </a:lnTo>
                  <a:lnTo>
                    <a:pt x="3646177" y="1090170"/>
                  </a:lnTo>
                  <a:lnTo>
                    <a:pt x="3646812" y="1096349"/>
                  </a:lnTo>
                  <a:lnTo>
                    <a:pt x="3647447" y="1104071"/>
                  </a:lnTo>
                  <a:lnTo>
                    <a:pt x="3648082" y="1112603"/>
                  </a:lnTo>
                  <a:lnTo>
                    <a:pt x="3648717" y="1121011"/>
                  </a:lnTo>
                  <a:lnTo>
                    <a:pt x="3649351" y="1130519"/>
                  </a:lnTo>
                  <a:lnTo>
                    <a:pt x="3649986" y="1138549"/>
                  </a:lnTo>
                  <a:lnTo>
                    <a:pt x="3650621" y="1145109"/>
                  </a:lnTo>
                  <a:lnTo>
                    <a:pt x="3651256" y="1150425"/>
                  </a:lnTo>
                  <a:lnTo>
                    <a:pt x="3651891" y="1154004"/>
                  </a:lnTo>
                  <a:lnTo>
                    <a:pt x="3652526" y="1156425"/>
                  </a:lnTo>
                  <a:lnTo>
                    <a:pt x="3653160" y="1158429"/>
                  </a:lnTo>
                  <a:lnTo>
                    <a:pt x="3653795" y="1160227"/>
                  </a:lnTo>
                  <a:lnTo>
                    <a:pt x="3654430" y="1162013"/>
                  </a:lnTo>
                  <a:lnTo>
                    <a:pt x="3655065" y="1163876"/>
                  </a:lnTo>
                  <a:lnTo>
                    <a:pt x="3655700" y="1164802"/>
                  </a:lnTo>
                  <a:lnTo>
                    <a:pt x="3656335" y="1165085"/>
                  </a:lnTo>
                  <a:lnTo>
                    <a:pt x="3656969" y="1163902"/>
                  </a:lnTo>
                  <a:lnTo>
                    <a:pt x="3657604" y="1162800"/>
                  </a:lnTo>
                  <a:lnTo>
                    <a:pt x="3658239" y="1159708"/>
                  </a:lnTo>
                  <a:lnTo>
                    <a:pt x="3658874" y="1156444"/>
                  </a:lnTo>
                  <a:lnTo>
                    <a:pt x="3659509" y="1152740"/>
                  </a:lnTo>
                  <a:lnTo>
                    <a:pt x="3660144" y="1149717"/>
                  </a:lnTo>
                  <a:lnTo>
                    <a:pt x="3660779" y="1147133"/>
                  </a:lnTo>
                  <a:lnTo>
                    <a:pt x="3661413" y="1145665"/>
                  </a:lnTo>
                  <a:lnTo>
                    <a:pt x="3662048" y="1144424"/>
                  </a:lnTo>
                  <a:lnTo>
                    <a:pt x="3662683" y="1143474"/>
                  </a:lnTo>
                  <a:lnTo>
                    <a:pt x="3663318" y="1143245"/>
                  </a:lnTo>
                  <a:lnTo>
                    <a:pt x="3663953" y="1143307"/>
                  </a:lnTo>
                  <a:lnTo>
                    <a:pt x="3664588" y="1143294"/>
                  </a:lnTo>
                  <a:lnTo>
                    <a:pt x="3665222" y="1143879"/>
                  </a:lnTo>
                  <a:lnTo>
                    <a:pt x="3665857" y="1144465"/>
                  </a:lnTo>
                  <a:lnTo>
                    <a:pt x="3666492" y="1143790"/>
                  </a:lnTo>
                  <a:lnTo>
                    <a:pt x="3667127" y="1144098"/>
                  </a:lnTo>
                  <a:lnTo>
                    <a:pt x="3667762" y="1143334"/>
                  </a:lnTo>
                  <a:lnTo>
                    <a:pt x="3668397" y="1142072"/>
                  </a:lnTo>
                  <a:lnTo>
                    <a:pt x="3669032" y="1140065"/>
                  </a:lnTo>
                  <a:lnTo>
                    <a:pt x="3669666" y="1137592"/>
                  </a:lnTo>
                  <a:lnTo>
                    <a:pt x="3670301" y="1134406"/>
                  </a:lnTo>
                  <a:lnTo>
                    <a:pt x="3670936" y="1129979"/>
                  </a:lnTo>
                  <a:lnTo>
                    <a:pt x="3671571" y="1124013"/>
                  </a:lnTo>
                  <a:lnTo>
                    <a:pt x="3672206" y="1117669"/>
                  </a:lnTo>
                  <a:lnTo>
                    <a:pt x="3672841" y="1109370"/>
                  </a:lnTo>
                  <a:lnTo>
                    <a:pt x="3673475" y="1100868"/>
                  </a:lnTo>
                  <a:lnTo>
                    <a:pt x="3674110" y="1090408"/>
                  </a:lnTo>
                  <a:lnTo>
                    <a:pt x="3674745" y="1078662"/>
                  </a:lnTo>
                  <a:lnTo>
                    <a:pt x="3675380" y="1064745"/>
                  </a:lnTo>
                  <a:lnTo>
                    <a:pt x="3676015" y="1051298"/>
                  </a:lnTo>
                  <a:lnTo>
                    <a:pt x="3676650" y="1036116"/>
                  </a:lnTo>
                  <a:lnTo>
                    <a:pt x="3677285" y="1020499"/>
                  </a:lnTo>
                  <a:lnTo>
                    <a:pt x="3677919" y="1006173"/>
                  </a:lnTo>
                  <a:lnTo>
                    <a:pt x="3678554" y="992048"/>
                  </a:lnTo>
                  <a:lnTo>
                    <a:pt x="3679189" y="979447"/>
                  </a:lnTo>
                  <a:lnTo>
                    <a:pt x="3679824" y="967580"/>
                  </a:lnTo>
                  <a:lnTo>
                    <a:pt x="3680459" y="955246"/>
                  </a:lnTo>
                  <a:lnTo>
                    <a:pt x="3681094" y="942787"/>
                  </a:lnTo>
                  <a:lnTo>
                    <a:pt x="3681728" y="931282"/>
                  </a:lnTo>
                  <a:lnTo>
                    <a:pt x="3682363" y="919654"/>
                  </a:lnTo>
                  <a:lnTo>
                    <a:pt x="3682998" y="909779"/>
                  </a:lnTo>
                  <a:lnTo>
                    <a:pt x="3683633" y="900288"/>
                  </a:lnTo>
                  <a:lnTo>
                    <a:pt x="3684268" y="891455"/>
                  </a:lnTo>
                  <a:lnTo>
                    <a:pt x="3684903" y="884139"/>
                  </a:lnTo>
                  <a:lnTo>
                    <a:pt x="3685538" y="877831"/>
                  </a:lnTo>
                  <a:lnTo>
                    <a:pt x="3686172" y="872773"/>
                  </a:lnTo>
                  <a:lnTo>
                    <a:pt x="3686807" y="869368"/>
                  </a:lnTo>
                  <a:lnTo>
                    <a:pt x="3687442" y="866291"/>
                  </a:lnTo>
                  <a:lnTo>
                    <a:pt x="3688077" y="865142"/>
                  </a:lnTo>
                  <a:lnTo>
                    <a:pt x="3688712" y="864069"/>
                  </a:lnTo>
                  <a:lnTo>
                    <a:pt x="3689347" y="863852"/>
                  </a:lnTo>
                  <a:lnTo>
                    <a:pt x="3689981" y="862771"/>
                  </a:lnTo>
                  <a:lnTo>
                    <a:pt x="3690616" y="861920"/>
                  </a:lnTo>
                  <a:lnTo>
                    <a:pt x="3691251" y="861717"/>
                  </a:lnTo>
                  <a:lnTo>
                    <a:pt x="3691886" y="859078"/>
                  </a:lnTo>
                  <a:lnTo>
                    <a:pt x="3692521" y="856023"/>
                  </a:lnTo>
                  <a:lnTo>
                    <a:pt x="3693156" y="853715"/>
                  </a:lnTo>
                  <a:lnTo>
                    <a:pt x="3693791" y="851072"/>
                  </a:lnTo>
                  <a:lnTo>
                    <a:pt x="3694425" y="847074"/>
                  </a:lnTo>
                  <a:lnTo>
                    <a:pt x="3695060" y="841254"/>
                  </a:lnTo>
                  <a:lnTo>
                    <a:pt x="3695695" y="835816"/>
                  </a:lnTo>
                  <a:lnTo>
                    <a:pt x="3696330" y="829896"/>
                  </a:lnTo>
                  <a:lnTo>
                    <a:pt x="3696965" y="823692"/>
                  </a:lnTo>
                  <a:lnTo>
                    <a:pt x="3697600" y="816643"/>
                  </a:lnTo>
                  <a:lnTo>
                    <a:pt x="3698234" y="809493"/>
                  </a:lnTo>
                  <a:lnTo>
                    <a:pt x="3698869" y="803133"/>
                  </a:lnTo>
                  <a:lnTo>
                    <a:pt x="3699504" y="796977"/>
                  </a:lnTo>
                  <a:lnTo>
                    <a:pt x="3700139" y="790938"/>
                  </a:lnTo>
                  <a:lnTo>
                    <a:pt x="3700774" y="784600"/>
                  </a:lnTo>
                  <a:lnTo>
                    <a:pt x="3701409" y="777583"/>
                  </a:lnTo>
                  <a:lnTo>
                    <a:pt x="3702044" y="771744"/>
                  </a:lnTo>
                  <a:lnTo>
                    <a:pt x="3702678" y="765213"/>
                  </a:lnTo>
                  <a:lnTo>
                    <a:pt x="3703313" y="761827"/>
                  </a:lnTo>
                  <a:lnTo>
                    <a:pt x="3703948" y="759567"/>
                  </a:lnTo>
                  <a:lnTo>
                    <a:pt x="3704583" y="759617"/>
                  </a:lnTo>
                  <a:lnTo>
                    <a:pt x="3705218" y="761709"/>
                  </a:lnTo>
                  <a:lnTo>
                    <a:pt x="3705853" y="764178"/>
                  </a:lnTo>
                  <a:lnTo>
                    <a:pt x="3706487" y="767020"/>
                  </a:lnTo>
                  <a:lnTo>
                    <a:pt x="3707122" y="770306"/>
                  </a:lnTo>
                  <a:lnTo>
                    <a:pt x="3707757" y="774675"/>
                  </a:lnTo>
                  <a:lnTo>
                    <a:pt x="3708392" y="778928"/>
                  </a:lnTo>
                  <a:lnTo>
                    <a:pt x="3709027" y="784142"/>
                  </a:lnTo>
                  <a:lnTo>
                    <a:pt x="3709662" y="788786"/>
                  </a:lnTo>
                  <a:lnTo>
                    <a:pt x="3710296" y="793864"/>
                  </a:lnTo>
                  <a:lnTo>
                    <a:pt x="3710931" y="798357"/>
                  </a:lnTo>
                  <a:lnTo>
                    <a:pt x="3711566" y="802918"/>
                  </a:lnTo>
                  <a:lnTo>
                    <a:pt x="3712201" y="807783"/>
                  </a:lnTo>
                  <a:lnTo>
                    <a:pt x="3712836" y="812626"/>
                  </a:lnTo>
                  <a:lnTo>
                    <a:pt x="3713471" y="817536"/>
                  </a:lnTo>
                  <a:lnTo>
                    <a:pt x="3714106" y="822007"/>
                  </a:lnTo>
                  <a:lnTo>
                    <a:pt x="3714740" y="826906"/>
                  </a:lnTo>
                  <a:lnTo>
                    <a:pt x="3715375" y="829522"/>
                  </a:lnTo>
                  <a:lnTo>
                    <a:pt x="3716010" y="832799"/>
                  </a:lnTo>
                  <a:lnTo>
                    <a:pt x="3716645" y="834282"/>
                  </a:lnTo>
                  <a:lnTo>
                    <a:pt x="3717280" y="834169"/>
                  </a:lnTo>
                  <a:lnTo>
                    <a:pt x="3717915" y="833905"/>
                  </a:lnTo>
                  <a:lnTo>
                    <a:pt x="3718549" y="834343"/>
                  </a:lnTo>
                  <a:lnTo>
                    <a:pt x="3719184" y="834865"/>
                  </a:lnTo>
                  <a:lnTo>
                    <a:pt x="3719819" y="835019"/>
                  </a:lnTo>
                  <a:lnTo>
                    <a:pt x="3720454" y="836017"/>
                  </a:lnTo>
                  <a:lnTo>
                    <a:pt x="3721089" y="837606"/>
                  </a:lnTo>
                  <a:lnTo>
                    <a:pt x="3721724" y="839857"/>
                  </a:lnTo>
                  <a:lnTo>
                    <a:pt x="3722359" y="842157"/>
                  </a:lnTo>
                  <a:lnTo>
                    <a:pt x="3722993" y="843437"/>
                  </a:lnTo>
                  <a:lnTo>
                    <a:pt x="3723628" y="844945"/>
                  </a:lnTo>
                  <a:lnTo>
                    <a:pt x="3724263" y="845973"/>
                  </a:lnTo>
                  <a:lnTo>
                    <a:pt x="3724898" y="845573"/>
                  </a:lnTo>
                  <a:lnTo>
                    <a:pt x="3725533" y="845253"/>
                  </a:lnTo>
                  <a:lnTo>
                    <a:pt x="3726168" y="844947"/>
                  </a:lnTo>
                  <a:lnTo>
                    <a:pt x="3726802" y="844174"/>
                  </a:lnTo>
                  <a:lnTo>
                    <a:pt x="3727437" y="843401"/>
                  </a:lnTo>
                  <a:lnTo>
                    <a:pt x="3728072" y="841403"/>
                  </a:lnTo>
                  <a:lnTo>
                    <a:pt x="3728707" y="840568"/>
                  </a:lnTo>
                  <a:lnTo>
                    <a:pt x="3729342" y="838254"/>
                  </a:lnTo>
                  <a:lnTo>
                    <a:pt x="3729977" y="835026"/>
                  </a:lnTo>
                  <a:lnTo>
                    <a:pt x="3730612" y="831420"/>
                  </a:lnTo>
                  <a:lnTo>
                    <a:pt x="3731246" y="826751"/>
                  </a:lnTo>
                  <a:lnTo>
                    <a:pt x="3731881" y="822010"/>
                  </a:lnTo>
                  <a:lnTo>
                    <a:pt x="3732516" y="817483"/>
                  </a:lnTo>
                  <a:lnTo>
                    <a:pt x="3733151" y="810969"/>
                  </a:lnTo>
                  <a:lnTo>
                    <a:pt x="3733786" y="804457"/>
                  </a:lnTo>
                  <a:lnTo>
                    <a:pt x="3734421" y="797782"/>
                  </a:lnTo>
                  <a:lnTo>
                    <a:pt x="3735055" y="790888"/>
                  </a:lnTo>
                  <a:lnTo>
                    <a:pt x="3735690" y="785545"/>
                  </a:lnTo>
                  <a:lnTo>
                    <a:pt x="3736325" y="780965"/>
                  </a:lnTo>
                  <a:lnTo>
                    <a:pt x="3736960" y="774720"/>
                  </a:lnTo>
                  <a:lnTo>
                    <a:pt x="3737595" y="766784"/>
                  </a:lnTo>
                  <a:lnTo>
                    <a:pt x="3738230" y="758469"/>
                  </a:lnTo>
                  <a:lnTo>
                    <a:pt x="3738865" y="749618"/>
                  </a:lnTo>
                  <a:lnTo>
                    <a:pt x="3739499" y="740935"/>
                  </a:lnTo>
                  <a:lnTo>
                    <a:pt x="3740134" y="732121"/>
                  </a:lnTo>
                  <a:lnTo>
                    <a:pt x="3740769" y="724798"/>
                  </a:lnTo>
                  <a:lnTo>
                    <a:pt x="3741404" y="716732"/>
                  </a:lnTo>
                  <a:lnTo>
                    <a:pt x="3742039" y="708969"/>
                  </a:lnTo>
                  <a:lnTo>
                    <a:pt x="3742674" y="702319"/>
                  </a:lnTo>
                  <a:lnTo>
                    <a:pt x="3743308" y="697208"/>
                  </a:lnTo>
                  <a:lnTo>
                    <a:pt x="3743943" y="692431"/>
                  </a:lnTo>
                  <a:lnTo>
                    <a:pt x="3744578" y="688665"/>
                  </a:lnTo>
                  <a:lnTo>
                    <a:pt x="3745213" y="684313"/>
                  </a:lnTo>
                  <a:lnTo>
                    <a:pt x="3745848" y="679405"/>
                  </a:lnTo>
                  <a:lnTo>
                    <a:pt x="3746483" y="674496"/>
                  </a:lnTo>
                  <a:lnTo>
                    <a:pt x="3747118" y="669880"/>
                  </a:lnTo>
                  <a:lnTo>
                    <a:pt x="3747752" y="665356"/>
                  </a:lnTo>
                  <a:lnTo>
                    <a:pt x="3748387" y="660579"/>
                  </a:lnTo>
                  <a:lnTo>
                    <a:pt x="3749022" y="656478"/>
                  </a:lnTo>
                  <a:lnTo>
                    <a:pt x="3749657" y="652307"/>
                  </a:lnTo>
                  <a:lnTo>
                    <a:pt x="3750292" y="648877"/>
                  </a:lnTo>
                  <a:lnTo>
                    <a:pt x="3750927" y="644622"/>
                  </a:lnTo>
                  <a:lnTo>
                    <a:pt x="3751561" y="640835"/>
                  </a:lnTo>
                  <a:lnTo>
                    <a:pt x="3752196" y="638902"/>
                  </a:lnTo>
                  <a:lnTo>
                    <a:pt x="3752831" y="638396"/>
                  </a:lnTo>
                  <a:lnTo>
                    <a:pt x="3753466" y="638246"/>
                  </a:lnTo>
                  <a:lnTo>
                    <a:pt x="3754101" y="638058"/>
                  </a:lnTo>
                  <a:lnTo>
                    <a:pt x="3754736" y="637688"/>
                  </a:lnTo>
                  <a:lnTo>
                    <a:pt x="3755371" y="635856"/>
                  </a:lnTo>
                  <a:lnTo>
                    <a:pt x="3756005" y="632711"/>
                  </a:lnTo>
                  <a:lnTo>
                    <a:pt x="3756640" y="628552"/>
                  </a:lnTo>
                  <a:lnTo>
                    <a:pt x="3757275" y="623489"/>
                  </a:lnTo>
                  <a:lnTo>
                    <a:pt x="3757910" y="619478"/>
                  </a:lnTo>
                  <a:lnTo>
                    <a:pt x="3758545" y="614105"/>
                  </a:lnTo>
                  <a:lnTo>
                    <a:pt x="3759180" y="609302"/>
                  </a:lnTo>
                  <a:lnTo>
                    <a:pt x="3759814" y="602684"/>
                  </a:lnTo>
                  <a:lnTo>
                    <a:pt x="3760449" y="594747"/>
                  </a:lnTo>
                  <a:lnTo>
                    <a:pt x="3761084" y="587430"/>
                  </a:lnTo>
                  <a:lnTo>
                    <a:pt x="3761719" y="578271"/>
                  </a:lnTo>
                  <a:lnTo>
                    <a:pt x="3762354" y="566454"/>
                  </a:lnTo>
                  <a:lnTo>
                    <a:pt x="3762989" y="553371"/>
                  </a:lnTo>
                  <a:lnTo>
                    <a:pt x="3763624" y="540465"/>
                  </a:lnTo>
                  <a:lnTo>
                    <a:pt x="3764258" y="527606"/>
                  </a:lnTo>
                  <a:lnTo>
                    <a:pt x="3764893" y="516775"/>
                  </a:lnTo>
                  <a:lnTo>
                    <a:pt x="3765528" y="506125"/>
                  </a:lnTo>
                  <a:lnTo>
                    <a:pt x="3766163" y="495936"/>
                  </a:lnTo>
                  <a:lnTo>
                    <a:pt x="3766798" y="485669"/>
                  </a:lnTo>
                  <a:lnTo>
                    <a:pt x="3767433" y="473898"/>
                  </a:lnTo>
                  <a:lnTo>
                    <a:pt x="3768067" y="461949"/>
                  </a:lnTo>
                  <a:lnTo>
                    <a:pt x="3768702" y="449610"/>
                  </a:lnTo>
                  <a:lnTo>
                    <a:pt x="3769337" y="437148"/>
                  </a:lnTo>
                  <a:lnTo>
                    <a:pt x="3769972" y="424619"/>
                  </a:lnTo>
                  <a:lnTo>
                    <a:pt x="3770607" y="411563"/>
                  </a:lnTo>
                  <a:lnTo>
                    <a:pt x="3771242" y="397797"/>
                  </a:lnTo>
                  <a:lnTo>
                    <a:pt x="3771876" y="385008"/>
                  </a:lnTo>
                  <a:lnTo>
                    <a:pt x="3772511" y="373176"/>
                  </a:lnTo>
                  <a:lnTo>
                    <a:pt x="3773146" y="362051"/>
                  </a:lnTo>
                  <a:lnTo>
                    <a:pt x="3773781" y="350663"/>
                  </a:lnTo>
                  <a:lnTo>
                    <a:pt x="3774416" y="338880"/>
                  </a:lnTo>
                  <a:lnTo>
                    <a:pt x="3775051" y="328348"/>
                  </a:lnTo>
                  <a:lnTo>
                    <a:pt x="3775686" y="318571"/>
                  </a:lnTo>
                  <a:lnTo>
                    <a:pt x="3776320" y="309775"/>
                  </a:lnTo>
                  <a:lnTo>
                    <a:pt x="3776955" y="302162"/>
                  </a:lnTo>
                  <a:lnTo>
                    <a:pt x="3777590" y="294689"/>
                  </a:lnTo>
                  <a:lnTo>
                    <a:pt x="3778225" y="287596"/>
                  </a:lnTo>
                  <a:lnTo>
                    <a:pt x="3778860" y="281106"/>
                  </a:lnTo>
                  <a:lnTo>
                    <a:pt x="3779495" y="275657"/>
                  </a:lnTo>
                  <a:lnTo>
                    <a:pt x="3780129" y="270834"/>
                  </a:lnTo>
                  <a:lnTo>
                    <a:pt x="3780764" y="265498"/>
                  </a:lnTo>
                  <a:lnTo>
                    <a:pt x="3781399" y="259261"/>
                  </a:lnTo>
                  <a:lnTo>
                    <a:pt x="3782034" y="252544"/>
                  </a:lnTo>
                  <a:lnTo>
                    <a:pt x="3782669" y="245644"/>
                  </a:lnTo>
                  <a:lnTo>
                    <a:pt x="3783304" y="238857"/>
                  </a:lnTo>
                  <a:lnTo>
                    <a:pt x="3783939" y="233327"/>
                  </a:lnTo>
                  <a:lnTo>
                    <a:pt x="3784573" y="227583"/>
                  </a:lnTo>
                  <a:lnTo>
                    <a:pt x="3785208" y="224975"/>
                  </a:lnTo>
                  <a:lnTo>
                    <a:pt x="3785843" y="222391"/>
                  </a:lnTo>
                  <a:lnTo>
                    <a:pt x="3786478" y="220558"/>
                  </a:lnTo>
                  <a:lnTo>
                    <a:pt x="3787113" y="218988"/>
                  </a:lnTo>
                  <a:lnTo>
                    <a:pt x="3787748" y="217433"/>
                  </a:lnTo>
                  <a:lnTo>
                    <a:pt x="3788382" y="216317"/>
                  </a:lnTo>
                  <a:lnTo>
                    <a:pt x="3789017" y="215227"/>
                  </a:lnTo>
                  <a:lnTo>
                    <a:pt x="3789652" y="214026"/>
                  </a:lnTo>
                  <a:lnTo>
                    <a:pt x="3790287" y="213144"/>
                  </a:lnTo>
                  <a:lnTo>
                    <a:pt x="3790922" y="212762"/>
                  </a:lnTo>
                  <a:lnTo>
                    <a:pt x="3791557" y="213026"/>
                  </a:lnTo>
                  <a:lnTo>
                    <a:pt x="3792192" y="214710"/>
                  </a:lnTo>
                  <a:lnTo>
                    <a:pt x="3792826" y="216970"/>
                  </a:lnTo>
                  <a:lnTo>
                    <a:pt x="3793461" y="220861"/>
                  </a:lnTo>
                  <a:lnTo>
                    <a:pt x="3794096" y="222295"/>
                  </a:lnTo>
                  <a:lnTo>
                    <a:pt x="3794731" y="224349"/>
                  </a:lnTo>
                  <a:lnTo>
                    <a:pt x="3795366" y="226259"/>
                  </a:lnTo>
                  <a:lnTo>
                    <a:pt x="3796001" y="229173"/>
                  </a:lnTo>
                  <a:lnTo>
                    <a:pt x="3796635" y="230521"/>
                  </a:lnTo>
                  <a:lnTo>
                    <a:pt x="3797270" y="231897"/>
                  </a:lnTo>
                  <a:lnTo>
                    <a:pt x="3797905" y="232508"/>
                  </a:lnTo>
                  <a:lnTo>
                    <a:pt x="3798540" y="233406"/>
                  </a:lnTo>
                  <a:lnTo>
                    <a:pt x="3799175" y="232806"/>
                  </a:lnTo>
                  <a:lnTo>
                    <a:pt x="3799810" y="233214"/>
                  </a:lnTo>
                  <a:lnTo>
                    <a:pt x="3800445" y="233727"/>
                  </a:lnTo>
                  <a:lnTo>
                    <a:pt x="3801079" y="235302"/>
                  </a:lnTo>
                  <a:lnTo>
                    <a:pt x="3801714" y="237638"/>
                  </a:lnTo>
                  <a:lnTo>
                    <a:pt x="3802349" y="239333"/>
                  </a:lnTo>
                  <a:lnTo>
                    <a:pt x="3802984" y="239874"/>
                  </a:lnTo>
                  <a:lnTo>
                    <a:pt x="3803619" y="241590"/>
                  </a:lnTo>
                  <a:lnTo>
                    <a:pt x="3804254" y="243756"/>
                  </a:lnTo>
                  <a:lnTo>
                    <a:pt x="3804888" y="244933"/>
                  </a:lnTo>
                  <a:lnTo>
                    <a:pt x="3805523" y="245875"/>
                  </a:lnTo>
                  <a:lnTo>
                    <a:pt x="3806158" y="245290"/>
                  </a:lnTo>
                  <a:lnTo>
                    <a:pt x="3806793" y="243897"/>
                  </a:lnTo>
                  <a:lnTo>
                    <a:pt x="3807428" y="242977"/>
                  </a:lnTo>
                  <a:lnTo>
                    <a:pt x="3808063" y="243726"/>
                  </a:lnTo>
                  <a:lnTo>
                    <a:pt x="3808698" y="243763"/>
                  </a:lnTo>
                  <a:lnTo>
                    <a:pt x="3809332" y="243658"/>
                  </a:lnTo>
                  <a:lnTo>
                    <a:pt x="3809967" y="241912"/>
                  </a:lnTo>
                  <a:lnTo>
                    <a:pt x="3810602" y="241392"/>
                  </a:lnTo>
                  <a:lnTo>
                    <a:pt x="3811237" y="240853"/>
                  </a:lnTo>
                  <a:lnTo>
                    <a:pt x="3811872" y="240656"/>
                  </a:lnTo>
                  <a:lnTo>
                    <a:pt x="3812507" y="240354"/>
                  </a:lnTo>
                  <a:lnTo>
                    <a:pt x="3813141" y="238765"/>
                  </a:lnTo>
                  <a:lnTo>
                    <a:pt x="3813776" y="237263"/>
                  </a:lnTo>
                  <a:lnTo>
                    <a:pt x="3814411" y="236385"/>
                  </a:lnTo>
                  <a:lnTo>
                    <a:pt x="3815046" y="236125"/>
                  </a:lnTo>
                  <a:lnTo>
                    <a:pt x="3815681" y="236246"/>
                  </a:lnTo>
                  <a:lnTo>
                    <a:pt x="3816316" y="237005"/>
                  </a:lnTo>
                  <a:lnTo>
                    <a:pt x="3816951" y="239683"/>
                  </a:lnTo>
                  <a:lnTo>
                    <a:pt x="3817585" y="241750"/>
                  </a:lnTo>
                  <a:lnTo>
                    <a:pt x="3818220" y="243332"/>
                  </a:lnTo>
                  <a:lnTo>
                    <a:pt x="3818855" y="246513"/>
                  </a:lnTo>
                  <a:lnTo>
                    <a:pt x="3819490" y="249320"/>
                  </a:lnTo>
                  <a:lnTo>
                    <a:pt x="3820125" y="252690"/>
                  </a:lnTo>
                  <a:lnTo>
                    <a:pt x="3820760" y="255467"/>
                  </a:lnTo>
                  <a:lnTo>
                    <a:pt x="3821394" y="258016"/>
                  </a:lnTo>
                  <a:lnTo>
                    <a:pt x="3822029" y="261087"/>
                  </a:lnTo>
                  <a:lnTo>
                    <a:pt x="3822664" y="264466"/>
                  </a:lnTo>
                  <a:lnTo>
                    <a:pt x="3823299" y="267833"/>
                  </a:lnTo>
                  <a:lnTo>
                    <a:pt x="3823934" y="272067"/>
                  </a:lnTo>
                  <a:lnTo>
                    <a:pt x="3824569" y="276155"/>
                  </a:lnTo>
                  <a:lnTo>
                    <a:pt x="3825203" y="280428"/>
                  </a:lnTo>
                  <a:lnTo>
                    <a:pt x="3825838" y="284444"/>
                  </a:lnTo>
                  <a:lnTo>
                    <a:pt x="3826473" y="287557"/>
                  </a:lnTo>
                  <a:lnTo>
                    <a:pt x="3827108" y="290724"/>
                  </a:lnTo>
                  <a:lnTo>
                    <a:pt x="3827743" y="294813"/>
                  </a:lnTo>
                  <a:lnTo>
                    <a:pt x="3828378" y="301633"/>
                  </a:lnTo>
                  <a:lnTo>
                    <a:pt x="3829013" y="307742"/>
                  </a:lnTo>
                  <a:lnTo>
                    <a:pt x="3829647" y="313515"/>
                  </a:lnTo>
                  <a:lnTo>
                    <a:pt x="3830282" y="317022"/>
                  </a:lnTo>
                  <a:lnTo>
                    <a:pt x="3830917" y="319767"/>
                  </a:lnTo>
                  <a:lnTo>
                    <a:pt x="3831552" y="320838"/>
                  </a:lnTo>
                  <a:lnTo>
                    <a:pt x="3832187" y="320970"/>
                  </a:lnTo>
                  <a:lnTo>
                    <a:pt x="3832822" y="322781"/>
                  </a:lnTo>
                  <a:lnTo>
                    <a:pt x="3833456" y="324551"/>
                  </a:lnTo>
                  <a:lnTo>
                    <a:pt x="3834091" y="327343"/>
                  </a:lnTo>
                  <a:lnTo>
                    <a:pt x="3834726" y="329010"/>
                  </a:lnTo>
                  <a:lnTo>
                    <a:pt x="3835361" y="330682"/>
                  </a:lnTo>
                  <a:lnTo>
                    <a:pt x="3835996" y="332179"/>
                  </a:lnTo>
                  <a:lnTo>
                    <a:pt x="3836631" y="333147"/>
                  </a:lnTo>
                  <a:lnTo>
                    <a:pt x="3837266" y="333740"/>
                  </a:lnTo>
                  <a:lnTo>
                    <a:pt x="3837900" y="333922"/>
                  </a:lnTo>
                  <a:lnTo>
                    <a:pt x="3838535" y="333705"/>
                  </a:lnTo>
                  <a:lnTo>
                    <a:pt x="3839170" y="334219"/>
                  </a:lnTo>
                  <a:lnTo>
                    <a:pt x="3839805" y="335034"/>
                  </a:lnTo>
                  <a:lnTo>
                    <a:pt x="3840440" y="335641"/>
                  </a:lnTo>
                  <a:lnTo>
                    <a:pt x="3841075" y="336136"/>
                  </a:lnTo>
                  <a:lnTo>
                    <a:pt x="3841709" y="337161"/>
                  </a:lnTo>
                  <a:lnTo>
                    <a:pt x="3842344" y="338159"/>
                  </a:lnTo>
                  <a:lnTo>
                    <a:pt x="3842979" y="339628"/>
                  </a:lnTo>
                  <a:lnTo>
                    <a:pt x="3843614" y="342255"/>
                  </a:lnTo>
                  <a:lnTo>
                    <a:pt x="3844249" y="346054"/>
                  </a:lnTo>
                  <a:lnTo>
                    <a:pt x="3844884" y="350363"/>
                  </a:lnTo>
                  <a:lnTo>
                    <a:pt x="3845519" y="354755"/>
                  </a:lnTo>
                  <a:lnTo>
                    <a:pt x="3846153" y="359335"/>
                  </a:lnTo>
                  <a:lnTo>
                    <a:pt x="3846788" y="363284"/>
                  </a:lnTo>
                  <a:lnTo>
                    <a:pt x="3847423" y="366903"/>
                  </a:lnTo>
                  <a:lnTo>
                    <a:pt x="3848058" y="371241"/>
                  </a:lnTo>
                  <a:lnTo>
                    <a:pt x="3848693" y="375645"/>
                  </a:lnTo>
                  <a:lnTo>
                    <a:pt x="3849328" y="378777"/>
                  </a:lnTo>
                  <a:lnTo>
                    <a:pt x="3849962" y="382588"/>
                  </a:lnTo>
                  <a:lnTo>
                    <a:pt x="3850597" y="386476"/>
                  </a:lnTo>
                  <a:lnTo>
                    <a:pt x="3851232" y="391053"/>
                  </a:lnTo>
                  <a:lnTo>
                    <a:pt x="3851867" y="396136"/>
                  </a:lnTo>
                  <a:lnTo>
                    <a:pt x="3852502" y="401502"/>
                  </a:lnTo>
                  <a:lnTo>
                    <a:pt x="3853137" y="406862"/>
                  </a:lnTo>
                  <a:lnTo>
                    <a:pt x="3853772" y="413081"/>
                  </a:lnTo>
                  <a:lnTo>
                    <a:pt x="3854406" y="418364"/>
                  </a:lnTo>
                  <a:lnTo>
                    <a:pt x="3855041" y="424206"/>
                  </a:lnTo>
                  <a:lnTo>
                    <a:pt x="3855676" y="430206"/>
                  </a:lnTo>
                  <a:lnTo>
                    <a:pt x="3856311" y="437564"/>
                  </a:lnTo>
                  <a:lnTo>
                    <a:pt x="3856946" y="445601"/>
                  </a:lnTo>
                  <a:lnTo>
                    <a:pt x="3857581" y="453138"/>
                  </a:lnTo>
                  <a:lnTo>
                    <a:pt x="3858215" y="461036"/>
                  </a:lnTo>
                  <a:lnTo>
                    <a:pt x="3858850" y="468606"/>
                  </a:lnTo>
                  <a:lnTo>
                    <a:pt x="3859485" y="475972"/>
                  </a:lnTo>
                  <a:lnTo>
                    <a:pt x="3860120" y="483051"/>
                  </a:lnTo>
                  <a:lnTo>
                    <a:pt x="3860755" y="489162"/>
                  </a:lnTo>
                  <a:lnTo>
                    <a:pt x="3861390" y="495321"/>
                  </a:lnTo>
                  <a:lnTo>
                    <a:pt x="3862025" y="500749"/>
                  </a:lnTo>
                  <a:lnTo>
                    <a:pt x="3862659" y="504462"/>
                  </a:lnTo>
                  <a:lnTo>
                    <a:pt x="3863294" y="506794"/>
                  </a:lnTo>
                  <a:lnTo>
                    <a:pt x="3863929" y="509080"/>
                  </a:lnTo>
                  <a:lnTo>
                    <a:pt x="3864564" y="512248"/>
                  </a:lnTo>
                  <a:lnTo>
                    <a:pt x="3865199" y="513468"/>
                  </a:lnTo>
                  <a:lnTo>
                    <a:pt x="3865834" y="515277"/>
                  </a:lnTo>
                  <a:lnTo>
                    <a:pt x="3866468" y="516348"/>
                  </a:lnTo>
                  <a:lnTo>
                    <a:pt x="3867103" y="517199"/>
                  </a:lnTo>
                  <a:lnTo>
                    <a:pt x="3867738" y="517528"/>
                  </a:lnTo>
                  <a:lnTo>
                    <a:pt x="3868373" y="519656"/>
                  </a:lnTo>
                  <a:lnTo>
                    <a:pt x="3869008" y="521369"/>
                  </a:lnTo>
                  <a:lnTo>
                    <a:pt x="3869643" y="522043"/>
                  </a:lnTo>
                  <a:lnTo>
                    <a:pt x="3870278" y="521473"/>
                  </a:lnTo>
                  <a:lnTo>
                    <a:pt x="3870912" y="521435"/>
                  </a:lnTo>
                  <a:lnTo>
                    <a:pt x="3871547" y="521009"/>
                  </a:lnTo>
                  <a:lnTo>
                    <a:pt x="3872182" y="520843"/>
                  </a:lnTo>
                  <a:lnTo>
                    <a:pt x="3872817" y="521531"/>
                  </a:lnTo>
                  <a:lnTo>
                    <a:pt x="3873452" y="522219"/>
                  </a:lnTo>
                  <a:lnTo>
                    <a:pt x="3874087" y="522365"/>
                  </a:lnTo>
                  <a:lnTo>
                    <a:pt x="3874721" y="521962"/>
                  </a:lnTo>
                  <a:lnTo>
                    <a:pt x="3875356" y="521685"/>
                  </a:lnTo>
                  <a:lnTo>
                    <a:pt x="3875991" y="520031"/>
                  </a:lnTo>
                  <a:lnTo>
                    <a:pt x="3876626" y="518823"/>
                  </a:lnTo>
                  <a:lnTo>
                    <a:pt x="3877261" y="518579"/>
                  </a:lnTo>
                  <a:lnTo>
                    <a:pt x="3877896" y="518821"/>
                  </a:lnTo>
                  <a:lnTo>
                    <a:pt x="3878530" y="519278"/>
                  </a:lnTo>
                  <a:lnTo>
                    <a:pt x="3879165" y="519209"/>
                  </a:lnTo>
                  <a:lnTo>
                    <a:pt x="3879800" y="519032"/>
                  </a:lnTo>
                  <a:lnTo>
                    <a:pt x="3880435" y="519013"/>
                  </a:lnTo>
                  <a:lnTo>
                    <a:pt x="3881070" y="520337"/>
                  </a:lnTo>
                  <a:lnTo>
                    <a:pt x="3881705" y="521979"/>
                  </a:lnTo>
                  <a:lnTo>
                    <a:pt x="3882340" y="525518"/>
                  </a:lnTo>
                  <a:lnTo>
                    <a:pt x="3882974" y="531113"/>
                  </a:lnTo>
                  <a:lnTo>
                    <a:pt x="3883609" y="537392"/>
                  </a:lnTo>
                  <a:lnTo>
                    <a:pt x="3884244" y="545129"/>
                  </a:lnTo>
                  <a:lnTo>
                    <a:pt x="3884879" y="552406"/>
                  </a:lnTo>
                  <a:lnTo>
                    <a:pt x="3885514" y="559565"/>
                  </a:lnTo>
                  <a:lnTo>
                    <a:pt x="3886149" y="566934"/>
                  </a:lnTo>
                  <a:lnTo>
                    <a:pt x="3886783" y="574828"/>
                  </a:lnTo>
                  <a:lnTo>
                    <a:pt x="3887418" y="584849"/>
                  </a:lnTo>
                  <a:lnTo>
                    <a:pt x="3888053" y="593766"/>
                  </a:lnTo>
                  <a:lnTo>
                    <a:pt x="3888688" y="604391"/>
                  </a:lnTo>
                  <a:lnTo>
                    <a:pt x="3889323" y="616402"/>
                  </a:lnTo>
                  <a:lnTo>
                    <a:pt x="3889958" y="627922"/>
                  </a:lnTo>
                  <a:lnTo>
                    <a:pt x="3890593" y="638896"/>
                  </a:lnTo>
                  <a:lnTo>
                    <a:pt x="3891227" y="649003"/>
                  </a:lnTo>
                  <a:lnTo>
                    <a:pt x="3891862" y="657453"/>
                  </a:lnTo>
                  <a:lnTo>
                    <a:pt x="3892497" y="664109"/>
                  </a:lnTo>
                  <a:lnTo>
                    <a:pt x="3893132" y="671300"/>
                  </a:lnTo>
                  <a:lnTo>
                    <a:pt x="3893767" y="678566"/>
                  </a:lnTo>
                  <a:lnTo>
                    <a:pt x="3894402" y="685162"/>
                  </a:lnTo>
                  <a:lnTo>
                    <a:pt x="3895036" y="692465"/>
                  </a:lnTo>
                  <a:lnTo>
                    <a:pt x="3895671" y="698520"/>
                  </a:lnTo>
                  <a:lnTo>
                    <a:pt x="3896306" y="705421"/>
                  </a:lnTo>
                  <a:lnTo>
                    <a:pt x="3896941" y="712427"/>
                  </a:lnTo>
                  <a:lnTo>
                    <a:pt x="3897576" y="721287"/>
                  </a:lnTo>
                  <a:lnTo>
                    <a:pt x="3898211" y="730057"/>
                  </a:lnTo>
                  <a:lnTo>
                    <a:pt x="3898846" y="738660"/>
                  </a:lnTo>
                  <a:lnTo>
                    <a:pt x="3899480" y="745937"/>
                  </a:lnTo>
                  <a:lnTo>
                    <a:pt x="3900115" y="753187"/>
                  </a:lnTo>
                  <a:lnTo>
                    <a:pt x="3900750" y="760420"/>
                  </a:lnTo>
                  <a:lnTo>
                    <a:pt x="3901385" y="766428"/>
                  </a:lnTo>
                  <a:lnTo>
                    <a:pt x="3902020" y="770258"/>
                  </a:lnTo>
                  <a:lnTo>
                    <a:pt x="3902655" y="772797"/>
                  </a:lnTo>
                  <a:lnTo>
                    <a:pt x="3903289" y="773258"/>
                  </a:lnTo>
                  <a:lnTo>
                    <a:pt x="3903924" y="773907"/>
                  </a:lnTo>
                  <a:lnTo>
                    <a:pt x="3904559" y="774546"/>
                  </a:lnTo>
                  <a:lnTo>
                    <a:pt x="3905194" y="774782"/>
                  </a:lnTo>
                  <a:lnTo>
                    <a:pt x="3905829" y="774703"/>
                  </a:lnTo>
                  <a:lnTo>
                    <a:pt x="3906464" y="775063"/>
                  </a:lnTo>
                  <a:lnTo>
                    <a:pt x="3907099" y="773419"/>
                  </a:lnTo>
                  <a:lnTo>
                    <a:pt x="3907733" y="773111"/>
                  </a:lnTo>
                  <a:lnTo>
                    <a:pt x="3908368" y="773222"/>
                  </a:lnTo>
                  <a:lnTo>
                    <a:pt x="3909003" y="773797"/>
                  </a:lnTo>
                  <a:lnTo>
                    <a:pt x="3909638" y="775847"/>
                  </a:lnTo>
                  <a:lnTo>
                    <a:pt x="3910273" y="777807"/>
                  </a:lnTo>
                  <a:lnTo>
                    <a:pt x="3910908" y="779736"/>
                  </a:lnTo>
                  <a:lnTo>
                    <a:pt x="3911542" y="782108"/>
                  </a:lnTo>
                  <a:lnTo>
                    <a:pt x="3912177" y="783504"/>
                  </a:lnTo>
                  <a:lnTo>
                    <a:pt x="3912812" y="785725"/>
                  </a:lnTo>
                  <a:lnTo>
                    <a:pt x="3913447" y="786993"/>
                  </a:lnTo>
                  <a:lnTo>
                    <a:pt x="3914082" y="786858"/>
                  </a:lnTo>
                  <a:lnTo>
                    <a:pt x="3914717" y="785244"/>
                  </a:lnTo>
                  <a:lnTo>
                    <a:pt x="3915352" y="782571"/>
                  </a:lnTo>
                  <a:lnTo>
                    <a:pt x="3915986" y="779684"/>
                  </a:lnTo>
                  <a:lnTo>
                    <a:pt x="3916621" y="776402"/>
                  </a:lnTo>
                  <a:lnTo>
                    <a:pt x="3917256" y="770873"/>
                  </a:lnTo>
                  <a:lnTo>
                    <a:pt x="3917891" y="763974"/>
                  </a:lnTo>
                  <a:lnTo>
                    <a:pt x="3918526" y="754578"/>
                  </a:lnTo>
                  <a:lnTo>
                    <a:pt x="3919161" y="743863"/>
                  </a:lnTo>
                  <a:lnTo>
                    <a:pt x="3919795" y="732412"/>
                  </a:lnTo>
                  <a:lnTo>
                    <a:pt x="3920430" y="723430"/>
                  </a:lnTo>
                  <a:lnTo>
                    <a:pt x="3921065" y="717631"/>
                  </a:lnTo>
                  <a:lnTo>
                    <a:pt x="3921700" y="713212"/>
                  </a:lnTo>
                  <a:lnTo>
                    <a:pt x="3922335" y="708637"/>
                  </a:lnTo>
                  <a:lnTo>
                    <a:pt x="3922970" y="705075"/>
                  </a:lnTo>
                  <a:lnTo>
                    <a:pt x="3923605" y="702847"/>
                  </a:lnTo>
                  <a:lnTo>
                    <a:pt x="3924239" y="701857"/>
                  </a:lnTo>
                  <a:lnTo>
                    <a:pt x="3924874" y="701804"/>
                  </a:lnTo>
                  <a:lnTo>
                    <a:pt x="3925509" y="701087"/>
                  </a:lnTo>
                  <a:lnTo>
                    <a:pt x="3926144" y="702093"/>
                  </a:lnTo>
                  <a:lnTo>
                    <a:pt x="3926779" y="703803"/>
                  </a:lnTo>
                  <a:lnTo>
                    <a:pt x="3927414" y="704697"/>
                  </a:lnTo>
                  <a:lnTo>
                    <a:pt x="3928048" y="706741"/>
                  </a:lnTo>
                  <a:lnTo>
                    <a:pt x="3928683" y="708812"/>
                  </a:lnTo>
                  <a:lnTo>
                    <a:pt x="3929318" y="712202"/>
                  </a:lnTo>
                  <a:lnTo>
                    <a:pt x="3929953" y="714863"/>
                  </a:lnTo>
                  <a:lnTo>
                    <a:pt x="3930588" y="717938"/>
                  </a:lnTo>
                  <a:lnTo>
                    <a:pt x="3931223" y="721223"/>
                  </a:lnTo>
                  <a:lnTo>
                    <a:pt x="3931857" y="723431"/>
                  </a:lnTo>
                  <a:lnTo>
                    <a:pt x="3932492" y="725638"/>
                  </a:lnTo>
                  <a:lnTo>
                    <a:pt x="3933127" y="727930"/>
                  </a:lnTo>
                  <a:lnTo>
                    <a:pt x="3933762" y="728468"/>
                  </a:lnTo>
                  <a:lnTo>
                    <a:pt x="3934397" y="729978"/>
                  </a:lnTo>
                  <a:lnTo>
                    <a:pt x="3935032" y="731399"/>
                  </a:lnTo>
                  <a:lnTo>
                    <a:pt x="3935667" y="732896"/>
                  </a:lnTo>
                  <a:lnTo>
                    <a:pt x="3936301" y="733103"/>
                  </a:lnTo>
                  <a:lnTo>
                    <a:pt x="3936936" y="732205"/>
                  </a:lnTo>
                  <a:lnTo>
                    <a:pt x="3937571" y="730778"/>
                  </a:lnTo>
                  <a:lnTo>
                    <a:pt x="3938206" y="729819"/>
                  </a:lnTo>
                  <a:lnTo>
                    <a:pt x="3938841" y="729381"/>
                  </a:lnTo>
                  <a:lnTo>
                    <a:pt x="3939476" y="730007"/>
                  </a:lnTo>
                  <a:lnTo>
                    <a:pt x="3940110" y="732765"/>
                  </a:lnTo>
                  <a:lnTo>
                    <a:pt x="3940745" y="736292"/>
                  </a:lnTo>
                  <a:lnTo>
                    <a:pt x="3941380" y="740562"/>
                  </a:lnTo>
                  <a:lnTo>
                    <a:pt x="3942015" y="743948"/>
                  </a:lnTo>
                  <a:lnTo>
                    <a:pt x="3942650" y="747997"/>
                  </a:lnTo>
                  <a:lnTo>
                    <a:pt x="3943285" y="751574"/>
                  </a:lnTo>
                  <a:lnTo>
                    <a:pt x="3943920" y="753840"/>
                  </a:lnTo>
                  <a:lnTo>
                    <a:pt x="3944554" y="757464"/>
                  </a:lnTo>
                  <a:lnTo>
                    <a:pt x="3945189" y="760929"/>
                  </a:lnTo>
                  <a:lnTo>
                    <a:pt x="3945824" y="765138"/>
                  </a:lnTo>
                  <a:lnTo>
                    <a:pt x="3946459" y="771288"/>
                  </a:lnTo>
                  <a:lnTo>
                    <a:pt x="3947094" y="777525"/>
                  </a:lnTo>
                  <a:lnTo>
                    <a:pt x="3947729" y="783976"/>
                  </a:lnTo>
                  <a:lnTo>
                    <a:pt x="3948363" y="790376"/>
                  </a:lnTo>
                  <a:lnTo>
                    <a:pt x="3948998" y="796510"/>
                  </a:lnTo>
                  <a:lnTo>
                    <a:pt x="3949633" y="801222"/>
                  </a:lnTo>
                  <a:lnTo>
                    <a:pt x="3950268" y="806167"/>
                  </a:lnTo>
                  <a:lnTo>
                    <a:pt x="3950903" y="809702"/>
                  </a:lnTo>
                  <a:lnTo>
                    <a:pt x="3951538" y="813841"/>
                  </a:lnTo>
                  <a:lnTo>
                    <a:pt x="3952173" y="818027"/>
                  </a:lnTo>
                  <a:lnTo>
                    <a:pt x="3952807" y="823449"/>
                  </a:lnTo>
                  <a:lnTo>
                    <a:pt x="3953442" y="830466"/>
                  </a:lnTo>
                  <a:lnTo>
                    <a:pt x="3954077" y="837794"/>
                  </a:lnTo>
                  <a:lnTo>
                    <a:pt x="3954712" y="844941"/>
                  </a:lnTo>
                  <a:lnTo>
                    <a:pt x="3955347" y="850793"/>
                  </a:lnTo>
                  <a:lnTo>
                    <a:pt x="3955982" y="856397"/>
                  </a:lnTo>
                  <a:lnTo>
                    <a:pt x="3956616" y="862704"/>
                  </a:lnTo>
                  <a:lnTo>
                    <a:pt x="3957251" y="868885"/>
                  </a:lnTo>
                  <a:lnTo>
                    <a:pt x="3957886" y="875779"/>
                  </a:lnTo>
                  <a:lnTo>
                    <a:pt x="3958521" y="883472"/>
                  </a:lnTo>
                  <a:lnTo>
                    <a:pt x="3959156" y="890988"/>
                  </a:lnTo>
                  <a:lnTo>
                    <a:pt x="3959791" y="896524"/>
                  </a:lnTo>
                  <a:lnTo>
                    <a:pt x="3960426" y="902452"/>
                  </a:lnTo>
                  <a:lnTo>
                    <a:pt x="3961060" y="907703"/>
                  </a:lnTo>
                  <a:lnTo>
                    <a:pt x="3961695" y="913466"/>
                  </a:lnTo>
                  <a:lnTo>
                    <a:pt x="3962330" y="918642"/>
                  </a:lnTo>
                  <a:lnTo>
                    <a:pt x="3962965" y="923493"/>
                  </a:lnTo>
                  <a:lnTo>
                    <a:pt x="3963600" y="929196"/>
                  </a:lnTo>
                  <a:lnTo>
                    <a:pt x="3964235" y="935414"/>
                  </a:lnTo>
                  <a:lnTo>
                    <a:pt x="3964869" y="942125"/>
                  </a:lnTo>
                  <a:lnTo>
                    <a:pt x="3965504" y="948726"/>
                  </a:lnTo>
                  <a:lnTo>
                    <a:pt x="3966139" y="954947"/>
                  </a:lnTo>
                  <a:lnTo>
                    <a:pt x="3966774" y="960710"/>
                  </a:lnTo>
                  <a:lnTo>
                    <a:pt x="3967409" y="966329"/>
                  </a:lnTo>
                  <a:lnTo>
                    <a:pt x="3968044" y="971663"/>
                  </a:lnTo>
                  <a:lnTo>
                    <a:pt x="3968679" y="976922"/>
                  </a:lnTo>
                  <a:lnTo>
                    <a:pt x="3969313" y="983081"/>
                  </a:lnTo>
                  <a:lnTo>
                    <a:pt x="3969948" y="988429"/>
                  </a:lnTo>
                  <a:lnTo>
                    <a:pt x="3970583" y="994203"/>
                  </a:lnTo>
                  <a:lnTo>
                    <a:pt x="3971218" y="999432"/>
                  </a:lnTo>
                  <a:lnTo>
                    <a:pt x="3971853" y="1004658"/>
                  </a:lnTo>
                  <a:lnTo>
                    <a:pt x="3972488" y="1009911"/>
                  </a:lnTo>
                  <a:lnTo>
                    <a:pt x="3973122" y="1014855"/>
                  </a:lnTo>
                  <a:lnTo>
                    <a:pt x="3973757" y="1020076"/>
                  </a:lnTo>
                  <a:lnTo>
                    <a:pt x="3974392" y="1025333"/>
                  </a:lnTo>
                  <a:lnTo>
                    <a:pt x="3975027" y="1029952"/>
                  </a:lnTo>
                  <a:lnTo>
                    <a:pt x="3975662" y="1034931"/>
                  </a:lnTo>
                  <a:lnTo>
                    <a:pt x="3976297" y="1040151"/>
                  </a:lnTo>
                  <a:lnTo>
                    <a:pt x="3976932" y="1045424"/>
                  </a:lnTo>
                  <a:lnTo>
                    <a:pt x="3977566" y="1050679"/>
                  </a:lnTo>
                  <a:lnTo>
                    <a:pt x="3978201" y="1055613"/>
                  </a:lnTo>
                  <a:lnTo>
                    <a:pt x="3978836" y="1060054"/>
                  </a:lnTo>
                  <a:lnTo>
                    <a:pt x="3979471" y="1064702"/>
                  </a:lnTo>
                  <a:lnTo>
                    <a:pt x="3980106" y="1068737"/>
                  </a:lnTo>
                  <a:lnTo>
                    <a:pt x="3980741" y="1072154"/>
                  </a:lnTo>
                  <a:lnTo>
                    <a:pt x="3981375" y="1076123"/>
                  </a:lnTo>
                  <a:lnTo>
                    <a:pt x="3982010" y="1079432"/>
                  </a:lnTo>
                  <a:lnTo>
                    <a:pt x="3982645" y="1081858"/>
                  </a:lnTo>
                  <a:lnTo>
                    <a:pt x="3983280" y="1083753"/>
                  </a:lnTo>
                  <a:lnTo>
                    <a:pt x="3983915" y="1084053"/>
                  </a:lnTo>
                  <a:lnTo>
                    <a:pt x="3984550" y="1084890"/>
                  </a:lnTo>
                  <a:lnTo>
                    <a:pt x="3985185" y="1085142"/>
                  </a:lnTo>
                  <a:lnTo>
                    <a:pt x="3985819" y="1085243"/>
                  </a:lnTo>
                  <a:lnTo>
                    <a:pt x="3986454" y="1085281"/>
                  </a:lnTo>
                  <a:lnTo>
                    <a:pt x="3987089" y="1086259"/>
                  </a:lnTo>
                  <a:lnTo>
                    <a:pt x="3987724" y="1087616"/>
                  </a:lnTo>
                  <a:lnTo>
                    <a:pt x="3988359" y="1089740"/>
                  </a:lnTo>
                  <a:lnTo>
                    <a:pt x="3988994" y="1092527"/>
                  </a:lnTo>
                  <a:lnTo>
                    <a:pt x="3989628" y="1095897"/>
                  </a:lnTo>
                  <a:lnTo>
                    <a:pt x="3990263" y="1099413"/>
                  </a:lnTo>
                  <a:lnTo>
                    <a:pt x="3990898" y="1102888"/>
                  </a:lnTo>
                  <a:lnTo>
                    <a:pt x="3991533" y="1106222"/>
                  </a:lnTo>
                  <a:lnTo>
                    <a:pt x="3992168" y="1111619"/>
                  </a:lnTo>
                  <a:lnTo>
                    <a:pt x="3992803" y="1116308"/>
                  </a:lnTo>
                  <a:lnTo>
                    <a:pt x="3993437" y="1122443"/>
                  </a:lnTo>
                  <a:lnTo>
                    <a:pt x="3994072" y="1129194"/>
                  </a:lnTo>
                  <a:lnTo>
                    <a:pt x="3994707" y="1135814"/>
                  </a:lnTo>
                  <a:lnTo>
                    <a:pt x="3995342" y="1141520"/>
                  </a:lnTo>
                  <a:lnTo>
                    <a:pt x="3995977" y="1147479"/>
                  </a:lnTo>
                  <a:lnTo>
                    <a:pt x="3996612" y="1153343"/>
                  </a:lnTo>
                  <a:lnTo>
                    <a:pt x="3997247" y="1158619"/>
                  </a:lnTo>
                  <a:lnTo>
                    <a:pt x="3997881" y="1163030"/>
                  </a:lnTo>
                  <a:lnTo>
                    <a:pt x="3998516" y="1166644"/>
                  </a:lnTo>
                  <a:lnTo>
                    <a:pt x="3999151" y="1170514"/>
                  </a:lnTo>
                  <a:lnTo>
                    <a:pt x="3999786" y="1173855"/>
                  </a:lnTo>
                  <a:lnTo>
                    <a:pt x="4000421" y="1177499"/>
                  </a:lnTo>
                  <a:lnTo>
                    <a:pt x="4001056" y="1181209"/>
                  </a:lnTo>
                  <a:lnTo>
                    <a:pt x="4001690" y="1185316"/>
                  </a:lnTo>
                  <a:lnTo>
                    <a:pt x="4002325" y="1188893"/>
                  </a:lnTo>
                  <a:lnTo>
                    <a:pt x="4002960" y="1192816"/>
                  </a:lnTo>
                  <a:lnTo>
                    <a:pt x="4003595" y="1196920"/>
                  </a:lnTo>
                  <a:lnTo>
                    <a:pt x="4004230" y="1200705"/>
                  </a:lnTo>
                  <a:lnTo>
                    <a:pt x="4004865" y="1205166"/>
                  </a:lnTo>
                  <a:lnTo>
                    <a:pt x="4005500" y="1209794"/>
                  </a:lnTo>
                  <a:lnTo>
                    <a:pt x="4006134" y="1214811"/>
                  </a:lnTo>
                  <a:lnTo>
                    <a:pt x="4006769" y="1220109"/>
                  </a:lnTo>
                  <a:lnTo>
                    <a:pt x="4007404" y="1225078"/>
                  </a:lnTo>
                  <a:lnTo>
                    <a:pt x="4008039" y="1229730"/>
                  </a:lnTo>
                  <a:lnTo>
                    <a:pt x="4008674" y="1234884"/>
                  </a:lnTo>
                  <a:lnTo>
                    <a:pt x="4009309" y="1240423"/>
                  </a:lnTo>
                  <a:lnTo>
                    <a:pt x="4009943" y="1245573"/>
                  </a:lnTo>
                  <a:lnTo>
                    <a:pt x="4010578" y="1250792"/>
                  </a:lnTo>
                  <a:lnTo>
                    <a:pt x="4011213" y="1255035"/>
                  </a:lnTo>
                  <a:lnTo>
                    <a:pt x="4011848" y="1260020"/>
                  </a:lnTo>
                  <a:lnTo>
                    <a:pt x="4012483" y="1265529"/>
                  </a:lnTo>
                  <a:lnTo>
                    <a:pt x="4013118" y="1271238"/>
                  </a:lnTo>
                  <a:lnTo>
                    <a:pt x="4013753" y="1276546"/>
                  </a:lnTo>
                  <a:lnTo>
                    <a:pt x="4014387" y="1281535"/>
                  </a:lnTo>
                  <a:lnTo>
                    <a:pt x="4015022" y="1285351"/>
                  </a:lnTo>
                  <a:lnTo>
                    <a:pt x="4015657" y="1287620"/>
                  </a:lnTo>
                  <a:lnTo>
                    <a:pt x="4016292" y="1289829"/>
                  </a:lnTo>
                  <a:lnTo>
                    <a:pt x="4016927" y="1293005"/>
                  </a:lnTo>
                  <a:lnTo>
                    <a:pt x="4017562" y="1295553"/>
                  </a:lnTo>
                  <a:lnTo>
                    <a:pt x="4018196" y="1297901"/>
                  </a:lnTo>
                  <a:lnTo>
                    <a:pt x="4018831" y="1297467"/>
                  </a:lnTo>
                  <a:lnTo>
                    <a:pt x="4019466" y="1295131"/>
                  </a:lnTo>
                  <a:lnTo>
                    <a:pt x="4020101" y="1290508"/>
                  </a:lnTo>
                  <a:lnTo>
                    <a:pt x="4020736" y="1283903"/>
                  </a:lnTo>
                  <a:lnTo>
                    <a:pt x="4021371" y="1277091"/>
                  </a:lnTo>
                  <a:lnTo>
                    <a:pt x="4022006" y="1268482"/>
                  </a:lnTo>
                  <a:lnTo>
                    <a:pt x="4022640" y="1259090"/>
                  </a:lnTo>
                  <a:lnTo>
                    <a:pt x="4023275" y="1247885"/>
                  </a:lnTo>
                  <a:lnTo>
                    <a:pt x="4023910" y="1236375"/>
                  </a:lnTo>
                  <a:lnTo>
                    <a:pt x="4024545" y="1224902"/>
                  </a:lnTo>
                  <a:lnTo>
                    <a:pt x="4025180" y="1214294"/>
                  </a:lnTo>
                  <a:lnTo>
                    <a:pt x="4025815" y="1202519"/>
                  </a:lnTo>
                  <a:lnTo>
                    <a:pt x="4026449" y="1193020"/>
                  </a:lnTo>
                  <a:lnTo>
                    <a:pt x="4027084" y="1183561"/>
                  </a:lnTo>
                  <a:lnTo>
                    <a:pt x="4027719" y="1173797"/>
                  </a:lnTo>
                  <a:lnTo>
                    <a:pt x="4028354" y="1167637"/>
                  </a:lnTo>
                  <a:lnTo>
                    <a:pt x="4028989" y="1164206"/>
                  </a:lnTo>
                  <a:lnTo>
                    <a:pt x="4029624" y="1162306"/>
                  </a:lnTo>
                  <a:lnTo>
                    <a:pt x="4030259" y="1162033"/>
                  </a:lnTo>
                  <a:lnTo>
                    <a:pt x="4030893" y="1160765"/>
                  </a:lnTo>
                  <a:lnTo>
                    <a:pt x="4031528" y="1160039"/>
                  </a:lnTo>
                  <a:lnTo>
                    <a:pt x="4032163" y="1159455"/>
                  </a:lnTo>
                  <a:lnTo>
                    <a:pt x="4032798" y="1159032"/>
                  </a:lnTo>
                  <a:lnTo>
                    <a:pt x="4033433" y="1158074"/>
                  </a:lnTo>
                  <a:lnTo>
                    <a:pt x="4034068" y="1160156"/>
                  </a:lnTo>
                  <a:lnTo>
                    <a:pt x="4034702" y="1161168"/>
                  </a:lnTo>
                  <a:lnTo>
                    <a:pt x="4035337" y="1164371"/>
                  </a:lnTo>
                  <a:lnTo>
                    <a:pt x="4035972" y="1167460"/>
                  </a:lnTo>
                  <a:lnTo>
                    <a:pt x="4036607" y="1169522"/>
                  </a:lnTo>
                  <a:lnTo>
                    <a:pt x="4037242" y="1171951"/>
                  </a:lnTo>
                  <a:lnTo>
                    <a:pt x="4037877" y="1174127"/>
                  </a:lnTo>
                  <a:lnTo>
                    <a:pt x="4038512" y="1176080"/>
                  </a:lnTo>
                  <a:lnTo>
                    <a:pt x="4039146" y="1178148"/>
                  </a:lnTo>
                  <a:lnTo>
                    <a:pt x="4039781" y="1179646"/>
                  </a:lnTo>
                  <a:lnTo>
                    <a:pt x="4040416" y="1181670"/>
                  </a:lnTo>
                  <a:lnTo>
                    <a:pt x="4041051" y="1184052"/>
                  </a:lnTo>
                  <a:lnTo>
                    <a:pt x="4041686" y="1187884"/>
                  </a:lnTo>
                  <a:lnTo>
                    <a:pt x="4042321" y="1192033"/>
                  </a:lnTo>
                  <a:lnTo>
                    <a:pt x="4042955" y="1197292"/>
                  </a:lnTo>
                  <a:lnTo>
                    <a:pt x="4043590" y="1202307"/>
                  </a:lnTo>
                  <a:lnTo>
                    <a:pt x="4044225" y="1208530"/>
                  </a:lnTo>
                  <a:lnTo>
                    <a:pt x="4044860" y="1214104"/>
                  </a:lnTo>
                  <a:lnTo>
                    <a:pt x="4045495" y="1220459"/>
                  </a:lnTo>
                  <a:lnTo>
                    <a:pt x="4046130" y="1228925"/>
                  </a:lnTo>
                  <a:lnTo>
                    <a:pt x="4046764" y="1239108"/>
                  </a:lnTo>
                  <a:lnTo>
                    <a:pt x="4047399" y="1247490"/>
                  </a:lnTo>
                  <a:lnTo>
                    <a:pt x="4048034" y="1253719"/>
                  </a:lnTo>
                  <a:lnTo>
                    <a:pt x="4048669" y="1259315"/>
                  </a:lnTo>
                  <a:lnTo>
                    <a:pt x="4049304" y="1265648"/>
                  </a:lnTo>
                  <a:lnTo>
                    <a:pt x="4049939" y="1271116"/>
                  </a:lnTo>
                  <a:lnTo>
                    <a:pt x="4050574" y="1276980"/>
                  </a:lnTo>
                  <a:lnTo>
                    <a:pt x="4051208" y="1282316"/>
                  </a:lnTo>
                  <a:lnTo>
                    <a:pt x="4051843" y="1288912"/>
                  </a:lnTo>
                  <a:lnTo>
                    <a:pt x="4052478" y="1296328"/>
                  </a:lnTo>
                  <a:lnTo>
                    <a:pt x="4053113" y="1303825"/>
                  </a:lnTo>
                  <a:lnTo>
                    <a:pt x="4053748" y="1310554"/>
                  </a:lnTo>
                  <a:lnTo>
                    <a:pt x="4054383" y="1317795"/>
                  </a:lnTo>
                  <a:lnTo>
                    <a:pt x="4055017" y="1323440"/>
                  </a:lnTo>
                  <a:lnTo>
                    <a:pt x="4055652" y="1329143"/>
                  </a:lnTo>
                  <a:lnTo>
                    <a:pt x="4056287" y="1334747"/>
                  </a:lnTo>
                  <a:lnTo>
                    <a:pt x="4056922" y="1341875"/>
                  </a:lnTo>
                  <a:lnTo>
                    <a:pt x="4057557" y="1348698"/>
                  </a:lnTo>
                  <a:lnTo>
                    <a:pt x="4058192" y="1355437"/>
                  </a:lnTo>
                  <a:lnTo>
                    <a:pt x="4058827" y="1362801"/>
                  </a:lnTo>
                  <a:lnTo>
                    <a:pt x="4059461" y="1370864"/>
                  </a:lnTo>
                  <a:lnTo>
                    <a:pt x="4060096" y="1378528"/>
                  </a:lnTo>
                  <a:lnTo>
                    <a:pt x="4060731" y="1387650"/>
                  </a:lnTo>
                  <a:lnTo>
                    <a:pt x="4061366" y="1395356"/>
                  </a:lnTo>
                  <a:lnTo>
                    <a:pt x="4062001" y="1401523"/>
                  </a:lnTo>
                  <a:lnTo>
                    <a:pt x="4062636" y="1407066"/>
                  </a:lnTo>
                  <a:lnTo>
                    <a:pt x="4063270" y="1414456"/>
                  </a:lnTo>
                  <a:lnTo>
                    <a:pt x="4063905" y="1422939"/>
                  </a:lnTo>
                  <a:lnTo>
                    <a:pt x="4064540" y="1431080"/>
                  </a:lnTo>
                  <a:lnTo>
                    <a:pt x="4065175" y="1438894"/>
                  </a:lnTo>
                  <a:lnTo>
                    <a:pt x="4065810" y="1444942"/>
                  </a:lnTo>
                  <a:lnTo>
                    <a:pt x="4066445" y="1449811"/>
                  </a:lnTo>
                  <a:lnTo>
                    <a:pt x="4067080" y="1452591"/>
                  </a:lnTo>
                  <a:lnTo>
                    <a:pt x="4067714" y="1455086"/>
                  </a:lnTo>
                  <a:lnTo>
                    <a:pt x="4068349" y="1456646"/>
                  </a:lnTo>
                  <a:lnTo>
                    <a:pt x="4068984" y="1458204"/>
                  </a:lnTo>
                  <a:lnTo>
                    <a:pt x="4069619" y="1460571"/>
                  </a:lnTo>
                  <a:lnTo>
                    <a:pt x="4070254" y="1461923"/>
                  </a:lnTo>
                  <a:lnTo>
                    <a:pt x="4070889" y="1463786"/>
                  </a:lnTo>
                  <a:lnTo>
                    <a:pt x="4071523" y="1465464"/>
                  </a:lnTo>
                  <a:lnTo>
                    <a:pt x="4072158" y="1467798"/>
                  </a:lnTo>
                  <a:lnTo>
                    <a:pt x="4072793" y="1469535"/>
                  </a:lnTo>
                  <a:lnTo>
                    <a:pt x="4073428" y="1470610"/>
                  </a:lnTo>
                  <a:lnTo>
                    <a:pt x="4074063" y="1471433"/>
                  </a:lnTo>
                  <a:lnTo>
                    <a:pt x="4074698" y="1472161"/>
                  </a:lnTo>
                  <a:lnTo>
                    <a:pt x="4075333" y="1472539"/>
                  </a:lnTo>
                  <a:lnTo>
                    <a:pt x="4075967" y="1473784"/>
                  </a:lnTo>
                  <a:lnTo>
                    <a:pt x="4076602" y="1476495"/>
                  </a:lnTo>
                  <a:lnTo>
                    <a:pt x="4077237" y="1479944"/>
                  </a:lnTo>
                  <a:lnTo>
                    <a:pt x="4077872" y="1483791"/>
                  </a:lnTo>
                  <a:lnTo>
                    <a:pt x="4078507" y="1487859"/>
                  </a:lnTo>
                  <a:lnTo>
                    <a:pt x="4079142" y="1491363"/>
                  </a:lnTo>
                  <a:lnTo>
                    <a:pt x="4079776" y="1493337"/>
                  </a:lnTo>
                  <a:lnTo>
                    <a:pt x="4080411" y="1494627"/>
                  </a:lnTo>
                  <a:lnTo>
                    <a:pt x="4081046" y="1495714"/>
                  </a:lnTo>
                  <a:lnTo>
                    <a:pt x="4081681" y="1496733"/>
                  </a:lnTo>
                  <a:lnTo>
                    <a:pt x="4082316" y="1498010"/>
                  </a:lnTo>
                  <a:lnTo>
                    <a:pt x="4082951" y="1499731"/>
                  </a:lnTo>
                  <a:lnTo>
                    <a:pt x="4083586" y="1501060"/>
                  </a:lnTo>
                  <a:lnTo>
                    <a:pt x="4084220" y="1501694"/>
                  </a:lnTo>
                  <a:lnTo>
                    <a:pt x="4084855" y="1501448"/>
                  </a:lnTo>
                  <a:lnTo>
                    <a:pt x="4085490" y="1500868"/>
                  </a:lnTo>
                  <a:lnTo>
                    <a:pt x="4086125" y="1499882"/>
                  </a:lnTo>
                  <a:lnTo>
                    <a:pt x="4086760" y="1498081"/>
                  </a:lnTo>
                  <a:lnTo>
                    <a:pt x="4087395" y="1494874"/>
                  </a:lnTo>
                  <a:lnTo>
                    <a:pt x="4088029" y="1490891"/>
                  </a:lnTo>
                  <a:lnTo>
                    <a:pt x="4088664" y="1486759"/>
                  </a:lnTo>
                  <a:lnTo>
                    <a:pt x="4089299" y="1483409"/>
                  </a:lnTo>
                  <a:lnTo>
                    <a:pt x="4089934" y="1480147"/>
                  </a:lnTo>
                  <a:lnTo>
                    <a:pt x="4090569" y="1476175"/>
                  </a:lnTo>
                  <a:lnTo>
                    <a:pt x="4091204" y="1471821"/>
                  </a:lnTo>
                  <a:lnTo>
                    <a:pt x="4091839" y="1467079"/>
                  </a:lnTo>
                  <a:lnTo>
                    <a:pt x="4092473" y="1461918"/>
                  </a:lnTo>
                  <a:lnTo>
                    <a:pt x="4093108" y="1456518"/>
                  </a:lnTo>
                  <a:lnTo>
                    <a:pt x="4093743" y="1450837"/>
                  </a:lnTo>
                  <a:lnTo>
                    <a:pt x="4094378" y="1445052"/>
                  </a:lnTo>
                  <a:lnTo>
                    <a:pt x="4095013" y="1438891"/>
                  </a:lnTo>
                  <a:lnTo>
                    <a:pt x="4095648" y="1432642"/>
                  </a:lnTo>
                  <a:lnTo>
                    <a:pt x="4096282" y="1426801"/>
                  </a:lnTo>
                  <a:lnTo>
                    <a:pt x="4096917" y="1421198"/>
                  </a:lnTo>
                  <a:lnTo>
                    <a:pt x="4097552" y="1415025"/>
                  </a:lnTo>
                  <a:lnTo>
                    <a:pt x="4098187" y="1407798"/>
                  </a:lnTo>
                  <a:lnTo>
                    <a:pt x="4098822" y="1400339"/>
                  </a:lnTo>
                  <a:lnTo>
                    <a:pt x="4099457" y="1392509"/>
                  </a:lnTo>
                  <a:lnTo>
                    <a:pt x="4100091" y="1384540"/>
                  </a:lnTo>
                  <a:lnTo>
                    <a:pt x="4100726" y="1376486"/>
                  </a:lnTo>
                  <a:lnTo>
                    <a:pt x="4101361" y="1367389"/>
                  </a:lnTo>
                  <a:lnTo>
                    <a:pt x="4101996" y="1359006"/>
                  </a:lnTo>
                  <a:lnTo>
                    <a:pt x="4102631" y="1349694"/>
                  </a:lnTo>
                  <a:lnTo>
                    <a:pt x="4103266" y="1340553"/>
                  </a:lnTo>
                  <a:lnTo>
                    <a:pt x="4103901" y="1331427"/>
                  </a:lnTo>
                  <a:lnTo>
                    <a:pt x="4104535" y="1322097"/>
                  </a:lnTo>
                  <a:lnTo>
                    <a:pt x="4105170" y="1312453"/>
                  </a:lnTo>
                  <a:lnTo>
                    <a:pt x="4105805" y="1302940"/>
                  </a:lnTo>
                  <a:lnTo>
                    <a:pt x="4106440" y="1293787"/>
                  </a:lnTo>
                  <a:lnTo>
                    <a:pt x="4107075" y="1285497"/>
                  </a:lnTo>
                  <a:lnTo>
                    <a:pt x="4107710" y="1277934"/>
                  </a:lnTo>
                  <a:lnTo>
                    <a:pt x="4108344" y="1271485"/>
                  </a:lnTo>
                  <a:lnTo>
                    <a:pt x="4108979" y="1263962"/>
                  </a:lnTo>
                  <a:lnTo>
                    <a:pt x="4109614" y="1256053"/>
                  </a:lnTo>
                  <a:lnTo>
                    <a:pt x="4110249" y="1248553"/>
                  </a:lnTo>
                  <a:lnTo>
                    <a:pt x="4110884" y="1241544"/>
                  </a:lnTo>
                  <a:lnTo>
                    <a:pt x="4111519" y="1234072"/>
                  </a:lnTo>
                  <a:lnTo>
                    <a:pt x="4112154" y="1226939"/>
                  </a:lnTo>
                  <a:lnTo>
                    <a:pt x="4112788" y="1220862"/>
                  </a:lnTo>
                  <a:lnTo>
                    <a:pt x="4113423" y="1215628"/>
                  </a:lnTo>
                  <a:lnTo>
                    <a:pt x="4114058" y="1211041"/>
                  </a:lnTo>
                  <a:lnTo>
                    <a:pt x="4114693" y="1206774"/>
                  </a:lnTo>
                  <a:lnTo>
                    <a:pt x="4115328" y="1201820"/>
                  </a:lnTo>
                  <a:lnTo>
                    <a:pt x="4115963" y="1196497"/>
                  </a:lnTo>
                  <a:lnTo>
                    <a:pt x="4116597" y="1190374"/>
                  </a:lnTo>
                  <a:lnTo>
                    <a:pt x="4117232" y="1183288"/>
                  </a:lnTo>
                  <a:lnTo>
                    <a:pt x="4117867" y="1176681"/>
                  </a:lnTo>
                  <a:lnTo>
                    <a:pt x="4118502" y="1170422"/>
                  </a:lnTo>
                  <a:lnTo>
                    <a:pt x="4119137" y="1162676"/>
                  </a:lnTo>
                  <a:lnTo>
                    <a:pt x="4119772" y="1154391"/>
                  </a:lnTo>
                  <a:lnTo>
                    <a:pt x="4120407" y="1144439"/>
                  </a:lnTo>
                  <a:lnTo>
                    <a:pt x="4121041" y="1132990"/>
                  </a:lnTo>
                  <a:lnTo>
                    <a:pt x="4121676" y="1119110"/>
                  </a:lnTo>
                  <a:lnTo>
                    <a:pt x="4122311" y="1104414"/>
                  </a:lnTo>
                  <a:lnTo>
                    <a:pt x="4122946" y="1088522"/>
                  </a:lnTo>
                  <a:lnTo>
                    <a:pt x="4123581" y="1072231"/>
                  </a:lnTo>
                  <a:lnTo>
                    <a:pt x="4124216" y="1056008"/>
                  </a:lnTo>
                  <a:lnTo>
                    <a:pt x="4124850" y="1040328"/>
                  </a:lnTo>
                  <a:lnTo>
                    <a:pt x="4125485" y="1024184"/>
                  </a:lnTo>
                  <a:lnTo>
                    <a:pt x="4126120" y="1007198"/>
                  </a:lnTo>
                  <a:lnTo>
                    <a:pt x="4126755" y="990509"/>
                  </a:lnTo>
                  <a:lnTo>
                    <a:pt x="4127390" y="973364"/>
                  </a:lnTo>
                  <a:lnTo>
                    <a:pt x="4128025" y="955399"/>
                  </a:lnTo>
                  <a:lnTo>
                    <a:pt x="4128660" y="938711"/>
                  </a:lnTo>
                  <a:lnTo>
                    <a:pt x="4129294" y="923553"/>
                  </a:lnTo>
                  <a:lnTo>
                    <a:pt x="4129929" y="908768"/>
                  </a:lnTo>
                  <a:lnTo>
                    <a:pt x="4130564" y="894719"/>
                  </a:lnTo>
                  <a:lnTo>
                    <a:pt x="4131199" y="882260"/>
                  </a:lnTo>
                  <a:lnTo>
                    <a:pt x="4131834" y="870264"/>
                  </a:lnTo>
                  <a:lnTo>
                    <a:pt x="4132469" y="859365"/>
                  </a:lnTo>
                  <a:lnTo>
                    <a:pt x="4133103" y="848735"/>
                  </a:lnTo>
                  <a:lnTo>
                    <a:pt x="4133738" y="838832"/>
                  </a:lnTo>
                  <a:lnTo>
                    <a:pt x="4134373" y="830430"/>
                  </a:lnTo>
                  <a:lnTo>
                    <a:pt x="4135008" y="822212"/>
                  </a:lnTo>
                  <a:lnTo>
                    <a:pt x="4135643" y="816210"/>
                  </a:lnTo>
                  <a:lnTo>
                    <a:pt x="4136278" y="811342"/>
                  </a:lnTo>
                  <a:lnTo>
                    <a:pt x="4136913" y="808417"/>
                  </a:lnTo>
                  <a:lnTo>
                    <a:pt x="4137547" y="807263"/>
                  </a:lnTo>
                  <a:lnTo>
                    <a:pt x="4138182" y="806838"/>
                  </a:lnTo>
                  <a:lnTo>
                    <a:pt x="4138817" y="806241"/>
                  </a:lnTo>
                  <a:lnTo>
                    <a:pt x="4139452" y="806251"/>
                  </a:lnTo>
                  <a:lnTo>
                    <a:pt x="4140087" y="807344"/>
                  </a:lnTo>
                  <a:lnTo>
                    <a:pt x="4140722" y="809429"/>
                  </a:lnTo>
                  <a:lnTo>
                    <a:pt x="4141356" y="812020"/>
                  </a:lnTo>
                  <a:lnTo>
                    <a:pt x="4141991" y="815765"/>
                  </a:lnTo>
                  <a:lnTo>
                    <a:pt x="4142626" y="821566"/>
                  </a:lnTo>
                  <a:lnTo>
                    <a:pt x="4143261" y="828197"/>
                  </a:lnTo>
                  <a:lnTo>
                    <a:pt x="4143896" y="835372"/>
                  </a:lnTo>
                  <a:lnTo>
                    <a:pt x="4144531" y="842411"/>
                  </a:lnTo>
                  <a:lnTo>
                    <a:pt x="4145166" y="848470"/>
                  </a:lnTo>
                  <a:lnTo>
                    <a:pt x="4145800" y="855785"/>
                  </a:lnTo>
                  <a:lnTo>
                    <a:pt x="4146435" y="864834"/>
                  </a:lnTo>
                  <a:lnTo>
                    <a:pt x="4147070" y="874860"/>
                  </a:lnTo>
                  <a:lnTo>
                    <a:pt x="4147705" y="886642"/>
                  </a:lnTo>
                  <a:lnTo>
                    <a:pt x="4148340" y="899891"/>
                  </a:lnTo>
                  <a:lnTo>
                    <a:pt x="4148975" y="914767"/>
                  </a:lnTo>
                  <a:lnTo>
                    <a:pt x="4149609" y="931296"/>
                  </a:lnTo>
                  <a:lnTo>
                    <a:pt x="4150244" y="948595"/>
                  </a:lnTo>
                  <a:lnTo>
                    <a:pt x="4150879" y="966550"/>
                  </a:lnTo>
                  <a:lnTo>
                    <a:pt x="4151514" y="983566"/>
                  </a:lnTo>
                  <a:lnTo>
                    <a:pt x="4152149" y="998239"/>
                  </a:lnTo>
                  <a:lnTo>
                    <a:pt x="4152784" y="1012977"/>
                  </a:lnTo>
                  <a:lnTo>
                    <a:pt x="4153418" y="1024148"/>
                  </a:lnTo>
                  <a:lnTo>
                    <a:pt x="4154053" y="1035222"/>
                  </a:lnTo>
                  <a:lnTo>
                    <a:pt x="4154688" y="1046794"/>
                  </a:lnTo>
                  <a:lnTo>
                    <a:pt x="4155323" y="1055400"/>
                  </a:lnTo>
                  <a:lnTo>
                    <a:pt x="4155958" y="1061508"/>
                  </a:lnTo>
                  <a:lnTo>
                    <a:pt x="4156593" y="1066441"/>
                  </a:lnTo>
                  <a:lnTo>
                    <a:pt x="4157228" y="1070265"/>
                  </a:lnTo>
                  <a:lnTo>
                    <a:pt x="4157862" y="1072568"/>
                  </a:lnTo>
                  <a:lnTo>
                    <a:pt x="4158497" y="1072780"/>
                  </a:lnTo>
                  <a:lnTo>
                    <a:pt x="4159132" y="1071716"/>
                  </a:lnTo>
                  <a:lnTo>
                    <a:pt x="4159767" y="1069566"/>
                  </a:lnTo>
                  <a:lnTo>
                    <a:pt x="4160402" y="1065775"/>
                  </a:lnTo>
                  <a:lnTo>
                    <a:pt x="4161037" y="1059226"/>
                  </a:lnTo>
                  <a:lnTo>
                    <a:pt x="4161671" y="1053112"/>
                  </a:lnTo>
                  <a:lnTo>
                    <a:pt x="4162306" y="1044570"/>
                  </a:lnTo>
                  <a:lnTo>
                    <a:pt x="4162941" y="1036839"/>
                  </a:lnTo>
                  <a:lnTo>
                    <a:pt x="4163576" y="1029913"/>
                  </a:lnTo>
                  <a:lnTo>
                    <a:pt x="4164211" y="1023581"/>
                  </a:lnTo>
                  <a:lnTo>
                    <a:pt x="4164846" y="1016926"/>
                  </a:lnTo>
                  <a:lnTo>
                    <a:pt x="4165481" y="1010936"/>
                  </a:lnTo>
                  <a:lnTo>
                    <a:pt x="4166115" y="1004299"/>
                  </a:lnTo>
                  <a:lnTo>
                    <a:pt x="4166750" y="997820"/>
                  </a:lnTo>
                  <a:lnTo>
                    <a:pt x="4167385" y="992501"/>
                  </a:lnTo>
                  <a:lnTo>
                    <a:pt x="4168020" y="988506"/>
                  </a:lnTo>
                  <a:lnTo>
                    <a:pt x="4168655" y="985595"/>
                  </a:lnTo>
                  <a:lnTo>
                    <a:pt x="4169290" y="983064"/>
                  </a:lnTo>
                  <a:lnTo>
                    <a:pt x="4169924" y="982053"/>
                  </a:lnTo>
                  <a:lnTo>
                    <a:pt x="4170559" y="982656"/>
                  </a:lnTo>
                  <a:lnTo>
                    <a:pt x="4171194" y="984023"/>
                  </a:lnTo>
                  <a:lnTo>
                    <a:pt x="4171829" y="987537"/>
                  </a:lnTo>
                  <a:lnTo>
                    <a:pt x="4172464" y="992015"/>
                  </a:lnTo>
                  <a:lnTo>
                    <a:pt x="4173099" y="996553"/>
                  </a:lnTo>
                  <a:lnTo>
                    <a:pt x="4173734" y="1000516"/>
                  </a:lnTo>
                  <a:lnTo>
                    <a:pt x="4174368" y="1003449"/>
                  </a:lnTo>
                  <a:lnTo>
                    <a:pt x="4175003" y="1006903"/>
                  </a:lnTo>
                  <a:lnTo>
                    <a:pt x="4175638" y="1010998"/>
                  </a:lnTo>
                  <a:lnTo>
                    <a:pt x="4176273" y="1015145"/>
                  </a:lnTo>
                  <a:lnTo>
                    <a:pt x="4176908" y="1018934"/>
                  </a:lnTo>
                  <a:lnTo>
                    <a:pt x="4177543" y="1022704"/>
                  </a:lnTo>
                  <a:lnTo>
                    <a:pt x="4178177" y="1025936"/>
                  </a:lnTo>
                  <a:lnTo>
                    <a:pt x="4178812" y="1028627"/>
                  </a:lnTo>
                  <a:lnTo>
                    <a:pt x="4179447" y="1031199"/>
                  </a:lnTo>
                  <a:lnTo>
                    <a:pt x="4180082" y="1032457"/>
                  </a:lnTo>
                  <a:lnTo>
                    <a:pt x="4180717" y="1032511"/>
                  </a:lnTo>
                  <a:lnTo>
                    <a:pt x="4181352" y="1031032"/>
                  </a:lnTo>
                  <a:lnTo>
                    <a:pt x="4181987" y="1028989"/>
                  </a:lnTo>
                  <a:lnTo>
                    <a:pt x="4182621" y="1024948"/>
                  </a:lnTo>
                  <a:lnTo>
                    <a:pt x="4183256" y="1019221"/>
                  </a:lnTo>
                  <a:lnTo>
                    <a:pt x="4183891" y="1012139"/>
                  </a:lnTo>
                  <a:lnTo>
                    <a:pt x="4184526" y="1003772"/>
                  </a:lnTo>
                  <a:lnTo>
                    <a:pt x="4185161" y="994169"/>
                  </a:lnTo>
                  <a:lnTo>
                    <a:pt x="4185796" y="984428"/>
                  </a:lnTo>
                  <a:lnTo>
                    <a:pt x="4186430" y="973299"/>
                  </a:lnTo>
                  <a:lnTo>
                    <a:pt x="4187065" y="960927"/>
                  </a:lnTo>
                  <a:lnTo>
                    <a:pt x="4187700" y="949702"/>
                  </a:lnTo>
                  <a:lnTo>
                    <a:pt x="4188335" y="937882"/>
                  </a:lnTo>
                  <a:lnTo>
                    <a:pt x="4188970" y="924340"/>
                  </a:lnTo>
                  <a:lnTo>
                    <a:pt x="4189605" y="912034"/>
                  </a:lnTo>
                  <a:lnTo>
                    <a:pt x="4190240" y="898862"/>
                  </a:lnTo>
                  <a:lnTo>
                    <a:pt x="4190874" y="885853"/>
                  </a:lnTo>
                  <a:lnTo>
                    <a:pt x="4191509" y="873244"/>
                  </a:lnTo>
                  <a:lnTo>
                    <a:pt x="4192144" y="860716"/>
                  </a:lnTo>
                  <a:lnTo>
                    <a:pt x="4192779" y="849683"/>
                  </a:lnTo>
                  <a:lnTo>
                    <a:pt x="4193414" y="837057"/>
                  </a:lnTo>
                  <a:lnTo>
                    <a:pt x="4194049" y="825131"/>
                  </a:lnTo>
                  <a:lnTo>
                    <a:pt x="4194683" y="811584"/>
                  </a:lnTo>
                  <a:lnTo>
                    <a:pt x="4195318" y="798363"/>
                  </a:lnTo>
                  <a:lnTo>
                    <a:pt x="4195953" y="785017"/>
                  </a:lnTo>
                  <a:lnTo>
                    <a:pt x="4196588" y="771252"/>
                  </a:lnTo>
                  <a:lnTo>
                    <a:pt x="4197223" y="758590"/>
                  </a:lnTo>
                  <a:lnTo>
                    <a:pt x="4197858" y="746586"/>
                  </a:lnTo>
                  <a:lnTo>
                    <a:pt x="4198493" y="733188"/>
                  </a:lnTo>
                  <a:lnTo>
                    <a:pt x="4199127" y="721225"/>
                  </a:lnTo>
                  <a:lnTo>
                    <a:pt x="4199762" y="710584"/>
                  </a:lnTo>
                  <a:lnTo>
                    <a:pt x="4200397" y="698846"/>
                  </a:lnTo>
                  <a:lnTo>
                    <a:pt x="4201032" y="687975"/>
                  </a:lnTo>
                  <a:lnTo>
                    <a:pt x="4201667" y="678766"/>
                  </a:lnTo>
                  <a:lnTo>
                    <a:pt x="4202302" y="670734"/>
                  </a:lnTo>
                  <a:lnTo>
                    <a:pt x="4202936" y="662704"/>
                  </a:lnTo>
                  <a:lnTo>
                    <a:pt x="4203571" y="656434"/>
                  </a:lnTo>
                  <a:lnTo>
                    <a:pt x="4204206" y="652051"/>
                  </a:lnTo>
                  <a:lnTo>
                    <a:pt x="4204841" y="648766"/>
                  </a:lnTo>
                  <a:lnTo>
                    <a:pt x="4205476" y="646268"/>
                  </a:lnTo>
                  <a:lnTo>
                    <a:pt x="4206111" y="645496"/>
                  </a:lnTo>
                  <a:lnTo>
                    <a:pt x="4206746" y="645243"/>
                  </a:lnTo>
                  <a:lnTo>
                    <a:pt x="4207380" y="645947"/>
                  </a:lnTo>
                  <a:lnTo>
                    <a:pt x="4208015" y="647522"/>
                  </a:lnTo>
                  <a:lnTo>
                    <a:pt x="4208650" y="649022"/>
                  </a:lnTo>
                  <a:lnTo>
                    <a:pt x="4209285" y="650245"/>
                  </a:lnTo>
                  <a:lnTo>
                    <a:pt x="4209920" y="651025"/>
                  </a:lnTo>
                  <a:lnTo>
                    <a:pt x="4210555" y="650880"/>
                  </a:lnTo>
                  <a:lnTo>
                    <a:pt x="4211189" y="649224"/>
                  </a:lnTo>
                  <a:lnTo>
                    <a:pt x="4211824" y="647265"/>
                  </a:lnTo>
                  <a:lnTo>
                    <a:pt x="4212459" y="644978"/>
                  </a:lnTo>
                  <a:lnTo>
                    <a:pt x="4213094" y="642266"/>
                  </a:lnTo>
                  <a:lnTo>
                    <a:pt x="4213729" y="640124"/>
                  </a:lnTo>
                  <a:lnTo>
                    <a:pt x="4214364" y="638725"/>
                  </a:lnTo>
                  <a:lnTo>
                    <a:pt x="4214998" y="637725"/>
                  </a:lnTo>
                  <a:lnTo>
                    <a:pt x="4215633" y="636986"/>
                  </a:lnTo>
                  <a:lnTo>
                    <a:pt x="4216268" y="635398"/>
                  </a:lnTo>
                  <a:lnTo>
                    <a:pt x="4216903" y="633241"/>
                  </a:lnTo>
                  <a:lnTo>
                    <a:pt x="4217538" y="630582"/>
                  </a:lnTo>
                  <a:lnTo>
                    <a:pt x="4218173" y="627615"/>
                  </a:lnTo>
                  <a:lnTo>
                    <a:pt x="4218808" y="624504"/>
                  </a:lnTo>
                  <a:lnTo>
                    <a:pt x="4219442" y="621035"/>
                  </a:lnTo>
                  <a:lnTo>
                    <a:pt x="4220077" y="618596"/>
                  </a:lnTo>
                  <a:lnTo>
                    <a:pt x="4220712" y="616680"/>
                  </a:lnTo>
                  <a:lnTo>
                    <a:pt x="4221347" y="614803"/>
                  </a:lnTo>
                  <a:lnTo>
                    <a:pt x="4221982" y="614133"/>
                  </a:lnTo>
                  <a:lnTo>
                    <a:pt x="4222617" y="612873"/>
                  </a:lnTo>
                  <a:lnTo>
                    <a:pt x="4223251" y="610127"/>
                  </a:lnTo>
                  <a:lnTo>
                    <a:pt x="4223886" y="606227"/>
                  </a:lnTo>
                  <a:lnTo>
                    <a:pt x="4224521" y="602112"/>
                  </a:lnTo>
                  <a:lnTo>
                    <a:pt x="4225156" y="597436"/>
                  </a:lnTo>
                  <a:lnTo>
                    <a:pt x="4225791" y="592386"/>
                  </a:lnTo>
                  <a:lnTo>
                    <a:pt x="4226426" y="587310"/>
                  </a:lnTo>
                  <a:lnTo>
                    <a:pt x="4227061" y="582340"/>
                  </a:lnTo>
                  <a:lnTo>
                    <a:pt x="4227695" y="577831"/>
                  </a:lnTo>
                  <a:lnTo>
                    <a:pt x="4228330" y="574748"/>
                  </a:lnTo>
                  <a:lnTo>
                    <a:pt x="4228965" y="571888"/>
                  </a:lnTo>
                  <a:lnTo>
                    <a:pt x="4229600" y="570260"/>
                  </a:lnTo>
                  <a:lnTo>
                    <a:pt x="4230235" y="567664"/>
                  </a:lnTo>
                  <a:lnTo>
                    <a:pt x="4230870" y="565831"/>
                  </a:lnTo>
                  <a:lnTo>
                    <a:pt x="4231504" y="564833"/>
                  </a:lnTo>
                  <a:lnTo>
                    <a:pt x="4232139" y="564891"/>
                  </a:lnTo>
                  <a:lnTo>
                    <a:pt x="4232774" y="565892"/>
                  </a:lnTo>
                  <a:lnTo>
                    <a:pt x="4233409" y="566494"/>
                  </a:lnTo>
                  <a:lnTo>
                    <a:pt x="4234044" y="568463"/>
                  </a:lnTo>
                  <a:lnTo>
                    <a:pt x="4234679" y="571127"/>
                  </a:lnTo>
                  <a:lnTo>
                    <a:pt x="4235314" y="574622"/>
                  </a:lnTo>
                  <a:lnTo>
                    <a:pt x="4235948" y="580739"/>
                  </a:lnTo>
                  <a:lnTo>
                    <a:pt x="4236583" y="588539"/>
                  </a:lnTo>
                  <a:lnTo>
                    <a:pt x="4237218" y="596516"/>
                  </a:lnTo>
                  <a:lnTo>
                    <a:pt x="4237853" y="605200"/>
                  </a:lnTo>
                  <a:lnTo>
                    <a:pt x="4238488" y="613388"/>
                  </a:lnTo>
                  <a:lnTo>
                    <a:pt x="4239123" y="622313"/>
                  </a:lnTo>
                  <a:lnTo>
                    <a:pt x="4239757" y="630157"/>
                  </a:lnTo>
                  <a:lnTo>
                    <a:pt x="4240392" y="637346"/>
                  </a:lnTo>
                  <a:lnTo>
                    <a:pt x="4241027" y="643841"/>
                  </a:lnTo>
                  <a:lnTo>
                    <a:pt x="4241662" y="648961"/>
                  </a:lnTo>
                  <a:lnTo>
                    <a:pt x="4242297" y="654713"/>
                  </a:lnTo>
                  <a:lnTo>
                    <a:pt x="4242932" y="659864"/>
                  </a:lnTo>
                  <a:lnTo>
                    <a:pt x="4243567" y="664416"/>
                  </a:lnTo>
                  <a:lnTo>
                    <a:pt x="4244201" y="668793"/>
                  </a:lnTo>
                  <a:lnTo>
                    <a:pt x="4244836" y="671187"/>
                  </a:lnTo>
                  <a:lnTo>
                    <a:pt x="4245471" y="672148"/>
                  </a:lnTo>
                  <a:lnTo>
                    <a:pt x="4246106" y="673354"/>
                  </a:lnTo>
                  <a:lnTo>
                    <a:pt x="4246741" y="674190"/>
                  </a:lnTo>
                  <a:lnTo>
                    <a:pt x="4247376" y="675070"/>
                  </a:lnTo>
                  <a:lnTo>
                    <a:pt x="4248010" y="677088"/>
                  </a:lnTo>
                  <a:lnTo>
                    <a:pt x="4248645" y="681091"/>
                  </a:lnTo>
                  <a:lnTo>
                    <a:pt x="4249280" y="685472"/>
                  </a:lnTo>
                  <a:lnTo>
                    <a:pt x="4249915" y="690100"/>
                  </a:lnTo>
                  <a:lnTo>
                    <a:pt x="4250550" y="695217"/>
                  </a:lnTo>
                  <a:lnTo>
                    <a:pt x="4251185" y="699346"/>
                  </a:lnTo>
                  <a:lnTo>
                    <a:pt x="4251820" y="704615"/>
                  </a:lnTo>
                  <a:lnTo>
                    <a:pt x="4252454" y="711099"/>
                  </a:lnTo>
                  <a:lnTo>
                    <a:pt x="4253089" y="719004"/>
                  </a:lnTo>
                  <a:lnTo>
                    <a:pt x="4253724" y="727868"/>
                  </a:lnTo>
                  <a:lnTo>
                    <a:pt x="4254359" y="737885"/>
                  </a:lnTo>
                  <a:lnTo>
                    <a:pt x="4254994" y="749569"/>
                  </a:lnTo>
                  <a:lnTo>
                    <a:pt x="4255629" y="760615"/>
                  </a:lnTo>
                  <a:lnTo>
                    <a:pt x="4256263" y="770624"/>
                  </a:lnTo>
                  <a:lnTo>
                    <a:pt x="4256898" y="780582"/>
                  </a:lnTo>
                  <a:lnTo>
                    <a:pt x="4257533" y="789275"/>
                  </a:lnTo>
                  <a:lnTo>
                    <a:pt x="4258168" y="796365"/>
                  </a:lnTo>
                  <a:lnTo>
                    <a:pt x="4258803" y="802122"/>
                  </a:lnTo>
                  <a:lnTo>
                    <a:pt x="4259438" y="806545"/>
                  </a:lnTo>
                  <a:lnTo>
                    <a:pt x="4260073" y="809969"/>
                  </a:lnTo>
                  <a:lnTo>
                    <a:pt x="4260707" y="812164"/>
                  </a:lnTo>
                  <a:lnTo>
                    <a:pt x="4261342" y="812912"/>
                  </a:lnTo>
                  <a:lnTo>
                    <a:pt x="4261977" y="812885"/>
                  </a:lnTo>
                  <a:lnTo>
                    <a:pt x="4262612" y="811215"/>
                  </a:lnTo>
                  <a:lnTo>
                    <a:pt x="4263247" y="808089"/>
                  </a:lnTo>
                  <a:lnTo>
                    <a:pt x="4263882" y="802710"/>
                  </a:lnTo>
                  <a:lnTo>
                    <a:pt x="4264516" y="794916"/>
                  </a:lnTo>
                  <a:lnTo>
                    <a:pt x="4265151" y="785378"/>
                  </a:lnTo>
                  <a:lnTo>
                    <a:pt x="4265786" y="774642"/>
                  </a:lnTo>
                  <a:lnTo>
                    <a:pt x="4266421" y="761821"/>
                  </a:lnTo>
                  <a:lnTo>
                    <a:pt x="4267056" y="747919"/>
                  </a:lnTo>
                  <a:lnTo>
                    <a:pt x="4267691" y="732851"/>
                  </a:lnTo>
                  <a:lnTo>
                    <a:pt x="4268325" y="718561"/>
                  </a:lnTo>
                  <a:lnTo>
                    <a:pt x="4268960" y="705173"/>
                  </a:lnTo>
                  <a:lnTo>
                    <a:pt x="4269595" y="692268"/>
                  </a:lnTo>
                  <a:lnTo>
                    <a:pt x="4270230" y="679914"/>
                  </a:lnTo>
                  <a:lnTo>
                    <a:pt x="4270865" y="667985"/>
                  </a:lnTo>
                  <a:lnTo>
                    <a:pt x="4271500" y="654847"/>
                  </a:lnTo>
                  <a:lnTo>
                    <a:pt x="4272135" y="642371"/>
                  </a:lnTo>
                  <a:lnTo>
                    <a:pt x="4272769" y="630610"/>
                  </a:lnTo>
                  <a:lnTo>
                    <a:pt x="4273404" y="619407"/>
                  </a:lnTo>
                  <a:lnTo>
                    <a:pt x="4274039" y="609238"/>
                  </a:lnTo>
                  <a:lnTo>
                    <a:pt x="4274674" y="600959"/>
                  </a:lnTo>
                  <a:lnTo>
                    <a:pt x="4275309" y="594236"/>
                  </a:lnTo>
                  <a:lnTo>
                    <a:pt x="4275944" y="588960"/>
                  </a:lnTo>
                  <a:lnTo>
                    <a:pt x="4276578" y="584523"/>
                  </a:lnTo>
                  <a:lnTo>
                    <a:pt x="4277213" y="580874"/>
                  </a:lnTo>
                  <a:lnTo>
                    <a:pt x="4277848" y="577570"/>
                  </a:lnTo>
                  <a:lnTo>
                    <a:pt x="4278483" y="573925"/>
                  </a:lnTo>
                  <a:lnTo>
                    <a:pt x="4279118" y="571636"/>
                  </a:lnTo>
                  <a:lnTo>
                    <a:pt x="4279753" y="569398"/>
                  </a:lnTo>
                  <a:lnTo>
                    <a:pt x="4280388" y="569529"/>
                  </a:lnTo>
                  <a:lnTo>
                    <a:pt x="4281022" y="571440"/>
                  </a:lnTo>
                  <a:lnTo>
                    <a:pt x="4281657" y="574268"/>
                  </a:lnTo>
                  <a:lnTo>
                    <a:pt x="4282292" y="578050"/>
                  </a:lnTo>
                  <a:lnTo>
                    <a:pt x="4282927" y="583089"/>
                  </a:lnTo>
                  <a:lnTo>
                    <a:pt x="4283562" y="588513"/>
                  </a:lnTo>
                  <a:lnTo>
                    <a:pt x="4284197" y="594129"/>
                  </a:lnTo>
                  <a:lnTo>
                    <a:pt x="4284831" y="600810"/>
                  </a:lnTo>
                  <a:lnTo>
                    <a:pt x="4285466" y="609212"/>
                  </a:lnTo>
                  <a:lnTo>
                    <a:pt x="4286101" y="618264"/>
                  </a:lnTo>
                  <a:lnTo>
                    <a:pt x="4286736" y="626943"/>
                  </a:lnTo>
                  <a:lnTo>
                    <a:pt x="4287371" y="635897"/>
                  </a:lnTo>
                  <a:lnTo>
                    <a:pt x="4288006" y="646199"/>
                  </a:lnTo>
                  <a:lnTo>
                    <a:pt x="4288641" y="655028"/>
                  </a:lnTo>
                  <a:lnTo>
                    <a:pt x="4289275" y="664590"/>
                  </a:lnTo>
                  <a:lnTo>
                    <a:pt x="4289910" y="673011"/>
                  </a:lnTo>
                  <a:lnTo>
                    <a:pt x="4290545" y="680434"/>
                  </a:lnTo>
                  <a:lnTo>
                    <a:pt x="4291180" y="687716"/>
                  </a:lnTo>
                  <a:lnTo>
                    <a:pt x="4291815" y="696142"/>
                  </a:lnTo>
                  <a:lnTo>
                    <a:pt x="4292450" y="704515"/>
                  </a:lnTo>
                  <a:lnTo>
                    <a:pt x="4293084" y="713852"/>
                  </a:lnTo>
                  <a:lnTo>
                    <a:pt x="4293719" y="723533"/>
                  </a:lnTo>
                  <a:lnTo>
                    <a:pt x="4294354" y="732437"/>
                  </a:lnTo>
                  <a:lnTo>
                    <a:pt x="4294989" y="739476"/>
                  </a:lnTo>
                  <a:lnTo>
                    <a:pt x="4295624" y="745655"/>
                  </a:lnTo>
                  <a:lnTo>
                    <a:pt x="4296259" y="751413"/>
                  </a:lnTo>
                  <a:lnTo>
                    <a:pt x="4296894" y="755203"/>
                  </a:lnTo>
                  <a:lnTo>
                    <a:pt x="4297528" y="758310"/>
                  </a:lnTo>
                  <a:lnTo>
                    <a:pt x="4298163" y="761715"/>
                  </a:lnTo>
                  <a:lnTo>
                    <a:pt x="4298798" y="764817"/>
                  </a:lnTo>
                  <a:lnTo>
                    <a:pt x="4299433" y="768687"/>
                  </a:lnTo>
                  <a:lnTo>
                    <a:pt x="4300068" y="771349"/>
                  </a:lnTo>
                  <a:lnTo>
                    <a:pt x="4300703" y="773382"/>
                  </a:lnTo>
                  <a:lnTo>
                    <a:pt x="4301337" y="774639"/>
                  </a:lnTo>
                  <a:lnTo>
                    <a:pt x="4301972" y="775013"/>
                  </a:lnTo>
                  <a:lnTo>
                    <a:pt x="4302607" y="772902"/>
                  </a:lnTo>
                  <a:lnTo>
                    <a:pt x="4303242" y="770166"/>
                  </a:lnTo>
                  <a:lnTo>
                    <a:pt x="4303877" y="766544"/>
                  </a:lnTo>
                  <a:lnTo>
                    <a:pt x="4304512" y="762705"/>
                  </a:lnTo>
                  <a:lnTo>
                    <a:pt x="4305147" y="758737"/>
                  </a:lnTo>
                  <a:lnTo>
                    <a:pt x="4305781" y="753401"/>
                  </a:lnTo>
                  <a:lnTo>
                    <a:pt x="4306416" y="747893"/>
                  </a:lnTo>
                  <a:lnTo>
                    <a:pt x="4307051" y="742727"/>
                  </a:lnTo>
                  <a:lnTo>
                    <a:pt x="4307686" y="738334"/>
                  </a:lnTo>
                  <a:lnTo>
                    <a:pt x="4308321" y="735270"/>
                  </a:lnTo>
                  <a:lnTo>
                    <a:pt x="4308956" y="732675"/>
                  </a:lnTo>
                  <a:lnTo>
                    <a:pt x="4309590" y="731888"/>
                  </a:lnTo>
                  <a:lnTo>
                    <a:pt x="4310225" y="732846"/>
                  </a:lnTo>
                  <a:lnTo>
                    <a:pt x="4310860" y="735033"/>
                  </a:lnTo>
                  <a:lnTo>
                    <a:pt x="4311495" y="737613"/>
                  </a:lnTo>
                  <a:lnTo>
                    <a:pt x="4312130" y="741456"/>
                  </a:lnTo>
                  <a:lnTo>
                    <a:pt x="4312765" y="744016"/>
                  </a:lnTo>
                  <a:lnTo>
                    <a:pt x="4313400" y="747113"/>
                  </a:lnTo>
                  <a:lnTo>
                    <a:pt x="4314034" y="749985"/>
                  </a:lnTo>
                  <a:lnTo>
                    <a:pt x="4314669" y="753019"/>
                  </a:lnTo>
                  <a:lnTo>
                    <a:pt x="4315304" y="757986"/>
                  </a:lnTo>
                  <a:lnTo>
                    <a:pt x="4315939" y="765785"/>
                  </a:lnTo>
                  <a:lnTo>
                    <a:pt x="4316574" y="772926"/>
                  </a:lnTo>
                  <a:lnTo>
                    <a:pt x="4317209" y="781603"/>
                  </a:lnTo>
                  <a:lnTo>
                    <a:pt x="4317843" y="791309"/>
                  </a:lnTo>
                  <a:lnTo>
                    <a:pt x="4318478" y="802532"/>
                  </a:lnTo>
                  <a:lnTo>
                    <a:pt x="4319113" y="813856"/>
                  </a:lnTo>
                  <a:lnTo>
                    <a:pt x="4319748" y="824618"/>
                  </a:lnTo>
                  <a:lnTo>
                    <a:pt x="4320383" y="837946"/>
                  </a:lnTo>
                  <a:lnTo>
                    <a:pt x="4321018" y="852066"/>
                  </a:lnTo>
                  <a:lnTo>
                    <a:pt x="4321652" y="868353"/>
                  </a:lnTo>
                  <a:lnTo>
                    <a:pt x="4322287" y="886318"/>
                  </a:lnTo>
                  <a:lnTo>
                    <a:pt x="4322922" y="905451"/>
                  </a:lnTo>
                  <a:lnTo>
                    <a:pt x="4323557" y="924098"/>
                  </a:lnTo>
                  <a:lnTo>
                    <a:pt x="4324192" y="942430"/>
                  </a:lnTo>
                  <a:lnTo>
                    <a:pt x="4324827" y="960035"/>
                  </a:lnTo>
                  <a:lnTo>
                    <a:pt x="4325462" y="978249"/>
                  </a:lnTo>
                  <a:lnTo>
                    <a:pt x="4326096" y="995029"/>
                  </a:lnTo>
                  <a:lnTo>
                    <a:pt x="4326731" y="1010352"/>
                  </a:lnTo>
                  <a:lnTo>
                    <a:pt x="4327366" y="1026567"/>
                  </a:lnTo>
                  <a:lnTo>
                    <a:pt x="4328001" y="1041860"/>
                  </a:lnTo>
                  <a:lnTo>
                    <a:pt x="4328636" y="1054866"/>
                  </a:lnTo>
                  <a:lnTo>
                    <a:pt x="4329271" y="1066991"/>
                  </a:lnTo>
                  <a:lnTo>
                    <a:pt x="4329905" y="1077699"/>
                  </a:lnTo>
                  <a:lnTo>
                    <a:pt x="4330540" y="1085817"/>
                  </a:lnTo>
                  <a:lnTo>
                    <a:pt x="4331175" y="1090897"/>
                  </a:lnTo>
                  <a:lnTo>
                    <a:pt x="4331810" y="1093752"/>
                  </a:lnTo>
                  <a:lnTo>
                    <a:pt x="4332445" y="1093883"/>
                  </a:lnTo>
                  <a:lnTo>
                    <a:pt x="4333080" y="1090553"/>
                  </a:lnTo>
                  <a:lnTo>
                    <a:pt x="4333715" y="1085412"/>
                  </a:lnTo>
                  <a:lnTo>
                    <a:pt x="4334349" y="1078347"/>
                  </a:lnTo>
                  <a:lnTo>
                    <a:pt x="4334984" y="1070210"/>
                  </a:lnTo>
                  <a:lnTo>
                    <a:pt x="4335619" y="1061900"/>
                  </a:lnTo>
                  <a:lnTo>
                    <a:pt x="4336254" y="1053722"/>
                  </a:lnTo>
                  <a:lnTo>
                    <a:pt x="4336889" y="1045858"/>
                  </a:lnTo>
                  <a:lnTo>
                    <a:pt x="4337524" y="1038571"/>
                  </a:lnTo>
                  <a:lnTo>
                    <a:pt x="4338158" y="1032538"/>
                  </a:lnTo>
                  <a:lnTo>
                    <a:pt x="4338793" y="1025866"/>
                  </a:lnTo>
                  <a:lnTo>
                    <a:pt x="4339428" y="1018976"/>
                  </a:lnTo>
                  <a:lnTo>
                    <a:pt x="4340063" y="1012371"/>
                  </a:lnTo>
                  <a:lnTo>
                    <a:pt x="4340698" y="1006547"/>
                  </a:lnTo>
                  <a:lnTo>
                    <a:pt x="4341333" y="1001306"/>
                  </a:lnTo>
                  <a:lnTo>
                    <a:pt x="4341968" y="996177"/>
                  </a:lnTo>
                  <a:lnTo>
                    <a:pt x="4342602" y="992263"/>
                  </a:lnTo>
                  <a:lnTo>
                    <a:pt x="4343237" y="988558"/>
                  </a:lnTo>
                  <a:lnTo>
                    <a:pt x="4343872" y="985171"/>
                  </a:lnTo>
                  <a:lnTo>
                    <a:pt x="4344507" y="983280"/>
                  </a:lnTo>
                  <a:lnTo>
                    <a:pt x="4345142" y="981725"/>
                  </a:lnTo>
                  <a:lnTo>
                    <a:pt x="4345777" y="979990"/>
                  </a:lnTo>
                  <a:lnTo>
                    <a:pt x="4346411" y="978813"/>
                  </a:lnTo>
                  <a:lnTo>
                    <a:pt x="4347046" y="976605"/>
                  </a:lnTo>
                  <a:lnTo>
                    <a:pt x="4347681" y="973674"/>
                  </a:lnTo>
                  <a:lnTo>
                    <a:pt x="4348316" y="971902"/>
                  </a:lnTo>
                  <a:lnTo>
                    <a:pt x="4348951" y="969058"/>
                  </a:lnTo>
                  <a:lnTo>
                    <a:pt x="4349586" y="966625"/>
                  </a:lnTo>
                  <a:lnTo>
                    <a:pt x="4350221" y="964743"/>
                  </a:lnTo>
                  <a:lnTo>
                    <a:pt x="4350855" y="963195"/>
                  </a:lnTo>
                  <a:lnTo>
                    <a:pt x="4351490" y="962150"/>
                  </a:lnTo>
                  <a:lnTo>
                    <a:pt x="4352125" y="962387"/>
                  </a:lnTo>
                  <a:lnTo>
                    <a:pt x="4352760" y="962885"/>
                  </a:lnTo>
                  <a:lnTo>
                    <a:pt x="4353395" y="963593"/>
                  </a:lnTo>
                  <a:lnTo>
                    <a:pt x="4354030" y="965342"/>
                  </a:lnTo>
                  <a:lnTo>
                    <a:pt x="4354664" y="966953"/>
                  </a:lnTo>
                  <a:lnTo>
                    <a:pt x="4355299" y="968066"/>
                  </a:lnTo>
                  <a:lnTo>
                    <a:pt x="4355934" y="968482"/>
                  </a:lnTo>
                  <a:lnTo>
                    <a:pt x="4356569" y="969350"/>
                  </a:lnTo>
                  <a:lnTo>
                    <a:pt x="4357204" y="970406"/>
                  </a:lnTo>
                  <a:lnTo>
                    <a:pt x="4357839" y="970188"/>
                  </a:lnTo>
                  <a:lnTo>
                    <a:pt x="4358474" y="967997"/>
                  </a:lnTo>
                  <a:lnTo>
                    <a:pt x="4359108" y="966297"/>
                  </a:lnTo>
                  <a:lnTo>
                    <a:pt x="4359743" y="964557"/>
                  </a:lnTo>
                  <a:lnTo>
                    <a:pt x="4360378" y="964221"/>
                  </a:lnTo>
                  <a:lnTo>
                    <a:pt x="4361013" y="963762"/>
                  </a:lnTo>
                  <a:lnTo>
                    <a:pt x="4361648" y="964055"/>
                  </a:lnTo>
                  <a:lnTo>
                    <a:pt x="4362283" y="964298"/>
                  </a:lnTo>
                  <a:lnTo>
                    <a:pt x="4362917" y="964237"/>
                  </a:lnTo>
                  <a:lnTo>
                    <a:pt x="4363552" y="962456"/>
                  </a:lnTo>
                  <a:lnTo>
                    <a:pt x="4364187" y="960260"/>
                  </a:lnTo>
                  <a:lnTo>
                    <a:pt x="4364822" y="958235"/>
                  </a:lnTo>
                  <a:lnTo>
                    <a:pt x="4365457" y="956788"/>
                  </a:lnTo>
                  <a:lnTo>
                    <a:pt x="4366092" y="955605"/>
                  </a:lnTo>
                  <a:lnTo>
                    <a:pt x="4366727" y="955413"/>
                  </a:lnTo>
                  <a:lnTo>
                    <a:pt x="4367361" y="954864"/>
                  </a:lnTo>
                  <a:lnTo>
                    <a:pt x="4367996" y="954016"/>
                  </a:lnTo>
                  <a:lnTo>
                    <a:pt x="4368631" y="953886"/>
                  </a:lnTo>
                  <a:lnTo>
                    <a:pt x="4369266" y="953448"/>
                  </a:lnTo>
                  <a:lnTo>
                    <a:pt x="4369901" y="954254"/>
                  </a:lnTo>
                  <a:lnTo>
                    <a:pt x="4370536" y="955709"/>
                  </a:lnTo>
                  <a:lnTo>
                    <a:pt x="4371170" y="959043"/>
                  </a:lnTo>
                  <a:lnTo>
                    <a:pt x="4371805" y="962990"/>
                  </a:lnTo>
                  <a:lnTo>
                    <a:pt x="4372440" y="967531"/>
                  </a:lnTo>
                  <a:lnTo>
                    <a:pt x="4373075" y="973378"/>
                  </a:lnTo>
                  <a:lnTo>
                    <a:pt x="4373710" y="979961"/>
                  </a:lnTo>
                  <a:lnTo>
                    <a:pt x="4374345" y="986698"/>
                  </a:lnTo>
                  <a:lnTo>
                    <a:pt x="4374980" y="993468"/>
                  </a:lnTo>
                  <a:lnTo>
                    <a:pt x="4375614" y="999775"/>
                  </a:lnTo>
                  <a:lnTo>
                    <a:pt x="4376249" y="1006451"/>
                  </a:lnTo>
                  <a:lnTo>
                    <a:pt x="4376884" y="1014016"/>
                  </a:lnTo>
                  <a:lnTo>
                    <a:pt x="4377519" y="1021355"/>
                  </a:lnTo>
                  <a:lnTo>
                    <a:pt x="4378154" y="1030384"/>
                  </a:lnTo>
                  <a:lnTo>
                    <a:pt x="4378789" y="1037912"/>
                  </a:lnTo>
                  <a:lnTo>
                    <a:pt x="4379423" y="1045204"/>
                  </a:lnTo>
                  <a:lnTo>
                    <a:pt x="4380058" y="1052543"/>
                  </a:lnTo>
                  <a:lnTo>
                    <a:pt x="4380693" y="1058753"/>
                  </a:lnTo>
                  <a:lnTo>
                    <a:pt x="4381328" y="1064757"/>
                  </a:lnTo>
                  <a:lnTo>
                    <a:pt x="4381963" y="1070336"/>
                  </a:lnTo>
                  <a:lnTo>
                    <a:pt x="4382598" y="1075388"/>
                  </a:lnTo>
                  <a:lnTo>
                    <a:pt x="4383232" y="1080566"/>
                  </a:lnTo>
                  <a:lnTo>
                    <a:pt x="4383867" y="1085632"/>
                  </a:lnTo>
                  <a:lnTo>
                    <a:pt x="4384502" y="1090513"/>
                  </a:lnTo>
                  <a:lnTo>
                    <a:pt x="4385137" y="1095453"/>
                  </a:lnTo>
                  <a:lnTo>
                    <a:pt x="4385772" y="1101485"/>
                  </a:lnTo>
                  <a:lnTo>
                    <a:pt x="4386407" y="1108245"/>
                  </a:lnTo>
                  <a:lnTo>
                    <a:pt x="4387042" y="1116280"/>
                  </a:lnTo>
                  <a:lnTo>
                    <a:pt x="4387676" y="1124760"/>
                  </a:lnTo>
                  <a:lnTo>
                    <a:pt x="4388311" y="1133022"/>
                  </a:lnTo>
                  <a:lnTo>
                    <a:pt x="4388946" y="1141999"/>
                  </a:lnTo>
                  <a:lnTo>
                    <a:pt x="4389581" y="1150069"/>
                  </a:lnTo>
                  <a:lnTo>
                    <a:pt x="4390216" y="1158531"/>
                  </a:lnTo>
                  <a:lnTo>
                    <a:pt x="4390851" y="1167445"/>
                  </a:lnTo>
                  <a:lnTo>
                    <a:pt x="4391485" y="1176948"/>
                  </a:lnTo>
                  <a:lnTo>
                    <a:pt x="4392120" y="1187659"/>
                  </a:lnTo>
                  <a:lnTo>
                    <a:pt x="4392755" y="1199062"/>
                  </a:lnTo>
                  <a:lnTo>
                    <a:pt x="4393390" y="1211520"/>
                  </a:lnTo>
                  <a:lnTo>
                    <a:pt x="4394025" y="1223902"/>
                  </a:lnTo>
                  <a:lnTo>
                    <a:pt x="4394660" y="1237144"/>
                  </a:lnTo>
                  <a:lnTo>
                    <a:pt x="4395295" y="1249599"/>
                  </a:lnTo>
                  <a:lnTo>
                    <a:pt x="4395929" y="1261210"/>
                  </a:lnTo>
                  <a:lnTo>
                    <a:pt x="4396564" y="1271233"/>
                  </a:lnTo>
                  <a:lnTo>
                    <a:pt x="4397199" y="1280163"/>
                  </a:lnTo>
                  <a:lnTo>
                    <a:pt x="4397834" y="1288273"/>
                  </a:lnTo>
                  <a:lnTo>
                    <a:pt x="4398469" y="1297120"/>
                  </a:lnTo>
                  <a:lnTo>
                    <a:pt x="4399104" y="1305409"/>
                  </a:lnTo>
                  <a:lnTo>
                    <a:pt x="4399738" y="1314027"/>
                  </a:lnTo>
                  <a:lnTo>
                    <a:pt x="4400373" y="1322271"/>
                  </a:lnTo>
                  <a:lnTo>
                    <a:pt x="4401008" y="1329519"/>
                  </a:lnTo>
                  <a:lnTo>
                    <a:pt x="4401643" y="1335114"/>
                  </a:lnTo>
                  <a:lnTo>
                    <a:pt x="4402278" y="1339430"/>
                  </a:lnTo>
                  <a:lnTo>
                    <a:pt x="4402913" y="1343423"/>
                  </a:lnTo>
                  <a:lnTo>
                    <a:pt x="4403548" y="1348666"/>
                  </a:lnTo>
                  <a:lnTo>
                    <a:pt x="4404182" y="1354522"/>
                  </a:lnTo>
                  <a:lnTo>
                    <a:pt x="4404817" y="1360568"/>
                  </a:lnTo>
                  <a:lnTo>
                    <a:pt x="4405452" y="1366775"/>
                  </a:lnTo>
                  <a:lnTo>
                    <a:pt x="4406087" y="1372766"/>
                  </a:lnTo>
                  <a:lnTo>
                    <a:pt x="4406722" y="1377988"/>
                  </a:lnTo>
                  <a:lnTo>
                    <a:pt x="4407357" y="1382820"/>
                  </a:lnTo>
                  <a:lnTo>
                    <a:pt x="4407991" y="1385516"/>
                  </a:lnTo>
                  <a:lnTo>
                    <a:pt x="4408626" y="1387068"/>
                  </a:lnTo>
                  <a:lnTo>
                    <a:pt x="4409261" y="1388464"/>
                  </a:lnTo>
                  <a:lnTo>
                    <a:pt x="4409896" y="1389715"/>
                  </a:lnTo>
                  <a:lnTo>
                    <a:pt x="4410531" y="1390293"/>
                  </a:lnTo>
                  <a:lnTo>
                    <a:pt x="4411166" y="1390630"/>
                  </a:lnTo>
                  <a:lnTo>
                    <a:pt x="4411801" y="1392826"/>
                  </a:lnTo>
                  <a:lnTo>
                    <a:pt x="4412435" y="1394995"/>
                  </a:lnTo>
                  <a:lnTo>
                    <a:pt x="4413070" y="1397197"/>
                  </a:lnTo>
                  <a:lnTo>
                    <a:pt x="4413705" y="1400512"/>
                  </a:lnTo>
                  <a:lnTo>
                    <a:pt x="4414340" y="1404858"/>
                  </a:lnTo>
                  <a:lnTo>
                    <a:pt x="4414975" y="1408566"/>
                  </a:lnTo>
                  <a:lnTo>
                    <a:pt x="4415610" y="1412992"/>
                  </a:lnTo>
                  <a:lnTo>
                    <a:pt x="4416244" y="1417239"/>
                  </a:lnTo>
                  <a:lnTo>
                    <a:pt x="4416879" y="1422157"/>
                  </a:lnTo>
                  <a:lnTo>
                    <a:pt x="4417514" y="1427340"/>
                  </a:lnTo>
                  <a:lnTo>
                    <a:pt x="4418149" y="1432035"/>
                  </a:lnTo>
                  <a:lnTo>
                    <a:pt x="4418784" y="1436326"/>
                  </a:lnTo>
                  <a:lnTo>
                    <a:pt x="4419419" y="1439891"/>
                  </a:lnTo>
                  <a:lnTo>
                    <a:pt x="4420054" y="1443171"/>
                  </a:lnTo>
                  <a:lnTo>
                    <a:pt x="4420688" y="1446182"/>
                  </a:lnTo>
                  <a:lnTo>
                    <a:pt x="4421323" y="1448926"/>
                  </a:lnTo>
                  <a:lnTo>
                    <a:pt x="4421958" y="1452147"/>
                  </a:lnTo>
                  <a:lnTo>
                    <a:pt x="4422593" y="1455157"/>
                  </a:lnTo>
                  <a:lnTo>
                    <a:pt x="4423228" y="1458326"/>
                  </a:lnTo>
                  <a:lnTo>
                    <a:pt x="4423863" y="1461495"/>
                  </a:lnTo>
                  <a:lnTo>
                    <a:pt x="4424497" y="1464749"/>
                  </a:lnTo>
                  <a:lnTo>
                    <a:pt x="4425132" y="1467805"/>
                  </a:lnTo>
                  <a:lnTo>
                    <a:pt x="4425767" y="1470200"/>
                  </a:lnTo>
                  <a:lnTo>
                    <a:pt x="4426402" y="1471845"/>
                  </a:lnTo>
                  <a:lnTo>
                    <a:pt x="4427037" y="1473281"/>
                  </a:lnTo>
                  <a:lnTo>
                    <a:pt x="4427672" y="1474607"/>
                  </a:lnTo>
                  <a:lnTo>
                    <a:pt x="4428307" y="1477250"/>
                  </a:lnTo>
                  <a:lnTo>
                    <a:pt x="4428941" y="1480204"/>
                  </a:lnTo>
                  <a:lnTo>
                    <a:pt x="4429576" y="1484036"/>
                  </a:lnTo>
                  <a:lnTo>
                    <a:pt x="4430211" y="1487429"/>
                  </a:lnTo>
                  <a:lnTo>
                    <a:pt x="4430846" y="1492119"/>
                  </a:lnTo>
                  <a:lnTo>
                    <a:pt x="4431481" y="1497294"/>
                  </a:lnTo>
                  <a:lnTo>
                    <a:pt x="4432116" y="1502230"/>
                  </a:lnTo>
                  <a:lnTo>
                    <a:pt x="4432750" y="1507732"/>
                  </a:lnTo>
                  <a:lnTo>
                    <a:pt x="4433385" y="1513047"/>
                  </a:lnTo>
                  <a:lnTo>
                    <a:pt x="4434020" y="1518756"/>
                  </a:lnTo>
                  <a:lnTo>
                    <a:pt x="4434655" y="1524079"/>
                  </a:lnTo>
                  <a:lnTo>
                    <a:pt x="4435290" y="1529406"/>
                  </a:lnTo>
                  <a:lnTo>
                    <a:pt x="4435925" y="1534599"/>
                  </a:lnTo>
                  <a:lnTo>
                    <a:pt x="4436559" y="1540065"/>
                  </a:lnTo>
                  <a:lnTo>
                    <a:pt x="4437194" y="1544993"/>
                  </a:lnTo>
                  <a:lnTo>
                    <a:pt x="4437829" y="1549717"/>
                  </a:lnTo>
                  <a:lnTo>
                    <a:pt x="4438464" y="1555428"/>
                  </a:lnTo>
                  <a:lnTo>
                    <a:pt x="4439099" y="1560950"/>
                  </a:lnTo>
                  <a:lnTo>
                    <a:pt x="4439734" y="1568738"/>
                  </a:lnTo>
                  <a:lnTo>
                    <a:pt x="4440369" y="1576863"/>
                  </a:lnTo>
                  <a:lnTo>
                    <a:pt x="4441003" y="1586178"/>
                  </a:lnTo>
                  <a:lnTo>
                    <a:pt x="4441638" y="1594951"/>
                  </a:lnTo>
                  <a:lnTo>
                    <a:pt x="4442273" y="1602748"/>
                  </a:lnTo>
                  <a:lnTo>
                    <a:pt x="4442908" y="1608720"/>
                  </a:lnTo>
                  <a:lnTo>
                    <a:pt x="4443543" y="1614716"/>
                  </a:lnTo>
                  <a:lnTo>
                    <a:pt x="4444178" y="1620000"/>
                  </a:lnTo>
                  <a:lnTo>
                    <a:pt x="4444812" y="1624192"/>
                  </a:lnTo>
                  <a:lnTo>
                    <a:pt x="4445447" y="1627043"/>
                  </a:lnTo>
                  <a:lnTo>
                    <a:pt x="4446082" y="1629914"/>
                  </a:lnTo>
                  <a:lnTo>
                    <a:pt x="4446717" y="1633151"/>
                  </a:lnTo>
                  <a:lnTo>
                    <a:pt x="4447352" y="1635485"/>
                  </a:lnTo>
                  <a:lnTo>
                    <a:pt x="4447987" y="1637580"/>
                  </a:lnTo>
                  <a:lnTo>
                    <a:pt x="4448622" y="1638491"/>
                  </a:lnTo>
                  <a:lnTo>
                    <a:pt x="4449256" y="1638441"/>
                  </a:lnTo>
                  <a:lnTo>
                    <a:pt x="4449891" y="1637661"/>
                  </a:lnTo>
                  <a:lnTo>
                    <a:pt x="4450526" y="1637125"/>
                  </a:lnTo>
                  <a:lnTo>
                    <a:pt x="4451161" y="1636386"/>
                  </a:lnTo>
                  <a:lnTo>
                    <a:pt x="4451796" y="1635192"/>
                  </a:lnTo>
                  <a:lnTo>
                    <a:pt x="4452431" y="1633906"/>
                  </a:lnTo>
                  <a:lnTo>
                    <a:pt x="4453065" y="1632702"/>
                  </a:lnTo>
                  <a:lnTo>
                    <a:pt x="4453700" y="1631791"/>
                  </a:lnTo>
                  <a:lnTo>
                    <a:pt x="4454335" y="1630840"/>
                  </a:lnTo>
                  <a:lnTo>
                    <a:pt x="4454970" y="1629575"/>
                  </a:lnTo>
                  <a:lnTo>
                    <a:pt x="4455605" y="1628350"/>
                  </a:lnTo>
                  <a:lnTo>
                    <a:pt x="4456240" y="1626882"/>
                  </a:lnTo>
                  <a:lnTo>
                    <a:pt x="4456875" y="1625091"/>
                  </a:lnTo>
                  <a:lnTo>
                    <a:pt x="4457509" y="1622753"/>
                  </a:lnTo>
                  <a:lnTo>
                    <a:pt x="4458144" y="1620799"/>
                  </a:lnTo>
                  <a:lnTo>
                    <a:pt x="4458779" y="1619787"/>
                  </a:lnTo>
                  <a:lnTo>
                    <a:pt x="4459414" y="1620121"/>
                  </a:lnTo>
                  <a:lnTo>
                    <a:pt x="4460049" y="1622621"/>
                  </a:lnTo>
                  <a:lnTo>
                    <a:pt x="4460684" y="1626528"/>
                  </a:lnTo>
                  <a:lnTo>
                    <a:pt x="4461318" y="1632307"/>
                  </a:lnTo>
                  <a:lnTo>
                    <a:pt x="4461953" y="1639331"/>
                  </a:lnTo>
                  <a:lnTo>
                    <a:pt x="4462588" y="1646507"/>
                  </a:lnTo>
                  <a:lnTo>
                    <a:pt x="4463223" y="1653936"/>
                  </a:lnTo>
                  <a:lnTo>
                    <a:pt x="4463858" y="1661568"/>
                  </a:lnTo>
                  <a:lnTo>
                    <a:pt x="4464493" y="1669705"/>
                  </a:lnTo>
                  <a:lnTo>
                    <a:pt x="4465128" y="1678480"/>
                  </a:lnTo>
                  <a:lnTo>
                    <a:pt x="4465762" y="1688753"/>
                  </a:lnTo>
                  <a:lnTo>
                    <a:pt x="4466397" y="1699705"/>
                  </a:lnTo>
                  <a:lnTo>
                    <a:pt x="4467032" y="1711739"/>
                  </a:lnTo>
                  <a:lnTo>
                    <a:pt x="4467667" y="1722801"/>
                  </a:lnTo>
                  <a:lnTo>
                    <a:pt x="4468302" y="1733166"/>
                  </a:lnTo>
                  <a:lnTo>
                    <a:pt x="4468937" y="1743145"/>
                  </a:lnTo>
                  <a:lnTo>
                    <a:pt x="4469571" y="1751748"/>
                  </a:lnTo>
                  <a:lnTo>
                    <a:pt x="4470206" y="1760483"/>
                  </a:lnTo>
                  <a:lnTo>
                    <a:pt x="4470841" y="1769309"/>
                  </a:lnTo>
                  <a:lnTo>
                    <a:pt x="4471476" y="1776524"/>
                  </a:lnTo>
                  <a:lnTo>
                    <a:pt x="4472111" y="1783407"/>
                  </a:lnTo>
                  <a:lnTo>
                    <a:pt x="4472746" y="1790170"/>
                  </a:lnTo>
                  <a:lnTo>
                    <a:pt x="4473381" y="1796222"/>
                  </a:lnTo>
                  <a:lnTo>
                    <a:pt x="4474015" y="1802049"/>
                  </a:lnTo>
                  <a:lnTo>
                    <a:pt x="4474650" y="1807830"/>
                  </a:lnTo>
                  <a:lnTo>
                    <a:pt x="4475285" y="1811798"/>
                  </a:lnTo>
                  <a:lnTo>
                    <a:pt x="4475920" y="1815483"/>
                  </a:lnTo>
                  <a:lnTo>
                    <a:pt x="4476555" y="1818470"/>
                  </a:lnTo>
                  <a:lnTo>
                    <a:pt x="4477190" y="1822981"/>
                  </a:lnTo>
                  <a:lnTo>
                    <a:pt x="4477824" y="1827411"/>
                  </a:lnTo>
                  <a:lnTo>
                    <a:pt x="4478459" y="1831636"/>
                  </a:lnTo>
                  <a:lnTo>
                    <a:pt x="4479094" y="1835753"/>
                  </a:lnTo>
                  <a:lnTo>
                    <a:pt x="4479729" y="1840798"/>
                  </a:lnTo>
                  <a:lnTo>
                    <a:pt x="4480364" y="1845287"/>
                  </a:lnTo>
                  <a:lnTo>
                    <a:pt x="4480999" y="1848859"/>
                  </a:lnTo>
                  <a:lnTo>
                    <a:pt x="4481634" y="1851835"/>
                  </a:lnTo>
                  <a:lnTo>
                    <a:pt x="4482268" y="1854406"/>
                  </a:lnTo>
                  <a:lnTo>
                    <a:pt x="4482903" y="1857050"/>
                  </a:lnTo>
                  <a:lnTo>
                    <a:pt x="4483538" y="1859055"/>
                  </a:lnTo>
                  <a:lnTo>
                    <a:pt x="4484173" y="1862411"/>
                  </a:lnTo>
                  <a:lnTo>
                    <a:pt x="4484808" y="1866911"/>
                  </a:lnTo>
                  <a:lnTo>
                    <a:pt x="4485443" y="1873441"/>
                  </a:lnTo>
                  <a:lnTo>
                    <a:pt x="4486077" y="1879415"/>
                  </a:lnTo>
                  <a:lnTo>
                    <a:pt x="4486712" y="1884355"/>
                  </a:lnTo>
                  <a:lnTo>
                    <a:pt x="4487347" y="1888427"/>
                  </a:lnTo>
                  <a:lnTo>
                    <a:pt x="4487982" y="1890647"/>
                  </a:lnTo>
                  <a:lnTo>
                    <a:pt x="4488617" y="1890456"/>
                  </a:lnTo>
                  <a:lnTo>
                    <a:pt x="4489252" y="1888249"/>
                  </a:lnTo>
                  <a:lnTo>
                    <a:pt x="4489886" y="1886110"/>
                  </a:lnTo>
                  <a:lnTo>
                    <a:pt x="4490521" y="1883023"/>
                  </a:lnTo>
                  <a:lnTo>
                    <a:pt x="4491156" y="1880837"/>
                  </a:lnTo>
                  <a:lnTo>
                    <a:pt x="4491791" y="1879835"/>
                  </a:lnTo>
                  <a:lnTo>
                    <a:pt x="4492426" y="1879167"/>
                  </a:lnTo>
                  <a:lnTo>
                    <a:pt x="4493061" y="1878155"/>
                  </a:lnTo>
                  <a:lnTo>
                    <a:pt x="4493696" y="1875776"/>
                  </a:lnTo>
                  <a:lnTo>
                    <a:pt x="4494330" y="1872568"/>
                  </a:lnTo>
                  <a:lnTo>
                    <a:pt x="4494965" y="1868803"/>
                  </a:lnTo>
                  <a:lnTo>
                    <a:pt x="4495600" y="1864218"/>
                  </a:lnTo>
                  <a:lnTo>
                    <a:pt x="4496235" y="1860169"/>
                  </a:lnTo>
                  <a:lnTo>
                    <a:pt x="4496870" y="1855316"/>
                  </a:lnTo>
                  <a:lnTo>
                    <a:pt x="4497505" y="1850513"/>
                  </a:lnTo>
                  <a:lnTo>
                    <a:pt x="4498139" y="1844865"/>
                  </a:lnTo>
                  <a:lnTo>
                    <a:pt x="4498774" y="1839876"/>
                  </a:lnTo>
                  <a:lnTo>
                    <a:pt x="4499409" y="1835246"/>
                  </a:lnTo>
                  <a:lnTo>
                    <a:pt x="4500044" y="1831631"/>
                  </a:lnTo>
                  <a:lnTo>
                    <a:pt x="4500679" y="1827367"/>
                  </a:lnTo>
                  <a:lnTo>
                    <a:pt x="4501314" y="1822617"/>
                  </a:lnTo>
                  <a:lnTo>
                    <a:pt x="4501949" y="1816708"/>
                  </a:lnTo>
                  <a:lnTo>
                    <a:pt x="4502583" y="1811621"/>
                  </a:lnTo>
                  <a:lnTo>
                    <a:pt x="4503218" y="1806816"/>
                  </a:lnTo>
                  <a:lnTo>
                    <a:pt x="4503853" y="1802507"/>
                  </a:lnTo>
                  <a:lnTo>
                    <a:pt x="4504488" y="1799089"/>
                  </a:lnTo>
                  <a:lnTo>
                    <a:pt x="4505123" y="1796049"/>
                  </a:lnTo>
                  <a:lnTo>
                    <a:pt x="4505758" y="1793144"/>
                  </a:lnTo>
                  <a:lnTo>
                    <a:pt x="4506392" y="1790489"/>
                  </a:lnTo>
                  <a:lnTo>
                    <a:pt x="4507027" y="1787816"/>
                  </a:lnTo>
                  <a:lnTo>
                    <a:pt x="4507662" y="1785053"/>
                  </a:lnTo>
                  <a:lnTo>
                    <a:pt x="4508297" y="1781610"/>
                  </a:lnTo>
                  <a:lnTo>
                    <a:pt x="4508932" y="1778087"/>
                  </a:lnTo>
                  <a:lnTo>
                    <a:pt x="4509567" y="1775055"/>
                  </a:lnTo>
                  <a:lnTo>
                    <a:pt x="4510202" y="1772636"/>
                  </a:lnTo>
                  <a:lnTo>
                    <a:pt x="4510836" y="1770447"/>
                  </a:lnTo>
                  <a:lnTo>
                    <a:pt x="4511471" y="1768945"/>
                  </a:lnTo>
                  <a:lnTo>
                    <a:pt x="4512106" y="1767800"/>
                  </a:lnTo>
                  <a:lnTo>
                    <a:pt x="4512741" y="1766526"/>
                  </a:lnTo>
                  <a:lnTo>
                    <a:pt x="4513376" y="1764569"/>
                  </a:lnTo>
                  <a:lnTo>
                    <a:pt x="4514011" y="1762214"/>
                  </a:lnTo>
                  <a:lnTo>
                    <a:pt x="4514645" y="1759589"/>
                  </a:lnTo>
                  <a:lnTo>
                    <a:pt x="4515280" y="1757053"/>
                  </a:lnTo>
                  <a:lnTo>
                    <a:pt x="4515915" y="1754209"/>
                  </a:lnTo>
                  <a:lnTo>
                    <a:pt x="4516550" y="1751871"/>
                  </a:lnTo>
                  <a:lnTo>
                    <a:pt x="4517185" y="1749467"/>
                  </a:lnTo>
                  <a:lnTo>
                    <a:pt x="4517820" y="1747447"/>
                  </a:lnTo>
                  <a:lnTo>
                    <a:pt x="4518455" y="1745284"/>
                  </a:lnTo>
                  <a:lnTo>
                    <a:pt x="4519089" y="1743220"/>
                  </a:lnTo>
                  <a:lnTo>
                    <a:pt x="4519724" y="1741252"/>
                  </a:lnTo>
                  <a:lnTo>
                    <a:pt x="4520359" y="1739934"/>
                  </a:lnTo>
                  <a:lnTo>
                    <a:pt x="4520994" y="1739342"/>
                  </a:lnTo>
                  <a:lnTo>
                    <a:pt x="4521629" y="1738683"/>
                  </a:lnTo>
                  <a:lnTo>
                    <a:pt x="4522264" y="1738334"/>
                  </a:lnTo>
                  <a:lnTo>
                    <a:pt x="4522898" y="1738491"/>
                  </a:lnTo>
                  <a:lnTo>
                    <a:pt x="4523533" y="1739212"/>
                  </a:lnTo>
                  <a:lnTo>
                    <a:pt x="4524168" y="1740821"/>
                  </a:lnTo>
                  <a:lnTo>
                    <a:pt x="4524803" y="1742970"/>
                  </a:lnTo>
                  <a:lnTo>
                    <a:pt x="4525438" y="1746780"/>
                  </a:lnTo>
                  <a:lnTo>
                    <a:pt x="4526073" y="1751918"/>
                  </a:lnTo>
                  <a:lnTo>
                    <a:pt x="4526708" y="1757208"/>
                  </a:lnTo>
                  <a:lnTo>
                    <a:pt x="4527342" y="1762708"/>
                  </a:lnTo>
                  <a:lnTo>
                    <a:pt x="4527977" y="1769124"/>
                  </a:lnTo>
                  <a:lnTo>
                    <a:pt x="4528612" y="1775801"/>
                  </a:lnTo>
                  <a:lnTo>
                    <a:pt x="4529247" y="1782561"/>
                  </a:lnTo>
                  <a:lnTo>
                    <a:pt x="4529882" y="1788065"/>
                  </a:lnTo>
                  <a:lnTo>
                    <a:pt x="4530517" y="1791287"/>
                  </a:lnTo>
                  <a:lnTo>
                    <a:pt x="4531151" y="1793159"/>
                  </a:lnTo>
                  <a:lnTo>
                    <a:pt x="4531786" y="1793950"/>
                  </a:lnTo>
                  <a:lnTo>
                    <a:pt x="4532421" y="1794677"/>
                  </a:lnTo>
                  <a:lnTo>
                    <a:pt x="4533056" y="1795548"/>
                  </a:lnTo>
                  <a:lnTo>
                    <a:pt x="4533691" y="1796998"/>
                  </a:lnTo>
                  <a:lnTo>
                    <a:pt x="4534326" y="1797904"/>
                  </a:lnTo>
                  <a:lnTo>
                    <a:pt x="4534961" y="1798906"/>
                  </a:lnTo>
                  <a:lnTo>
                    <a:pt x="4535595" y="1800337"/>
                  </a:lnTo>
                  <a:lnTo>
                    <a:pt x="4536230" y="1801544"/>
                  </a:lnTo>
                  <a:lnTo>
                    <a:pt x="4536865" y="1802311"/>
                  </a:lnTo>
                  <a:lnTo>
                    <a:pt x="4537500" y="1803566"/>
                  </a:lnTo>
                  <a:lnTo>
                    <a:pt x="4538135" y="1805113"/>
                  </a:lnTo>
                  <a:lnTo>
                    <a:pt x="4538770" y="1804808"/>
                  </a:lnTo>
                  <a:lnTo>
                    <a:pt x="4539404" y="1804022"/>
                  </a:lnTo>
                  <a:lnTo>
                    <a:pt x="4540039" y="1803605"/>
                  </a:lnTo>
                  <a:lnTo>
                    <a:pt x="4540674" y="1803216"/>
                  </a:lnTo>
                  <a:lnTo>
                    <a:pt x="4541309" y="1802774"/>
                  </a:lnTo>
                  <a:lnTo>
                    <a:pt x="4541944" y="1802359"/>
                  </a:lnTo>
                  <a:lnTo>
                    <a:pt x="4542579" y="1801919"/>
                  </a:lnTo>
                  <a:lnTo>
                    <a:pt x="4543213" y="1801711"/>
                  </a:lnTo>
                  <a:lnTo>
                    <a:pt x="4543848" y="1801458"/>
                  </a:lnTo>
                  <a:lnTo>
                    <a:pt x="4544483" y="1801014"/>
                  </a:lnTo>
                  <a:lnTo>
                    <a:pt x="4545118" y="1800830"/>
                  </a:lnTo>
                  <a:lnTo>
                    <a:pt x="4545753" y="1800766"/>
                  </a:lnTo>
                  <a:lnTo>
                    <a:pt x="4546388" y="1800559"/>
                  </a:lnTo>
                  <a:lnTo>
                    <a:pt x="4547023" y="1800474"/>
                  </a:lnTo>
                  <a:lnTo>
                    <a:pt x="4547657" y="1800682"/>
                  </a:lnTo>
                  <a:lnTo>
                    <a:pt x="4548292" y="1800784"/>
                  </a:lnTo>
                  <a:lnTo>
                    <a:pt x="4548927" y="1801398"/>
                  </a:lnTo>
                  <a:lnTo>
                    <a:pt x="4549562" y="1802225"/>
                  </a:lnTo>
                  <a:lnTo>
                    <a:pt x="4550197" y="1802963"/>
                  </a:lnTo>
                  <a:lnTo>
                    <a:pt x="4550832" y="1803677"/>
                  </a:lnTo>
                  <a:lnTo>
                    <a:pt x="4551466" y="1804374"/>
                  </a:lnTo>
                  <a:lnTo>
                    <a:pt x="4552101" y="1805430"/>
                  </a:lnTo>
                  <a:lnTo>
                    <a:pt x="4552736" y="1807293"/>
                  </a:lnTo>
                  <a:lnTo>
                    <a:pt x="4553371" y="1810331"/>
                  </a:lnTo>
                  <a:lnTo>
                    <a:pt x="4554006" y="1813968"/>
                  </a:lnTo>
                  <a:lnTo>
                    <a:pt x="4554641" y="1818122"/>
                  </a:lnTo>
                  <a:lnTo>
                    <a:pt x="4555276" y="1821980"/>
                  </a:lnTo>
                  <a:lnTo>
                    <a:pt x="4555910" y="1825499"/>
                  </a:lnTo>
                  <a:lnTo>
                    <a:pt x="4556545" y="1829092"/>
                  </a:lnTo>
                  <a:lnTo>
                    <a:pt x="4557180" y="1833135"/>
                  </a:lnTo>
                  <a:lnTo>
                    <a:pt x="4557815" y="1837082"/>
                  </a:lnTo>
                  <a:lnTo>
                    <a:pt x="4558450" y="1840820"/>
                  </a:lnTo>
                  <a:lnTo>
                    <a:pt x="4559085" y="1844925"/>
                  </a:lnTo>
                  <a:lnTo>
                    <a:pt x="4559719" y="1848871"/>
                  </a:lnTo>
                  <a:lnTo>
                    <a:pt x="4560354" y="1852230"/>
                  </a:lnTo>
                  <a:lnTo>
                    <a:pt x="4560989" y="1854875"/>
                  </a:lnTo>
                  <a:lnTo>
                    <a:pt x="4561624" y="1857680"/>
                  </a:lnTo>
                  <a:lnTo>
                    <a:pt x="4562259" y="1860467"/>
                  </a:lnTo>
                  <a:lnTo>
                    <a:pt x="4562894" y="1863594"/>
                  </a:lnTo>
                  <a:lnTo>
                    <a:pt x="4563529" y="1866070"/>
                  </a:lnTo>
                  <a:lnTo>
                    <a:pt x="4564163" y="1868699"/>
                  </a:lnTo>
                  <a:lnTo>
                    <a:pt x="4564798" y="1871269"/>
                  </a:lnTo>
                  <a:lnTo>
                    <a:pt x="4565433" y="1874004"/>
                  </a:lnTo>
                  <a:lnTo>
                    <a:pt x="4566068" y="1876473"/>
                  </a:lnTo>
                  <a:lnTo>
                    <a:pt x="4566703" y="1878655"/>
                  </a:lnTo>
                  <a:lnTo>
                    <a:pt x="4567338" y="1880957"/>
                  </a:lnTo>
                  <a:lnTo>
                    <a:pt x="4567972" y="1883968"/>
                  </a:lnTo>
                  <a:lnTo>
                    <a:pt x="4568607" y="1886783"/>
                  </a:lnTo>
                  <a:lnTo>
                    <a:pt x="4569242" y="1890190"/>
                  </a:lnTo>
                  <a:lnTo>
                    <a:pt x="4569877" y="1894376"/>
                  </a:lnTo>
                  <a:lnTo>
                    <a:pt x="4570512" y="1898703"/>
                  </a:lnTo>
                  <a:lnTo>
                    <a:pt x="4571147" y="1903011"/>
                  </a:lnTo>
                  <a:lnTo>
                    <a:pt x="4571782" y="1907264"/>
                  </a:lnTo>
                  <a:lnTo>
                    <a:pt x="4572416" y="1909987"/>
                  </a:lnTo>
                  <a:lnTo>
                    <a:pt x="4573051" y="1912455"/>
                  </a:lnTo>
                  <a:lnTo>
                    <a:pt x="4573686" y="1913870"/>
                  </a:lnTo>
                  <a:lnTo>
                    <a:pt x="4574321" y="1914306"/>
                  </a:lnTo>
                  <a:lnTo>
                    <a:pt x="4574956" y="1913449"/>
                  </a:lnTo>
                  <a:lnTo>
                    <a:pt x="4575591" y="1912362"/>
                  </a:lnTo>
                  <a:lnTo>
                    <a:pt x="4576225" y="1910555"/>
                  </a:lnTo>
                  <a:lnTo>
                    <a:pt x="4576860" y="1908160"/>
                  </a:lnTo>
                  <a:lnTo>
                    <a:pt x="4577495" y="1904764"/>
                  </a:lnTo>
                  <a:lnTo>
                    <a:pt x="4578130" y="1900658"/>
                  </a:lnTo>
                  <a:lnTo>
                    <a:pt x="4578765" y="1896214"/>
                  </a:lnTo>
                  <a:lnTo>
                    <a:pt x="4579400" y="1891826"/>
                  </a:lnTo>
                  <a:lnTo>
                    <a:pt x="4580035" y="1887289"/>
                  </a:lnTo>
                  <a:lnTo>
                    <a:pt x="4580669" y="1882210"/>
                  </a:lnTo>
                  <a:lnTo>
                    <a:pt x="4581304" y="1876868"/>
                  </a:lnTo>
                  <a:lnTo>
                    <a:pt x="4581939" y="1872399"/>
                  </a:lnTo>
                  <a:lnTo>
                    <a:pt x="4582574" y="1867886"/>
                  </a:lnTo>
                  <a:lnTo>
                    <a:pt x="4583209" y="1863585"/>
                  </a:lnTo>
                  <a:lnTo>
                    <a:pt x="4583844" y="1860382"/>
                  </a:lnTo>
                  <a:lnTo>
                    <a:pt x="4584478" y="1858172"/>
                  </a:lnTo>
                  <a:lnTo>
                    <a:pt x="4585113" y="1856758"/>
                  </a:lnTo>
                  <a:lnTo>
                    <a:pt x="4585748" y="1855542"/>
                  </a:lnTo>
                  <a:lnTo>
                    <a:pt x="4586383" y="1854774"/>
                  </a:lnTo>
                  <a:lnTo>
                    <a:pt x="4587018" y="1854367"/>
                  </a:lnTo>
                  <a:lnTo>
                    <a:pt x="4587653" y="1854302"/>
                  </a:lnTo>
                  <a:lnTo>
                    <a:pt x="4588288" y="1853763"/>
                  </a:lnTo>
                  <a:lnTo>
                    <a:pt x="4588922" y="1852857"/>
                  </a:lnTo>
                  <a:lnTo>
                    <a:pt x="4589557" y="1851945"/>
                  </a:lnTo>
                  <a:lnTo>
                    <a:pt x="4590192" y="1851315"/>
                  </a:lnTo>
                  <a:lnTo>
                    <a:pt x="4590827" y="1850522"/>
                  </a:lnTo>
                  <a:lnTo>
                    <a:pt x="4591462" y="1849754"/>
                  </a:lnTo>
                  <a:lnTo>
                    <a:pt x="4592097" y="1848973"/>
                  </a:lnTo>
                  <a:lnTo>
                    <a:pt x="4592731" y="1848566"/>
                  </a:lnTo>
                  <a:lnTo>
                    <a:pt x="4593366" y="1848657"/>
                  </a:lnTo>
                  <a:lnTo>
                    <a:pt x="4594001" y="1848065"/>
                  </a:lnTo>
                  <a:lnTo>
                    <a:pt x="4594636" y="1846868"/>
                  </a:lnTo>
                  <a:lnTo>
                    <a:pt x="4595271" y="1845117"/>
                  </a:lnTo>
                  <a:lnTo>
                    <a:pt x="4595906" y="1843538"/>
                  </a:lnTo>
                  <a:lnTo>
                    <a:pt x="4596541" y="1842669"/>
                  </a:lnTo>
                  <a:lnTo>
                    <a:pt x="4597175" y="1841498"/>
                  </a:lnTo>
                  <a:lnTo>
                    <a:pt x="4597810" y="1840480"/>
                  </a:lnTo>
                  <a:lnTo>
                    <a:pt x="4598445" y="1840193"/>
                  </a:lnTo>
                  <a:lnTo>
                    <a:pt x="4599080" y="1840484"/>
                  </a:lnTo>
                  <a:lnTo>
                    <a:pt x="4599715" y="1841612"/>
                  </a:lnTo>
                  <a:lnTo>
                    <a:pt x="4600350" y="1843728"/>
                  </a:lnTo>
                  <a:lnTo>
                    <a:pt x="4600984" y="1846485"/>
                  </a:lnTo>
                  <a:lnTo>
                    <a:pt x="4601619" y="1849951"/>
                  </a:lnTo>
                  <a:lnTo>
                    <a:pt x="4602254" y="1854119"/>
                  </a:lnTo>
                  <a:lnTo>
                    <a:pt x="4602889" y="1858814"/>
                  </a:lnTo>
                  <a:lnTo>
                    <a:pt x="4603524" y="1864724"/>
                  </a:lnTo>
                  <a:lnTo>
                    <a:pt x="4604159" y="1869872"/>
                  </a:lnTo>
                  <a:lnTo>
                    <a:pt x="4604793" y="1875837"/>
                  </a:lnTo>
                  <a:lnTo>
                    <a:pt x="4605428" y="1882432"/>
                  </a:lnTo>
                  <a:lnTo>
                    <a:pt x="4606063" y="1889540"/>
                  </a:lnTo>
                  <a:lnTo>
                    <a:pt x="4606698" y="1896412"/>
                  </a:lnTo>
                  <a:lnTo>
                    <a:pt x="4607333" y="1903669"/>
                  </a:lnTo>
                  <a:lnTo>
                    <a:pt x="4607968" y="1910618"/>
                  </a:lnTo>
                  <a:lnTo>
                    <a:pt x="4608603" y="1917498"/>
                  </a:lnTo>
                  <a:lnTo>
                    <a:pt x="4609237" y="1924350"/>
                  </a:lnTo>
                  <a:lnTo>
                    <a:pt x="4609872" y="1930433"/>
                  </a:lnTo>
                  <a:lnTo>
                    <a:pt x="4610507" y="1936046"/>
                  </a:lnTo>
                  <a:lnTo>
                    <a:pt x="4611142" y="1941007"/>
                  </a:lnTo>
                  <a:lnTo>
                    <a:pt x="4611777" y="1945748"/>
                  </a:lnTo>
                  <a:lnTo>
                    <a:pt x="4612412" y="1949504"/>
                  </a:lnTo>
                  <a:lnTo>
                    <a:pt x="4613046" y="1951826"/>
                  </a:lnTo>
                  <a:lnTo>
                    <a:pt x="4613681" y="1954122"/>
                  </a:lnTo>
                  <a:lnTo>
                    <a:pt x="4614316" y="1955981"/>
                  </a:lnTo>
                  <a:lnTo>
                    <a:pt x="4614951" y="1957869"/>
                  </a:lnTo>
                  <a:lnTo>
                    <a:pt x="4615586" y="1960298"/>
                  </a:lnTo>
                  <a:lnTo>
                    <a:pt x="4616221" y="1962870"/>
                  </a:lnTo>
                  <a:lnTo>
                    <a:pt x="4616856" y="1965331"/>
                  </a:lnTo>
                  <a:lnTo>
                    <a:pt x="4617490" y="1969469"/>
                  </a:lnTo>
                  <a:lnTo>
                    <a:pt x="4618125" y="1973039"/>
                  </a:lnTo>
                  <a:lnTo>
                    <a:pt x="4618760" y="1974997"/>
                  </a:lnTo>
                  <a:lnTo>
                    <a:pt x="4619395" y="1976424"/>
                  </a:lnTo>
                  <a:lnTo>
                    <a:pt x="4620030" y="1977634"/>
                  </a:lnTo>
                  <a:lnTo>
                    <a:pt x="4620665" y="1978843"/>
                  </a:lnTo>
                  <a:lnTo>
                    <a:pt x="4621299" y="1980069"/>
                  </a:lnTo>
                  <a:lnTo>
                    <a:pt x="4621934" y="1982168"/>
                  </a:lnTo>
                  <a:lnTo>
                    <a:pt x="4622569" y="1985978"/>
                  </a:lnTo>
                  <a:lnTo>
                    <a:pt x="4623204" y="1989780"/>
                  </a:lnTo>
                  <a:lnTo>
                    <a:pt x="4623839" y="1993890"/>
                  </a:lnTo>
                  <a:lnTo>
                    <a:pt x="4624474" y="1998420"/>
                  </a:lnTo>
                  <a:lnTo>
                    <a:pt x="4625109" y="2002786"/>
                  </a:lnTo>
                  <a:lnTo>
                    <a:pt x="4625743" y="2007278"/>
                  </a:lnTo>
                  <a:lnTo>
                    <a:pt x="4626378" y="2011145"/>
                  </a:lnTo>
                  <a:lnTo>
                    <a:pt x="4627013" y="2013984"/>
                  </a:lnTo>
                  <a:lnTo>
                    <a:pt x="4627648" y="2017792"/>
                  </a:lnTo>
                  <a:lnTo>
                    <a:pt x="4628283" y="2022740"/>
                  </a:lnTo>
                  <a:lnTo>
                    <a:pt x="4628918" y="2028797"/>
                  </a:lnTo>
                  <a:lnTo>
                    <a:pt x="4629552" y="2034569"/>
                  </a:lnTo>
                  <a:lnTo>
                    <a:pt x="4630187" y="2041071"/>
                  </a:lnTo>
                  <a:lnTo>
                    <a:pt x="4630822" y="2048147"/>
                  </a:lnTo>
                  <a:lnTo>
                    <a:pt x="4631457" y="2055187"/>
                  </a:lnTo>
                  <a:lnTo>
                    <a:pt x="4632092" y="2061292"/>
                  </a:lnTo>
                  <a:lnTo>
                    <a:pt x="4632727" y="2066786"/>
                  </a:lnTo>
                  <a:lnTo>
                    <a:pt x="4633362" y="2071444"/>
                  </a:lnTo>
                  <a:lnTo>
                    <a:pt x="4633996" y="2075496"/>
                  </a:lnTo>
                  <a:lnTo>
                    <a:pt x="4634631" y="2079115"/>
                  </a:lnTo>
                  <a:lnTo>
                    <a:pt x="4635266" y="2081688"/>
                  </a:lnTo>
                  <a:lnTo>
                    <a:pt x="4635901" y="2083312"/>
                  </a:lnTo>
                  <a:lnTo>
                    <a:pt x="4636536" y="2083513"/>
                  </a:lnTo>
                  <a:lnTo>
                    <a:pt x="4637171" y="2081024"/>
                  </a:lnTo>
                  <a:lnTo>
                    <a:pt x="4637805" y="2077630"/>
                  </a:lnTo>
                  <a:lnTo>
                    <a:pt x="4638440" y="2073970"/>
                  </a:lnTo>
                  <a:lnTo>
                    <a:pt x="4639075" y="2068660"/>
                  </a:lnTo>
                  <a:lnTo>
                    <a:pt x="4639710" y="2061237"/>
                  </a:lnTo>
                  <a:lnTo>
                    <a:pt x="4640345" y="2051786"/>
                  </a:lnTo>
                  <a:lnTo>
                    <a:pt x="4640980" y="2042785"/>
                  </a:lnTo>
                  <a:lnTo>
                    <a:pt x="4641615" y="2032802"/>
                  </a:lnTo>
                  <a:lnTo>
                    <a:pt x="4642249" y="2024270"/>
                  </a:lnTo>
                  <a:lnTo>
                    <a:pt x="4642884" y="2017368"/>
                  </a:lnTo>
                  <a:lnTo>
                    <a:pt x="4643519" y="2010473"/>
                  </a:lnTo>
                  <a:lnTo>
                    <a:pt x="4644154" y="2005300"/>
                  </a:lnTo>
                  <a:lnTo>
                    <a:pt x="4644789" y="2000115"/>
                  </a:lnTo>
                  <a:lnTo>
                    <a:pt x="4645424" y="1994553"/>
                  </a:lnTo>
                  <a:lnTo>
                    <a:pt x="4646058" y="1988659"/>
                  </a:lnTo>
                  <a:lnTo>
                    <a:pt x="4646693" y="1983217"/>
                  </a:lnTo>
                  <a:lnTo>
                    <a:pt x="4647328" y="1977398"/>
                  </a:lnTo>
                  <a:lnTo>
                    <a:pt x="4647963" y="1970746"/>
                  </a:lnTo>
                  <a:lnTo>
                    <a:pt x="4648598" y="1965109"/>
                  </a:lnTo>
                  <a:lnTo>
                    <a:pt x="4649233" y="1958885"/>
                  </a:lnTo>
                  <a:lnTo>
                    <a:pt x="4649868" y="1953471"/>
                  </a:lnTo>
                  <a:lnTo>
                    <a:pt x="4650502" y="1948624"/>
                  </a:lnTo>
                  <a:lnTo>
                    <a:pt x="4651137" y="1944049"/>
                  </a:lnTo>
                  <a:lnTo>
                    <a:pt x="4651772" y="1940048"/>
                  </a:lnTo>
                  <a:lnTo>
                    <a:pt x="4652407" y="1934456"/>
                  </a:lnTo>
                  <a:lnTo>
                    <a:pt x="4653042" y="1929007"/>
                  </a:lnTo>
                  <a:lnTo>
                    <a:pt x="4653677" y="1922174"/>
                  </a:lnTo>
                  <a:lnTo>
                    <a:pt x="4654311" y="1915429"/>
                  </a:lnTo>
                  <a:lnTo>
                    <a:pt x="4654946" y="1908483"/>
                  </a:lnTo>
                  <a:lnTo>
                    <a:pt x="4655581" y="1901132"/>
                  </a:lnTo>
                  <a:lnTo>
                    <a:pt x="4656216" y="1893213"/>
                  </a:lnTo>
                  <a:lnTo>
                    <a:pt x="4656851" y="1884902"/>
                  </a:lnTo>
                  <a:lnTo>
                    <a:pt x="4657486" y="1877629"/>
                  </a:lnTo>
                  <a:lnTo>
                    <a:pt x="4658120" y="1870261"/>
                  </a:lnTo>
                  <a:lnTo>
                    <a:pt x="4658755" y="1863499"/>
                  </a:lnTo>
                  <a:lnTo>
                    <a:pt x="4659390" y="1856866"/>
                  </a:lnTo>
                  <a:lnTo>
                    <a:pt x="4660025" y="1849508"/>
                  </a:lnTo>
                  <a:lnTo>
                    <a:pt x="4660660" y="1841478"/>
                  </a:lnTo>
                  <a:lnTo>
                    <a:pt x="4661295" y="1833968"/>
                  </a:lnTo>
                  <a:lnTo>
                    <a:pt x="4661930" y="1825059"/>
                  </a:lnTo>
                  <a:lnTo>
                    <a:pt x="4662564" y="1816247"/>
                  </a:lnTo>
                  <a:lnTo>
                    <a:pt x="4663199" y="1806341"/>
                  </a:lnTo>
                  <a:lnTo>
                    <a:pt x="4663834" y="1796936"/>
                  </a:lnTo>
                  <a:lnTo>
                    <a:pt x="4664469" y="1787725"/>
                  </a:lnTo>
                  <a:lnTo>
                    <a:pt x="4665104" y="1779738"/>
                  </a:lnTo>
                  <a:lnTo>
                    <a:pt x="4665739" y="1771973"/>
                  </a:lnTo>
                  <a:lnTo>
                    <a:pt x="4666373" y="1764994"/>
                  </a:lnTo>
                  <a:lnTo>
                    <a:pt x="4667008" y="1758937"/>
                  </a:lnTo>
                  <a:lnTo>
                    <a:pt x="4667643" y="1752782"/>
                  </a:lnTo>
                  <a:lnTo>
                    <a:pt x="4668278" y="1745462"/>
                  </a:lnTo>
                  <a:lnTo>
                    <a:pt x="4668913" y="1737896"/>
                  </a:lnTo>
                  <a:lnTo>
                    <a:pt x="4669548" y="1730573"/>
                  </a:lnTo>
                  <a:lnTo>
                    <a:pt x="4670183" y="1723866"/>
                  </a:lnTo>
                  <a:lnTo>
                    <a:pt x="4670817" y="1717302"/>
                  </a:lnTo>
                  <a:lnTo>
                    <a:pt x="4671452" y="1712202"/>
                  </a:lnTo>
                  <a:lnTo>
                    <a:pt x="4672087" y="1707339"/>
                  </a:lnTo>
                  <a:lnTo>
                    <a:pt x="4672722" y="1702472"/>
                  </a:lnTo>
                  <a:lnTo>
                    <a:pt x="4673357" y="1696738"/>
                  </a:lnTo>
                  <a:lnTo>
                    <a:pt x="4673992" y="1690392"/>
                  </a:lnTo>
                  <a:lnTo>
                    <a:pt x="4674626" y="1682916"/>
                  </a:lnTo>
                  <a:lnTo>
                    <a:pt x="4675261" y="1674944"/>
                  </a:lnTo>
                  <a:lnTo>
                    <a:pt x="4675896" y="1667231"/>
                  </a:lnTo>
                  <a:lnTo>
                    <a:pt x="4676531" y="1659213"/>
                  </a:lnTo>
                  <a:lnTo>
                    <a:pt x="4677166" y="1651615"/>
                  </a:lnTo>
                  <a:lnTo>
                    <a:pt x="4677801" y="1644705"/>
                  </a:lnTo>
                  <a:lnTo>
                    <a:pt x="4678436" y="1637997"/>
                  </a:lnTo>
                  <a:lnTo>
                    <a:pt x="4679070" y="1629655"/>
                  </a:lnTo>
                  <a:lnTo>
                    <a:pt x="4679705" y="1620314"/>
                  </a:lnTo>
                  <a:lnTo>
                    <a:pt x="4680340" y="1609581"/>
                  </a:lnTo>
                  <a:lnTo>
                    <a:pt x="4680975" y="1598330"/>
                  </a:lnTo>
                  <a:lnTo>
                    <a:pt x="4681610" y="1588019"/>
                  </a:lnTo>
                  <a:lnTo>
                    <a:pt x="4682245" y="1579726"/>
                  </a:lnTo>
                  <a:lnTo>
                    <a:pt x="4682879" y="1572312"/>
                  </a:lnTo>
                  <a:lnTo>
                    <a:pt x="4683514" y="1565072"/>
                  </a:lnTo>
                  <a:lnTo>
                    <a:pt x="4684149" y="1558665"/>
                  </a:lnTo>
                  <a:lnTo>
                    <a:pt x="4684784" y="1551653"/>
                  </a:lnTo>
                  <a:lnTo>
                    <a:pt x="4685419" y="1544132"/>
                  </a:lnTo>
                  <a:lnTo>
                    <a:pt x="4686054" y="1536541"/>
                  </a:lnTo>
                  <a:lnTo>
                    <a:pt x="4686689" y="1528662"/>
                  </a:lnTo>
                  <a:lnTo>
                    <a:pt x="4687323" y="1520643"/>
                  </a:lnTo>
                  <a:lnTo>
                    <a:pt x="4687958" y="1512126"/>
                  </a:lnTo>
                  <a:lnTo>
                    <a:pt x="4688593" y="1504008"/>
                  </a:lnTo>
                  <a:lnTo>
                    <a:pt x="4689228" y="1496575"/>
                  </a:lnTo>
                  <a:lnTo>
                    <a:pt x="4689863" y="1489560"/>
                  </a:lnTo>
                  <a:lnTo>
                    <a:pt x="4690498" y="1482816"/>
                  </a:lnTo>
                  <a:lnTo>
                    <a:pt x="4691132" y="1476009"/>
                  </a:lnTo>
                  <a:lnTo>
                    <a:pt x="4691767" y="1469357"/>
                  </a:lnTo>
                  <a:lnTo>
                    <a:pt x="4692402" y="1461185"/>
                  </a:lnTo>
                  <a:lnTo>
                    <a:pt x="4693037" y="1454454"/>
                  </a:lnTo>
                  <a:lnTo>
                    <a:pt x="4693672" y="1446628"/>
                  </a:lnTo>
                  <a:lnTo>
                    <a:pt x="4694307" y="1439335"/>
                  </a:lnTo>
                  <a:lnTo>
                    <a:pt x="4694942" y="1432152"/>
                  </a:lnTo>
                  <a:lnTo>
                    <a:pt x="4695576" y="1423703"/>
                  </a:lnTo>
                  <a:lnTo>
                    <a:pt x="4696211" y="1416736"/>
                  </a:lnTo>
                  <a:lnTo>
                    <a:pt x="4696846" y="1410728"/>
                  </a:lnTo>
                  <a:lnTo>
                    <a:pt x="4697481" y="1404802"/>
                  </a:lnTo>
                  <a:lnTo>
                    <a:pt x="4698116" y="1398716"/>
                  </a:lnTo>
                  <a:lnTo>
                    <a:pt x="4698751" y="1393103"/>
                  </a:lnTo>
                  <a:lnTo>
                    <a:pt x="4699385" y="1388418"/>
                  </a:lnTo>
                  <a:lnTo>
                    <a:pt x="4700020" y="1384249"/>
                  </a:lnTo>
                  <a:lnTo>
                    <a:pt x="4700655" y="1381103"/>
                  </a:lnTo>
                  <a:lnTo>
                    <a:pt x="4701290" y="1378804"/>
                  </a:lnTo>
                  <a:lnTo>
                    <a:pt x="4701925" y="1377554"/>
                  </a:lnTo>
                  <a:lnTo>
                    <a:pt x="4702560" y="1376366"/>
                  </a:lnTo>
                  <a:lnTo>
                    <a:pt x="4703195" y="1375487"/>
                  </a:lnTo>
                  <a:lnTo>
                    <a:pt x="4703829" y="1374160"/>
                  </a:lnTo>
                  <a:lnTo>
                    <a:pt x="4704464" y="1373562"/>
                  </a:lnTo>
                  <a:lnTo>
                    <a:pt x="4705099" y="1373877"/>
                  </a:lnTo>
                  <a:lnTo>
                    <a:pt x="4705734" y="1375111"/>
                  </a:lnTo>
                  <a:lnTo>
                    <a:pt x="4706369" y="1376215"/>
                  </a:lnTo>
                  <a:lnTo>
                    <a:pt x="4707004" y="1378538"/>
                  </a:lnTo>
                  <a:lnTo>
                    <a:pt x="4707638" y="1380267"/>
                  </a:lnTo>
                  <a:lnTo>
                    <a:pt x="4708273" y="1382631"/>
                  </a:lnTo>
                  <a:lnTo>
                    <a:pt x="4708908" y="1384278"/>
                  </a:lnTo>
                  <a:lnTo>
                    <a:pt x="4709543" y="1385539"/>
                  </a:lnTo>
                  <a:lnTo>
                    <a:pt x="4710178" y="1385935"/>
                  </a:lnTo>
                  <a:lnTo>
                    <a:pt x="4710813" y="1386031"/>
                  </a:lnTo>
                  <a:lnTo>
                    <a:pt x="4711447" y="1385524"/>
                  </a:lnTo>
                  <a:lnTo>
                    <a:pt x="4712082" y="1385363"/>
                  </a:lnTo>
                  <a:lnTo>
                    <a:pt x="4712717" y="1384814"/>
                  </a:lnTo>
                  <a:lnTo>
                    <a:pt x="4713352" y="1384049"/>
                  </a:lnTo>
                  <a:lnTo>
                    <a:pt x="4713987" y="1382829"/>
                  </a:lnTo>
                  <a:lnTo>
                    <a:pt x="4714622" y="1381160"/>
                  </a:lnTo>
                  <a:lnTo>
                    <a:pt x="4715257" y="1378400"/>
                  </a:lnTo>
                  <a:lnTo>
                    <a:pt x="4715891" y="1375406"/>
                  </a:lnTo>
                  <a:lnTo>
                    <a:pt x="4716526" y="1372356"/>
                  </a:lnTo>
                  <a:lnTo>
                    <a:pt x="4717161" y="1369367"/>
                  </a:lnTo>
                  <a:lnTo>
                    <a:pt x="4717796" y="1366895"/>
                  </a:lnTo>
                  <a:lnTo>
                    <a:pt x="4718431" y="1364316"/>
                  </a:lnTo>
                  <a:lnTo>
                    <a:pt x="4719066" y="1362008"/>
                  </a:lnTo>
                  <a:lnTo>
                    <a:pt x="4719700" y="1360098"/>
                  </a:lnTo>
                  <a:lnTo>
                    <a:pt x="4720335" y="1356774"/>
                  </a:lnTo>
                  <a:lnTo>
                    <a:pt x="4720970" y="1353509"/>
                  </a:lnTo>
                  <a:lnTo>
                    <a:pt x="4721605" y="1350733"/>
                  </a:lnTo>
                  <a:lnTo>
                    <a:pt x="4722240" y="1348979"/>
                  </a:lnTo>
                  <a:lnTo>
                    <a:pt x="4722875" y="1346824"/>
                  </a:lnTo>
                  <a:lnTo>
                    <a:pt x="4723510" y="1343624"/>
                  </a:lnTo>
                  <a:lnTo>
                    <a:pt x="4724144" y="1340234"/>
                  </a:lnTo>
                  <a:lnTo>
                    <a:pt x="4724779" y="1337012"/>
                  </a:lnTo>
                  <a:lnTo>
                    <a:pt x="4725414" y="1334116"/>
                  </a:lnTo>
                  <a:lnTo>
                    <a:pt x="4726049" y="1330989"/>
                  </a:lnTo>
                  <a:lnTo>
                    <a:pt x="4726684" y="1327655"/>
                  </a:lnTo>
                  <a:lnTo>
                    <a:pt x="4727319" y="1323887"/>
                  </a:lnTo>
                  <a:lnTo>
                    <a:pt x="4727953" y="1320230"/>
                  </a:lnTo>
                  <a:lnTo>
                    <a:pt x="4728588" y="1315975"/>
                  </a:lnTo>
                  <a:lnTo>
                    <a:pt x="4729223" y="1310653"/>
                  </a:lnTo>
                  <a:lnTo>
                    <a:pt x="4729858" y="1304983"/>
                  </a:lnTo>
                  <a:lnTo>
                    <a:pt x="4730493" y="1297994"/>
                  </a:lnTo>
                  <a:lnTo>
                    <a:pt x="4731128" y="1291494"/>
                  </a:lnTo>
                  <a:lnTo>
                    <a:pt x="4731763" y="1284505"/>
                  </a:lnTo>
                  <a:lnTo>
                    <a:pt x="4732397" y="1278088"/>
                  </a:lnTo>
                  <a:lnTo>
                    <a:pt x="4733032" y="1271161"/>
                  </a:lnTo>
                  <a:lnTo>
                    <a:pt x="4733667" y="1264076"/>
                  </a:lnTo>
                  <a:lnTo>
                    <a:pt x="4734302" y="1256455"/>
                  </a:lnTo>
                  <a:lnTo>
                    <a:pt x="4734937" y="1248759"/>
                  </a:lnTo>
                  <a:lnTo>
                    <a:pt x="4735572" y="1241357"/>
                  </a:lnTo>
                  <a:lnTo>
                    <a:pt x="4736206" y="1234336"/>
                  </a:lnTo>
                  <a:lnTo>
                    <a:pt x="4736841" y="1227238"/>
                  </a:lnTo>
                  <a:lnTo>
                    <a:pt x="4737476" y="1220484"/>
                  </a:lnTo>
                  <a:lnTo>
                    <a:pt x="4738111" y="1213691"/>
                  </a:lnTo>
                  <a:lnTo>
                    <a:pt x="4738746" y="1205802"/>
                  </a:lnTo>
                  <a:lnTo>
                    <a:pt x="4739381" y="1198891"/>
                  </a:lnTo>
                  <a:lnTo>
                    <a:pt x="4740016" y="1193558"/>
                  </a:lnTo>
                  <a:lnTo>
                    <a:pt x="4740650" y="1188602"/>
                  </a:lnTo>
                  <a:lnTo>
                    <a:pt x="4741285" y="1182973"/>
                  </a:lnTo>
                  <a:lnTo>
                    <a:pt x="4741920" y="1177979"/>
                  </a:lnTo>
                  <a:lnTo>
                    <a:pt x="4742555" y="1172619"/>
                  </a:lnTo>
                  <a:lnTo>
                    <a:pt x="4743190" y="1166779"/>
                  </a:lnTo>
                  <a:lnTo>
                    <a:pt x="4743825" y="1160981"/>
                  </a:lnTo>
                  <a:lnTo>
                    <a:pt x="4744459" y="1155082"/>
                  </a:lnTo>
                  <a:lnTo>
                    <a:pt x="4745094" y="1148997"/>
                  </a:lnTo>
                  <a:lnTo>
                    <a:pt x="4745729" y="1142088"/>
                  </a:lnTo>
                  <a:lnTo>
                    <a:pt x="4746364" y="1134416"/>
                  </a:lnTo>
                  <a:lnTo>
                    <a:pt x="4746999" y="1125256"/>
                  </a:lnTo>
                  <a:lnTo>
                    <a:pt x="4747634" y="1115984"/>
                  </a:lnTo>
                  <a:lnTo>
                    <a:pt x="4748269" y="1108381"/>
                  </a:lnTo>
                  <a:lnTo>
                    <a:pt x="4748903" y="1100400"/>
                  </a:lnTo>
                  <a:lnTo>
                    <a:pt x="4749538" y="1091557"/>
                  </a:lnTo>
                  <a:lnTo>
                    <a:pt x="4750173" y="1082239"/>
                  </a:lnTo>
                  <a:lnTo>
                    <a:pt x="4750808" y="1072312"/>
                  </a:lnTo>
                  <a:lnTo>
                    <a:pt x="4751443" y="1061697"/>
                  </a:lnTo>
                  <a:lnTo>
                    <a:pt x="4752078" y="1050609"/>
                  </a:lnTo>
                  <a:lnTo>
                    <a:pt x="4752712" y="1039168"/>
                  </a:lnTo>
                  <a:lnTo>
                    <a:pt x="4753347" y="1027735"/>
                  </a:lnTo>
                  <a:lnTo>
                    <a:pt x="4753982" y="1015637"/>
                  </a:lnTo>
                  <a:lnTo>
                    <a:pt x="4754617" y="1002902"/>
                  </a:lnTo>
                  <a:lnTo>
                    <a:pt x="4755252" y="990117"/>
                  </a:lnTo>
                  <a:lnTo>
                    <a:pt x="4755887" y="980139"/>
                  </a:lnTo>
                  <a:lnTo>
                    <a:pt x="4756522" y="970567"/>
                  </a:lnTo>
                  <a:lnTo>
                    <a:pt x="4757156" y="961506"/>
                  </a:lnTo>
                  <a:lnTo>
                    <a:pt x="4757791" y="951518"/>
                  </a:lnTo>
                  <a:lnTo>
                    <a:pt x="4758426" y="941052"/>
                  </a:lnTo>
                  <a:lnTo>
                    <a:pt x="4759061" y="930903"/>
                  </a:lnTo>
                  <a:lnTo>
                    <a:pt x="4759696" y="921653"/>
                  </a:lnTo>
                  <a:lnTo>
                    <a:pt x="4760331" y="913624"/>
                  </a:lnTo>
                  <a:lnTo>
                    <a:pt x="4760965" y="906430"/>
                  </a:lnTo>
                  <a:lnTo>
                    <a:pt x="4761600" y="900068"/>
                  </a:lnTo>
                  <a:lnTo>
                    <a:pt x="4762235" y="893916"/>
                  </a:lnTo>
                  <a:lnTo>
                    <a:pt x="4762870" y="888340"/>
                  </a:lnTo>
                  <a:lnTo>
                    <a:pt x="4763505" y="884271"/>
                  </a:lnTo>
                  <a:lnTo>
                    <a:pt x="4764140" y="882629"/>
                  </a:lnTo>
                  <a:lnTo>
                    <a:pt x="4764774" y="882295"/>
                  </a:lnTo>
                  <a:lnTo>
                    <a:pt x="4765409" y="882765"/>
                  </a:lnTo>
                  <a:lnTo>
                    <a:pt x="4766044" y="884079"/>
                  </a:lnTo>
                  <a:lnTo>
                    <a:pt x="4766679" y="887814"/>
                  </a:lnTo>
                  <a:lnTo>
                    <a:pt x="4767314" y="893296"/>
                  </a:lnTo>
                  <a:lnTo>
                    <a:pt x="4767949" y="898527"/>
                  </a:lnTo>
                  <a:lnTo>
                    <a:pt x="4768584" y="905510"/>
                  </a:lnTo>
                  <a:lnTo>
                    <a:pt x="4769218" y="912008"/>
                  </a:lnTo>
                  <a:lnTo>
                    <a:pt x="4769853" y="917206"/>
                  </a:lnTo>
                  <a:lnTo>
                    <a:pt x="4770488" y="923248"/>
                  </a:lnTo>
                  <a:lnTo>
                    <a:pt x="4771123" y="927426"/>
                  </a:lnTo>
                  <a:lnTo>
                    <a:pt x="4771758" y="931954"/>
                  </a:lnTo>
                  <a:lnTo>
                    <a:pt x="4772393" y="937802"/>
                  </a:lnTo>
                  <a:lnTo>
                    <a:pt x="4773027" y="944173"/>
                  </a:lnTo>
                  <a:lnTo>
                    <a:pt x="4773662" y="950352"/>
                  </a:lnTo>
                  <a:lnTo>
                    <a:pt x="4774297" y="956116"/>
                  </a:lnTo>
                  <a:lnTo>
                    <a:pt x="4774932" y="962334"/>
                  </a:lnTo>
                  <a:lnTo>
                    <a:pt x="4775567" y="967308"/>
                  </a:lnTo>
                  <a:lnTo>
                    <a:pt x="4776202" y="972317"/>
                  </a:lnTo>
                  <a:lnTo>
                    <a:pt x="4776837" y="975703"/>
                  </a:lnTo>
                  <a:lnTo>
                    <a:pt x="4777471" y="978952"/>
                  </a:lnTo>
                  <a:lnTo>
                    <a:pt x="4778106" y="982338"/>
                  </a:lnTo>
                  <a:lnTo>
                    <a:pt x="4778741" y="985422"/>
                  </a:lnTo>
                  <a:lnTo>
                    <a:pt x="4779376" y="989254"/>
                  </a:lnTo>
                  <a:lnTo>
                    <a:pt x="4780011" y="992189"/>
                  </a:lnTo>
                  <a:lnTo>
                    <a:pt x="4780646" y="996017"/>
                  </a:lnTo>
                  <a:lnTo>
                    <a:pt x="4781280" y="999600"/>
                  </a:lnTo>
                  <a:lnTo>
                    <a:pt x="4781915" y="1002363"/>
                  </a:lnTo>
                  <a:lnTo>
                    <a:pt x="4782550" y="1004730"/>
                  </a:lnTo>
                  <a:lnTo>
                    <a:pt x="4783185" y="1006862"/>
                  </a:lnTo>
                  <a:lnTo>
                    <a:pt x="4783820" y="1009906"/>
                  </a:lnTo>
                  <a:lnTo>
                    <a:pt x="4784455" y="1012085"/>
                  </a:lnTo>
                  <a:lnTo>
                    <a:pt x="4785090" y="1013983"/>
                  </a:lnTo>
                  <a:lnTo>
                    <a:pt x="4785724" y="1015681"/>
                  </a:lnTo>
                  <a:lnTo>
                    <a:pt x="4786359" y="1017772"/>
                  </a:lnTo>
                  <a:lnTo>
                    <a:pt x="4786994" y="1019966"/>
                  </a:lnTo>
                  <a:lnTo>
                    <a:pt x="4787629" y="1021390"/>
                  </a:lnTo>
                  <a:lnTo>
                    <a:pt x="4788264" y="1022570"/>
                  </a:lnTo>
                  <a:lnTo>
                    <a:pt x="4788899" y="1024392"/>
                  </a:lnTo>
                  <a:lnTo>
                    <a:pt x="4789533" y="1025186"/>
                  </a:lnTo>
                  <a:lnTo>
                    <a:pt x="4790168" y="1025830"/>
                  </a:lnTo>
                  <a:lnTo>
                    <a:pt x="4790803" y="1026336"/>
                  </a:lnTo>
                  <a:lnTo>
                    <a:pt x="4791438" y="1027438"/>
                  </a:lnTo>
                  <a:lnTo>
                    <a:pt x="4792073" y="1028043"/>
                  </a:lnTo>
                  <a:lnTo>
                    <a:pt x="4792708" y="1029138"/>
                  </a:lnTo>
                  <a:lnTo>
                    <a:pt x="4793343" y="1030058"/>
                  </a:lnTo>
                  <a:lnTo>
                    <a:pt x="4793977" y="1028864"/>
                  </a:lnTo>
                  <a:lnTo>
                    <a:pt x="4794612" y="1026996"/>
                  </a:lnTo>
                  <a:lnTo>
                    <a:pt x="4795247" y="1026123"/>
                  </a:lnTo>
                  <a:lnTo>
                    <a:pt x="4795882" y="1024789"/>
                  </a:lnTo>
                  <a:lnTo>
                    <a:pt x="4796517" y="1023017"/>
                  </a:lnTo>
                  <a:lnTo>
                    <a:pt x="4797152" y="1021295"/>
                  </a:lnTo>
                  <a:lnTo>
                    <a:pt x="4797786" y="1019113"/>
                  </a:lnTo>
                  <a:lnTo>
                    <a:pt x="4798421" y="1017016"/>
                  </a:lnTo>
                  <a:lnTo>
                    <a:pt x="4799056" y="1016008"/>
                  </a:lnTo>
                  <a:lnTo>
                    <a:pt x="4799691" y="1015695"/>
                  </a:lnTo>
                  <a:lnTo>
                    <a:pt x="4800326" y="1018171"/>
                  </a:lnTo>
                  <a:lnTo>
                    <a:pt x="4800961" y="1021217"/>
                  </a:lnTo>
                  <a:lnTo>
                    <a:pt x="4801596" y="1025624"/>
                  </a:lnTo>
                  <a:lnTo>
                    <a:pt x="4802230" y="1030350"/>
                  </a:lnTo>
                  <a:lnTo>
                    <a:pt x="4802865" y="1034965"/>
                  </a:lnTo>
                  <a:lnTo>
                    <a:pt x="4803500" y="1039637"/>
                  </a:lnTo>
                  <a:lnTo>
                    <a:pt x="4804135" y="1043832"/>
                  </a:lnTo>
                  <a:lnTo>
                    <a:pt x="4804770" y="1047284"/>
                  </a:lnTo>
                  <a:lnTo>
                    <a:pt x="4805405" y="1050419"/>
                  </a:lnTo>
                  <a:lnTo>
                    <a:pt x="4806039" y="1054866"/>
                  </a:lnTo>
                  <a:lnTo>
                    <a:pt x="4806674" y="1060489"/>
                  </a:lnTo>
                  <a:lnTo>
                    <a:pt x="4807309" y="1066897"/>
                  </a:lnTo>
                  <a:lnTo>
                    <a:pt x="4807944" y="1074219"/>
                  </a:lnTo>
                  <a:lnTo>
                    <a:pt x="4808579" y="1079876"/>
                  </a:lnTo>
                  <a:lnTo>
                    <a:pt x="4809214" y="1083553"/>
                  </a:lnTo>
                  <a:lnTo>
                    <a:pt x="4809849" y="1086022"/>
                  </a:lnTo>
                  <a:lnTo>
                    <a:pt x="4810483" y="1087389"/>
                  </a:lnTo>
                  <a:lnTo>
                    <a:pt x="4811118" y="1086493"/>
                  </a:lnTo>
                  <a:lnTo>
                    <a:pt x="4811753" y="1085519"/>
                  </a:lnTo>
                  <a:lnTo>
                    <a:pt x="4812388" y="1083656"/>
                  </a:lnTo>
                  <a:lnTo>
                    <a:pt x="4813023" y="1082841"/>
                  </a:lnTo>
                  <a:lnTo>
                    <a:pt x="4813658" y="1082112"/>
                  </a:lnTo>
                  <a:lnTo>
                    <a:pt x="4814292" y="1082461"/>
                  </a:lnTo>
                  <a:lnTo>
                    <a:pt x="4814927" y="1083868"/>
                  </a:lnTo>
                  <a:lnTo>
                    <a:pt x="4815562" y="1085656"/>
                  </a:lnTo>
                  <a:lnTo>
                    <a:pt x="4816197" y="1086790"/>
                  </a:lnTo>
                  <a:lnTo>
                    <a:pt x="4816832" y="1087730"/>
                  </a:lnTo>
                  <a:lnTo>
                    <a:pt x="4817467" y="1089174"/>
                  </a:lnTo>
                  <a:lnTo>
                    <a:pt x="4818102" y="1090475"/>
                  </a:lnTo>
                  <a:lnTo>
                    <a:pt x="4818736" y="1092446"/>
                  </a:lnTo>
                  <a:lnTo>
                    <a:pt x="4819371" y="1095331"/>
                  </a:lnTo>
                  <a:lnTo>
                    <a:pt x="4820006" y="1097355"/>
                  </a:lnTo>
                  <a:lnTo>
                    <a:pt x="4820641" y="1100241"/>
                  </a:lnTo>
                  <a:lnTo>
                    <a:pt x="4821276" y="1102458"/>
                  </a:lnTo>
                  <a:lnTo>
                    <a:pt x="4821911" y="1104336"/>
                  </a:lnTo>
                  <a:lnTo>
                    <a:pt x="4822545" y="1107280"/>
                  </a:lnTo>
                  <a:lnTo>
                    <a:pt x="4823180" y="1108450"/>
                  </a:lnTo>
                  <a:lnTo>
                    <a:pt x="4823815" y="1109346"/>
                  </a:lnTo>
                  <a:lnTo>
                    <a:pt x="4824450" y="1109175"/>
                  </a:lnTo>
                  <a:lnTo>
                    <a:pt x="4825085" y="1109284"/>
                  </a:lnTo>
                  <a:lnTo>
                    <a:pt x="4825720" y="1110102"/>
                  </a:lnTo>
                  <a:lnTo>
                    <a:pt x="4826354" y="1110616"/>
                  </a:lnTo>
                  <a:lnTo>
                    <a:pt x="4826989" y="1111228"/>
                  </a:lnTo>
                  <a:lnTo>
                    <a:pt x="4827624" y="1111444"/>
                  </a:lnTo>
                  <a:lnTo>
                    <a:pt x="4828259" y="1112528"/>
                  </a:lnTo>
                  <a:lnTo>
                    <a:pt x="4828894" y="1114000"/>
                  </a:lnTo>
                  <a:lnTo>
                    <a:pt x="4829529" y="1115921"/>
                  </a:lnTo>
                  <a:lnTo>
                    <a:pt x="4830164" y="1118373"/>
                  </a:lnTo>
                  <a:lnTo>
                    <a:pt x="4830798" y="1121715"/>
                  </a:lnTo>
                  <a:lnTo>
                    <a:pt x="4831433" y="1124701"/>
                  </a:lnTo>
                  <a:lnTo>
                    <a:pt x="4832068" y="1127791"/>
                  </a:lnTo>
                  <a:lnTo>
                    <a:pt x="4832703" y="1130787"/>
                  </a:lnTo>
                  <a:lnTo>
                    <a:pt x="4833338" y="1134153"/>
                  </a:lnTo>
                  <a:lnTo>
                    <a:pt x="4833973" y="1136375"/>
                  </a:lnTo>
                  <a:lnTo>
                    <a:pt x="4834607" y="1139622"/>
                  </a:lnTo>
                  <a:lnTo>
                    <a:pt x="4835242" y="1142696"/>
                  </a:lnTo>
                  <a:lnTo>
                    <a:pt x="4835877" y="1146244"/>
                  </a:lnTo>
                  <a:lnTo>
                    <a:pt x="4836512" y="1151216"/>
                  </a:lnTo>
                  <a:lnTo>
                    <a:pt x="4837147" y="1157262"/>
                  </a:lnTo>
                  <a:lnTo>
                    <a:pt x="4837782" y="1163157"/>
                  </a:lnTo>
                  <a:lnTo>
                    <a:pt x="4838417" y="1168944"/>
                  </a:lnTo>
                  <a:lnTo>
                    <a:pt x="4839051" y="1173727"/>
                  </a:lnTo>
                  <a:lnTo>
                    <a:pt x="4839686" y="1178857"/>
                  </a:lnTo>
                  <a:lnTo>
                    <a:pt x="4840321" y="1183072"/>
                  </a:lnTo>
                  <a:lnTo>
                    <a:pt x="4840956" y="1187086"/>
                  </a:lnTo>
                  <a:lnTo>
                    <a:pt x="4841591" y="1191200"/>
                  </a:lnTo>
                  <a:lnTo>
                    <a:pt x="4842226" y="1196057"/>
                  </a:lnTo>
                  <a:lnTo>
                    <a:pt x="4842860" y="1200539"/>
                  </a:lnTo>
                  <a:lnTo>
                    <a:pt x="4843495" y="1204770"/>
                  </a:lnTo>
                  <a:lnTo>
                    <a:pt x="4844130" y="1208539"/>
                  </a:lnTo>
                  <a:lnTo>
                    <a:pt x="4844765" y="1211852"/>
                  </a:lnTo>
                  <a:lnTo>
                    <a:pt x="4845400" y="1215189"/>
                  </a:lnTo>
                  <a:lnTo>
                    <a:pt x="4846035" y="1217887"/>
                  </a:lnTo>
                  <a:lnTo>
                    <a:pt x="4846670" y="1219674"/>
                  </a:lnTo>
                  <a:lnTo>
                    <a:pt x="4847304" y="1221921"/>
                  </a:lnTo>
                  <a:lnTo>
                    <a:pt x="4847939" y="1224544"/>
                  </a:lnTo>
                  <a:lnTo>
                    <a:pt x="4848574" y="1227667"/>
                  </a:lnTo>
                  <a:lnTo>
                    <a:pt x="4849209" y="1230001"/>
                  </a:lnTo>
                  <a:lnTo>
                    <a:pt x="4849844" y="1232544"/>
                  </a:lnTo>
                  <a:lnTo>
                    <a:pt x="4850479" y="1234649"/>
                  </a:lnTo>
                  <a:lnTo>
                    <a:pt x="4851113" y="1236498"/>
                  </a:lnTo>
                  <a:lnTo>
                    <a:pt x="4851748" y="1238016"/>
                  </a:lnTo>
                  <a:lnTo>
                    <a:pt x="4852383" y="1239589"/>
                  </a:lnTo>
                  <a:lnTo>
                    <a:pt x="4853018" y="1241686"/>
                  </a:lnTo>
                  <a:lnTo>
                    <a:pt x="4853653" y="1243791"/>
                  </a:lnTo>
                  <a:lnTo>
                    <a:pt x="4854288" y="1246111"/>
                  </a:lnTo>
                  <a:lnTo>
                    <a:pt x="4854923" y="1248488"/>
                  </a:lnTo>
                  <a:lnTo>
                    <a:pt x="4855557" y="1251636"/>
                  </a:lnTo>
                  <a:lnTo>
                    <a:pt x="4856192" y="1256028"/>
                  </a:lnTo>
                  <a:lnTo>
                    <a:pt x="4856827" y="1260768"/>
                  </a:lnTo>
                  <a:lnTo>
                    <a:pt x="4857462" y="1266574"/>
                  </a:lnTo>
                  <a:lnTo>
                    <a:pt x="4858097" y="1271810"/>
                  </a:lnTo>
                  <a:lnTo>
                    <a:pt x="4858732" y="1277988"/>
                  </a:lnTo>
                  <a:lnTo>
                    <a:pt x="4859366" y="1284502"/>
                  </a:lnTo>
                  <a:lnTo>
                    <a:pt x="4860001" y="1292023"/>
                  </a:lnTo>
                  <a:lnTo>
                    <a:pt x="4860636" y="1299486"/>
                  </a:lnTo>
                  <a:lnTo>
                    <a:pt x="4861271" y="1307558"/>
                  </a:lnTo>
                  <a:lnTo>
                    <a:pt x="4861906" y="1315771"/>
                  </a:lnTo>
                  <a:lnTo>
                    <a:pt x="4862541" y="1324097"/>
                  </a:lnTo>
                  <a:lnTo>
                    <a:pt x="4863176" y="1332570"/>
                  </a:lnTo>
                  <a:lnTo>
                    <a:pt x="4863810" y="1341606"/>
                  </a:lnTo>
                  <a:lnTo>
                    <a:pt x="4864445" y="1350502"/>
                  </a:lnTo>
                  <a:lnTo>
                    <a:pt x="4865080" y="1359566"/>
                  </a:lnTo>
                  <a:lnTo>
                    <a:pt x="4865715" y="1369239"/>
                  </a:lnTo>
                  <a:lnTo>
                    <a:pt x="4866350" y="1378383"/>
                  </a:lnTo>
                  <a:lnTo>
                    <a:pt x="4866985" y="1386980"/>
                  </a:lnTo>
                  <a:lnTo>
                    <a:pt x="4867619" y="1395357"/>
                  </a:lnTo>
                  <a:lnTo>
                    <a:pt x="4868254" y="1404457"/>
                  </a:lnTo>
                  <a:lnTo>
                    <a:pt x="4868889" y="1412990"/>
                  </a:lnTo>
                  <a:lnTo>
                    <a:pt x="4869524" y="1421939"/>
                  </a:lnTo>
                  <a:lnTo>
                    <a:pt x="4870159" y="1431246"/>
                  </a:lnTo>
                  <a:lnTo>
                    <a:pt x="4870794" y="1439517"/>
                  </a:lnTo>
                  <a:lnTo>
                    <a:pt x="4871429" y="1447483"/>
                  </a:lnTo>
                  <a:lnTo>
                    <a:pt x="4872063" y="1454647"/>
                  </a:lnTo>
                  <a:lnTo>
                    <a:pt x="4872698" y="1462594"/>
                  </a:lnTo>
                  <a:lnTo>
                    <a:pt x="4873333" y="1470980"/>
                  </a:lnTo>
                  <a:lnTo>
                    <a:pt x="4873968" y="1480065"/>
                  </a:lnTo>
                  <a:lnTo>
                    <a:pt x="4874603" y="1489553"/>
                  </a:lnTo>
                  <a:lnTo>
                    <a:pt x="4875238" y="1498332"/>
                  </a:lnTo>
                  <a:lnTo>
                    <a:pt x="4875872" y="1507379"/>
                  </a:lnTo>
                  <a:lnTo>
                    <a:pt x="4876507" y="1516480"/>
                  </a:lnTo>
                  <a:lnTo>
                    <a:pt x="4877142" y="1525698"/>
                  </a:lnTo>
                  <a:lnTo>
                    <a:pt x="4877777" y="1535215"/>
                  </a:lnTo>
                  <a:lnTo>
                    <a:pt x="4878412" y="1545706"/>
                  </a:lnTo>
                  <a:lnTo>
                    <a:pt x="4879047" y="1556578"/>
                  </a:lnTo>
                  <a:lnTo>
                    <a:pt x="4879681" y="1568170"/>
                  </a:lnTo>
                  <a:lnTo>
                    <a:pt x="4880316" y="1579855"/>
                  </a:lnTo>
                  <a:lnTo>
                    <a:pt x="4880951" y="1592379"/>
                  </a:lnTo>
                  <a:lnTo>
                    <a:pt x="4881586" y="1606147"/>
                  </a:lnTo>
                  <a:lnTo>
                    <a:pt x="4882221" y="1619205"/>
                  </a:lnTo>
                  <a:lnTo>
                    <a:pt x="4882856" y="1629344"/>
                  </a:lnTo>
                  <a:lnTo>
                    <a:pt x="4883491" y="1638744"/>
                  </a:lnTo>
                  <a:lnTo>
                    <a:pt x="4884125" y="1645619"/>
                  </a:lnTo>
                  <a:lnTo>
                    <a:pt x="4884760" y="1651397"/>
                  </a:lnTo>
                  <a:lnTo>
                    <a:pt x="4885395" y="1656731"/>
                  </a:lnTo>
                  <a:lnTo>
                    <a:pt x="4886030" y="1661617"/>
                  </a:lnTo>
                  <a:lnTo>
                    <a:pt x="4886665" y="1666049"/>
                  </a:lnTo>
                  <a:lnTo>
                    <a:pt x="4887300" y="1670090"/>
                  </a:lnTo>
                  <a:lnTo>
                    <a:pt x="4887934" y="1673459"/>
                  </a:lnTo>
                  <a:lnTo>
                    <a:pt x="4888569" y="1676694"/>
                  </a:lnTo>
                  <a:lnTo>
                    <a:pt x="4889204" y="1680153"/>
                  </a:lnTo>
                  <a:lnTo>
                    <a:pt x="4889839" y="1683765"/>
                  </a:lnTo>
                  <a:lnTo>
                    <a:pt x="4890474" y="1686751"/>
                  </a:lnTo>
                  <a:lnTo>
                    <a:pt x="4891109" y="1689365"/>
                  </a:lnTo>
                  <a:lnTo>
                    <a:pt x="4891744" y="1693262"/>
                  </a:lnTo>
                  <a:lnTo>
                    <a:pt x="4892378" y="1696831"/>
                  </a:lnTo>
                  <a:lnTo>
                    <a:pt x="4893013" y="1701638"/>
                  </a:lnTo>
                  <a:lnTo>
                    <a:pt x="4893648" y="1706507"/>
                  </a:lnTo>
                  <a:lnTo>
                    <a:pt x="4894283" y="1712229"/>
                  </a:lnTo>
                  <a:lnTo>
                    <a:pt x="4894918" y="1717352"/>
                  </a:lnTo>
                  <a:lnTo>
                    <a:pt x="4895553" y="1721708"/>
                  </a:lnTo>
                  <a:lnTo>
                    <a:pt x="4896187" y="1725610"/>
                  </a:lnTo>
                  <a:lnTo>
                    <a:pt x="4896822" y="1729300"/>
                  </a:lnTo>
                  <a:lnTo>
                    <a:pt x="4897457" y="1731529"/>
                  </a:lnTo>
                  <a:lnTo>
                    <a:pt x="4898092" y="1733166"/>
                  </a:lnTo>
                  <a:lnTo>
                    <a:pt x="4898727" y="1734197"/>
                  </a:lnTo>
                  <a:lnTo>
                    <a:pt x="4899362" y="1733892"/>
                  </a:lnTo>
                  <a:lnTo>
                    <a:pt x="4899997" y="1733368"/>
                  </a:lnTo>
                  <a:lnTo>
                    <a:pt x="4900631" y="1732777"/>
                  </a:lnTo>
                  <a:lnTo>
                    <a:pt x="4901266" y="1731368"/>
                  </a:lnTo>
                  <a:lnTo>
                    <a:pt x="4901901" y="1729520"/>
                  </a:lnTo>
                  <a:lnTo>
                    <a:pt x="4902536" y="1727549"/>
                  </a:lnTo>
                  <a:lnTo>
                    <a:pt x="4903171" y="1725866"/>
                  </a:lnTo>
                  <a:lnTo>
                    <a:pt x="4903806" y="1724651"/>
                  </a:lnTo>
                  <a:lnTo>
                    <a:pt x="4904440" y="1723135"/>
                  </a:lnTo>
                  <a:lnTo>
                    <a:pt x="4905075" y="1720955"/>
                  </a:lnTo>
                  <a:lnTo>
                    <a:pt x="4905710" y="1718258"/>
                  </a:lnTo>
                  <a:lnTo>
                    <a:pt x="4906345" y="1715328"/>
                  </a:lnTo>
                  <a:lnTo>
                    <a:pt x="4906980" y="1712273"/>
                  </a:lnTo>
                  <a:lnTo>
                    <a:pt x="4907615" y="1709077"/>
                  </a:lnTo>
                  <a:lnTo>
                    <a:pt x="4908250" y="1706125"/>
                  </a:lnTo>
                  <a:lnTo>
                    <a:pt x="4908884" y="1704038"/>
                  </a:lnTo>
                  <a:lnTo>
                    <a:pt x="4909519" y="1701819"/>
                  </a:lnTo>
                  <a:lnTo>
                    <a:pt x="4910154" y="1700053"/>
                  </a:lnTo>
                  <a:lnTo>
                    <a:pt x="4910789" y="1698381"/>
                  </a:lnTo>
                  <a:lnTo>
                    <a:pt x="4911424" y="1697485"/>
                  </a:lnTo>
                  <a:lnTo>
                    <a:pt x="4912059" y="1697435"/>
                  </a:lnTo>
                  <a:lnTo>
                    <a:pt x="4912693" y="1697809"/>
                  </a:lnTo>
                  <a:lnTo>
                    <a:pt x="4913328" y="1698260"/>
                  </a:lnTo>
                  <a:lnTo>
                    <a:pt x="4913963" y="1699479"/>
                  </a:lnTo>
                  <a:lnTo>
                    <a:pt x="4914598" y="1702433"/>
                  </a:lnTo>
                  <a:lnTo>
                    <a:pt x="4915233" y="1705259"/>
                  </a:lnTo>
                  <a:lnTo>
                    <a:pt x="4915868" y="1709299"/>
                  </a:lnTo>
                  <a:lnTo>
                    <a:pt x="4916503" y="1714943"/>
                  </a:lnTo>
                  <a:lnTo>
                    <a:pt x="4917137" y="1722659"/>
                  </a:lnTo>
                  <a:lnTo>
                    <a:pt x="4917772" y="1730422"/>
                  </a:lnTo>
                  <a:lnTo>
                    <a:pt x="4918407" y="1737960"/>
                  </a:lnTo>
                  <a:lnTo>
                    <a:pt x="4919042" y="1745671"/>
                  </a:lnTo>
                  <a:lnTo>
                    <a:pt x="4919677" y="1753137"/>
                  </a:lnTo>
                  <a:lnTo>
                    <a:pt x="4920312" y="1760188"/>
                  </a:lnTo>
                  <a:lnTo>
                    <a:pt x="4920946" y="1768265"/>
                  </a:lnTo>
                  <a:lnTo>
                    <a:pt x="4921581" y="1777113"/>
                  </a:lnTo>
                  <a:lnTo>
                    <a:pt x="4922216" y="1784913"/>
                  </a:lnTo>
                  <a:lnTo>
                    <a:pt x="4922851" y="1792119"/>
                  </a:lnTo>
                  <a:lnTo>
                    <a:pt x="4923486" y="1798819"/>
                  </a:lnTo>
                  <a:lnTo>
                    <a:pt x="4924121" y="1803613"/>
                  </a:lnTo>
                  <a:lnTo>
                    <a:pt x="4924756" y="1807813"/>
                  </a:lnTo>
                  <a:lnTo>
                    <a:pt x="4925390" y="1810712"/>
                  </a:lnTo>
                  <a:lnTo>
                    <a:pt x="4926025" y="1812190"/>
                  </a:lnTo>
                  <a:lnTo>
                    <a:pt x="4926660" y="1811831"/>
                  </a:lnTo>
                  <a:lnTo>
                    <a:pt x="4927295" y="1808645"/>
                  </a:lnTo>
                  <a:lnTo>
                    <a:pt x="4927930" y="1804680"/>
                  </a:lnTo>
                  <a:lnTo>
                    <a:pt x="4928565" y="1798470"/>
                  </a:lnTo>
                  <a:lnTo>
                    <a:pt x="4929199" y="1790761"/>
                  </a:lnTo>
                  <a:lnTo>
                    <a:pt x="4929834" y="1782202"/>
                  </a:lnTo>
                  <a:lnTo>
                    <a:pt x="4930469" y="1773130"/>
                  </a:lnTo>
                  <a:lnTo>
                    <a:pt x="4931104" y="1763388"/>
                  </a:lnTo>
                  <a:lnTo>
                    <a:pt x="4931739" y="1754099"/>
                  </a:lnTo>
                  <a:lnTo>
                    <a:pt x="4932374" y="1745441"/>
                  </a:lnTo>
                  <a:lnTo>
                    <a:pt x="4933008" y="1737320"/>
                  </a:lnTo>
                  <a:lnTo>
                    <a:pt x="4933643" y="1729804"/>
                  </a:lnTo>
                  <a:lnTo>
                    <a:pt x="4934278" y="1722992"/>
                  </a:lnTo>
                  <a:lnTo>
                    <a:pt x="4934913" y="1715092"/>
                  </a:lnTo>
                  <a:lnTo>
                    <a:pt x="4935548" y="1707015"/>
                  </a:lnTo>
                  <a:lnTo>
                    <a:pt x="4936183" y="1699070"/>
                  </a:lnTo>
                  <a:lnTo>
                    <a:pt x="4936818" y="1691706"/>
                  </a:lnTo>
                  <a:lnTo>
                    <a:pt x="4937452" y="1685281"/>
                  </a:lnTo>
                  <a:lnTo>
                    <a:pt x="4938087" y="1681152"/>
                  </a:lnTo>
                  <a:lnTo>
                    <a:pt x="4938722" y="1678912"/>
                  </a:lnTo>
                  <a:lnTo>
                    <a:pt x="4939357" y="1677753"/>
                  </a:lnTo>
                  <a:lnTo>
                    <a:pt x="4939992" y="1676158"/>
                  </a:lnTo>
                  <a:lnTo>
                    <a:pt x="4940627" y="1675990"/>
                  </a:lnTo>
                  <a:lnTo>
                    <a:pt x="4941261" y="1675422"/>
                  </a:lnTo>
                  <a:lnTo>
                    <a:pt x="4941896" y="1673990"/>
                  </a:lnTo>
                  <a:lnTo>
                    <a:pt x="4942531" y="1672785"/>
                  </a:lnTo>
                  <a:lnTo>
                    <a:pt x="4943166" y="1671859"/>
                  </a:lnTo>
                  <a:lnTo>
                    <a:pt x="4943801" y="1671719"/>
                  </a:lnTo>
                  <a:lnTo>
                    <a:pt x="4944436" y="1670636"/>
                  </a:lnTo>
                  <a:lnTo>
                    <a:pt x="4945071" y="1669686"/>
                  </a:lnTo>
                  <a:lnTo>
                    <a:pt x="4945705" y="1667677"/>
                  </a:lnTo>
                  <a:lnTo>
                    <a:pt x="4946340" y="1666124"/>
                  </a:lnTo>
                  <a:lnTo>
                    <a:pt x="4946975" y="1663623"/>
                  </a:lnTo>
                  <a:lnTo>
                    <a:pt x="4947610" y="1660630"/>
                  </a:lnTo>
                  <a:lnTo>
                    <a:pt x="4948245" y="1657756"/>
                  </a:lnTo>
                  <a:lnTo>
                    <a:pt x="4948880" y="1654928"/>
                  </a:lnTo>
                  <a:lnTo>
                    <a:pt x="4949514" y="1651925"/>
                  </a:lnTo>
                  <a:lnTo>
                    <a:pt x="4950149" y="1648574"/>
                  </a:lnTo>
                  <a:lnTo>
                    <a:pt x="4950784" y="1644745"/>
                  </a:lnTo>
                  <a:lnTo>
                    <a:pt x="4951419" y="1641713"/>
                  </a:lnTo>
                  <a:lnTo>
                    <a:pt x="4952054" y="1638565"/>
                  </a:lnTo>
                  <a:lnTo>
                    <a:pt x="4952689" y="1634362"/>
                  </a:lnTo>
                  <a:lnTo>
                    <a:pt x="4953324" y="1629347"/>
                  </a:lnTo>
                  <a:lnTo>
                    <a:pt x="4953958" y="1623011"/>
                  </a:lnTo>
                  <a:lnTo>
                    <a:pt x="4954593" y="1616484"/>
                  </a:lnTo>
                  <a:lnTo>
                    <a:pt x="4955228" y="1608460"/>
                  </a:lnTo>
                  <a:lnTo>
                    <a:pt x="4955863" y="1599832"/>
                  </a:lnTo>
                  <a:lnTo>
                    <a:pt x="4956498" y="1591131"/>
                  </a:lnTo>
                  <a:lnTo>
                    <a:pt x="4957133" y="1583345"/>
                  </a:lnTo>
                  <a:lnTo>
                    <a:pt x="4957767" y="1574108"/>
                  </a:lnTo>
                  <a:lnTo>
                    <a:pt x="4958402" y="1565055"/>
                  </a:lnTo>
                  <a:lnTo>
                    <a:pt x="4959037" y="1555368"/>
                  </a:lnTo>
                  <a:lnTo>
                    <a:pt x="4959672" y="1545448"/>
                  </a:lnTo>
                  <a:lnTo>
                    <a:pt x="4960307" y="1534583"/>
                  </a:lnTo>
                  <a:lnTo>
                    <a:pt x="4960942" y="1522975"/>
                  </a:lnTo>
                  <a:lnTo>
                    <a:pt x="4961577" y="1511333"/>
                  </a:lnTo>
                  <a:lnTo>
                    <a:pt x="4962211" y="1500718"/>
                  </a:lnTo>
                  <a:lnTo>
                    <a:pt x="4962846" y="1490631"/>
                  </a:lnTo>
                  <a:lnTo>
                    <a:pt x="4963481" y="1479968"/>
                  </a:lnTo>
                  <a:lnTo>
                    <a:pt x="4964116" y="1469844"/>
                  </a:lnTo>
                  <a:lnTo>
                    <a:pt x="4964751" y="1462026"/>
                  </a:lnTo>
                  <a:lnTo>
                    <a:pt x="4965386" y="1455600"/>
                  </a:lnTo>
                  <a:lnTo>
                    <a:pt x="4966020" y="1449722"/>
                  </a:lnTo>
                  <a:lnTo>
                    <a:pt x="4966655" y="1444021"/>
                  </a:lnTo>
                  <a:lnTo>
                    <a:pt x="4967290" y="1439347"/>
                  </a:lnTo>
                  <a:lnTo>
                    <a:pt x="4967925" y="1434900"/>
                  </a:lnTo>
                  <a:lnTo>
                    <a:pt x="4968560" y="1430763"/>
                  </a:lnTo>
                  <a:lnTo>
                    <a:pt x="4969195" y="1427795"/>
                  </a:lnTo>
                  <a:lnTo>
                    <a:pt x="4969830" y="1426599"/>
                  </a:lnTo>
                  <a:lnTo>
                    <a:pt x="4970464" y="1426430"/>
                  </a:lnTo>
                  <a:lnTo>
                    <a:pt x="4971099" y="1426295"/>
                  </a:lnTo>
                  <a:lnTo>
                    <a:pt x="4971734" y="1426174"/>
                  </a:lnTo>
                  <a:lnTo>
                    <a:pt x="4972369" y="1426211"/>
                  </a:lnTo>
                  <a:lnTo>
                    <a:pt x="4973004" y="1426815"/>
                  </a:lnTo>
                  <a:lnTo>
                    <a:pt x="4973639" y="1427366"/>
                  </a:lnTo>
                  <a:lnTo>
                    <a:pt x="4974273" y="1428221"/>
                  </a:lnTo>
                  <a:lnTo>
                    <a:pt x="4974908" y="1429016"/>
                  </a:lnTo>
                  <a:lnTo>
                    <a:pt x="4975543" y="1429400"/>
                  </a:lnTo>
                  <a:lnTo>
                    <a:pt x="4976178" y="1430374"/>
                  </a:lnTo>
                  <a:lnTo>
                    <a:pt x="4976813" y="1431723"/>
                  </a:lnTo>
                  <a:lnTo>
                    <a:pt x="4977448" y="1433528"/>
                  </a:lnTo>
                  <a:lnTo>
                    <a:pt x="4978083" y="1435463"/>
                  </a:lnTo>
                  <a:lnTo>
                    <a:pt x="4978717" y="1437151"/>
                  </a:lnTo>
                  <a:lnTo>
                    <a:pt x="4979352" y="1438263"/>
                  </a:lnTo>
                  <a:lnTo>
                    <a:pt x="4979987" y="1438707"/>
                  </a:lnTo>
                  <a:lnTo>
                    <a:pt x="4980622" y="1439331"/>
                  </a:lnTo>
                  <a:lnTo>
                    <a:pt x="4981257" y="1439177"/>
                  </a:lnTo>
                  <a:lnTo>
                    <a:pt x="4981892" y="1438317"/>
                  </a:lnTo>
                  <a:lnTo>
                    <a:pt x="4982526" y="1436835"/>
                  </a:lnTo>
                  <a:lnTo>
                    <a:pt x="4983161" y="1434269"/>
                  </a:lnTo>
                  <a:lnTo>
                    <a:pt x="4983796" y="1430824"/>
                  </a:lnTo>
                  <a:lnTo>
                    <a:pt x="4984431" y="1425974"/>
                  </a:lnTo>
                  <a:lnTo>
                    <a:pt x="4985066" y="1420988"/>
                  </a:lnTo>
                  <a:lnTo>
                    <a:pt x="4985701" y="1414448"/>
                  </a:lnTo>
                  <a:lnTo>
                    <a:pt x="4986336" y="1406792"/>
                  </a:lnTo>
                  <a:lnTo>
                    <a:pt x="4986970" y="1398654"/>
                  </a:lnTo>
                  <a:lnTo>
                    <a:pt x="4987605" y="1390255"/>
                  </a:lnTo>
                  <a:lnTo>
                    <a:pt x="4988240" y="1381355"/>
                  </a:lnTo>
                  <a:lnTo>
                    <a:pt x="4988875" y="1371434"/>
                  </a:lnTo>
                  <a:lnTo>
                    <a:pt x="4989510" y="1361146"/>
                  </a:lnTo>
                  <a:lnTo>
                    <a:pt x="4990145" y="1349907"/>
                  </a:lnTo>
                  <a:lnTo>
                    <a:pt x="4990779" y="1338893"/>
                  </a:lnTo>
                  <a:lnTo>
                    <a:pt x="4991414" y="1327747"/>
                  </a:lnTo>
                  <a:lnTo>
                    <a:pt x="4992049" y="1316489"/>
                  </a:lnTo>
                  <a:lnTo>
                    <a:pt x="4992684" y="1305529"/>
                  </a:lnTo>
                  <a:lnTo>
                    <a:pt x="4993319" y="1295352"/>
                  </a:lnTo>
                  <a:lnTo>
                    <a:pt x="4993954" y="1286399"/>
                  </a:lnTo>
                  <a:lnTo>
                    <a:pt x="4994588" y="1278201"/>
                  </a:lnTo>
                  <a:lnTo>
                    <a:pt x="4995223" y="1269844"/>
                  </a:lnTo>
                  <a:lnTo>
                    <a:pt x="4995858" y="1261683"/>
                  </a:lnTo>
                  <a:lnTo>
                    <a:pt x="4996493" y="1254819"/>
                  </a:lnTo>
                  <a:lnTo>
                    <a:pt x="4997128" y="1248575"/>
                  </a:lnTo>
                  <a:lnTo>
                    <a:pt x="4997763" y="1243511"/>
                  </a:lnTo>
                  <a:lnTo>
                    <a:pt x="4998398" y="1239689"/>
                  </a:lnTo>
                  <a:lnTo>
                    <a:pt x="4999032" y="1237462"/>
                  </a:lnTo>
                  <a:lnTo>
                    <a:pt x="4999667" y="1236022"/>
                  </a:lnTo>
                  <a:lnTo>
                    <a:pt x="5000302" y="1235039"/>
                  </a:lnTo>
                  <a:lnTo>
                    <a:pt x="5000937" y="1233537"/>
                  </a:lnTo>
                  <a:lnTo>
                    <a:pt x="5001572" y="1232434"/>
                  </a:lnTo>
                  <a:lnTo>
                    <a:pt x="5002207" y="1230628"/>
                  </a:lnTo>
                  <a:lnTo>
                    <a:pt x="5002841" y="1228597"/>
                  </a:lnTo>
                  <a:lnTo>
                    <a:pt x="5003476" y="1225791"/>
                  </a:lnTo>
                  <a:lnTo>
                    <a:pt x="5004111" y="1223159"/>
                  </a:lnTo>
                  <a:lnTo>
                    <a:pt x="5004746" y="1220134"/>
                  </a:lnTo>
                  <a:lnTo>
                    <a:pt x="5005381" y="1215932"/>
                  </a:lnTo>
                  <a:lnTo>
                    <a:pt x="5006016" y="1212219"/>
                  </a:lnTo>
                  <a:lnTo>
                    <a:pt x="5006651" y="1207064"/>
                  </a:lnTo>
                  <a:lnTo>
                    <a:pt x="5007285" y="1201864"/>
                  </a:lnTo>
                  <a:lnTo>
                    <a:pt x="5007920" y="1196857"/>
                  </a:lnTo>
                  <a:lnTo>
                    <a:pt x="5008555" y="1190864"/>
                  </a:lnTo>
                  <a:lnTo>
                    <a:pt x="5009190" y="1184197"/>
                  </a:lnTo>
                  <a:lnTo>
                    <a:pt x="5009825" y="1177820"/>
                  </a:lnTo>
                  <a:lnTo>
                    <a:pt x="5010460" y="1171681"/>
                  </a:lnTo>
                  <a:lnTo>
                    <a:pt x="5011094" y="1166968"/>
                  </a:lnTo>
                  <a:lnTo>
                    <a:pt x="5011729" y="1162782"/>
                  </a:lnTo>
                  <a:lnTo>
                    <a:pt x="5012364" y="1159247"/>
                  </a:lnTo>
                  <a:lnTo>
                    <a:pt x="5012999" y="1154831"/>
                  </a:lnTo>
                  <a:lnTo>
                    <a:pt x="5013634" y="1149553"/>
                  </a:lnTo>
                  <a:lnTo>
                    <a:pt x="5014269" y="1143309"/>
                  </a:lnTo>
                  <a:lnTo>
                    <a:pt x="5014904" y="1137425"/>
                  </a:lnTo>
                  <a:lnTo>
                    <a:pt x="5015538" y="1130802"/>
                  </a:lnTo>
                  <a:lnTo>
                    <a:pt x="5016173" y="1124525"/>
                  </a:lnTo>
                  <a:lnTo>
                    <a:pt x="5016808" y="1118066"/>
                  </a:lnTo>
                  <a:lnTo>
                    <a:pt x="5017443" y="1111025"/>
                  </a:lnTo>
                  <a:lnTo>
                    <a:pt x="5018078" y="1104550"/>
                  </a:lnTo>
                  <a:lnTo>
                    <a:pt x="5018713" y="1096895"/>
                  </a:lnTo>
                  <a:lnTo>
                    <a:pt x="5019347" y="1088847"/>
                  </a:lnTo>
                  <a:lnTo>
                    <a:pt x="5019982" y="1078811"/>
                  </a:lnTo>
                  <a:lnTo>
                    <a:pt x="5020617" y="1068460"/>
                  </a:lnTo>
                  <a:lnTo>
                    <a:pt x="5021252" y="1057868"/>
                  </a:lnTo>
                  <a:lnTo>
                    <a:pt x="5021887" y="1047162"/>
                  </a:lnTo>
                  <a:lnTo>
                    <a:pt x="5022522" y="1037735"/>
                  </a:lnTo>
                  <a:lnTo>
                    <a:pt x="5023157" y="1029811"/>
                  </a:lnTo>
                  <a:lnTo>
                    <a:pt x="5023791" y="1021807"/>
                  </a:lnTo>
                  <a:lnTo>
                    <a:pt x="5024426" y="1014831"/>
                  </a:lnTo>
                  <a:lnTo>
                    <a:pt x="5025061" y="1008808"/>
                  </a:lnTo>
                  <a:lnTo>
                    <a:pt x="5025696" y="1002958"/>
                  </a:lnTo>
                  <a:lnTo>
                    <a:pt x="5026331" y="998667"/>
                  </a:lnTo>
                  <a:lnTo>
                    <a:pt x="5026966" y="994568"/>
                  </a:lnTo>
                  <a:lnTo>
                    <a:pt x="5027600" y="989655"/>
                  </a:lnTo>
                  <a:lnTo>
                    <a:pt x="5028235" y="986428"/>
                  </a:lnTo>
                  <a:lnTo>
                    <a:pt x="5028870" y="983847"/>
                  </a:lnTo>
                  <a:lnTo>
                    <a:pt x="5029505" y="982431"/>
                  </a:lnTo>
                  <a:lnTo>
                    <a:pt x="5030140" y="980913"/>
                  </a:lnTo>
                  <a:lnTo>
                    <a:pt x="5030775" y="978994"/>
                  </a:lnTo>
                  <a:lnTo>
                    <a:pt x="5031410" y="976381"/>
                  </a:lnTo>
                  <a:lnTo>
                    <a:pt x="5032044" y="973528"/>
                  </a:lnTo>
                  <a:lnTo>
                    <a:pt x="5032679" y="970570"/>
                  </a:lnTo>
                  <a:lnTo>
                    <a:pt x="5033314" y="968424"/>
                  </a:lnTo>
                  <a:lnTo>
                    <a:pt x="5033949" y="967773"/>
                  </a:lnTo>
                  <a:lnTo>
                    <a:pt x="5034584" y="967199"/>
                  </a:lnTo>
                  <a:lnTo>
                    <a:pt x="5035219" y="966570"/>
                  </a:lnTo>
                  <a:lnTo>
                    <a:pt x="5035853" y="965231"/>
                  </a:lnTo>
                  <a:lnTo>
                    <a:pt x="5036488" y="963229"/>
                  </a:lnTo>
                  <a:lnTo>
                    <a:pt x="5037123" y="962008"/>
                  </a:lnTo>
                  <a:lnTo>
                    <a:pt x="5037758" y="960313"/>
                  </a:lnTo>
                  <a:lnTo>
                    <a:pt x="5038393" y="957822"/>
                  </a:lnTo>
                  <a:lnTo>
                    <a:pt x="5039028" y="954081"/>
                  </a:lnTo>
                  <a:lnTo>
                    <a:pt x="5039663" y="950880"/>
                  </a:lnTo>
                  <a:lnTo>
                    <a:pt x="5040297" y="947086"/>
                  </a:lnTo>
                  <a:lnTo>
                    <a:pt x="5040932" y="942861"/>
                  </a:lnTo>
                  <a:lnTo>
                    <a:pt x="5041567" y="938502"/>
                  </a:lnTo>
                  <a:lnTo>
                    <a:pt x="5042202" y="932525"/>
                  </a:lnTo>
                  <a:lnTo>
                    <a:pt x="5042837" y="926115"/>
                  </a:lnTo>
                  <a:lnTo>
                    <a:pt x="5043472" y="917366"/>
                  </a:lnTo>
                  <a:lnTo>
                    <a:pt x="5044106" y="909435"/>
                  </a:lnTo>
                  <a:lnTo>
                    <a:pt x="5044741" y="902448"/>
                  </a:lnTo>
                  <a:lnTo>
                    <a:pt x="5045376" y="896070"/>
                  </a:lnTo>
                  <a:lnTo>
                    <a:pt x="5046011" y="889069"/>
                  </a:lnTo>
                  <a:lnTo>
                    <a:pt x="5046646" y="881985"/>
                  </a:lnTo>
                  <a:lnTo>
                    <a:pt x="5047281" y="874732"/>
                  </a:lnTo>
                  <a:lnTo>
                    <a:pt x="5047915" y="867951"/>
                  </a:lnTo>
                  <a:lnTo>
                    <a:pt x="5048550" y="861318"/>
                  </a:lnTo>
                  <a:lnTo>
                    <a:pt x="5049185" y="855719"/>
                  </a:lnTo>
                  <a:lnTo>
                    <a:pt x="5049820" y="850331"/>
                  </a:lnTo>
                  <a:lnTo>
                    <a:pt x="5050455" y="846919"/>
                  </a:lnTo>
                  <a:lnTo>
                    <a:pt x="5051090" y="845619"/>
                  </a:lnTo>
                  <a:lnTo>
                    <a:pt x="5051725" y="845394"/>
                  </a:lnTo>
                  <a:lnTo>
                    <a:pt x="5052359" y="845513"/>
                  </a:lnTo>
                  <a:lnTo>
                    <a:pt x="5052994" y="846721"/>
                  </a:lnTo>
                  <a:lnTo>
                    <a:pt x="5053629" y="847934"/>
                  </a:lnTo>
                  <a:lnTo>
                    <a:pt x="5054264" y="850509"/>
                  </a:lnTo>
                  <a:lnTo>
                    <a:pt x="5054899" y="853719"/>
                  </a:lnTo>
                  <a:lnTo>
                    <a:pt x="5055534" y="858414"/>
                  </a:lnTo>
                  <a:lnTo>
                    <a:pt x="5056168" y="864710"/>
                  </a:lnTo>
                  <a:lnTo>
                    <a:pt x="5056803" y="871205"/>
                  </a:lnTo>
                  <a:lnTo>
                    <a:pt x="5057438" y="877903"/>
                  </a:lnTo>
                  <a:lnTo>
                    <a:pt x="5058073" y="885422"/>
                  </a:lnTo>
                  <a:lnTo>
                    <a:pt x="5058708" y="892757"/>
                  </a:lnTo>
                  <a:lnTo>
                    <a:pt x="5059343" y="899797"/>
                  </a:lnTo>
                  <a:lnTo>
                    <a:pt x="5059978" y="905917"/>
                  </a:lnTo>
                  <a:lnTo>
                    <a:pt x="5060612" y="910876"/>
                  </a:lnTo>
                  <a:lnTo>
                    <a:pt x="5061247" y="914750"/>
                  </a:lnTo>
                  <a:lnTo>
                    <a:pt x="5061882" y="919066"/>
                  </a:lnTo>
                  <a:lnTo>
                    <a:pt x="5062517" y="924031"/>
                  </a:lnTo>
                  <a:lnTo>
                    <a:pt x="5063152" y="927522"/>
                  </a:lnTo>
                  <a:lnTo>
                    <a:pt x="5063787" y="929660"/>
                  </a:lnTo>
                  <a:lnTo>
                    <a:pt x="5064421" y="932139"/>
                  </a:lnTo>
                  <a:lnTo>
                    <a:pt x="5065056" y="933736"/>
                  </a:lnTo>
                  <a:lnTo>
                    <a:pt x="5065691" y="934906"/>
                  </a:lnTo>
                  <a:lnTo>
                    <a:pt x="5066326" y="936012"/>
                  </a:lnTo>
                  <a:lnTo>
                    <a:pt x="5066961" y="937406"/>
                  </a:lnTo>
                  <a:lnTo>
                    <a:pt x="5067596" y="937733"/>
                  </a:lnTo>
                  <a:lnTo>
                    <a:pt x="5068231" y="937655"/>
                  </a:lnTo>
                  <a:lnTo>
                    <a:pt x="5068865" y="938767"/>
                  </a:lnTo>
                  <a:lnTo>
                    <a:pt x="5069500" y="938557"/>
                  </a:lnTo>
                  <a:lnTo>
                    <a:pt x="5070135" y="937785"/>
                  </a:lnTo>
                  <a:lnTo>
                    <a:pt x="5070770" y="937048"/>
                  </a:lnTo>
                  <a:lnTo>
                    <a:pt x="5071405" y="937092"/>
                  </a:lnTo>
                  <a:lnTo>
                    <a:pt x="5072040" y="936933"/>
                  </a:lnTo>
                  <a:lnTo>
                    <a:pt x="5072674" y="937739"/>
                  </a:lnTo>
                  <a:lnTo>
                    <a:pt x="5073309" y="939470"/>
                  </a:lnTo>
                  <a:lnTo>
                    <a:pt x="5073944" y="940800"/>
                  </a:lnTo>
                  <a:lnTo>
                    <a:pt x="5074579" y="942291"/>
                  </a:lnTo>
                  <a:lnTo>
                    <a:pt x="5075214" y="943426"/>
                  </a:lnTo>
                  <a:lnTo>
                    <a:pt x="5075849" y="945362"/>
                  </a:lnTo>
                  <a:lnTo>
                    <a:pt x="5076484" y="947061"/>
                  </a:lnTo>
                  <a:lnTo>
                    <a:pt x="5077118" y="948853"/>
                  </a:lnTo>
                  <a:lnTo>
                    <a:pt x="5077753" y="949359"/>
                  </a:lnTo>
                  <a:lnTo>
                    <a:pt x="5078388" y="949979"/>
                  </a:lnTo>
                  <a:lnTo>
                    <a:pt x="5079023" y="950769"/>
                  </a:lnTo>
                  <a:lnTo>
                    <a:pt x="5079658" y="950424"/>
                  </a:lnTo>
                  <a:lnTo>
                    <a:pt x="5080293" y="950933"/>
                  </a:lnTo>
                  <a:lnTo>
                    <a:pt x="5080927" y="947786"/>
                  </a:lnTo>
                  <a:lnTo>
                    <a:pt x="5081562" y="943748"/>
                  </a:lnTo>
                  <a:lnTo>
                    <a:pt x="5082197" y="941620"/>
                  </a:lnTo>
                  <a:lnTo>
                    <a:pt x="5082832" y="938806"/>
                  </a:lnTo>
                  <a:lnTo>
                    <a:pt x="5083467" y="934080"/>
                  </a:lnTo>
                  <a:lnTo>
                    <a:pt x="5084102" y="928399"/>
                  </a:lnTo>
                  <a:lnTo>
                    <a:pt x="5084737" y="924235"/>
                  </a:lnTo>
                  <a:lnTo>
                    <a:pt x="5085371" y="920800"/>
                  </a:lnTo>
                  <a:lnTo>
                    <a:pt x="5086006" y="918462"/>
                  </a:lnTo>
                  <a:lnTo>
                    <a:pt x="5086641" y="918105"/>
                  </a:lnTo>
                  <a:lnTo>
                    <a:pt x="5087276" y="920372"/>
                  </a:lnTo>
                  <a:lnTo>
                    <a:pt x="5087911" y="924059"/>
                  </a:lnTo>
                  <a:lnTo>
                    <a:pt x="5088546" y="927920"/>
                  </a:lnTo>
                  <a:lnTo>
                    <a:pt x="5089180" y="930818"/>
                  </a:lnTo>
                  <a:lnTo>
                    <a:pt x="5089815" y="934149"/>
                  </a:lnTo>
                  <a:lnTo>
                    <a:pt x="5090450" y="938633"/>
                  </a:lnTo>
                  <a:lnTo>
                    <a:pt x="5091085" y="943200"/>
                  </a:lnTo>
                  <a:lnTo>
                    <a:pt x="5091720" y="946157"/>
                  </a:lnTo>
                  <a:lnTo>
                    <a:pt x="5092355" y="948714"/>
                  </a:lnTo>
                  <a:lnTo>
                    <a:pt x="5092990" y="951646"/>
                  </a:lnTo>
                  <a:lnTo>
                    <a:pt x="5093624" y="953962"/>
                  </a:lnTo>
                  <a:lnTo>
                    <a:pt x="5094259" y="954862"/>
                  </a:lnTo>
                  <a:lnTo>
                    <a:pt x="5094894" y="954805"/>
                  </a:lnTo>
                  <a:lnTo>
                    <a:pt x="5095529" y="953942"/>
                  </a:lnTo>
                  <a:lnTo>
                    <a:pt x="5096164" y="950960"/>
                  </a:lnTo>
                  <a:lnTo>
                    <a:pt x="5096799" y="946107"/>
                  </a:lnTo>
                  <a:lnTo>
                    <a:pt x="5097433" y="939176"/>
                  </a:lnTo>
                  <a:lnTo>
                    <a:pt x="5098068" y="931428"/>
                  </a:lnTo>
                  <a:lnTo>
                    <a:pt x="5098703" y="923465"/>
                  </a:lnTo>
                  <a:lnTo>
                    <a:pt x="5099338" y="915340"/>
                  </a:lnTo>
                  <a:lnTo>
                    <a:pt x="5099973" y="906029"/>
                  </a:lnTo>
                  <a:lnTo>
                    <a:pt x="5100608" y="895128"/>
                  </a:lnTo>
                  <a:lnTo>
                    <a:pt x="5101242" y="882283"/>
                  </a:lnTo>
                  <a:lnTo>
                    <a:pt x="5101877" y="866700"/>
                  </a:lnTo>
                  <a:lnTo>
                    <a:pt x="5102512" y="849463"/>
                  </a:lnTo>
                  <a:lnTo>
                    <a:pt x="5103147" y="831513"/>
                  </a:lnTo>
                  <a:lnTo>
                    <a:pt x="5103782" y="812268"/>
                  </a:lnTo>
                  <a:lnTo>
                    <a:pt x="5104417" y="792760"/>
                  </a:lnTo>
                  <a:lnTo>
                    <a:pt x="5105052" y="773579"/>
                  </a:lnTo>
                  <a:lnTo>
                    <a:pt x="5105686" y="755120"/>
                  </a:lnTo>
                  <a:lnTo>
                    <a:pt x="5106321" y="736316"/>
                  </a:lnTo>
                  <a:lnTo>
                    <a:pt x="5106956" y="718949"/>
                  </a:lnTo>
                  <a:lnTo>
                    <a:pt x="5107591" y="701756"/>
                  </a:lnTo>
                  <a:lnTo>
                    <a:pt x="5108226" y="684886"/>
                  </a:lnTo>
                  <a:lnTo>
                    <a:pt x="5108861" y="667791"/>
                  </a:lnTo>
                  <a:lnTo>
                    <a:pt x="5109495" y="650994"/>
                  </a:lnTo>
                  <a:lnTo>
                    <a:pt x="5110130" y="635990"/>
                  </a:lnTo>
                  <a:lnTo>
                    <a:pt x="5110765" y="623180"/>
                  </a:lnTo>
                  <a:lnTo>
                    <a:pt x="5111400" y="613192"/>
                  </a:lnTo>
                  <a:lnTo>
                    <a:pt x="5112035" y="606025"/>
                  </a:lnTo>
                  <a:lnTo>
                    <a:pt x="5112670" y="599334"/>
                  </a:lnTo>
                  <a:lnTo>
                    <a:pt x="5113305" y="591941"/>
                  </a:lnTo>
                  <a:lnTo>
                    <a:pt x="5113939" y="583890"/>
                  </a:lnTo>
                  <a:lnTo>
                    <a:pt x="5114574" y="575407"/>
                  </a:lnTo>
                  <a:lnTo>
                    <a:pt x="5115209" y="566988"/>
                  </a:lnTo>
                  <a:lnTo>
                    <a:pt x="5115844" y="559982"/>
                  </a:lnTo>
                  <a:lnTo>
                    <a:pt x="5116479" y="552331"/>
                  </a:lnTo>
                  <a:lnTo>
                    <a:pt x="5117114" y="544419"/>
                  </a:lnTo>
                  <a:lnTo>
                    <a:pt x="5117748" y="538795"/>
                  </a:lnTo>
                  <a:lnTo>
                    <a:pt x="5118383" y="533724"/>
                  </a:lnTo>
                  <a:lnTo>
                    <a:pt x="5119018" y="528597"/>
                  </a:lnTo>
                  <a:lnTo>
                    <a:pt x="5119653" y="523097"/>
                  </a:lnTo>
                  <a:lnTo>
                    <a:pt x="5120288" y="515803"/>
                  </a:lnTo>
                  <a:lnTo>
                    <a:pt x="5120923" y="506759"/>
                  </a:lnTo>
                  <a:lnTo>
                    <a:pt x="5121558" y="494251"/>
                  </a:lnTo>
                  <a:lnTo>
                    <a:pt x="5122192" y="484344"/>
                  </a:lnTo>
                  <a:lnTo>
                    <a:pt x="5122827" y="475745"/>
                  </a:lnTo>
                  <a:lnTo>
                    <a:pt x="5123462" y="466693"/>
                  </a:lnTo>
                  <a:lnTo>
                    <a:pt x="5124097" y="458114"/>
                  </a:lnTo>
                  <a:lnTo>
                    <a:pt x="5124732" y="449193"/>
                  </a:lnTo>
                  <a:lnTo>
                    <a:pt x="5125367" y="439810"/>
                  </a:lnTo>
                  <a:lnTo>
                    <a:pt x="5126001" y="430858"/>
                  </a:lnTo>
                  <a:lnTo>
                    <a:pt x="5126636" y="422780"/>
                  </a:lnTo>
                  <a:lnTo>
                    <a:pt x="5127271" y="415435"/>
                  </a:lnTo>
                  <a:lnTo>
                    <a:pt x="5127906" y="409905"/>
                  </a:lnTo>
                  <a:lnTo>
                    <a:pt x="5128541" y="404999"/>
                  </a:lnTo>
                  <a:lnTo>
                    <a:pt x="5129176" y="401150"/>
                  </a:lnTo>
                  <a:lnTo>
                    <a:pt x="5129811" y="398292"/>
                  </a:lnTo>
                  <a:lnTo>
                    <a:pt x="5130445" y="396346"/>
                  </a:lnTo>
                  <a:lnTo>
                    <a:pt x="5131080" y="393866"/>
                  </a:lnTo>
                  <a:lnTo>
                    <a:pt x="5131715" y="390945"/>
                  </a:lnTo>
                  <a:lnTo>
                    <a:pt x="5132350" y="390181"/>
                  </a:lnTo>
                  <a:lnTo>
                    <a:pt x="5132985" y="388689"/>
                  </a:lnTo>
                  <a:lnTo>
                    <a:pt x="5133620" y="387823"/>
                  </a:lnTo>
                  <a:lnTo>
                    <a:pt x="5134254" y="387042"/>
                  </a:lnTo>
                  <a:lnTo>
                    <a:pt x="5134889" y="384275"/>
                  </a:lnTo>
                  <a:lnTo>
                    <a:pt x="5135524" y="381281"/>
                  </a:lnTo>
                  <a:lnTo>
                    <a:pt x="5136159" y="379158"/>
                  </a:lnTo>
                  <a:lnTo>
                    <a:pt x="5136794" y="376489"/>
                  </a:lnTo>
                  <a:lnTo>
                    <a:pt x="5137429" y="373197"/>
                  </a:lnTo>
                  <a:lnTo>
                    <a:pt x="5138064" y="368678"/>
                  </a:lnTo>
                  <a:lnTo>
                    <a:pt x="5138698" y="364326"/>
                  </a:lnTo>
                  <a:lnTo>
                    <a:pt x="5139333" y="359369"/>
                  </a:lnTo>
                  <a:lnTo>
                    <a:pt x="5139968" y="355223"/>
                  </a:lnTo>
                  <a:lnTo>
                    <a:pt x="5140603" y="351778"/>
                  </a:lnTo>
                  <a:lnTo>
                    <a:pt x="5141238" y="349153"/>
                  </a:lnTo>
                  <a:lnTo>
                    <a:pt x="5141873" y="346321"/>
                  </a:lnTo>
                  <a:lnTo>
                    <a:pt x="5142507" y="343675"/>
                  </a:lnTo>
                  <a:lnTo>
                    <a:pt x="5143142" y="343608"/>
                  </a:lnTo>
                  <a:lnTo>
                    <a:pt x="5143777" y="342703"/>
                  </a:lnTo>
                  <a:lnTo>
                    <a:pt x="5144412" y="344188"/>
                  </a:lnTo>
                  <a:lnTo>
                    <a:pt x="5145047" y="345236"/>
                  </a:lnTo>
                  <a:lnTo>
                    <a:pt x="5145682" y="346827"/>
                  </a:lnTo>
                  <a:lnTo>
                    <a:pt x="5146317" y="348927"/>
                  </a:lnTo>
                  <a:lnTo>
                    <a:pt x="5146951" y="352849"/>
                  </a:lnTo>
                  <a:lnTo>
                    <a:pt x="5147586" y="356872"/>
                  </a:lnTo>
                  <a:lnTo>
                    <a:pt x="5148221" y="360603"/>
                  </a:lnTo>
                  <a:lnTo>
                    <a:pt x="5148856" y="364424"/>
                  </a:lnTo>
                  <a:lnTo>
                    <a:pt x="5149491" y="367113"/>
                  </a:lnTo>
                  <a:lnTo>
                    <a:pt x="5150126" y="368600"/>
                  </a:lnTo>
                  <a:lnTo>
                    <a:pt x="5150760" y="370277"/>
                  </a:lnTo>
                  <a:lnTo>
                    <a:pt x="5151395" y="371594"/>
                  </a:lnTo>
                  <a:lnTo>
                    <a:pt x="5152030" y="372817"/>
                  </a:lnTo>
                  <a:lnTo>
                    <a:pt x="5152665" y="373104"/>
                  </a:lnTo>
                  <a:lnTo>
                    <a:pt x="5153300" y="371599"/>
                  </a:lnTo>
                  <a:lnTo>
                    <a:pt x="5153935" y="368813"/>
                  </a:lnTo>
                  <a:lnTo>
                    <a:pt x="5154569" y="364161"/>
                  </a:lnTo>
                  <a:lnTo>
                    <a:pt x="5155204" y="357448"/>
                  </a:lnTo>
                  <a:lnTo>
                    <a:pt x="5155839" y="346283"/>
                  </a:lnTo>
                  <a:lnTo>
                    <a:pt x="5156474" y="333559"/>
                  </a:lnTo>
                  <a:lnTo>
                    <a:pt x="5157109" y="320171"/>
                  </a:lnTo>
                  <a:lnTo>
                    <a:pt x="5157744" y="307294"/>
                  </a:lnTo>
                  <a:lnTo>
                    <a:pt x="5158379" y="295377"/>
                  </a:lnTo>
                  <a:lnTo>
                    <a:pt x="5159013" y="284487"/>
                  </a:lnTo>
                  <a:lnTo>
                    <a:pt x="5159648" y="273319"/>
                  </a:lnTo>
                  <a:lnTo>
                    <a:pt x="5160283" y="261767"/>
                  </a:lnTo>
                  <a:lnTo>
                    <a:pt x="5160918" y="249174"/>
                  </a:lnTo>
                  <a:lnTo>
                    <a:pt x="5161553" y="235463"/>
                  </a:lnTo>
                  <a:lnTo>
                    <a:pt x="5162188" y="221822"/>
                  </a:lnTo>
                  <a:lnTo>
                    <a:pt x="5162822" y="210366"/>
                  </a:lnTo>
                  <a:lnTo>
                    <a:pt x="5163457" y="198673"/>
                  </a:lnTo>
                  <a:lnTo>
                    <a:pt x="5164092" y="187519"/>
                  </a:lnTo>
                  <a:lnTo>
                    <a:pt x="5164727" y="177188"/>
                  </a:lnTo>
                  <a:lnTo>
                    <a:pt x="5165362" y="167812"/>
                  </a:lnTo>
                  <a:lnTo>
                    <a:pt x="5165997" y="160869"/>
                  </a:lnTo>
                  <a:lnTo>
                    <a:pt x="5166632" y="154862"/>
                  </a:lnTo>
                  <a:lnTo>
                    <a:pt x="5167266" y="150613"/>
                  </a:lnTo>
                  <a:lnTo>
                    <a:pt x="5167901" y="147771"/>
                  </a:lnTo>
                  <a:lnTo>
                    <a:pt x="5168536" y="145693"/>
                  </a:lnTo>
                  <a:lnTo>
                    <a:pt x="5169171" y="146764"/>
                  </a:lnTo>
                  <a:lnTo>
                    <a:pt x="5169806" y="148922"/>
                  </a:lnTo>
                  <a:lnTo>
                    <a:pt x="5170441" y="153078"/>
                  </a:lnTo>
                  <a:lnTo>
                    <a:pt x="5171075" y="156440"/>
                  </a:lnTo>
                  <a:lnTo>
                    <a:pt x="5171710" y="159623"/>
                  </a:lnTo>
                  <a:lnTo>
                    <a:pt x="5172345" y="160829"/>
                  </a:lnTo>
                  <a:lnTo>
                    <a:pt x="5172980" y="163522"/>
                  </a:lnTo>
                  <a:lnTo>
                    <a:pt x="5173615" y="166456"/>
                  </a:lnTo>
                  <a:lnTo>
                    <a:pt x="5174250" y="168942"/>
                  </a:lnTo>
                  <a:lnTo>
                    <a:pt x="5174885" y="170239"/>
                  </a:lnTo>
                  <a:lnTo>
                    <a:pt x="5175519" y="171332"/>
                  </a:lnTo>
                  <a:lnTo>
                    <a:pt x="5176154" y="171448"/>
                  </a:lnTo>
                  <a:lnTo>
                    <a:pt x="5176789" y="171156"/>
                  </a:lnTo>
                  <a:lnTo>
                    <a:pt x="5177424" y="169826"/>
                  </a:lnTo>
                  <a:lnTo>
                    <a:pt x="5178059" y="166333"/>
                  </a:lnTo>
                  <a:lnTo>
                    <a:pt x="5178694" y="162276"/>
                  </a:lnTo>
                  <a:lnTo>
                    <a:pt x="5179328" y="157341"/>
                  </a:lnTo>
                  <a:lnTo>
                    <a:pt x="5179963" y="151374"/>
                  </a:lnTo>
                  <a:lnTo>
                    <a:pt x="5180598" y="145990"/>
                  </a:lnTo>
                  <a:lnTo>
                    <a:pt x="5181233" y="139472"/>
                  </a:lnTo>
                  <a:lnTo>
                    <a:pt x="5181868" y="134007"/>
                  </a:lnTo>
                  <a:lnTo>
                    <a:pt x="5182503" y="128383"/>
                  </a:lnTo>
                  <a:lnTo>
                    <a:pt x="5183138" y="121635"/>
                  </a:lnTo>
                  <a:lnTo>
                    <a:pt x="5183772" y="113499"/>
                  </a:lnTo>
                  <a:lnTo>
                    <a:pt x="5184407" y="106452"/>
                  </a:lnTo>
                  <a:lnTo>
                    <a:pt x="5185042" y="99440"/>
                  </a:lnTo>
                  <a:lnTo>
                    <a:pt x="5185677" y="92134"/>
                  </a:lnTo>
                  <a:lnTo>
                    <a:pt x="5186312" y="85182"/>
                  </a:lnTo>
                  <a:lnTo>
                    <a:pt x="5186947" y="78058"/>
                  </a:lnTo>
                  <a:lnTo>
                    <a:pt x="5187581" y="71222"/>
                  </a:lnTo>
                  <a:lnTo>
                    <a:pt x="5188216" y="66564"/>
                  </a:lnTo>
                  <a:lnTo>
                    <a:pt x="5188851" y="63134"/>
                  </a:lnTo>
                  <a:lnTo>
                    <a:pt x="5189486" y="61532"/>
                  </a:lnTo>
                  <a:lnTo>
                    <a:pt x="5190121" y="61319"/>
                  </a:lnTo>
                  <a:lnTo>
                    <a:pt x="5190756" y="63058"/>
                  </a:lnTo>
                  <a:lnTo>
                    <a:pt x="5191391" y="64232"/>
                  </a:lnTo>
                  <a:lnTo>
                    <a:pt x="5192025" y="65035"/>
                  </a:lnTo>
                  <a:lnTo>
                    <a:pt x="5192660" y="65840"/>
                  </a:lnTo>
                  <a:lnTo>
                    <a:pt x="5193295" y="66870"/>
                  </a:lnTo>
                  <a:lnTo>
                    <a:pt x="5193930" y="67846"/>
                  </a:lnTo>
                  <a:lnTo>
                    <a:pt x="5194565" y="68952"/>
                  </a:lnTo>
                  <a:lnTo>
                    <a:pt x="5195200" y="70052"/>
                  </a:lnTo>
                  <a:lnTo>
                    <a:pt x="5195834" y="70131"/>
                  </a:lnTo>
                  <a:lnTo>
                    <a:pt x="5196469" y="70564"/>
                  </a:lnTo>
                  <a:lnTo>
                    <a:pt x="5197104" y="71289"/>
                  </a:lnTo>
                  <a:lnTo>
                    <a:pt x="5197739" y="71016"/>
                  </a:lnTo>
                  <a:lnTo>
                    <a:pt x="5198374" y="70552"/>
                  </a:lnTo>
                  <a:lnTo>
                    <a:pt x="5199009" y="69651"/>
                  </a:lnTo>
                  <a:lnTo>
                    <a:pt x="5199644" y="67187"/>
                  </a:lnTo>
                  <a:lnTo>
                    <a:pt x="5200278" y="63317"/>
                  </a:lnTo>
                  <a:lnTo>
                    <a:pt x="5200913" y="60996"/>
                  </a:lnTo>
                  <a:lnTo>
                    <a:pt x="5201548" y="59643"/>
                  </a:lnTo>
                  <a:lnTo>
                    <a:pt x="5202183" y="58277"/>
                  </a:lnTo>
                  <a:lnTo>
                    <a:pt x="5202818" y="54652"/>
                  </a:lnTo>
                  <a:lnTo>
                    <a:pt x="5203453" y="51513"/>
                  </a:lnTo>
                  <a:lnTo>
                    <a:pt x="5204087" y="48984"/>
                  </a:lnTo>
                  <a:lnTo>
                    <a:pt x="5204722" y="47809"/>
                  </a:lnTo>
                  <a:lnTo>
                    <a:pt x="5205357" y="46417"/>
                  </a:lnTo>
                  <a:lnTo>
                    <a:pt x="5205992" y="44543"/>
                  </a:lnTo>
                  <a:lnTo>
                    <a:pt x="5206627" y="44485"/>
                  </a:lnTo>
                  <a:lnTo>
                    <a:pt x="5207262" y="44783"/>
                  </a:lnTo>
                  <a:lnTo>
                    <a:pt x="5207897" y="49533"/>
                  </a:lnTo>
                  <a:lnTo>
                    <a:pt x="5208531" y="55960"/>
                  </a:lnTo>
                  <a:lnTo>
                    <a:pt x="5209166" y="60630"/>
                  </a:lnTo>
                  <a:lnTo>
                    <a:pt x="5209801" y="65685"/>
                  </a:lnTo>
                  <a:lnTo>
                    <a:pt x="5210436" y="71643"/>
                  </a:lnTo>
                  <a:lnTo>
                    <a:pt x="5211071" y="76912"/>
                  </a:lnTo>
                  <a:lnTo>
                    <a:pt x="5211706" y="81032"/>
                  </a:lnTo>
                  <a:lnTo>
                    <a:pt x="5212340" y="85198"/>
                  </a:lnTo>
                  <a:lnTo>
                    <a:pt x="5212975" y="88401"/>
                  </a:lnTo>
                  <a:lnTo>
                    <a:pt x="5213610" y="89657"/>
                  </a:lnTo>
                  <a:lnTo>
                    <a:pt x="5214245" y="89599"/>
                  </a:lnTo>
                  <a:lnTo>
                    <a:pt x="5214880" y="88539"/>
                  </a:lnTo>
                  <a:lnTo>
                    <a:pt x="5215515" y="86632"/>
                  </a:lnTo>
                  <a:lnTo>
                    <a:pt x="5216149" y="84357"/>
                  </a:lnTo>
                  <a:lnTo>
                    <a:pt x="5216784" y="80969"/>
                  </a:lnTo>
                  <a:lnTo>
                    <a:pt x="5217419" y="75963"/>
                  </a:lnTo>
                  <a:lnTo>
                    <a:pt x="5218054" y="70290"/>
                  </a:lnTo>
                  <a:lnTo>
                    <a:pt x="5218689" y="63456"/>
                  </a:lnTo>
                  <a:lnTo>
                    <a:pt x="5219324" y="55718"/>
                  </a:lnTo>
                  <a:lnTo>
                    <a:pt x="5219959" y="48793"/>
                  </a:lnTo>
                  <a:lnTo>
                    <a:pt x="5220593" y="41378"/>
                  </a:lnTo>
                  <a:lnTo>
                    <a:pt x="5221228" y="34068"/>
                  </a:lnTo>
                  <a:lnTo>
                    <a:pt x="5221863" y="25789"/>
                  </a:lnTo>
                  <a:lnTo>
                    <a:pt x="5222498" y="18836"/>
                  </a:lnTo>
                  <a:lnTo>
                    <a:pt x="5223133" y="13330"/>
                  </a:lnTo>
                  <a:lnTo>
                    <a:pt x="5223768" y="9018"/>
                  </a:lnTo>
                  <a:lnTo>
                    <a:pt x="5224402" y="6721"/>
                  </a:lnTo>
                  <a:lnTo>
                    <a:pt x="5225037" y="6164"/>
                  </a:lnTo>
                  <a:lnTo>
                    <a:pt x="5225672" y="6012"/>
                  </a:lnTo>
                  <a:lnTo>
                    <a:pt x="5226307" y="5284"/>
                  </a:lnTo>
                  <a:lnTo>
                    <a:pt x="5226942" y="5172"/>
                  </a:lnTo>
                  <a:lnTo>
                    <a:pt x="5227577" y="6923"/>
                  </a:lnTo>
                  <a:lnTo>
                    <a:pt x="5228212" y="11883"/>
                  </a:lnTo>
                  <a:lnTo>
                    <a:pt x="5228846" y="20597"/>
                  </a:lnTo>
                  <a:lnTo>
                    <a:pt x="5229481" y="31548"/>
                  </a:lnTo>
                  <a:lnTo>
                    <a:pt x="5230116" y="43805"/>
                  </a:lnTo>
                  <a:lnTo>
                    <a:pt x="5230751" y="58117"/>
                  </a:lnTo>
                  <a:lnTo>
                    <a:pt x="5231386" y="72641"/>
                  </a:lnTo>
                  <a:lnTo>
                    <a:pt x="5232021" y="86152"/>
                  </a:lnTo>
                  <a:lnTo>
                    <a:pt x="5232655" y="98703"/>
                  </a:lnTo>
                  <a:lnTo>
                    <a:pt x="5233290" y="110494"/>
                  </a:lnTo>
                  <a:lnTo>
                    <a:pt x="5233925" y="122972"/>
                  </a:lnTo>
                  <a:lnTo>
                    <a:pt x="5234560" y="134887"/>
                  </a:lnTo>
                  <a:lnTo>
                    <a:pt x="5235195" y="148385"/>
                  </a:lnTo>
                  <a:lnTo>
                    <a:pt x="5235830" y="163509"/>
                  </a:lnTo>
                  <a:lnTo>
                    <a:pt x="5236465" y="178627"/>
                  </a:lnTo>
                  <a:lnTo>
                    <a:pt x="5237099" y="192659"/>
                  </a:lnTo>
                  <a:lnTo>
                    <a:pt x="5237734" y="204777"/>
                  </a:lnTo>
                  <a:lnTo>
                    <a:pt x="5238369" y="215254"/>
                  </a:lnTo>
                  <a:lnTo>
                    <a:pt x="5239004" y="222605"/>
                  </a:lnTo>
                  <a:lnTo>
                    <a:pt x="5239639" y="230134"/>
                  </a:lnTo>
                  <a:lnTo>
                    <a:pt x="5240274" y="238488"/>
                  </a:lnTo>
                  <a:lnTo>
                    <a:pt x="5240908" y="247922"/>
                  </a:lnTo>
                  <a:lnTo>
                    <a:pt x="5241543" y="258510"/>
                  </a:lnTo>
                  <a:lnTo>
                    <a:pt x="5242178" y="270028"/>
                  </a:lnTo>
                  <a:lnTo>
                    <a:pt x="5242813" y="282268"/>
                  </a:lnTo>
                  <a:lnTo>
                    <a:pt x="5243448" y="295946"/>
                  </a:lnTo>
                  <a:lnTo>
                    <a:pt x="5244083" y="311275"/>
                  </a:lnTo>
                  <a:lnTo>
                    <a:pt x="5244718" y="323806"/>
                  </a:lnTo>
                  <a:lnTo>
                    <a:pt x="5245352" y="335955"/>
                  </a:lnTo>
                  <a:lnTo>
                    <a:pt x="5245987" y="348572"/>
                  </a:lnTo>
                  <a:lnTo>
                    <a:pt x="5246622" y="361730"/>
                  </a:lnTo>
                  <a:lnTo>
                    <a:pt x="5247257" y="376325"/>
                  </a:lnTo>
                  <a:lnTo>
                    <a:pt x="5247892" y="391744"/>
                  </a:lnTo>
                  <a:lnTo>
                    <a:pt x="5248527" y="409996"/>
                  </a:lnTo>
                  <a:lnTo>
                    <a:pt x="5249161" y="426259"/>
                  </a:lnTo>
                  <a:lnTo>
                    <a:pt x="5249796" y="440861"/>
                  </a:lnTo>
                  <a:lnTo>
                    <a:pt x="5250431" y="454528"/>
                  </a:lnTo>
                  <a:lnTo>
                    <a:pt x="5251066" y="467824"/>
                  </a:lnTo>
                  <a:lnTo>
                    <a:pt x="5251701" y="481394"/>
                  </a:lnTo>
                  <a:lnTo>
                    <a:pt x="5252336" y="495131"/>
                  </a:lnTo>
                  <a:lnTo>
                    <a:pt x="5252971" y="508052"/>
                  </a:lnTo>
                  <a:lnTo>
                    <a:pt x="5253605" y="520037"/>
                  </a:lnTo>
                  <a:lnTo>
                    <a:pt x="5254240" y="531304"/>
                  </a:lnTo>
                  <a:lnTo>
                    <a:pt x="5254875" y="541967"/>
                  </a:lnTo>
                  <a:lnTo>
                    <a:pt x="5255510" y="551593"/>
                  </a:lnTo>
                  <a:lnTo>
                    <a:pt x="5256145" y="560816"/>
                  </a:lnTo>
                  <a:lnTo>
                    <a:pt x="5256780" y="569556"/>
                  </a:lnTo>
                  <a:lnTo>
                    <a:pt x="5257414" y="578225"/>
                  </a:lnTo>
                  <a:lnTo>
                    <a:pt x="5258049" y="587682"/>
                  </a:lnTo>
                  <a:lnTo>
                    <a:pt x="5258684" y="598521"/>
                  </a:lnTo>
                  <a:lnTo>
                    <a:pt x="5259319" y="608371"/>
                  </a:lnTo>
                  <a:lnTo>
                    <a:pt x="5259954" y="618647"/>
                  </a:lnTo>
                  <a:lnTo>
                    <a:pt x="5260589" y="629356"/>
                  </a:lnTo>
                  <a:lnTo>
                    <a:pt x="5261224" y="639984"/>
                  </a:lnTo>
                  <a:lnTo>
                    <a:pt x="5261858" y="650652"/>
                  </a:lnTo>
                  <a:lnTo>
                    <a:pt x="5262493" y="660500"/>
                  </a:lnTo>
                  <a:lnTo>
                    <a:pt x="5263128" y="669390"/>
                  </a:lnTo>
                  <a:lnTo>
                    <a:pt x="5263763" y="678497"/>
                  </a:lnTo>
                  <a:lnTo>
                    <a:pt x="5264398" y="687858"/>
                  </a:lnTo>
                  <a:lnTo>
                    <a:pt x="5265033" y="698406"/>
                  </a:lnTo>
                  <a:lnTo>
                    <a:pt x="5265667" y="709382"/>
                  </a:lnTo>
                  <a:lnTo>
                    <a:pt x="5266302" y="720507"/>
                  </a:lnTo>
                  <a:lnTo>
                    <a:pt x="5266937" y="732023"/>
                  </a:lnTo>
                  <a:lnTo>
                    <a:pt x="5267572" y="743429"/>
                  </a:lnTo>
                  <a:lnTo>
                    <a:pt x="5268207" y="754281"/>
                  </a:lnTo>
                  <a:lnTo>
                    <a:pt x="5268842" y="764789"/>
                  </a:lnTo>
                  <a:lnTo>
                    <a:pt x="5269476" y="775830"/>
                  </a:lnTo>
                  <a:lnTo>
                    <a:pt x="5270111" y="784400"/>
                  </a:lnTo>
                  <a:lnTo>
                    <a:pt x="5270746" y="794325"/>
                  </a:lnTo>
                  <a:lnTo>
                    <a:pt x="5271381" y="803514"/>
                  </a:lnTo>
                  <a:lnTo>
                    <a:pt x="5272016" y="813273"/>
                  </a:lnTo>
                  <a:lnTo>
                    <a:pt x="5272651" y="822768"/>
                  </a:lnTo>
                  <a:lnTo>
                    <a:pt x="5273286" y="832257"/>
                  </a:lnTo>
                  <a:lnTo>
                    <a:pt x="5273920" y="841542"/>
                  </a:lnTo>
                  <a:lnTo>
                    <a:pt x="5274555" y="850399"/>
                  </a:lnTo>
                  <a:lnTo>
                    <a:pt x="5275190" y="859183"/>
                  </a:lnTo>
                  <a:lnTo>
                    <a:pt x="5275825" y="868113"/>
                  </a:lnTo>
                  <a:lnTo>
                    <a:pt x="5276460" y="876532"/>
                  </a:lnTo>
                  <a:lnTo>
                    <a:pt x="5277095" y="884142"/>
                  </a:lnTo>
                  <a:lnTo>
                    <a:pt x="5277729" y="891842"/>
                  </a:lnTo>
                  <a:lnTo>
                    <a:pt x="5278364" y="899460"/>
                  </a:lnTo>
                  <a:lnTo>
                    <a:pt x="5278999" y="907062"/>
                  </a:lnTo>
                  <a:lnTo>
                    <a:pt x="5279634" y="915434"/>
                  </a:lnTo>
                  <a:lnTo>
                    <a:pt x="5280269" y="924566"/>
                  </a:lnTo>
                  <a:lnTo>
                    <a:pt x="5280904" y="934556"/>
                  </a:lnTo>
                  <a:lnTo>
                    <a:pt x="5281539" y="946724"/>
                  </a:lnTo>
                  <a:lnTo>
                    <a:pt x="5282173" y="960051"/>
                  </a:lnTo>
                  <a:lnTo>
                    <a:pt x="5282808" y="976986"/>
                  </a:lnTo>
                  <a:lnTo>
                    <a:pt x="5283443" y="993828"/>
                  </a:lnTo>
                  <a:lnTo>
                    <a:pt x="5284078" y="1010586"/>
                  </a:lnTo>
                  <a:lnTo>
                    <a:pt x="5284713" y="1026581"/>
                  </a:lnTo>
                  <a:lnTo>
                    <a:pt x="5285348" y="1041517"/>
                  </a:lnTo>
                  <a:lnTo>
                    <a:pt x="5285982" y="1054623"/>
                  </a:lnTo>
                  <a:lnTo>
                    <a:pt x="5286617" y="1067494"/>
                  </a:lnTo>
                  <a:lnTo>
                    <a:pt x="5287252" y="1079353"/>
                  </a:lnTo>
                  <a:lnTo>
                    <a:pt x="5287887" y="1089938"/>
                  </a:lnTo>
                  <a:lnTo>
                    <a:pt x="5288522" y="1101042"/>
                  </a:lnTo>
                  <a:lnTo>
                    <a:pt x="5289157" y="1111902"/>
                  </a:lnTo>
                  <a:lnTo>
                    <a:pt x="5289792" y="1120314"/>
                  </a:lnTo>
                  <a:lnTo>
                    <a:pt x="5290426" y="1130293"/>
                  </a:lnTo>
                  <a:lnTo>
                    <a:pt x="5291061" y="1139483"/>
                  </a:lnTo>
                  <a:lnTo>
                    <a:pt x="5291696" y="1147884"/>
                  </a:lnTo>
                  <a:lnTo>
                    <a:pt x="5292331" y="1155708"/>
                  </a:lnTo>
                  <a:lnTo>
                    <a:pt x="5292966" y="1162317"/>
                  </a:lnTo>
                  <a:lnTo>
                    <a:pt x="5293601" y="1167266"/>
                  </a:lnTo>
                  <a:lnTo>
                    <a:pt x="5294235" y="1171062"/>
                  </a:lnTo>
                  <a:lnTo>
                    <a:pt x="5294870" y="1173936"/>
                  </a:lnTo>
                  <a:lnTo>
                    <a:pt x="5295505" y="1177387"/>
                  </a:lnTo>
                  <a:lnTo>
                    <a:pt x="5296140" y="1180717"/>
                  </a:lnTo>
                  <a:lnTo>
                    <a:pt x="5296775" y="1183774"/>
                  </a:lnTo>
                  <a:lnTo>
                    <a:pt x="5297410" y="1187043"/>
                  </a:lnTo>
                  <a:lnTo>
                    <a:pt x="5298045" y="1188622"/>
                  </a:lnTo>
                  <a:lnTo>
                    <a:pt x="5298679" y="1187792"/>
                  </a:lnTo>
                  <a:lnTo>
                    <a:pt x="5299314" y="1186618"/>
                  </a:lnTo>
                  <a:lnTo>
                    <a:pt x="5299949" y="1182585"/>
                  </a:lnTo>
                  <a:lnTo>
                    <a:pt x="5300584" y="1177818"/>
                  </a:lnTo>
                  <a:lnTo>
                    <a:pt x="5301219" y="1173284"/>
                  </a:lnTo>
                  <a:lnTo>
                    <a:pt x="5301854" y="1168880"/>
                  </a:lnTo>
                  <a:lnTo>
                    <a:pt x="5302488" y="1163154"/>
                  </a:lnTo>
                  <a:lnTo>
                    <a:pt x="5303123" y="1157534"/>
                  </a:lnTo>
                  <a:lnTo>
                    <a:pt x="5303758" y="1151778"/>
                  </a:lnTo>
                  <a:lnTo>
                    <a:pt x="5304393" y="1144303"/>
                  </a:lnTo>
                  <a:lnTo>
                    <a:pt x="5305028" y="1138706"/>
                  </a:lnTo>
                  <a:lnTo>
                    <a:pt x="5305663" y="1134970"/>
                  </a:lnTo>
                  <a:lnTo>
                    <a:pt x="5306298" y="1130083"/>
                  </a:lnTo>
                  <a:lnTo>
                    <a:pt x="5306932" y="1124031"/>
                  </a:lnTo>
                  <a:lnTo>
                    <a:pt x="5307567" y="1117920"/>
                  </a:lnTo>
                  <a:lnTo>
                    <a:pt x="5308202" y="1113718"/>
                  </a:lnTo>
                  <a:lnTo>
                    <a:pt x="5308837" y="1107829"/>
                  </a:lnTo>
                  <a:lnTo>
                    <a:pt x="5309472" y="1101601"/>
                  </a:lnTo>
                  <a:lnTo>
                    <a:pt x="5310107" y="1095188"/>
                  </a:lnTo>
                  <a:lnTo>
                    <a:pt x="5310741" y="1090706"/>
                  </a:lnTo>
                  <a:lnTo>
                    <a:pt x="5311376" y="1085685"/>
                  </a:lnTo>
                  <a:lnTo>
                    <a:pt x="5312011" y="1080176"/>
                  </a:lnTo>
                  <a:lnTo>
                    <a:pt x="5312646" y="1074374"/>
                  </a:lnTo>
                  <a:lnTo>
                    <a:pt x="5313281" y="1067705"/>
                  </a:lnTo>
                  <a:lnTo>
                    <a:pt x="5313916" y="1060991"/>
                  </a:lnTo>
                  <a:lnTo>
                    <a:pt x="5314551" y="1054309"/>
                  </a:lnTo>
                  <a:lnTo>
                    <a:pt x="5315185" y="1044633"/>
                  </a:lnTo>
                  <a:lnTo>
                    <a:pt x="5315820" y="1032434"/>
                  </a:lnTo>
                  <a:lnTo>
                    <a:pt x="5316455" y="1019823"/>
                  </a:lnTo>
                  <a:lnTo>
                    <a:pt x="5317090" y="1006898"/>
                  </a:lnTo>
                  <a:lnTo>
                    <a:pt x="5317725" y="993946"/>
                  </a:lnTo>
                  <a:lnTo>
                    <a:pt x="5318360" y="979628"/>
                  </a:lnTo>
                  <a:lnTo>
                    <a:pt x="5318994" y="966252"/>
                  </a:lnTo>
                  <a:lnTo>
                    <a:pt x="5319629" y="952561"/>
                  </a:lnTo>
                  <a:lnTo>
                    <a:pt x="5320264" y="937270"/>
                  </a:lnTo>
                  <a:lnTo>
                    <a:pt x="5320899" y="921544"/>
                  </a:lnTo>
                  <a:lnTo>
                    <a:pt x="5321534" y="905526"/>
                  </a:lnTo>
                  <a:lnTo>
                    <a:pt x="5322169" y="887838"/>
                  </a:lnTo>
                  <a:lnTo>
                    <a:pt x="5322803" y="870805"/>
                  </a:lnTo>
                  <a:lnTo>
                    <a:pt x="5323438" y="855395"/>
                  </a:lnTo>
                  <a:lnTo>
                    <a:pt x="5324073" y="841006"/>
                  </a:lnTo>
                  <a:lnTo>
                    <a:pt x="5324708" y="827537"/>
                  </a:lnTo>
                  <a:lnTo>
                    <a:pt x="5325343" y="814701"/>
                  </a:lnTo>
                  <a:lnTo>
                    <a:pt x="5325978" y="804065"/>
                  </a:lnTo>
                  <a:lnTo>
                    <a:pt x="5326613" y="792161"/>
                  </a:lnTo>
                  <a:lnTo>
                    <a:pt x="5327247" y="781515"/>
                  </a:lnTo>
                  <a:lnTo>
                    <a:pt x="5327882" y="771454"/>
                  </a:lnTo>
                  <a:lnTo>
                    <a:pt x="5328517" y="761315"/>
                  </a:lnTo>
                  <a:lnTo>
                    <a:pt x="5329152" y="752037"/>
                  </a:lnTo>
                  <a:lnTo>
                    <a:pt x="5329787" y="745230"/>
                  </a:lnTo>
                  <a:lnTo>
                    <a:pt x="5330422" y="739925"/>
                  </a:lnTo>
                  <a:lnTo>
                    <a:pt x="5331056" y="735427"/>
                  </a:lnTo>
                  <a:lnTo>
                    <a:pt x="5331691" y="730919"/>
                  </a:lnTo>
                  <a:lnTo>
                    <a:pt x="5332326" y="727580"/>
                  </a:lnTo>
                  <a:lnTo>
                    <a:pt x="5332961" y="724794"/>
                  </a:lnTo>
                  <a:lnTo>
                    <a:pt x="5333596" y="722027"/>
                  </a:lnTo>
                  <a:lnTo>
                    <a:pt x="5334231" y="718615"/>
                  </a:lnTo>
                  <a:lnTo>
                    <a:pt x="5334866" y="715157"/>
                  </a:lnTo>
                  <a:lnTo>
                    <a:pt x="5335500" y="711395"/>
                  </a:lnTo>
                  <a:lnTo>
                    <a:pt x="5336135" y="708486"/>
                  </a:lnTo>
                  <a:lnTo>
                    <a:pt x="5336770" y="707463"/>
                  </a:lnTo>
                  <a:lnTo>
                    <a:pt x="5337405" y="708029"/>
                  </a:lnTo>
                  <a:lnTo>
                    <a:pt x="5338040" y="709944"/>
                  </a:lnTo>
                  <a:lnTo>
                    <a:pt x="5338675" y="713480"/>
                  </a:lnTo>
                  <a:lnTo>
                    <a:pt x="5339309" y="716362"/>
                  </a:lnTo>
                  <a:lnTo>
                    <a:pt x="5339944" y="719662"/>
                  </a:lnTo>
                  <a:lnTo>
                    <a:pt x="5340579" y="723098"/>
                  </a:lnTo>
                  <a:lnTo>
                    <a:pt x="5341214" y="726176"/>
                  </a:lnTo>
                  <a:lnTo>
                    <a:pt x="5341849" y="729075"/>
                  </a:lnTo>
                  <a:lnTo>
                    <a:pt x="5342484" y="732095"/>
                  </a:lnTo>
                  <a:lnTo>
                    <a:pt x="5343119" y="734206"/>
                  </a:lnTo>
                  <a:lnTo>
                    <a:pt x="5343753" y="735661"/>
                  </a:lnTo>
                  <a:lnTo>
                    <a:pt x="5344388" y="737100"/>
                  </a:lnTo>
                  <a:lnTo>
                    <a:pt x="5345023" y="738385"/>
                  </a:lnTo>
                  <a:lnTo>
                    <a:pt x="5345658" y="740662"/>
                  </a:lnTo>
                  <a:lnTo>
                    <a:pt x="5346293" y="742854"/>
                  </a:lnTo>
                  <a:lnTo>
                    <a:pt x="5346928" y="743210"/>
                  </a:lnTo>
                  <a:lnTo>
                    <a:pt x="5347562" y="743247"/>
                  </a:lnTo>
                  <a:lnTo>
                    <a:pt x="5348197" y="743056"/>
                  </a:lnTo>
                  <a:lnTo>
                    <a:pt x="5348832" y="743188"/>
                  </a:lnTo>
                  <a:lnTo>
                    <a:pt x="5349467" y="740789"/>
                  </a:lnTo>
                  <a:lnTo>
                    <a:pt x="5350102" y="737682"/>
                  </a:lnTo>
                  <a:lnTo>
                    <a:pt x="5350737" y="734433"/>
                  </a:lnTo>
                  <a:lnTo>
                    <a:pt x="5351372" y="730901"/>
                  </a:lnTo>
                  <a:lnTo>
                    <a:pt x="5352006" y="726296"/>
                  </a:lnTo>
                  <a:lnTo>
                    <a:pt x="5352641" y="721346"/>
                  </a:lnTo>
                  <a:lnTo>
                    <a:pt x="5353276" y="716225"/>
                  </a:lnTo>
                  <a:lnTo>
                    <a:pt x="5353911" y="711973"/>
                  </a:lnTo>
                  <a:lnTo>
                    <a:pt x="5354546" y="705898"/>
                  </a:lnTo>
                  <a:lnTo>
                    <a:pt x="5355181" y="696975"/>
                  </a:lnTo>
                  <a:lnTo>
                    <a:pt x="5355815" y="686916"/>
                  </a:lnTo>
                  <a:lnTo>
                    <a:pt x="5356450" y="675204"/>
                  </a:lnTo>
                  <a:lnTo>
                    <a:pt x="5357085" y="664994"/>
                  </a:lnTo>
                  <a:lnTo>
                    <a:pt x="5357720" y="655479"/>
                  </a:lnTo>
                  <a:lnTo>
                    <a:pt x="5358355" y="646709"/>
                  </a:lnTo>
                  <a:lnTo>
                    <a:pt x="5358990" y="639614"/>
                  </a:lnTo>
                  <a:lnTo>
                    <a:pt x="5359625" y="632626"/>
                  </a:lnTo>
                  <a:lnTo>
                    <a:pt x="5360259" y="625644"/>
                  </a:lnTo>
                  <a:lnTo>
                    <a:pt x="5360894" y="618036"/>
                  </a:lnTo>
                  <a:lnTo>
                    <a:pt x="5361529" y="610147"/>
                  </a:lnTo>
                  <a:lnTo>
                    <a:pt x="5362164" y="600759"/>
                  </a:lnTo>
                  <a:lnTo>
                    <a:pt x="5362799" y="590340"/>
                  </a:lnTo>
                  <a:lnTo>
                    <a:pt x="5363434" y="580144"/>
                  </a:lnTo>
                  <a:lnTo>
                    <a:pt x="5364068" y="570677"/>
                  </a:lnTo>
                  <a:lnTo>
                    <a:pt x="5364703" y="561921"/>
                  </a:lnTo>
                  <a:lnTo>
                    <a:pt x="5365338" y="553757"/>
                  </a:lnTo>
                  <a:lnTo>
                    <a:pt x="5365973" y="546268"/>
                  </a:lnTo>
                  <a:lnTo>
                    <a:pt x="5366608" y="538178"/>
                  </a:lnTo>
                  <a:lnTo>
                    <a:pt x="5367243" y="529994"/>
                  </a:lnTo>
                  <a:lnTo>
                    <a:pt x="5367878" y="520345"/>
                  </a:lnTo>
                  <a:lnTo>
                    <a:pt x="5368512" y="510369"/>
                  </a:lnTo>
                  <a:lnTo>
                    <a:pt x="5369147" y="500476"/>
                  </a:lnTo>
                  <a:lnTo>
                    <a:pt x="5369782" y="489920"/>
                  </a:lnTo>
                  <a:lnTo>
                    <a:pt x="5370417" y="477149"/>
                  </a:lnTo>
                  <a:lnTo>
                    <a:pt x="5371052" y="463817"/>
                  </a:lnTo>
                  <a:lnTo>
                    <a:pt x="5371687" y="452096"/>
                  </a:lnTo>
                  <a:lnTo>
                    <a:pt x="5372321" y="440573"/>
                  </a:lnTo>
                  <a:lnTo>
                    <a:pt x="5372956" y="429269"/>
                  </a:lnTo>
                  <a:lnTo>
                    <a:pt x="5373591" y="417554"/>
                  </a:lnTo>
                  <a:lnTo>
                    <a:pt x="5374226" y="405516"/>
                  </a:lnTo>
                  <a:lnTo>
                    <a:pt x="5374861" y="394531"/>
                  </a:lnTo>
                  <a:lnTo>
                    <a:pt x="5375496" y="383255"/>
                  </a:lnTo>
                  <a:lnTo>
                    <a:pt x="5376131" y="371879"/>
                  </a:lnTo>
                  <a:lnTo>
                    <a:pt x="5376765" y="358519"/>
                  </a:lnTo>
                  <a:lnTo>
                    <a:pt x="5377400" y="344682"/>
                  </a:lnTo>
                  <a:lnTo>
                    <a:pt x="5378035" y="331897"/>
                  </a:lnTo>
                  <a:lnTo>
                    <a:pt x="5378670" y="319744"/>
                  </a:lnTo>
                  <a:lnTo>
                    <a:pt x="5379305" y="308622"/>
                  </a:lnTo>
                  <a:lnTo>
                    <a:pt x="5379940" y="299062"/>
                  </a:lnTo>
                  <a:lnTo>
                    <a:pt x="5380574" y="290634"/>
                  </a:lnTo>
                  <a:lnTo>
                    <a:pt x="5381209" y="281851"/>
                  </a:lnTo>
                  <a:lnTo>
                    <a:pt x="5381844" y="272997"/>
                  </a:lnTo>
                  <a:lnTo>
                    <a:pt x="5382479" y="264994"/>
                  </a:lnTo>
                  <a:lnTo>
                    <a:pt x="5383114" y="256832"/>
                  </a:lnTo>
                  <a:lnTo>
                    <a:pt x="5383749" y="248562"/>
                  </a:lnTo>
                  <a:lnTo>
                    <a:pt x="5384383" y="240466"/>
                  </a:lnTo>
                  <a:lnTo>
                    <a:pt x="5385018" y="232082"/>
                  </a:lnTo>
                  <a:lnTo>
                    <a:pt x="5385653" y="223505"/>
                  </a:lnTo>
                  <a:lnTo>
                    <a:pt x="5386288" y="216008"/>
                  </a:lnTo>
                  <a:lnTo>
                    <a:pt x="5386923" y="208462"/>
                  </a:lnTo>
                  <a:lnTo>
                    <a:pt x="5387558" y="201800"/>
                  </a:lnTo>
                  <a:lnTo>
                    <a:pt x="5388193" y="195369"/>
                  </a:lnTo>
                  <a:lnTo>
                    <a:pt x="5388827" y="189643"/>
                  </a:lnTo>
                  <a:lnTo>
                    <a:pt x="5389462" y="185012"/>
                  </a:lnTo>
                  <a:lnTo>
                    <a:pt x="5390097" y="181153"/>
                  </a:lnTo>
                  <a:lnTo>
                    <a:pt x="5390732" y="178071"/>
                  </a:lnTo>
                  <a:lnTo>
                    <a:pt x="5391367" y="174989"/>
                  </a:lnTo>
                  <a:lnTo>
                    <a:pt x="5392002" y="171844"/>
                  </a:lnTo>
                  <a:lnTo>
                    <a:pt x="5392636" y="169291"/>
                  </a:lnTo>
                  <a:lnTo>
                    <a:pt x="5393271" y="166733"/>
                  </a:lnTo>
                  <a:lnTo>
                    <a:pt x="5393906" y="163956"/>
                  </a:lnTo>
                  <a:lnTo>
                    <a:pt x="5394541" y="161207"/>
                  </a:lnTo>
                  <a:lnTo>
                    <a:pt x="5395176" y="158618"/>
                  </a:lnTo>
                  <a:lnTo>
                    <a:pt x="5395811" y="156282"/>
                  </a:lnTo>
                  <a:lnTo>
                    <a:pt x="5396446" y="153918"/>
                  </a:lnTo>
                  <a:lnTo>
                    <a:pt x="5397080" y="151497"/>
                  </a:lnTo>
                  <a:lnTo>
                    <a:pt x="5397715" y="148155"/>
                  </a:lnTo>
                  <a:lnTo>
                    <a:pt x="5398350" y="143414"/>
                  </a:lnTo>
                  <a:lnTo>
                    <a:pt x="5398985" y="138644"/>
                  </a:lnTo>
                  <a:lnTo>
                    <a:pt x="5399620" y="133185"/>
                  </a:lnTo>
                  <a:lnTo>
                    <a:pt x="5400255" y="126990"/>
                  </a:lnTo>
                  <a:lnTo>
                    <a:pt x="5400889" y="120796"/>
                  </a:lnTo>
                  <a:lnTo>
                    <a:pt x="5401524" y="114616"/>
                  </a:lnTo>
                  <a:lnTo>
                    <a:pt x="5402159" y="108762"/>
                  </a:lnTo>
                  <a:lnTo>
                    <a:pt x="5402794" y="102936"/>
                  </a:lnTo>
                  <a:lnTo>
                    <a:pt x="5403429" y="96510"/>
                  </a:lnTo>
                  <a:lnTo>
                    <a:pt x="5404064" y="90793"/>
                  </a:lnTo>
                  <a:lnTo>
                    <a:pt x="5404699" y="85110"/>
                  </a:lnTo>
                  <a:lnTo>
                    <a:pt x="5405333" y="79192"/>
                  </a:lnTo>
                  <a:lnTo>
                    <a:pt x="5405968" y="73125"/>
                  </a:lnTo>
                  <a:lnTo>
                    <a:pt x="5406603" y="67249"/>
                  </a:lnTo>
                  <a:lnTo>
                    <a:pt x="5407238" y="61326"/>
                  </a:lnTo>
                  <a:lnTo>
                    <a:pt x="5407873" y="56546"/>
                  </a:lnTo>
                  <a:lnTo>
                    <a:pt x="5408508" y="51370"/>
                  </a:lnTo>
                  <a:lnTo>
                    <a:pt x="5409142" y="46544"/>
                  </a:lnTo>
                  <a:lnTo>
                    <a:pt x="5409777" y="41192"/>
                  </a:lnTo>
                  <a:lnTo>
                    <a:pt x="5410412" y="36495"/>
                  </a:lnTo>
                  <a:lnTo>
                    <a:pt x="5411047" y="32637"/>
                  </a:lnTo>
                  <a:lnTo>
                    <a:pt x="5411682" y="29244"/>
                  </a:lnTo>
                  <a:lnTo>
                    <a:pt x="5412317" y="26480"/>
                  </a:lnTo>
                  <a:lnTo>
                    <a:pt x="5412952" y="24718"/>
                  </a:lnTo>
                  <a:lnTo>
                    <a:pt x="5413586" y="23867"/>
                  </a:lnTo>
                  <a:lnTo>
                    <a:pt x="5414221" y="23123"/>
                  </a:lnTo>
                  <a:lnTo>
                    <a:pt x="5414856" y="23933"/>
                  </a:lnTo>
                  <a:lnTo>
                    <a:pt x="5415491" y="24537"/>
                  </a:lnTo>
                  <a:lnTo>
                    <a:pt x="5416126" y="24893"/>
                  </a:lnTo>
                  <a:lnTo>
                    <a:pt x="5416761" y="25866"/>
                  </a:lnTo>
                  <a:lnTo>
                    <a:pt x="5417395" y="26760"/>
                  </a:lnTo>
                  <a:lnTo>
                    <a:pt x="5418030" y="26840"/>
                  </a:lnTo>
                  <a:lnTo>
                    <a:pt x="5418665" y="26973"/>
                  </a:lnTo>
                  <a:lnTo>
                    <a:pt x="5419300" y="27201"/>
                  </a:lnTo>
                  <a:lnTo>
                    <a:pt x="5419935" y="26670"/>
                  </a:lnTo>
                  <a:lnTo>
                    <a:pt x="5420570" y="25435"/>
                  </a:lnTo>
                  <a:lnTo>
                    <a:pt x="5421205" y="23996"/>
                  </a:lnTo>
                  <a:lnTo>
                    <a:pt x="5421839" y="21826"/>
                  </a:lnTo>
                  <a:lnTo>
                    <a:pt x="5422474" y="18868"/>
                  </a:lnTo>
                  <a:lnTo>
                    <a:pt x="5423109" y="14710"/>
                  </a:lnTo>
                  <a:lnTo>
                    <a:pt x="5423744" y="11192"/>
                  </a:lnTo>
                  <a:lnTo>
                    <a:pt x="5424379" y="7691"/>
                  </a:lnTo>
                  <a:lnTo>
                    <a:pt x="5425014" y="4573"/>
                  </a:lnTo>
                  <a:lnTo>
                    <a:pt x="5425648" y="2099"/>
                  </a:lnTo>
                  <a:lnTo>
                    <a:pt x="5426283" y="319"/>
                  </a:lnTo>
                  <a:lnTo>
                    <a:pt x="5426918" y="0"/>
                  </a:lnTo>
                  <a:lnTo>
                    <a:pt x="5426918" y="0"/>
                  </a:lnTo>
                  <a:lnTo>
                    <a:pt x="5427553" y="50"/>
                  </a:lnTo>
                  <a:lnTo>
                    <a:pt x="5428188" y="941"/>
                  </a:lnTo>
                  <a:lnTo>
                    <a:pt x="5428823" y="3690"/>
                  </a:lnTo>
                  <a:lnTo>
                    <a:pt x="5429458" y="8340"/>
                  </a:lnTo>
                  <a:lnTo>
                    <a:pt x="5430092" y="13316"/>
                  </a:lnTo>
                  <a:lnTo>
                    <a:pt x="5430727" y="20024"/>
                  </a:lnTo>
                  <a:lnTo>
                    <a:pt x="5431362" y="28251"/>
                  </a:lnTo>
                  <a:lnTo>
                    <a:pt x="5431997" y="36783"/>
                  </a:lnTo>
                  <a:lnTo>
                    <a:pt x="5432632" y="44706"/>
                  </a:lnTo>
                  <a:lnTo>
                    <a:pt x="5433267" y="52827"/>
                  </a:lnTo>
                  <a:lnTo>
                    <a:pt x="5433901" y="63213"/>
                  </a:lnTo>
                  <a:lnTo>
                    <a:pt x="5434536" y="75256"/>
                  </a:lnTo>
                  <a:lnTo>
                    <a:pt x="5435171" y="86113"/>
                  </a:lnTo>
                  <a:lnTo>
                    <a:pt x="5435806" y="99161"/>
                  </a:lnTo>
                  <a:lnTo>
                    <a:pt x="5436441" y="112497"/>
                  </a:lnTo>
                  <a:lnTo>
                    <a:pt x="5437076" y="127359"/>
                  </a:lnTo>
                  <a:lnTo>
                    <a:pt x="5437710" y="141861"/>
                  </a:lnTo>
                  <a:lnTo>
                    <a:pt x="5438345" y="156457"/>
                  </a:lnTo>
                  <a:lnTo>
                    <a:pt x="5438980" y="172121"/>
                  </a:lnTo>
                  <a:lnTo>
                    <a:pt x="5439615" y="189628"/>
                  </a:lnTo>
                  <a:lnTo>
                    <a:pt x="5440250" y="208231"/>
                  </a:lnTo>
                  <a:lnTo>
                    <a:pt x="5440885" y="227528"/>
                  </a:lnTo>
                  <a:lnTo>
                    <a:pt x="5441520" y="246742"/>
                  </a:lnTo>
                  <a:lnTo>
                    <a:pt x="5442154" y="267452"/>
                  </a:lnTo>
                  <a:lnTo>
                    <a:pt x="5442789" y="289360"/>
                  </a:lnTo>
                  <a:lnTo>
                    <a:pt x="5443424" y="309639"/>
                  </a:lnTo>
                  <a:lnTo>
                    <a:pt x="5444059" y="329836"/>
                  </a:lnTo>
                  <a:lnTo>
                    <a:pt x="5444694" y="349298"/>
                  </a:lnTo>
                  <a:lnTo>
                    <a:pt x="5445329" y="370717"/>
                  </a:lnTo>
                  <a:lnTo>
                    <a:pt x="5445963" y="391885"/>
                  </a:lnTo>
                  <a:lnTo>
                    <a:pt x="5446598" y="412083"/>
                  </a:lnTo>
                  <a:lnTo>
                    <a:pt x="5447233" y="433912"/>
                  </a:lnTo>
                  <a:lnTo>
                    <a:pt x="5447868" y="455273"/>
                  </a:lnTo>
                  <a:lnTo>
                    <a:pt x="5448503" y="476924"/>
                  </a:lnTo>
                  <a:lnTo>
                    <a:pt x="5449138" y="500776"/>
                  </a:lnTo>
                  <a:lnTo>
                    <a:pt x="5449773" y="524057"/>
                  </a:lnTo>
                  <a:lnTo>
                    <a:pt x="5450407" y="545798"/>
                  </a:lnTo>
                  <a:lnTo>
                    <a:pt x="5451042" y="566416"/>
                  </a:lnTo>
                  <a:lnTo>
                    <a:pt x="5451677" y="586107"/>
                  </a:lnTo>
                  <a:lnTo>
                    <a:pt x="5452312" y="605432"/>
                  </a:lnTo>
                  <a:lnTo>
                    <a:pt x="5452947" y="624101"/>
                  </a:lnTo>
                  <a:lnTo>
                    <a:pt x="5453582" y="644950"/>
                  </a:lnTo>
                  <a:lnTo>
                    <a:pt x="5454216" y="665051"/>
                  </a:lnTo>
                  <a:lnTo>
                    <a:pt x="5454851" y="682925"/>
                  </a:lnTo>
                  <a:lnTo>
                    <a:pt x="5455486" y="700253"/>
                  </a:lnTo>
                  <a:lnTo>
                    <a:pt x="5456121" y="716589"/>
                  </a:lnTo>
                  <a:lnTo>
                    <a:pt x="5456756" y="731315"/>
                  </a:lnTo>
                  <a:lnTo>
                    <a:pt x="5457391" y="744341"/>
                  </a:lnTo>
                  <a:lnTo>
                    <a:pt x="5458026" y="755839"/>
                  </a:lnTo>
                  <a:lnTo>
                    <a:pt x="5458660" y="766851"/>
                  </a:lnTo>
                  <a:lnTo>
                    <a:pt x="5459295" y="776668"/>
                  </a:lnTo>
                  <a:lnTo>
                    <a:pt x="5459930" y="785707"/>
                  </a:lnTo>
                  <a:lnTo>
                    <a:pt x="5460565" y="793652"/>
                  </a:lnTo>
                  <a:lnTo>
                    <a:pt x="5461200" y="801749"/>
                  </a:lnTo>
                  <a:lnTo>
                    <a:pt x="5461835" y="809411"/>
                  </a:lnTo>
                  <a:lnTo>
                    <a:pt x="5462469" y="816546"/>
                  </a:lnTo>
                  <a:lnTo>
                    <a:pt x="5463104" y="823591"/>
                  </a:lnTo>
                  <a:lnTo>
                    <a:pt x="5463739" y="829765"/>
                  </a:lnTo>
                  <a:lnTo>
                    <a:pt x="5464374" y="835979"/>
                  </a:lnTo>
                  <a:lnTo>
                    <a:pt x="5465009" y="841546"/>
                  </a:lnTo>
                  <a:lnTo>
                    <a:pt x="5465644" y="846667"/>
                  </a:lnTo>
                  <a:lnTo>
                    <a:pt x="5466279" y="852416"/>
                  </a:lnTo>
                  <a:lnTo>
                    <a:pt x="5466913" y="857851"/>
                  </a:lnTo>
                  <a:lnTo>
                    <a:pt x="5467548" y="862750"/>
                  </a:lnTo>
                  <a:lnTo>
                    <a:pt x="5468183" y="867578"/>
                  </a:lnTo>
                  <a:lnTo>
                    <a:pt x="5468818" y="872841"/>
                  </a:lnTo>
                  <a:lnTo>
                    <a:pt x="5469453" y="878822"/>
                  </a:lnTo>
                  <a:lnTo>
                    <a:pt x="5470088" y="885958"/>
                  </a:lnTo>
                  <a:lnTo>
                    <a:pt x="5470722" y="893761"/>
                  </a:lnTo>
                  <a:lnTo>
                    <a:pt x="5471357" y="902212"/>
                  </a:lnTo>
                  <a:lnTo>
                    <a:pt x="5471992" y="909611"/>
                  </a:lnTo>
                  <a:lnTo>
                    <a:pt x="5472627" y="916192"/>
                  </a:lnTo>
                  <a:lnTo>
                    <a:pt x="5473262" y="921974"/>
                  </a:lnTo>
                  <a:lnTo>
                    <a:pt x="5473897" y="926509"/>
                  </a:lnTo>
                  <a:lnTo>
                    <a:pt x="5474532" y="930898"/>
                  </a:lnTo>
                  <a:lnTo>
                    <a:pt x="5475166" y="936771"/>
                  </a:lnTo>
                  <a:lnTo>
                    <a:pt x="5475801" y="944912"/>
                  </a:lnTo>
                  <a:lnTo>
                    <a:pt x="5476436" y="954427"/>
                  </a:lnTo>
                  <a:lnTo>
                    <a:pt x="5477071" y="965684"/>
                  </a:lnTo>
                  <a:lnTo>
                    <a:pt x="5477706" y="976098"/>
                  </a:lnTo>
                  <a:lnTo>
                    <a:pt x="5478341" y="986807"/>
                  </a:lnTo>
                  <a:lnTo>
                    <a:pt x="5478975" y="998370"/>
                  </a:lnTo>
                  <a:lnTo>
                    <a:pt x="5479610" y="1009405"/>
                  </a:lnTo>
                  <a:lnTo>
                    <a:pt x="5480245" y="1021438"/>
                  </a:lnTo>
                  <a:lnTo>
                    <a:pt x="5480880" y="1033011"/>
                  </a:lnTo>
                  <a:lnTo>
                    <a:pt x="5481515" y="1045992"/>
                  </a:lnTo>
                  <a:lnTo>
                    <a:pt x="5482150" y="1060434"/>
                  </a:lnTo>
                  <a:lnTo>
                    <a:pt x="5482785" y="1074687"/>
                  </a:lnTo>
                  <a:lnTo>
                    <a:pt x="5483419" y="1090075"/>
                  </a:lnTo>
                  <a:lnTo>
                    <a:pt x="5484054" y="1103543"/>
                  </a:lnTo>
                  <a:lnTo>
                    <a:pt x="5484689" y="1115299"/>
                  </a:lnTo>
                  <a:lnTo>
                    <a:pt x="5485324" y="1126808"/>
                  </a:lnTo>
                  <a:lnTo>
                    <a:pt x="5485959" y="1137403"/>
                  </a:lnTo>
                  <a:lnTo>
                    <a:pt x="5486594" y="1148306"/>
                  </a:lnTo>
                  <a:lnTo>
                    <a:pt x="5487228" y="1160950"/>
                  </a:lnTo>
                  <a:lnTo>
                    <a:pt x="5487863" y="1171579"/>
                  </a:lnTo>
                  <a:lnTo>
                    <a:pt x="5488498" y="1181647"/>
                  </a:lnTo>
                  <a:lnTo>
                    <a:pt x="5489133" y="1191926"/>
                  </a:lnTo>
                  <a:lnTo>
                    <a:pt x="5489768" y="1202044"/>
                  </a:lnTo>
                  <a:lnTo>
                    <a:pt x="5490403" y="1211069"/>
                  </a:lnTo>
                  <a:lnTo>
                    <a:pt x="5491037" y="1218945"/>
                  </a:lnTo>
                  <a:lnTo>
                    <a:pt x="5491672" y="1226865"/>
                  </a:lnTo>
                  <a:lnTo>
                    <a:pt x="5492307" y="1234944"/>
                  </a:lnTo>
                  <a:lnTo>
                    <a:pt x="5492942" y="1243747"/>
                  </a:lnTo>
                  <a:lnTo>
                    <a:pt x="5493577" y="1254075"/>
                  </a:lnTo>
                  <a:lnTo>
                    <a:pt x="5494212" y="1265309"/>
                  </a:lnTo>
                  <a:lnTo>
                    <a:pt x="5494847" y="1277821"/>
                  </a:lnTo>
                  <a:lnTo>
                    <a:pt x="5495481" y="1289596"/>
                  </a:lnTo>
                  <a:lnTo>
                    <a:pt x="5496116" y="1300833"/>
                  </a:lnTo>
                  <a:lnTo>
                    <a:pt x="5496751" y="1311353"/>
                  </a:lnTo>
                  <a:lnTo>
                    <a:pt x="5497386" y="1323300"/>
                  </a:lnTo>
                  <a:lnTo>
                    <a:pt x="5498021" y="1336011"/>
                  </a:lnTo>
                  <a:lnTo>
                    <a:pt x="5498656" y="1347382"/>
                  </a:lnTo>
                  <a:lnTo>
                    <a:pt x="5499290" y="1358630"/>
                  </a:lnTo>
                  <a:lnTo>
                    <a:pt x="5499925" y="1369323"/>
                  </a:lnTo>
                  <a:lnTo>
                    <a:pt x="5500560" y="1380155"/>
                  </a:lnTo>
                  <a:lnTo>
                    <a:pt x="5501195" y="1390860"/>
                  </a:lnTo>
                  <a:lnTo>
                    <a:pt x="5501830" y="1400233"/>
                  </a:lnTo>
                  <a:lnTo>
                    <a:pt x="5502465" y="1409170"/>
                  </a:lnTo>
                  <a:lnTo>
                    <a:pt x="5503100" y="1417285"/>
                  </a:lnTo>
                  <a:lnTo>
                    <a:pt x="5503734" y="1426938"/>
                  </a:lnTo>
                  <a:lnTo>
                    <a:pt x="5504369" y="1436704"/>
                  </a:lnTo>
                  <a:lnTo>
                    <a:pt x="5505004" y="1444764"/>
                  </a:lnTo>
                  <a:lnTo>
                    <a:pt x="5505639" y="1451090"/>
                  </a:lnTo>
                  <a:lnTo>
                    <a:pt x="5506274" y="1456124"/>
                  </a:lnTo>
                  <a:lnTo>
                    <a:pt x="5506909" y="1459608"/>
                  </a:lnTo>
                  <a:lnTo>
                    <a:pt x="5507543" y="1460078"/>
                  </a:lnTo>
                  <a:lnTo>
                    <a:pt x="5508178" y="1460970"/>
                  </a:lnTo>
                  <a:lnTo>
                    <a:pt x="5508813" y="1461820"/>
                  </a:lnTo>
                  <a:lnTo>
                    <a:pt x="5509448" y="1460963"/>
                  </a:lnTo>
                  <a:lnTo>
                    <a:pt x="5510083" y="1460456"/>
                  </a:lnTo>
                  <a:lnTo>
                    <a:pt x="5510718" y="1460020"/>
                  </a:lnTo>
                  <a:lnTo>
                    <a:pt x="5511353" y="1459563"/>
                  </a:lnTo>
                  <a:lnTo>
                    <a:pt x="5511987" y="1459062"/>
                  </a:lnTo>
                  <a:lnTo>
                    <a:pt x="5512622" y="1458747"/>
                  </a:lnTo>
                  <a:lnTo>
                    <a:pt x="5513257" y="1456937"/>
                  </a:lnTo>
                  <a:lnTo>
                    <a:pt x="5513892" y="1455108"/>
                  </a:lnTo>
                  <a:lnTo>
                    <a:pt x="5514527" y="1451950"/>
                  </a:lnTo>
                  <a:lnTo>
                    <a:pt x="5515162" y="1448314"/>
                  </a:lnTo>
                  <a:lnTo>
                    <a:pt x="5515796" y="1445249"/>
                  </a:lnTo>
                  <a:lnTo>
                    <a:pt x="5516431" y="1440792"/>
                  </a:lnTo>
                  <a:lnTo>
                    <a:pt x="5517066" y="1436830"/>
                  </a:lnTo>
                  <a:lnTo>
                    <a:pt x="5517701" y="1432193"/>
                  </a:lnTo>
                  <a:lnTo>
                    <a:pt x="5518336" y="1428907"/>
                  </a:lnTo>
                  <a:lnTo>
                    <a:pt x="5518971" y="1425377"/>
                  </a:lnTo>
                  <a:lnTo>
                    <a:pt x="5519606" y="1420490"/>
                  </a:lnTo>
                  <a:lnTo>
                    <a:pt x="5520240" y="1415611"/>
                  </a:lnTo>
                  <a:lnTo>
                    <a:pt x="5520875" y="1411250"/>
                  </a:lnTo>
                  <a:lnTo>
                    <a:pt x="5521510" y="1407224"/>
                  </a:lnTo>
                  <a:lnTo>
                    <a:pt x="5522145" y="1403906"/>
                  </a:lnTo>
                  <a:lnTo>
                    <a:pt x="5522780" y="1401263"/>
                  </a:lnTo>
                  <a:lnTo>
                    <a:pt x="5523415" y="1398999"/>
                  </a:lnTo>
                  <a:lnTo>
                    <a:pt x="5524049" y="1395940"/>
                  </a:lnTo>
                  <a:lnTo>
                    <a:pt x="5524684" y="1393012"/>
                  </a:lnTo>
                  <a:lnTo>
                    <a:pt x="5525319" y="1390518"/>
                  </a:lnTo>
                  <a:lnTo>
                    <a:pt x="5525954" y="1388366"/>
                  </a:lnTo>
                  <a:lnTo>
                    <a:pt x="5526589" y="1386205"/>
                  </a:lnTo>
                  <a:lnTo>
                    <a:pt x="5527224" y="1385198"/>
                  </a:lnTo>
                  <a:lnTo>
                    <a:pt x="5527859" y="1383557"/>
                  </a:lnTo>
                  <a:lnTo>
                    <a:pt x="5528493" y="1381506"/>
                  </a:lnTo>
                  <a:lnTo>
                    <a:pt x="5529128" y="1379609"/>
                  </a:lnTo>
                  <a:lnTo>
                    <a:pt x="5529763" y="1377537"/>
                  </a:lnTo>
                  <a:lnTo>
                    <a:pt x="5530398" y="1376011"/>
                  </a:lnTo>
                  <a:lnTo>
                    <a:pt x="5531033" y="1373600"/>
                  </a:lnTo>
                  <a:lnTo>
                    <a:pt x="5531668" y="1371629"/>
                  </a:lnTo>
                  <a:lnTo>
                    <a:pt x="5532302" y="1368716"/>
                  </a:lnTo>
                  <a:lnTo>
                    <a:pt x="5532937" y="1365758"/>
                  </a:lnTo>
                  <a:lnTo>
                    <a:pt x="5533572" y="1361796"/>
                  </a:lnTo>
                  <a:lnTo>
                    <a:pt x="5534207" y="1357920"/>
                  </a:lnTo>
                  <a:lnTo>
                    <a:pt x="5534842" y="1351426"/>
                  </a:lnTo>
                  <a:lnTo>
                    <a:pt x="5535477" y="1345358"/>
                  </a:lnTo>
                  <a:lnTo>
                    <a:pt x="5536112" y="1338355"/>
                  </a:lnTo>
                  <a:lnTo>
                    <a:pt x="5536746" y="1332117"/>
                  </a:lnTo>
                  <a:lnTo>
                    <a:pt x="5537381" y="1325529"/>
                  </a:lnTo>
                  <a:lnTo>
                    <a:pt x="5538016" y="1318215"/>
                  </a:lnTo>
                  <a:lnTo>
                    <a:pt x="5538651" y="1311972"/>
                  </a:lnTo>
                  <a:lnTo>
                    <a:pt x="5539286" y="1305686"/>
                  </a:lnTo>
                  <a:lnTo>
                    <a:pt x="5539921" y="1300207"/>
                  </a:lnTo>
                  <a:lnTo>
                    <a:pt x="5540555" y="1294875"/>
                  </a:lnTo>
                  <a:lnTo>
                    <a:pt x="5541190" y="1288772"/>
                  </a:lnTo>
                  <a:lnTo>
                    <a:pt x="5541825" y="1281605"/>
                  </a:lnTo>
                  <a:lnTo>
                    <a:pt x="5542460" y="1275552"/>
                  </a:lnTo>
                  <a:lnTo>
                    <a:pt x="5543095" y="1268930"/>
                  </a:lnTo>
                  <a:lnTo>
                    <a:pt x="5543730" y="1262591"/>
                  </a:lnTo>
                  <a:lnTo>
                    <a:pt x="5544364" y="1258626"/>
                  </a:lnTo>
                  <a:lnTo>
                    <a:pt x="5544999" y="1256488"/>
                  </a:lnTo>
                  <a:lnTo>
                    <a:pt x="5545634" y="1254129"/>
                  </a:lnTo>
                  <a:lnTo>
                    <a:pt x="5546269" y="1252747"/>
                  </a:lnTo>
                  <a:lnTo>
                    <a:pt x="5546904" y="1253581"/>
                  </a:lnTo>
                  <a:lnTo>
                    <a:pt x="5547539" y="1255605"/>
                  </a:lnTo>
                  <a:lnTo>
                    <a:pt x="5548174" y="1256720"/>
                  </a:lnTo>
                  <a:lnTo>
                    <a:pt x="5548808" y="1257464"/>
                  </a:lnTo>
                  <a:lnTo>
                    <a:pt x="5549443" y="1257830"/>
                  </a:lnTo>
                  <a:lnTo>
                    <a:pt x="5550078" y="1257636"/>
                  </a:lnTo>
                  <a:lnTo>
                    <a:pt x="5550713" y="1256488"/>
                  </a:lnTo>
                  <a:lnTo>
                    <a:pt x="5551348" y="1256012"/>
                  </a:lnTo>
                  <a:lnTo>
                    <a:pt x="5551983" y="1255374"/>
                  </a:lnTo>
                  <a:lnTo>
                    <a:pt x="5552617" y="1254297"/>
                  </a:lnTo>
                  <a:lnTo>
                    <a:pt x="5553252" y="1252109"/>
                  </a:lnTo>
                  <a:lnTo>
                    <a:pt x="5553887" y="1248198"/>
                  </a:lnTo>
                  <a:lnTo>
                    <a:pt x="5554522" y="1245385"/>
                  </a:lnTo>
                  <a:lnTo>
                    <a:pt x="5555157" y="1241701"/>
                  </a:lnTo>
                  <a:lnTo>
                    <a:pt x="5555792" y="1238245"/>
                  </a:lnTo>
                  <a:lnTo>
                    <a:pt x="5556427" y="1233298"/>
                  </a:lnTo>
                  <a:lnTo>
                    <a:pt x="5557061" y="1229178"/>
                  </a:lnTo>
                  <a:lnTo>
                    <a:pt x="5557696" y="1224783"/>
                  </a:lnTo>
                  <a:lnTo>
                    <a:pt x="5558331" y="1220496"/>
                  </a:lnTo>
                  <a:lnTo>
                    <a:pt x="5558966" y="1214985"/>
                  </a:lnTo>
                  <a:lnTo>
                    <a:pt x="5559601" y="1208679"/>
                  </a:lnTo>
                  <a:lnTo>
                    <a:pt x="5560236" y="1203799"/>
                  </a:lnTo>
                  <a:lnTo>
                    <a:pt x="5560870" y="1197230"/>
                  </a:lnTo>
                  <a:lnTo>
                    <a:pt x="5561505" y="1190184"/>
                  </a:lnTo>
                  <a:lnTo>
                    <a:pt x="5562140" y="1184450"/>
                  </a:lnTo>
                  <a:lnTo>
                    <a:pt x="5562775" y="1177547"/>
                  </a:lnTo>
                  <a:lnTo>
                    <a:pt x="5563410" y="1171452"/>
                  </a:lnTo>
                  <a:lnTo>
                    <a:pt x="5564045" y="1165723"/>
                  </a:lnTo>
                  <a:lnTo>
                    <a:pt x="5564680" y="1159422"/>
                  </a:lnTo>
                  <a:lnTo>
                    <a:pt x="5565314" y="1152821"/>
                  </a:lnTo>
                  <a:lnTo>
                    <a:pt x="5565949" y="1143670"/>
                  </a:lnTo>
                  <a:lnTo>
                    <a:pt x="5566584" y="1130681"/>
                  </a:lnTo>
                  <a:lnTo>
                    <a:pt x="5567219" y="1117171"/>
                  </a:lnTo>
                  <a:lnTo>
                    <a:pt x="5567854" y="1104500"/>
                  </a:lnTo>
                  <a:lnTo>
                    <a:pt x="5568489" y="1092397"/>
                  </a:lnTo>
                  <a:lnTo>
                    <a:pt x="5569123" y="1081206"/>
                  </a:lnTo>
                  <a:lnTo>
                    <a:pt x="5569758" y="1070166"/>
                  </a:lnTo>
                  <a:lnTo>
                    <a:pt x="5570393" y="1059781"/>
                  </a:lnTo>
                  <a:lnTo>
                    <a:pt x="5571028" y="1049424"/>
                  </a:lnTo>
                  <a:lnTo>
                    <a:pt x="5571663" y="1038825"/>
                  </a:lnTo>
                  <a:lnTo>
                    <a:pt x="5572298" y="1028861"/>
                  </a:lnTo>
                  <a:lnTo>
                    <a:pt x="5572933" y="1018962"/>
                  </a:lnTo>
                  <a:lnTo>
                    <a:pt x="5573567" y="1009721"/>
                  </a:lnTo>
                  <a:lnTo>
                    <a:pt x="5574202" y="999701"/>
                  </a:lnTo>
                  <a:lnTo>
                    <a:pt x="5574837" y="990035"/>
                  </a:lnTo>
                  <a:lnTo>
                    <a:pt x="5575472" y="980865"/>
                  </a:lnTo>
                  <a:lnTo>
                    <a:pt x="5576107" y="971868"/>
                  </a:lnTo>
                  <a:lnTo>
                    <a:pt x="5576742" y="962526"/>
                  </a:lnTo>
                  <a:lnTo>
                    <a:pt x="5577376" y="954752"/>
                  </a:lnTo>
                  <a:lnTo>
                    <a:pt x="5578011" y="946536"/>
                  </a:lnTo>
                  <a:lnTo>
                    <a:pt x="5578646" y="937358"/>
                  </a:lnTo>
                  <a:lnTo>
                    <a:pt x="5579281" y="927385"/>
                  </a:lnTo>
                  <a:lnTo>
                    <a:pt x="5579916" y="916126"/>
                  </a:lnTo>
                  <a:lnTo>
                    <a:pt x="5580551" y="904079"/>
                  </a:lnTo>
                  <a:lnTo>
                    <a:pt x="5581186" y="891466"/>
                  </a:lnTo>
                  <a:lnTo>
                    <a:pt x="5581820" y="879800"/>
                  </a:lnTo>
                  <a:lnTo>
                    <a:pt x="5582455" y="869471"/>
                  </a:lnTo>
                  <a:lnTo>
                    <a:pt x="5583090" y="859686"/>
                  </a:lnTo>
                  <a:lnTo>
                    <a:pt x="5583725" y="849590"/>
                  </a:lnTo>
                  <a:lnTo>
                    <a:pt x="5584360" y="839569"/>
                  </a:lnTo>
                  <a:lnTo>
                    <a:pt x="5584995" y="830012"/>
                  </a:lnTo>
                  <a:lnTo>
                    <a:pt x="5585629" y="820547"/>
                  </a:lnTo>
                  <a:lnTo>
                    <a:pt x="5586264" y="810908"/>
                  </a:lnTo>
                  <a:lnTo>
                    <a:pt x="5586899" y="801287"/>
                  </a:lnTo>
                  <a:lnTo>
                    <a:pt x="5587534" y="793325"/>
                  </a:lnTo>
                  <a:lnTo>
                    <a:pt x="5588169" y="786759"/>
                  </a:lnTo>
                  <a:lnTo>
                    <a:pt x="5588804" y="781731"/>
                  </a:lnTo>
                  <a:lnTo>
                    <a:pt x="5589439" y="776487"/>
                  </a:lnTo>
                  <a:lnTo>
                    <a:pt x="5590073" y="772030"/>
                  </a:lnTo>
                  <a:lnTo>
                    <a:pt x="5590708" y="766999"/>
                  </a:lnTo>
                  <a:lnTo>
                    <a:pt x="5591343" y="761164"/>
                  </a:lnTo>
                  <a:lnTo>
                    <a:pt x="5591978" y="754834"/>
                  </a:lnTo>
                  <a:lnTo>
                    <a:pt x="5592613" y="749310"/>
                  </a:lnTo>
                  <a:lnTo>
                    <a:pt x="5593248" y="743074"/>
                  </a:lnTo>
                  <a:lnTo>
                    <a:pt x="5593882" y="736651"/>
                  </a:lnTo>
                  <a:lnTo>
                    <a:pt x="5594517" y="731306"/>
                  </a:lnTo>
                  <a:lnTo>
                    <a:pt x="5595152" y="725357"/>
                  </a:lnTo>
                  <a:lnTo>
                    <a:pt x="5595787" y="719182"/>
                  </a:lnTo>
                  <a:lnTo>
                    <a:pt x="5596422" y="712140"/>
                  </a:lnTo>
                  <a:lnTo>
                    <a:pt x="5597057" y="704701"/>
                  </a:lnTo>
                  <a:lnTo>
                    <a:pt x="5597692" y="697916"/>
                  </a:lnTo>
                  <a:lnTo>
                    <a:pt x="5598326" y="690926"/>
                  </a:lnTo>
                  <a:lnTo>
                    <a:pt x="5598961" y="684977"/>
                  </a:lnTo>
                  <a:lnTo>
                    <a:pt x="5599596" y="680085"/>
                  </a:lnTo>
                  <a:lnTo>
                    <a:pt x="5600231" y="677071"/>
                  </a:lnTo>
                  <a:lnTo>
                    <a:pt x="5600866" y="675449"/>
                  </a:lnTo>
                  <a:lnTo>
                    <a:pt x="5601501" y="674922"/>
                  </a:lnTo>
                  <a:lnTo>
                    <a:pt x="5602135" y="674971"/>
                  </a:lnTo>
                  <a:lnTo>
                    <a:pt x="5602770" y="674413"/>
                  </a:lnTo>
                  <a:lnTo>
                    <a:pt x="5603405" y="674209"/>
                  </a:lnTo>
                  <a:lnTo>
                    <a:pt x="5604040" y="673130"/>
                  </a:lnTo>
                  <a:lnTo>
                    <a:pt x="5604675" y="672140"/>
                  </a:lnTo>
                  <a:lnTo>
                    <a:pt x="5605310" y="670162"/>
                  </a:lnTo>
                  <a:lnTo>
                    <a:pt x="5605944" y="667429"/>
                  </a:lnTo>
                  <a:lnTo>
                    <a:pt x="5606579" y="665181"/>
                  </a:lnTo>
                  <a:lnTo>
                    <a:pt x="5607214" y="662907"/>
                  </a:lnTo>
                  <a:lnTo>
                    <a:pt x="5607849" y="659708"/>
                  </a:lnTo>
                  <a:lnTo>
                    <a:pt x="5608484" y="656825"/>
                  </a:lnTo>
                  <a:lnTo>
                    <a:pt x="5609119" y="653169"/>
                  </a:lnTo>
                  <a:lnTo>
                    <a:pt x="5609754" y="648687"/>
                  </a:lnTo>
                  <a:lnTo>
                    <a:pt x="5610388" y="642978"/>
                  </a:lnTo>
                  <a:lnTo>
                    <a:pt x="5611023" y="637531"/>
                  </a:lnTo>
                  <a:lnTo>
                    <a:pt x="5611658" y="630122"/>
                  </a:lnTo>
                  <a:lnTo>
                    <a:pt x="5612293" y="622600"/>
                  </a:lnTo>
                  <a:lnTo>
                    <a:pt x="5612928" y="613992"/>
                  </a:lnTo>
                  <a:lnTo>
                    <a:pt x="5613563" y="605986"/>
                  </a:lnTo>
                  <a:lnTo>
                    <a:pt x="5614197" y="598265"/>
                  </a:lnTo>
                  <a:lnTo>
                    <a:pt x="5614832" y="590428"/>
                  </a:lnTo>
                  <a:lnTo>
                    <a:pt x="5615467" y="584521"/>
                  </a:lnTo>
                  <a:lnTo>
                    <a:pt x="5616102" y="577384"/>
                  </a:lnTo>
                  <a:lnTo>
                    <a:pt x="5616737" y="571053"/>
                  </a:lnTo>
                  <a:lnTo>
                    <a:pt x="5617372" y="565497"/>
                  </a:lnTo>
                  <a:lnTo>
                    <a:pt x="5618007" y="558886"/>
                  </a:lnTo>
                  <a:lnTo>
                    <a:pt x="5618641" y="552452"/>
                  </a:lnTo>
                  <a:lnTo>
                    <a:pt x="5619276" y="548248"/>
                  </a:lnTo>
                  <a:lnTo>
                    <a:pt x="5619911" y="544838"/>
                  </a:lnTo>
                  <a:lnTo>
                    <a:pt x="5620546" y="541522"/>
                  </a:lnTo>
                  <a:lnTo>
                    <a:pt x="5621181" y="537360"/>
                  </a:lnTo>
                  <a:lnTo>
                    <a:pt x="5621816" y="532836"/>
                  </a:lnTo>
                  <a:lnTo>
                    <a:pt x="5622450" y="528821"/>
                  </a:lnTo>
                  <a:lnTo>
                    <a:pt x="5623085" y="525027"/>
                  </a:lnTo>
                  <a:lnTo>
                    <a:pt x="5623720" y="521782"/>
                  </a:lnTo>
                  <a:lnTo>
                    <a:pt x="5624355" y="519359"/>
                  </a:lnTo>
                  <a:lnTo>
                    <a:pt x="5624990" y="516534"/>
                  </a:lnTo>
                  <a:lnTo>
                    <a:pt x="5625625" y="514284"/>
                  </a:lnTo>
                  <a:lnTo>
                    <a:pt x="5626260" y="512043"/>
                  </a:lnTo>
                  <a:lnTo>
                    <a:pt x="5626894" y="509815"/>
                  </a:lnTo>
                  <a:lnTo>
                    <a:pt x="5627529" y="507998"/>
                  </a:lnTo>
                  <a:lnTo>
                    <a:pt x="5628164" y="507105"/>
                  </a:lnTo>
                  <a:lnTo>
                    <a:pt x="5628799" y="506938"/>
                  </a:lnTo>
                  <a:lnTo>
                    <a:pt x="5629434" y="507260"/>
                  </a:lnTo>
                  <a:lnTo>
                    <a:pt x="5630069" y="508072"/>
                  </a:lnTo>
                  <a:lnTo>
                    <a:pt x="5630703" y="509296"/>
                  </a:lnTo>
                  <a:lnTo>
                    <a:pt x="5631338" y="510227"/>
                  </a:lnTo>
                  <a:lnTo>
                    <a:pt x="5631973" y="510337"/>
                  </a:lnTo>
                  <a:lnTo>
                    <a:pt x="5632608" y="510732"/>
                  </a:lnTo>
                  <a:lnTo>
                    <a:pt x="5633243" y="510517"/>
                  </a:lnTo>
                  <a:lnTo>
                    <a:pt x="5633878" y="509163"/>
                  </a:lnTo>
                  <a:lnTo>
                    <a:pt x="5634513" y="509081"/>
                  </a:lnTo>
                  <a:lnTo>
                    <a:pt x="5635147" y="508196"/>
                  </a:lnTo>
                  <a:lnTo>
                    <a:pt x="5635782" y="506779"/>
                  </a:lnTo>
                  <a:lnTo>
                    <a:pt x="5636417" y="505879"/>
                  </a:lnTo>
                  <a:lnTo>
                    <a:pt x="5637052" y="504767"/>
                  </a:lnTo>
                  <a:lnTo>
                    <a:pt x="5637687" y="503786"/>
                  </a:lnTo>
                  <a:lnTo>
                    <a:pt x="5638322" y="502692"/>
                  </a:lnTo>
                  <a:lnTo>
                    <a:pt x="5638956" y="501584"/>
                  </a:lnTo>
                  <a:lnTo>
                    <a:pt x="5639591" y="500716"/>
                  </a:lnTo>
                  <a:lnTo>
                    <a:pt x="5640226" y="500909"/>
                  </a:lnTo>
                  <a:lnTo>
                    <a:pt x="5640861" y="501590"/>
                  </a:lnTo>
                  <a:lnTo>
                    <a:pt x="5641496" y="503689"/>
                  </a:lnTo>
                  <a:lnTo>
                    <a:pt x="5642131" y="506835"/>
                  </a:lnTo>
                  <a:lnTo>
                    <a:pt x="5642766" y="509908"/>
                  </a:lnTo>
                  <a:lnTo>
                    <a:pt x="5643400" y="513819"/>
                  </a:lnTo>
                  <a:lnTo>
                    <a:pt x="5644035" y="516834"/>
                  </a:lnTo>
                  <a:lnTo>
                    <a:pt x="5644670" y="519859"/>
                  </a:lnTo>
                  <a:lnTo>
                    <a:pt x="5645305" y="521978"/>
                  </a:lnTo>
                  <a:lnTo>
                    <a:pt x="5645940" y="524790"/>
                  </a:lnTo>
                  <a:lnTo>
                    <a:pt x="5646575" y="527878"/>
                  </a:lnTo>
                  <a:lnTo>
                    <a:pt x="5647209" y="530603"/>
                  </a:lnTo>
                  <a:lnTo>
                    <a:pt x="5647844" y="532120"/>
                  </a:lnTo>
                  <a:lnTo>
                    <a:pt x="5648479" y="533022"/>
                  </a:lnTo>
                  <a:lnTo>
                    <a:pt x="5649114" y="533730"/>
                  </a:lnTo>
                  <a:lnTo>
                    <a:pt x="5649749" y="533319"/>
                  </a:lnTo>
                  <a:lnTo>
                    <a:pt x="5650384" y="532085"/>
                  </a:lnTo>
                  <a:lnTo>
                    <a:pt x="5651019" y="531589"/>
                  </a:lnTo>
                  <a:lnTo>
                    <a:pt x="5651653" y="530964"/>
                  </a:lnTo>
                  <a:lnTo>
                    <a:pt x="5652288" y="529462"/>
                  </a:lnTo>
                  <a:lnTo>
                    <a:pt x="5652923" y="527558"/>
                  </a:lnTo>
                  <a:lnTo>
                    <a:pt x="5653558" y="525271"/>
                  </a:lnTo>
                  <a:lnTo>
                    <a:pt x="5654193" y="522419"/>
                  </a:lnTo>
                  <a:lnTo>
                    <a:pt x="5654828" y="520402"/>
                  </a:lnTo>
                  <a:lnTo>
                    <a:pt x="5655462" y="519028"/>
                  </a:lnTo>
                  <a:lnTo>
                    <a:pt x="5656097" y="518062"/>
                  </a:lnTo>
                  <a:lnTo>
                    <a:pt x="5656732" y="517088"/>
                  </a:lnTo>
                  <a:lnTo>
                    <a:pt x="5657367" y="516140"/>
                  </a:lnTo>
                  <a:lnTo>
                    <a:pt x="5658002" y="515797"/>
                  </a:lnTo>
                  <a:lnTo>
                    <a:pt x="5658637" y="514867"/>
                  </a:lnTo>
                  <a:lnTo>
                    <a:pt x="5659271" y="515480"/>
                  </a:lnTo>
                  <a:lnTo>
                    <a:pt x="5659906" y="516313"/>
                  </a:lnTo>
                  <a:lnTo>
                    <a:pt x="5660541" y="516482"/>
                  </a:lnTo>
                  <a:lnTo>
                    <a:pt x="5661176" y="517301"/>
                  </a:lnTo>
                  <a:lnTo>
                    <a:pt x="5661811" y="521069"/>
                  </a:lnTo>
                  <a:lnTo>
                    <a:pt x="5662446" y="525784"/>
                  </a:lnTo>
                  <a:lnTo>
                    <a:pt x="5663081" y="532103"/>
                  </a:lnTo>
                  <a:lnTo>
                    <a:pt x="5663715" y="537732"/>
                  </a:lnTo>
                  <a:lnTo>
                    <a:pt x="5664350" y="542862"/>
                  </a:lnTo>
                  <a:lnTo>
                    <a:pt x="5664985" y="547911"/>
                  </a:lnTo>
                  <a:lnTo>
                    <a:pt x="5665620" y="551251"/>
                  </a:lnTo>
                  <a:lnTo>
                    <a:pt x="5666255" y="555201"/>
                  </a:lnTo>
                  <a:lnTo>
                    <a:pt x="5666890" y="559932"/>
                  </a:lnTo>
                  <a:lnTo>
                    <a:pt x="5667524" y="564910"/>
                  </a:lnTo>
                  <a:lnTo>
                    <a:pt x="5668159" y="571939"/>
                  </a:lnTo>
                  <a:lnTo>
                    <a:pt x="5668794" y="579754"/>
                  </a:lnTo>
                  <a:lnTo>
                    <a:pt x="5669429" y="587845"/>
                  </a:lnTo>
                  <a:lnTo>
                    <a:pt x="5670064" y="597704"/>
                  </a:lnTo>
                  <a:lnTo>
                    <a:pt x="5670699" y="607877"/>
                  </a:lnTo>
                  <a:lnTo>
                    <a:pt x="5671334" y="615189"/>
                  </a:lnTo>
                  <a:lnTo>
                    <a:pt x="5671968" y="620536"/>
                  </a:lnTo>
                  <a:lnTo>
                    <a:pt x="5672603" y="625668"/>
                  </a:lnTo>
                  <a:lnTo>
                    <a:pt x="5673238" y="629676"/>
                  </a:lnTo>
                  <a:lnTo>
                    <a:pt x="5673873" y="632419"/>
                  </a:lnTo>
                  <a:lnTo>
                    <a:pt x="5674508" y="635759"/>
                  </a:lnTo>
                  <a:lnTo>
                    <a:pt x="5675143" y="641062"/>
                  </a:lnTo>
                  <a:lnTo>
                    <a:pt x="5675777" y="647732"/>
                  </a:lnTo>
                  <a:lnTo>
                    <a:pt x="5676412" y="654605"/>
                  </a:lnTo>
                  <a:lnTo>
                    <a:pt x="5677047" y="662509"/>
                  </a:lnTo>
                  <a:lnTo>
                    <a:pt x="5677682" y="670809"/>
                  </a:lnTo>
                  <a:lnTo>
                    <a:pt x="5678317" y="678035"/>
                  </a:lnTo>
                  <a:lnTo>
                    <a:pt x="5678952" y="685910"/>
                  </a:lnTo>
                  <a:lnTo>
                    <a:pt x="5679587" y="695009"/>
                  </a:lnTo>
                  <a:lnTo>
                    <a:pt x="5680221" y="705798"/>
                  </a:lnTo>
                  <a:lnTo>
                    <a:pt x="5680856" y="719036"/>
                  </a:lnTo>
                  <a:lnTo>
                    <a:pt x="5681491" y="732041"/>
                  </a:lnTo>
                  <a:lnTo>
                    <a:pt x="5682126" y="746291"/>
                  </a:lnTo>
                  <a:lnTo>
                    <a:pt x="5682761" y="759376"/>
                  </a:lnTo>
                  <a:lnTo>
                    <a:pt x="5683396" y="773378"/>
                  </a:lnTo>
                  <a:lnTo>
                    <a:pt x="5684030" y="786672"/>
                  </a:lnTo>
                  <a:lnTo>
                    <a:pt x="5684665" y="799692"/>
                  </a:lnTo>
                  <a:lnTo>
                    <a:pt x="5685300" y="812564"/>
                  </a:lnTo>
                  <a:lnTo>
                    <a:pt x="5685935" y="825489"/>
                  </a:lnTo>
                  <a:lnTo>
                    <a:pt x="5686570" y="838267"/>
                  </a:lnTo>
                  <a:lnTo>
                    <a:pt x="5687205" y="850750"/>
                  </a:lnTo>
                  <a:lnTo>
                    <a:pt x="5687840" y="862795"/>
                  </a:lnTo>
                  <a:lnTo>
                    <a:pt x="5688474" y="873080"/>
                  </a:lnTo>
                  <a:lnTo>
                    <a:pt x="5689109" y="881679"/>
                  </a:lnTo>
                  <a:lnTo>
                    <a:pt x="5689744" y="888930"/>
                  </a:lnTo>
                  <a:lnTo>
                    <a:pt x="5690379" y="895183"/>
                  </a:lnTo>
                  <a:lnTo>
                    <a:pt x="5691014" y="900880"/>
                  </a:lnTo>
                  <a:lnTo>
                    <a:pt x="5691649" y="907081"/>
                  </a:lnTo>
                  <a:lnTo>
                    <a:pt x="5692283" y="913443"/>
                  </a:lnTo>
                  <a:lnTo>
                    <a:pt x="5692918" y="922064"/>
                  </a:lnTo>
                  <a:lnTo>
                    <a:pt x="5693553" y="933420"/>
                  </a:lnTo>
                  <a:lnTo>
                    <a:pt x="5694188" y="944806"/>
                  </a:lnTo>
                  <a:lnTo>
                    <a:pt x="5694823" y="955181"/>
                  </a:lnTo>
                  <a:lnTo>
                    <a:pt x="5695458" y="964745"/>
                  </a:lnTo>
                  <a:lnTo>
                    <a:pt x="5696093" y="973095"/>
                  </a:lnTo>
                  <a:lnTo>
                    <a:pt x="5696727" y="981718"/>
                  </a:lnTo>
                  <a:lnTo>
                    <a:pt x="5697362" y="990817"/>
                  </a:lnTo>
                  <a:lnTo>
                    <a:pt x="5697997" y="1000757"/>
                  </a:lnTo>
                  <a:lnTo>
                    <a:pt x="5698632" y="1011495"/>
                  </a:lnTo>
                  <a:lnTo>
                    <a:pt x="5699267" y="1022031"/>
                  </a:lnTo>
                  <a:lnTo>
                    <a:pt x="5699902" y="1032487"/>
                  </a:lnTo>
                  <a:lnTo>
                    <a:pt x="5700536" y="1042628"/>
                  </a:lnTo>
                  <a:lnTo>
                    <a:pt x="5701171" y="1053458"/>
                  </a:lnTo>
                  <a:lnTo>
                    <a:pt x="5701806" y="1063539"/>
                  </a:lnTo>
                  <a:lnTo>
                    <a:pt x="5702441" y="1072648"/>
                  </a:lnTo>
                  <a:lnTo>
                    <a:pt x="5703076" y="1081129"/>
                  </a:lnTo>
                  <a:lnTo>
                    <a:pt x="5703711" y="1090036"/>
                  </a:lnTo>
                  <a:lnTo>
                    <a:pt x="5704346" y="1097030"/>
                  </a:lnTo>
                  <a:lnTo>
                    <a:pt x="5704980" y="1104619"/>
                  </a:lnTo>
                  <a:lnTo>
                    <a:pt x="5705615" y="1113108"/>
                  </a:lnTo>
                  <a:lnTo>
                    <a:pt x="5706250" y="1121958"/>
                  </a:lnTo>
                  <a:lnTo>
                    <a:pt x="5706885" y="1130910"/>
                  </a:lnTo>
                  <a:lnTo>
                    <a:pt x="5707520" y="1140396"/>
                  </a:lnTo>
                  <a:lnTo>
                    <a:pt x="5708155" y="1150054"/>
                  </a:lnTo>
                  <a:lnTo>
                    <a:pt x="5708789" y="1158916"/>
                  </a:lnTo>
                  <a:lnTo>
                    <a:pt x="5709424" y="1166118"/>
                  </a:lnTo>
                  <a:lnTo>
                    <a:pt x="5710059" y="1172735"/>
                  </a:lnTo>
                  <a:lnTo>
                    <a:pt x="5710694" y="1179926"/>
                  </a:lnTo>
                  <a:lnTo>
                    <a:pt x="5711329" y="1187335"/>
                  </a:lnTo>
                  <a:lnTo>
                    <a:pt x="5711964" y="1194868"/>
                  </a:lnTo>
                  <a:lnTo>
                    <a:pt x="5712598" y="1203017"/>
                  </a:lnTo>
                  <a:lnTo>
                    <a:pt x="5713233" y="1211563"/>
                  </a:lnTo>
                  <a:lnTo>
                    <a:pt x="5713868" y="1221103"/>
                  </a:lnTo>
                  <a:lnTo>
                    <a:pt x="5714503" y="1229713"/>
                  </a:lnTo>
                  <a:lnTo>
                    <a:pt x="5715138" y="1236815"/>
                  </a:lnTo>
                  <a:lnTo>
                    <a:pt x="5715773" y="1242391"/>
                  </a:lnTo>
                  <a:lnTo>
                    <a:pt x="5716408" y="1248829"/>
                  </a:lnTo>
                  <a:lnTo>
                    <a:pt x="5717042" y="1254591"/>
                  </a:lnTo>
                  <a:lnTo>
                    <a:pt x="5717677" y="1260866"/>
                  </a:lnTo>
                  <a:lnTo>
                    <a:pt x="5718312" y="1267623"/>
                  </a:lnTo>
                  <a:lnTo>
                    <a:pt x="5718947" y="1275678"/>
                  </a:lnTo>
                  <a:lnTo>
                    <a:pt x="5719582" y="1282320"/>
                  </a:lnTo>
                  <a:lnTo>
                    <a:pt x="5720217" y="1288584"/>
                  </a:lnTo>
                  <a:lnTo>
                    <a:pt x="5720851" y="1294703"/>
                  </a:lnTo>
                  <a:lnTo>
                    <a:pt x="5721486" y="1299667"/>
                  </a:lnTo>
                  <a:lnTo>
                    <a:pt x="5722121" y="1304644"/>
                  </a:lnTo>
                  <a:lnTo>
                    <a:pt x="5722756" y="1309447"/>
                  </a:lnTo>
                  <a:lnTo>
                    <a:pt x="5723391" y="1314601"/>
                  </a:lnTo>
                  <a:lnTo>
                    <a:pt x="5724026" y="1320134"/>
                  </a:lnTo>
                  <a:lnTo>
                    <a:pt x="5724661" y="1325160"/>
                  </a:lnTo>
                  <a:lnTo>
                    <a:pt x="5725295" y="1330405"/>
                  </a:lnTo>
                  <a:lnTo>
                    <a:pt x="5725930" y="1335435"/>
                  </a:lnTo>
                  <a:lnTo>
                    <a:pt x="5726565" y="1339252"/>
                  </a:lnTo>
                  <a:lnTo>
                    <a:pt x="5727200" y="1342403"/>
                  </a:lnTo>
                  <a:lnTo>
                    <a:pt x="5727835" y="1345959"/>
                  </a:lnTo>
                  <a:lnTo>
                    <a:pt x="5728470" y="1349440"/>
                  </a:lnTo>
                  <a:lnTo>
                    <a:pt x="5729104" y="1352604"/>
                  </a:lnTo>
                  <a:lnTo>
                    <a:pt x="5729739" y="1356661"/>
                  </a:lnTo>
                  <a:lnTo>
                    <a:pt x="5730374" y="1360660"/>
                  </a:lnTo>
                  <a:lnTo>
                    <a:pt x="5731009" y="1364784"/>
                  </a:lnTo>
                  <a:lnTo>
                    <a:pt x="5731644" y="1369701"/>
                  </a:lnTo>
                  <a:lnTo>
                    <a:pt x="5732279" y="1375251"/>
                  </a:lnTo>
                  <a:lnTo>
                    <a:pt x="5732914" y="1380875"/>
                  </a:lnTo>
                  <a:lnTo>
                    <a:pt x="5733548" y="1386520"/>
                  </a:lnTo>
                  <a:lnTo>
                    <a:pt x="5734183" y="1392226"/>
                  </a:lnTo>
                  <a:lnTo>
                    <a:pt x="5734818" y="1398934"/>
                  </a:lnTo>
                  <a:lnTo>
                    <a:pt x="5735453" y="1405761"/>
                  </a:lnTo>
                  <a:lnTo>
                    <a:pt x="5736088" y="1413939"/>
                  </a:lnTo>
                  <a:lnTo>
                    <a:pt x="5736723" y="1422839"/>
                  </a:lnTo>
                  <a:lnTo>
                    <a:pt x="5737357" y="1432646"/>
                  </a:lnTo>
                  <a:lnTo>
                    <a:pt x="5737992" y="1441799"/>
                  </a:lnTo>
                  <a:lnTo>
                    <a:pt x="5738627" y="1452746"/>
                  </a:lnTo>
                  <a:lnTo>
                    <a:pt x="5739262" y="1463661"/>
                  </a:lnTo>
                  <a:lnTo>
                    <a:pt x="5739897" y="1475369"/>
                  </a:lnTo>
                  <a:lnTo>
                    <a:pt x="5740532" y="1486099"/>
                  </a:lnTo>
                  <a:lnTo>
                    <a:pt x="5741167" y="1495993"/>
                  </a:lnTo>
                  <a:lnTo>
                    <a:pt x="5741801" y="1506438"/>
                  </a:lnTo>
                  <a:lnTo>
                    <a:pt x="5742436" y="1516158"/>
                  </a:lnTo>
                  <a:lnTo>
                    <a:pt x="5743071" y="1526812"/>
                  </a:lnTo>
                  <a:lnTo>
                    <a:pt x="5743706" y="1536798"/>
                  </a:lnTo>
                  <a:lnTo>
                    <a:pt x="5744341" y="1546198"/>
                  </a:lnTo>
                  <a:lnTo>
                    <a:pt x="5744976" y="1556222"/>
                  </a:lnTo>
                  <a:lnTo>
                    <a:pt x="5745610" y="1566022"/>
                  </a:lnTo>
                  <a:lnTo>
                    <a:pt x="5746245" y="1572565"/>
                  </a:lnTo>
                  <a:lnTo>
                    <a:pt x="5746880" y="1576618"/>
                  </a:lnTo>
                  <a:lnTo>
                    <a:pt x="5747515" y="1579917"/>
                  </a:lnTo>
                  <a:lnTo>
                    <a:pt x="5748150" y="1582827"/>
                  </a:lnTo>
                  <a:lnTo>
                    <a:pt x="5748785" y="1585399"/>
                  </a:lnTo>
                  <a:lnTo>
                    <a:pt x="5749420" y="1587892"/>
                  </a:lnTo>
                  <a:lnTo>
                    <a:pt x="5750054" y="1590879"/>
                  </a:lnTo>
                  <a:lnTo>
                    <a:pt x="5750689" y="1593676"/>
                  </a:lnTo>
                  <a:lnTo>
                    <a:pt x="5751324" y="1596071"/>
                  </a:lnTo>
                  <a:lnTo>
                    <a:pt x="5751959" y="1597555"/>
                  </a:lnTo>
                  <a:lnTo>
                    <a:pt x="5752594" y="1598636"/>
                  </a:lnTo>
                  <a:lnTo>
                    <a:pt x="5753229" y="1599636"/>
                  </a:lnTo>
                  <a:lnTo>
                    <a:pt x="5753863" y="1601039"/>
                  </a:lnTo>
                  <a:lnTo>
                    <a:pt x="5754498" y="1602336"/>
                  </a:lnTo>
                  <a:lnTo>
                    <a:pt x="5755133" y="1602272"/>
                  </a:lnTo>
                  <a:lnTo>
                    <a:pt x="5755768" y="1601984"/>
                  </a:lnTo>
                  <a:lnTo>
                    <a:pt x="5756403" y="1601536"/>
                  </a:lnTo>
                  <a:lnTo>
                    <a:pt x="5757038" y="1601426"/>
                  </a:lnTo>
                  <a:lnTo>
                    <a:pt x="5757673" y="1602267"/>
                  </a:lnTo>
                  <a:lnTo>
                    <a:pt x="5758307" y="1603380"/>
                  </a:lnTo>
                  <a:lnTo>
                    <a:pt x="5758942" y="1605654"/>
                  </a:lnTo>
                  <a:lnTo>
                    <a:pt x="5759577" y="1608271"/>
                  </a:lnTo>
                  <a:lnTo>
                    <a:pt x="5760212" y="1611454"/>
                  </a:lnTo>
                  <a:lnTo>
                    <a:pt x="5760847" y="1616195"/>
                  </a:lnTo>
                  <a:lnTo>
                    <a:pt x="5761482" y="1622312"/>
                  </a:lnTo>
                  <a:lnTo>
                    <a:pt x="5762116" y="1629575"/>
                  </a:lnTo>
                  <a:lnTo>
                    <a:pt x="5762751" y="1637340"/>
                  </a:lnTo>
                  <a:lnTo>
                    <a:pt x="5763386" y="1645856"/>
                  </a:lnTo>
                  <a:lnTo>
                    <a:pt x="5764021" y="1654681"/>
                  </a:lnTo>
                  <a:lnTo>
                    <a:pt x="5764656" y="1663531"/>
                  </a:lnTo>
                  <a:lnTo>
                    <a:pt x="5765291" y="1672555"/>
                  </a:lnTo>
                  <a:lnTo>
                    <a:pt x="5765925" y="1682127"/>
                  </a:lnTo>
                  <a:lnTo>
                    <a:pt x="5766560" y="1691685"/>
                  </a:lnTo>
                  <a:lnTo>
                    <a:pt x="5767195" y="1700016"/>
                  </a:lnTo>
                  <a:lnTo>
                    <a:pt x="5767830" y="1708125"/>
                  </a:lnTo>
                  <a:lnTo>
                    <a:pt x="5768465" y="1715289"/>
                  </a:lnTo>
                  <a:lnTo>
                    <a:pt x="5769100" y="1722143"/>
                  </a:lnTo>
                  <a:lnTo>
                    <a:pt x="5769735" y="1728328"/>
                  </a:lnTo>
                  <a:lnTo>
                    <a:pt x="5770369" y="1733809"/>
                  </a:lnTo>
                  <a:lnTo>
                    <a:pt x="5771004" y="1738872"/>
                  </a:lnTo>
                  <a:lnTo>
                    <a:pt x="5771639" y="1743705"/>
                  </a:lnTo>
                  <a:lnTo>
                    <a:pt x="5772274" y="1748451"/>
                  </a:lnTo>
                  <a:lnTo>
                    <a:pt x="5772909" y="1752778"/>
                  </a:lnTo>
                  <a:lnTo>
                    <a:pt x="5773544" y="1757353"/>
                  </a:lnTo>
                  <a:lnTo>
                    <a:pt x="5774178" y="1761962"/>
                  </a:lnTo>
                  <a:lnTo>
                    <a:pt x="5774813" y="1766978"/>
                  </a:lnTo>
                  <a:lnTo>
                    <a:pt x="5775448" y="1772135"/>
                  </a:lnTo>
                  <a:lnTo>
                    <a:pt x="5776083" y="1776497"/>
                  </a:lnTo>
                  <a:lnTo>
                    <a:pt x="5776718" y="1781549"/>
                  </a:lnTo>
                  <a:lnTo>
                    <a:pt x="5777353" y="1786930"/>
                  </a:lnTo>
                  <a:lnTo>
                    <a:pt x="5777988" y="1792199"/>
                  </a:lnTo>
                  <a:lnTo>
                    <a:pt x="5778622" y="1797831"/>
                  </a:lnTo>
                  <a:lnTo>
                    <a:pt x="5779257" y="1804657"/>
                  </a:lnTo>
                  <a:lnTo>
                    <a:pt x="5779892" y="1811567"/>
                  </a:lnTo>
                  <a:lnTo>
                    <a:pt x="5780527" y="1819476"/>
                  </a:lnTo>
                  <a:lnTo>
                    <a:pt x="5781162" y="1827649"/>
                  </a:lnTo>
                  <a:lnTo>
                    <a:pt x="5781797" y="1835412"/>
                  </a:lnTo>
                  <a:lnTo>
                    <a:pt x="5782431" y="1842366"/>
                  </a:lnTo>
                  <a:lnTo>
                    <a:pt x="5783066" y="1848787"/>
                  </a:lnTo>
                  <a:lnTo>
                    <a:pt x="5783701" y="1856018"/>
                  </a:lnTo>
                  <a:lnTo>
                    <a:pt x="5784336" y="1864321"/>
                  </a:lnTo>
                  <a:lnTo>
                    <a:pt x="5784971" y="1873177"/>
                  </a:lnTo>
                  <a:lnTo>
                    <a:pt x="5785606" y="1882995"/>
                  </a:lnTo>
                  <a:lnTo>
                    <a:pt x="5786241" y="1892205"/>
                  </a:lnTo>
                  <a:lnTo>
                    <a:pt x="5786875" y="1901339"/>
                  </a:lnTo>
                  <a:lnTo>
                    <a:pt x="5787510" y="1912181"/>
                  </a:lnTo>
                  <a:lnTo>
                    <a:pt x="5788145" y="1922589"/>
                  </a:lnTo>
                  <a:lnTo>
                    <a:pt x="5788780" y="1931997"/>
                  </a:lnTo>
                  <a:lnTo>
                    <a:pt x="5789415" y="1940631"/>
                  </a:lnTo>
                  <a:lnTo>
                    <a:pt x="5790050" y="1948409"/>
                  </a:lnTo>
                  <a:lnTo>
                    <a:pt x="5790684" y="1956324"/>
                  </a:lnTo>
                  <a:lnTo>
                    <a:pt x="5791319" y="1964330"/>
                  </a:lnTo>
                  <a:lnTo>
                    <a:pt x="5791954" y="1972710"/>
                  </a:lnTo>
                  <a:lnTo>
                    <a:pt x="5792589" y="1981698"/>
                  </a:lnTo>
                  <a:lnTo>
                    <a:pt x="5793224" y="1989957"/>
                  </a:lnTo>
                  <a:lnTo>
                    <a:pt x="5793859" y="1995979"/>
                  </a:lnTo>
                  <a:lnTo>
                    <a:pt x="5794494" y="2001292"/>
                  </a:lnTo>
                  <a:lnTo>
                    <a:pt x="5795128" y="2005837"/>
                  </a:lnTo>
                  <a:lnTo>
                    <a:pt x="5795763" y="2009733"/>
                  </a:lnTo>
                  <a:lnTo>
                    <a:pt x="5796398" y="2011677"/>
                  </a:lnTo>
                  <a:lnTo>
                    <a:pt x="5797033" y="2011626"/>
                  </a:lnTo>
                  <a:lnTo>
                    <a:pt x="5797668" y="2010078"/>
                  </a:lnTo>
                  <a:lnTo>
                    <a:pt x="5798303" y="2008671"/>
                  </a:lnTo>
                  <a:lnTo>
                    <a:pt x="5798937" y="2008033"/>
                  </a:lnTo>
                  <a:lnTo>
                    <a:pt x="5799572" y="2007871"/>
                  </a:lnTo>
                  <a:lnTo>
                    <a:pt x="5800207" y="2008286"/>
                  </a:lnTo>
                  <a:lnTo>
                    <a:pt x="5800842" y="2008914"/>
                  </a:lnTo>
                  <a:lnTo>
                    <a:pt x="5801477" y="2008387"/>
                  </a:lnTo>
                  <a:lnTo>
                    <a:pt x="5802112" y="2006110"/>
                  </a:lnTo>
                  <a:lnTo>
                    <a:pt x="5802747" y="2003347"/>
                  </a:lnTo>
                  <a:lnTo>
                    <a:pt x="5803381" y="2000554"/>
                  </a:lnTo>
                  <a:lnTo>
                    <a:pt x="5804016" y="1997092"/>
                  </a:lnTo>
                  <a:lnTo>
                    <a:pt x="5804651" y="1993094"/>
                  </a:lnTo>
                  <a:lnTo>
                    <a:pt x="5805286" y="1989542"/>
                  </a:lnTo>
                  <a:lnTo>
                    <a:pt x="5805921" y="1987143"/>
                  </a:lnTo>
                  <a:lnTo>
                    <a:pt x="5806556" y="1985918"/>
                  </a:lnTo>
                  <a:lnTo>
                    <a:pt x="5807190" y="1985058"/>
                  </a:lnTo>
                  <a:lnTo>
                    <a:pt x="5807825" y="1983226"/>
                  </a:lnTo>
                  <a:lnTo>
                    <a:pt x="5808460" y="1979937"/>
                  </a:lnTo>
                  <a:lnTo>
                    <a:pt x="5809095" y="1975756"/>
                  </a:lnTo>
                  <a:lnTo>
                    <a:pt x="5809730" y="1971364"/>
                  </a:lnTo>
                  <a:lnTo>
                    <a:pt x="5810365" y="1966910"/>
                  </a:lnTo>
                  <a:lnTo>
                    <a:pt x="5811000" y="1963054"/>
                  </a:lnTo>
                  <a:lnTo>
                    <a:pt x="5811634" y="1960068"/>
                  </a:lnTo>
                  <a:lnTo>
                    <a:pt x="5812269" y="1956870"/>
                  </a:lnTo>
                  <a:lnTo>
                    <a:pt x="5812904" y="1953945"/>
                  </a:lnTo>
                  <a:lnTo>
                    <a:pt x="5813539" y="1950858"/>
                  </a:lnTo>
                  <a:lnTo>
                    <a:pt x="5814174" y="1947842"/>
                  </a:lnTo>
                  <a:lnTo>
                    <a:pt x="5814809" y="1945423"/>
                  </a:lnTo>
                  <a:lnTo>
                    <a:pt x="5815443" y="1943014"/>
                  </a:lnTo>
                  <a:lnTo>
                    <a:pt x="5816078" y="1941415"/>
                  </a:lnTo>
                  <a:lnTo>
                    <a:pt x="5816713" y="1940228"/>
                  </a:lnTo>
                  <a:lnTo>
                    <a:pt x="5817348" y="1939591"/>
                  </a:lnTo>
                  <a:lnTo>
                    <a:pt x="5817983" y="1938612"/>
                  </a:lnTo>
                  <a:lnTo>
                    <a:pt x="5818618" y="1937363"/>
                  </a:lnTo>
                  <a:lnTo>
                    <a:pt x="5819253" y="1934799"/>
                  </a:lnTo>
                  <a:lnTo>
                    <a:pt x="5819887" y="1932166"/>
                  </a:lnTo>
                  <a:lnTo>
                    <a:pt x="5820522" y="1928423"/>
                  </a:lnTo>
                  <a:lnTo>
                    <a:pt x="5821157" y="1923542"/>
                  </a:lnTo>
                  <a:lnTo>
                    <a:pt x="5821792" y="1918324"/>
                  </a:lnTo>
                  <a:lnTo>
                    <a:pt x="5822427" y="1913632"/>
                  </a:lnTo>
                  <a:lnTo>
                    <a:pt x="5823062" y="1908596"/>
                  </a:lnTo>
                  <a:lnTo>
                    <a:pt x="5823696" y="1902957"/>
                  </a:lnTo>
                  <a:lnTo>
                    <a:pt x="5824331" y="1895657"/>
                  </a:lnTo>
                  <a:lnTo>
                    <a:pt x="5824966" y="1888511"/>
                  </a:lnTo>
                  <a:lnTo>
                    <a:pt x="5825601" y="1879814"/>
                  </a:lnTo>
                  <a:lnTo>
                    <a:pt x="5826236" y="1870914"/>
                  </a:lnTo>
                  <a:lnTo>
                    <a:pt x="5826871" y="1862467"/>
                  </a:lnTo>
                  <a:lnTo>
                    <a:pt x="5827505" y="1853478"/>
                  </a:lnTo>
                  <a:lnTo>
                    <a:pt x="5828140" y="1845350"/>
                  </a:lnTo>
                  <a:lnTo>
                    <a:pt x="5828775" y="1838486"/>
                  </a:lnTo>
                  <a:lnTo>
                    <a:pt x="5829410" y="1832332"/>
                  </a:lnTo>
                  <a:lnTo>
                    <a:pt x="5830045" y="1826446"/>
                  </a:lnTo>
                  <a:lnTo>
                    <a:pt x="5830680" y="1822507"/>
                  </a:lnTo>
                  <a:lnTo>
                    <a:pt x="5831315" y="1819095"/>
                  </a:lnTo>
                  <a:lnTo>
                    <a:pt x="5831949" y="1815540"/>
                  </a:lnTo>
                  <a:lnTo>
                    <a:pt x="5832584" y="1812021"/>
                  </a:lnTo>
                  <a:lnTo>
                    <a:pt x="5833219" y="1809624"/>
                  </a:lnTo>
                  <a:lnTo>
                    <a:pt x="5833854" y="1809851"/>
                  </a:lnTo>
                  <a:lnTo>
                    <a:pt x="5834489" y="1810712"/>
                  </a:lnTo>
                  <a:lnTo>
                    <a:pt x="5835124" y="1812533"/>
                  </a:lnTo>
                  <a:lnTo>
                    <a:pt x="5835758" y="1815175"/>
                  </a:lnTo>
                  <a:lnTo>
                    <a:pt x="5836393" y="1818131"/>
                  </a:lnTo>
                  <a:lnTo>
                    <a:pt x="5837028" y="1820843"/>
                  </a:lnTo>
                  <a:lnTo>
                    <a:pt x="5837663" y="1824663"/>
                  </a:lnTo>
                  <a:lnTo>
                    <a:pt x="5838298" y="1828405"/>
                  </a:lnTo>
                  <a:lnTo>
                    <a:pt x="5838933" y="1831693"/>
                  </a:lnTo>
                  <a:lnTo>
                    <a:pt x="5839568" y="1834792"/>
                  </a:lnTo>
                  <a:lnTo>
                    <a:pt x="5840202" y="1837504"/>
                  </a:lnTo>
                  <a:lnTo>
                    <a:pt x="5840837" y="1839916"/>
                  </a:lnTo>
                  <a:lnTo>
                    <a:pt x="5841472" y="1842099"/>
                  </a:lnTo>
                  <a:lnTo>
                    <a:pt x="5842107" y="1844349"/>
                  </a:lnTo>
                  <a:lnTo>
                    <a:pt x="5842742" y="1846800"/>
                  </a:lnTo>
                  <a:lnTo>
                    <a:pt x="5843377" y="1847630"/>
                  </a:lnTo>
                  <a:lnTo>
                    <a:pt x="5844011" y="1847175"/>
                  </a:lnTo>
                  <a:lnTo>
                    <a:pt x="5844646" y="1845851"/>
                  </a:lnTo>
                  <a:lnTo>
                    <a:pt x="5845281" y="1842788"/>
                  </a:lnTo>
                  <a:lnTo>
                    <a:pt x="5845916" y="1838448"/>
                  </a:lnTo>
                  <a:lnTo>
                    <a:pt x="5846551" y="1833977"/>
                  </a:lnTo>
                  <a:lnTo>
                    <a:pt x="5847186" y="1829317"/>
                  </a:lnTo>
                  <a:lnTo>
                    <a:pt x="5847821" y="1824932"/>
                  </a:lnTo>
                  <a:lnTo>
                    <a:pt x="5848455" y="1820838"/>
                  </a:lnTo>
                  <a:lnTo>
                    <a:pt x="5849090" y="1817193"/>
                  </a:lnTo>
                  <a:lnTo>
                    <a:pt x="5849725" y="1813838"/>
                  </a:lnTo>
                  <a:lnTo>
                    <a:pt x="5850360" y="1810167"/>
                  </a:lnTo>
                  <a:lnTo>
                    <a:pt x="5850995" y="1806372"/>
                  </a:lnTo>
                  <a:lnTo>
                    <a:pt x="5851630" y="1802411"/>
                  </a:lnTo>
                  <a:lnTo>
                    <a:pt x="5852264" y="1798342"/>
                  </a:lnTo>
                  <a:lnTo>
                    <a:pt x="5852899" y="1795394"/>
                  </a:lnTo>
                  <a:lnTo>
                    <a:pt x="5853534" y="1794566"/>
                  </a:lnTo>
                  <a:lnTo>
                    <a:pt x="5854169" y="1794855"/>
                  </a:lnTo>
                  <a:lnTo>
                    <a:pt x="5854804" y="1796134"/>
                  </a:lnTo>
                  <a:lnTo>
                    <a:pt x="5855439" y="1797879"/>
                  </a:lnTo>
                  <a:lnTo>
                    <a:pt x="5856074" y="1799783"/>
                  </a:lnTo>
                  <a:lnTo>
                    <a:pt x="5856708" y="1801056"/>
                  </a:lnTo>
                  <a:lnTo>
                    <a:pt x="5857343" y="1802426"/>
                  </a:lnTo>
                  <a:lnTo>
                    <a:pt x="5857978" y="1802798"/>
                  </a:lnTo>
                  <a:lnTo>
                    <a:pt x="5858613" y="1801900"/>
                  </a:lnTo>
                  <a:lnTo>
                    <a:pt x="5859248" y="1800215"/>
                  </a:lnTo>
                  <a:lnTo>
                    <a:pt x="5859883" y="1798650"/>
                  </a:lnTo>
                  <a:lnTo>
                    <a:pt x="5860517" y="1796855"/>
                  </a:lnTo>
                  <a:lnTo>
                    <a:pt x="5861152" y="1794586"/>
                  </a:lnTo>
                  <a:lnTo>
                    <a:pt x="5861787" y="1791345"/>
                  </a:lnTo>
                  <a:lnTo>
                    <a:pt x="5862422" y="1786990"/>
                  </a:lnTo>
                  <a:lnTo>
                    <a:pt x="5863057" y="1779903"/>
                  </a:lnTo>
                  <a:lnTo>
                    <a:pt x="5863692" y="1772083"/>
                  </a:lnTo>
                  <a:lnTo>
                    <a:pt x="5864327" y="1763762"/>
                  </a:lnTo>
                  <a:lnTo>
                    <a:pt x="5864961" y="1755555"/>
                  </a:lnTo>
                  <a:lnTo>
                    <a:pt x="5865596" y="1747084"/>
                  </a:lnTo>
                  <a:lnTo>
                    <a:pt x="5866231" y="1738276"/>
                  </a:lnTo>
                  <a:lnTo>
                    <a:pt x="5866866" y="1729819"/>
                  </a:lnTo>
                  <a:lnTo>
                    <a:pt x="5867501" y="1721813"/>
                  </a:lnTo>
                  <a:lnTo>
                    <a:pt x="5868136" y="1713403"/>
                  </a:lnTo>
                  <a:lnTo>
                    <a:pt x="5868770" y="1705556"/>
                  </a:lnTo>
                  <a:lnTo>
                    <a:pt x="5869405" y="1696577"/>
                  </a:lnTo>
                  <a:lnTo>
                    <a:pt x="5870040" y="1688962"/>
                  </a:lnTo>
                  <a:lnTo>
                    <a:pt x="5870675" y="1681548"/>
                  </a:lnTo>
                  <a:lnTo>
                    <a:pt x="5871310" y="1675336"/>
                  </a:lnTo>
                  <a:lnTo>
                    <a:pt x="5871945" y="1671090"/>
                  </a:lnTo>
                  <a:lnTo>
                    <a:pt x="5872580" y="1667242"/>
                  </a:lnTo>
                  <a:lnTo>
                    <a:pt x="5873214" y="1663326"/>
                  </a:lnTo>
                  <a:lnTo>
                    <a:pt x="5873849" y="1659614"/>
                  </a:lnTo>
                  <a:lnTo>
                    <a:pt x="5874484" y="1654937"/>
                  </a:lnTo>
                  <a:lnTo>
                    <a:pt x="5875119" y="1650329"/>
                  </a:lnTo>
                  <a:lnTo>
                    <a:pt x="5875754" y="1645334"/>
                  </a:lnTo>
                  <a:lnTo>
                    <a:pt x="5876389" y="1641225"/>
                  </a:lnTo>
                  <a:lnTo>
                    <a:pt x="5877023" y="1636965"/>
                  </a:lnTo>
                  <a:lnTo>
                    <a:pt x="5877658" y="1632980"/>
                  </a:lnTo>
                  <a:lnTo>
                    <a:pt x="5878293" y="1628351"/>
                  </a:lnTo>
                  <a:lnTo>
                    <a:pt x="5878928" y="1624930"/>
                  </a:lnTo>
                  <a:lnTo>
                    <a:pt x="5879563" y="1620228"/>
                  </a:lnTo>
                  <a:lnTo>
                    <a:pt x="5880198" y="1615799"/>
                  </a:lnTo>
                  <a:lnTo>
                    <a:pt x="5880832" y="1609789"/>
                  </a:lnTo>
                  <a:lnTo>
                    <a:pt x="5881467" y="1603292"/>
                  </a:lnTo>
                  <a:lnTo>
                    <a:pt x="5882102" y="1597174"/>
                  </a:lnTo>
                  <a:lnTo>
                    <a:pt x="5882737" y="1591668"/>
                  </a:lnTo>
                  <a:lnTo>
                    <a:pt x="5883372" y="1586596"/>
                  </a:lnTo>
                  <a:lnTo>
                    <a:pt x="5884007" y="1580940"/>
                  </a:lnTo>
                  <a:lnTo>
                    <a:pt x="5884642" y="1574745"/>
                  </a:lnTo>
                  <a:lnTo>
                    <a:pt x="5885276" y="1569488"/>
                  </a:lnTo>
                  <a:lnTo>
                    <a:pt x="5885911" y="1564318"/>
                  </a:lnTo>
                  <a:lnTo>
                    <a:pt x="5886546" y="1558724"/>
                  </a:lnTo>
                  <a:lnTo>
                    <a:pt x="5887181" y="1553302"/>
                  </a:lnTo>
                  <a:lnTo>
                    <a:pt x="5887816" y="1547670"/>
                  </a:lnTo>
                  <a:lnTo>
                    <a:pt x="5888451" y="1541802"/>
                  </a:lnTo>
                  <a:lnTo>
                    <a:pt x="5889085" y="1536377"/>
                  </a:lnTo>
                  <a:lnTo>
                    <a:pt x="5889720" y="1531225"/>
                  </a:lnTo>
                  <a:lnTo>
                    <a:pt x="5890355" y="1526570"/>
                  </a:lnTo>
                  <a:lnTo>
                    <a:pt x="5890990" y="1519829"/>
                  </a:lnTo>
                  <a:lnTo>
                    <a:pt x="5891625" y="1512997"/>
                  </a:lnTo>
                  <a:lnTo>
                    <a:pt x="5892260" y="1505053"/>
                  </a:lnTo>
                  <a:lnTo>
                    <a:pt x="5892895" y="1496377"/>
                  </a:lnTo>
                  <a:lnTo>
                    <a:pt x="5893529" y="1485809"/>
                  </a:lnTo>
                  <a:lnTo>
                    <a:pt x="5894164" y="1474711"/>
                  </a:lnTo>
                  <a:lnTo>
                    <a:pt x="5894799" y="1463038"/>
                  </a:lnTo>
                  <a:lnTo>
                    <a:pt x="5895434" y="1453540"/>
                  </a:lnTo>
                  <a:lnTo>
                    <a:pt x="5896069" y="1443454"/>
                  </a:lnTo>
                  <a:lnTo>
                    <a:pt x="5896704" y="1435505"/>
                  </a:lnTo>
                  <a:lnTo>
                    <a:pt x="5897338" y="1428226"/>
                  </a:lnTo>
                  <a:lnTo>
                    <a:pt x="5897973" y="1420592"/>
                  </a:lnTo>
                  <a:lnTo>
                    <a:pt x="5898608" y="1414317"/>
                  </a:lnTo>
                  <a:lnTo>
                    <a:pt x="5899243" y="1408507"/>
                  </a:lnTo>
                  <a:lnTo>
                    <a:pt x="5899878" y="1402844"/>
                  </a:lnTo>
                  <a:lnTo>
                    <a:pt x="5900513" y="1397641"/>
                  </a:lnTo>
                  <a:lnTo>
                    <a:pt x="5901148" y="1393226"/>
                  </a:lnTo>
                  <a:lnTo>
                    <a:pt x="5901782" y="1390038"/>
                  </a:lnTo>
                  <a:lnTo>
                    <a:pt x="5902417" y="1388368"/>
                  </a:lnTo>
                  <a:lnTo>
                    <a:pt x="5903052" y="1386594"/>
                  </a:lnTo>
                  <a:lnTo>
                    <a:pt x="5903687" y="1385541"/>
                  </a:lnTo>
                  <a:lnTo>
                    <a:pt x="5904322" y="1384635"/>
                  </a:lnTo>
                  <a:lnTo>
                    <a:pt x="5904957" y="1384533"/>
                  </a:lnTo>
                  <a:lnTo>
                    <a:pt x="5905591" y="1384459"/>
                  </a:lnTo>
                  <a:lnTo>
                    <a:pt x="5906226" y="1384072"/>
                  </a:lnTo>
                  <a:lnTo>
                    <a:pt x="5906861" y="1383148"/>
                  </a:lnTo>
                  <a:lnTo>
                    <a:pt x="5907496" y="1381508"/>
                  </a:lnTo>
                  <a:lnTo>
                    <a:pt x="5908131" y="1379687"/>
                  </a:lnTo>
                  <a:lnTo>
                    <a:pt x="5908766" y="1378374"/>
                  </a:lnTo>
                  <a:lnTo>
                    <a:pt x="5909401" y="1377559"/>
                  </a:lnTo>
                  <a:lnTo>
                    <a:pt x="5910035" y="1376720"/>
                  </a:lnTo>
                  <a:lnTo>
                    <a:pt x="5910670" y="1375242"/>
                  </a:lnTo>
                  <a:lnTo>
                    <a:pt x="5911305" y="1373207"/>
                  </a:lnTo>
                  <a:lnTo>
                    <a:pt x="5911940" y="1370904"/>
                  </a:lnTo>
                  <a:lnTo>
                    <a:pt x="5912575" y="1367730"/>
                  </a:lnTo>
                  <a:lnTo>
                    <a:pt x="5913210" y="1364411"/>
                  </a:lnTo>
                  <a:lnTo>
                    <a:pt x="5913844" y="1361176"/>
                  </a:lnTo>
                  <a:lnTo>
                    <a:pt x="5914479" y="1357618"/>
                  </a:lnTo>
                  <a:lnTo>
                    <a:pt x="5915114" y="1354070"/>
                  </a:lnTo>
                  <a:lnTo>
                    <a:pt x="5915749" y="1349956"/>
                  </a:lnTo>
                  <a:lnTo>
                    <a:pt x="5916384" y="1346383"/>
                  </a:lnTo>
                  <a:lnTo>
                    <a:pt x="5917019" y="1343162"/>
                  </a:lnTo>
                  <a:lnTo>
                    <a:pt x="5917654" y="1340471"/>
                  </a:lnTo>
                  <a:lnTo>
                    <a:pt x="5918288" y="1338739"/>
                  </a:lnTo>
                  <a:lnTo>
                    <a:pt x="5918923" y="1337608"/>
                  </a:lnTo>
                  <a:lnTo>
                    <a:pt x="5919558" y="1336153"/>
                  </a:lnTo>
                  <a:lnTo>
                    <a:pt x="5920193" y="1335045"/>
                  </a:lnTo>
                  <a:lnTo>
                    <a:pt x="5920828" y="1334935"/>
                  </a:lnTo>
                  <a:lnTo>
                    <a:pt x="5921463" y="1334920"/>
                  </a:lnTo>
                  <a:lnTo>
                    <a:pt x="5922097" y="1335159"/>
                  </a:lnTo>
                  <a:lnTo>
                    <a:pt x="5922732" y="1335777"/>
                  </a:lnTo>
                  <a:lnTo>
                    <a:pt x="5923367" y="1337698"/>
                  </a:lnTo>
                  <a:lnTo>
                    <a:pt x="5924002" y="1340907"/>
                  </a:lnTo>
                  <a:lnTo>
                    <a:pt x="5924637" y="1344606"/>
                  </a:lnTo>
                  <a:lnTo>
                    <a:pt x="5925272" y="1348763"/>
                  </a:lnTo>
                  <a:lnTo>
                    <a:pt x="5925907" y="1352717"/>
                  </a:lnTo>
                  <a:lnTo>
                    <a:pt x="5926541" y="1356488"/>
                  </a:lnTo>
                  <a:lnTo>
                    <a:pt x="5927176" y="1359491"/>
                  </a:lnTo>
                  <a:lnTo>
                    <a:pt x="5927811" y="1361562"/>
                  </a:lnTo>
                  <a:lnTo>
                    <a:pt x="5928446" y="1362858"/>
                  </a:lnTo>
                  <a:lnTo>
                    <a:pt x="5929081" y="1365242"/>
                  </a:lnTo>
                  <a:lnTo>
                    <a:pt x="5929716" y="1366897"/>
                  </a:lnTo>
                  <a:lnTo>
                    <a:pt x="5930350" y="1367588"/>
                  </a:lnTo>
                  <a:lnTo>
                    <a:pt x="5930985" y="1368352"/>
                  </a:lnTo>
                  <a:lnTo>
                    <a:pt x="5931620" y="1368550"/>
                  </a:lnTo>
                  <a:lnTo>
                    <a:pt x="5932255" y="1368503"/>
                  </a:lnTo>
                  <a:lnTo>
                    <a:pt x="5932890" y="1366501"/>
                  </a:lnTo>
                  <a:lnTo>
                    <a:pt x="5933525" y="1363016"/>
                  </a:lnTo>
                  <a:lnTo>
                    <a:pt x="5934159" y="1358633"/>
                  </a:lnTo>
                  <a:lnTo>
                    <a:pt x="5934794" y="1354328"/>
                  </a:lnTo>
                  <a:lnTo>
                    <a:pt x="5935429" y="1350592"/>
                  </a:lnTo>
                  <a:lnTo>
                    <a:pt x="5936064" y="1346707"/>
                  </a:lnTo>
                  <a:lnTo>
                    <a:pt x="5936699" y="1343002"/>
                  </a:lnTo>
                  <a:lnTo>
                    <a:pt x="5937334" y="1338233"/>
                  </a:lnTo>
                  <a:lnTo>
                    <a:pt x="5937969" y="1333359"/>
                  </a:lnTo>
                  <a:lnTo>
                    <a:pt x="5938603" y="1325831"/>
                  </a:lnTo>
                  <a:lnTo>
                    <a:pt x="5939238" y="1318966"/>
                  </a:lnTo>
                  <a:lnTo>
                    <a:pt x="5939873" y="1312119"/>
                  </a:lnTo>
                  <a:lnTo>
                    <a:pt x="5940508" y="1305192"/>
                  </a:lnTo>
                  <a:lnTo>
                    <a:pt x="5941143" y="1298515"/>
                  </a:lnTo>
                  <a:lnTo>
                    <a:pt x="5941778" y="1293621"/>
                  </a:lnTo>
                  <a:lnTo>
                    <a:pt x="5942412" y="1290023"/>
                  </a:lnTo>
                  <a:lnTo>
                    <a:pt x="5943047" y="1286664"/>
                  </a:lnTo>
                  <a:lnTo>
                    <a:pt x="5943682" y="1284323"/>
                  </a:lnTo>
                  <a:lnTo>
                    <a:pt x="5944317" y="1280623"/>
                  </a:lnTo>
                  <a:lnTo>
                    <a:pt x="5944952" y="1277439"/>
                  </a:lnTo>
                  <a:lnTo>
                    <a:pt x="5945587" y="1273944"/>
                  </a:lnTo>
                  <a:lnTo>
                    <a:pt x="5946222" y="1272049"/>
                  </a:lnTo>
                  <a:lnTo>
                    <a:pt x="5946856" y="1270246"/>
                  </a:lnTo>
                  <a:lnTo>
                    <a:pt x="5947491" y="1268593"/>
                  </a:lnTo>
                  <a:lnTo>
                    <a:pt x="5948126" y="1267747"/>
                  </a:lnTo>
                  <a:lnTo>
                    <a:pt x="5948761" y="1267733"/>
                  </a:lnTo>
                  <a:lnTo>
                    <a:pt x="5949396" y="1267921"/>
                  </a:lnTo>
                  <a:lnTo>
                    <a:pt x="5950031" y="1268334"/>
                  </a:lnTo>
                  <a:lnTo>
                    <a:pt x="5950665" y="1269459"/>
                  </a:lnTo>
                  <a:lnTo>
                    <a:pt x="5951300" y="1271098"/>
                  </a:lnTo>
                  <a:lnTo>
                    <a:pt x="5951935" y="1272098"/>
                  </a:lnTo>
                  <a:lnTo>
                    <a:pt x="5952570" y="1273741"/>
                  </a:lnTo>
                  <a:lnTo>
                    <a:pt x="5953205" y="1274992"/>
                  </a:lnTo>
                  <a:lnTo>
                    <a:pt x="5953840" y="1276380"/>
                  </a:lnTo>
                  <a:lnTo>
                    <a:pt x="5954475" y="1278722"/>
                  </a:lnTo>
                  <a:lnTo>
                    <a:pt x="5955109" y="1280355"/>
                  </a:lnTo>
                  <a:lnTo>
                    <a:pt x="5955744" y="1281673"/>
                  </a:lnTo>
                  <a:lnTo>
                    <a:pt x="5956379" y="1283276"/>
                  </a:lnTo>
                  <a:lnTo>
                    <a:pt x="5957014" y="1285534"/>
                  </a:lnTo>
                  <a:lnTo>
                    <a:pt x="5957649" y="1286984"/>
                  </a:lnTo>
                  <a:lnTo>
                    <a:pt x="5958284" y="1288895"/>
                  </a:lnTo>
                  <a:lnTo>
                    <a:pt x="5958918" y="1291256"/>
                  </a:lnTo>
                  <a:lnTo>
                    <a:pt x="5959553" y="1293368"/>
                  </a:lnTo>
                  <a:lnTo>
                    <a:pt x="5960188" y="1294996"/>
                  </a:lnTo>
                  <a:lnTo>
                    <a:pt x="5960823" y="1294436"/>
                  </a:lnTo>
                  <a:lnTo>
                    <a:pt x="5961458" y="1293515"/>
                  </a:lnTo>
                  <a:lnTo>
                    <a:pt x="5962093" y="1292998"/>
                  </a:lnTo>
                  <a:lnTo>
                    <a:pt x="5962728" y="1293545"/>
                  </a:lnTo>
                  <a:lnTo>
                    <a:pt x="5963362" y="1294891"/>
                  </a:lnTo>
                  <a:lnTo>
                    <a:pt x="5963997" y="1297421"/>
                  </a:lnTo>
                  <a:lnTo>
                    <a:pt x="5964632" y="1298844"/>
                  </a:lnTo>
                  <a:lnTo>
                    <a:pt x="5965267" y="1300011"/>
                  </a:lnTo>
                  <a:lnTo>
                    <a:pt x="5965902" y="1300852"/>
                  </a:lnTo>
                  <a:lnTo>
                    <a:pt x="5966537" y="1300860"/>
                  </a:lnTo>
                  <a:lnTo>
                    <a:pt x="5967171" y="1300264"/>
                  </a:lnTo>
                  <a:lnTo>
                    <a:pt x="5967806" y="1298843"/>
                  </a:lnTo>
                  <a:lnTo>
                    <a:pt x="5968441" y="1297622"/>
                  </a:lnTo>
                  <a:lnTo>
                    <a:pt x="5969076" y="1296526"/>
                  </a:lnTo>
                  <a:lnTo>
                    <a:pt x="5969711" y="1295634"/>
                  </a:lnTo>
                  <a:lnTo>
                    <a:pt x="5970346" y="1295928"/>
                  </a:lnTo>
                  <a:lnTo>
                    <a:pt x="5970981" y="1297162"/>
                  </a:lnTo>
                  <a:lnTo>
                    <a:pt x="5971615" y="1298971"/>
                  </a:lnTo>
                  <a:lnTo>
                    <a:pt x="5972250" y="1302025"/>
                  </a:lnTo>
                  <a:lnTo>
                    <a:pt x="5972885" y="1305247"/>
                  </a:lnTo>
                  <a:lnTo>
                    <a:pt x="5973520" y="1308963"/>
                  </a:lnTo>
                  <a:lnTo>
                    <a:pt x="5974155" y="1313900"/>
                  </a:lnTo>
                  <a:lnTo>
                    <a:pt x="5974790" y="1319226"/>
                  </a:lnTo>
                  <a:lnTo>
                    <a:pt x="5975424" y="1324874"/>
                  </a:lnTo>
                  <a:lnTo>
                    <a:pt x="5976059" y="1331254"/>
                  </a:lnTo>
                  <a:lnTo>
                    <a:pt x="5976694" y="1338339"/>
                  </a:lnTo>
                  <a:lnTo>
                    <a:pt x="5977329" y="1346104"/>
                  </a:lnTo>
                  <a:lnTo>
                    <a:pt x="5977964" y="1353597"/>
                  </a:lnTo>
                  <a:lnTo>
                    <a:pt x="5978599" y="1360562"/>
                  </a:lnTo>
                  <a:lnTo>
                    <a:pt x="5979234" y="1367328"/>
                  </a:lnTo>
                  <a:lnTo>
                    <a:pt x="5979868" y="1373390"/>
                  </a:lnTo>
                  <a:lnTo>
                    <a:pt x="5980503" y="1377983"/>
                  </a:lnTo>
                  <a:lnTo>
                    <a:pt x="5981138" y="1381369"/>
                  </a:lnTo>
                  <a:lnTo>
                    <a:pt x="5981773" y="1383168"/>
                  </a:lnTo>
                  <a:lnTo>
                    <a:pt x="5982408" y="1384199"/>
                  </a:lnTo>
                  <a:lnTo>
                    <a:pt x="5983043" y="1384323"/>
                  </a:lnTo>
                  <a:lnTo>
                    <a:pt x="5983677" y="1383636"/>
                  </a:lnTo>
                  <a:lnTo>
                    <a:pt x="5984312" y="1381912"/>
                  </a:lnTo>
                  <a:lnTo>
                    <a:pt x="5984947" y="1379982"/>
                  </a:lnTo>
                  <a:lnTo>
                    <a:pt x="5985582" y="1378359"/>
                  </a:lnTo>
                  <a:lnTo>
                    <a:pt x="5986217" y="1377017"/>
                  </a:lnTo>
                  <a:lnTo>
                    <a:pt x="5986852" y="1375466"/>
                  </a:lnTo>
                  <a:lnTo>
                    <a:pt x="5987487" y="1373920"/>
                  </a:lnTo>
                  <a:lnTo>
                    <a:pt x="5988121" y="1372829"/>
                  </a:lnTo>
                  <a:lnTo>
                    <a:pt x="5988756" y="1372133"/>
                  </a:lnTo>
                  <a:lnTo>
                    <a:pt x="5989391" y="1371427"/>
                  </a:lnTo>
                  <a:lnTo>
                    <a:pt x="5990026" y="1372331"/>
                  </a:lnTo>
                  <a:lnTo>
                    <a:pt x="5990661" y="1373844"/>
                  </a:lnTo>
                  <a:lnTo>
                    <a:pt x="5991296" y="1376498"/>
                  </a:lnTo>
                  <a:lnTo>
                    <a:pt x="5991930" y="1379714"/>
                  </a:lnTo>
                  <a:lnTo>
                    <a:pt x="5992565" y="1383347"/>
                  </a:lnTo>
                  <a:lnTo>
                    <a:pt x="5993200" y="1387733"/>
                  </a:lnTo>
                  <a:lnTo>
                    <a:pt x="5993835" y="1392607"/>
                  </a:lnTo>
                  <a:lnTo>
                    <a:pt x="5994470" y="1397496"/>
                  </a:lnTo>
                  <a:lnTo>
                    <a:pt x="5995105" y="1402950"/>
                  </a:lnTo>
                  <a:lnTo>
                    <a:pt x="5995739" y="1407842"/>
                  </a:lnTo>
                  <a:lnTo>
                    <a:pt x="5996374" y="1413337"/>
                  </a:lnTo>
                  <a:lnTo>
                    <a:pt x="5997009" y="1418175"/>
                  </a:lnTo>
                  <a:lnTo>
                    <a:pt x="5997644" y="1423104"/>
                  </a:lnTo>
                  <a:lnTo>
                    <a:pt x="5998279" y="1427315"/>
                  </a:lnTo>
                  <a:lnTo>
                    <a:pt x="5998914" y="1430888"/>
                  </a:lnTo>
                  <a:lnTo>
                    <a:pt x="5999549" y="1434511"/>
                  </a:lnTo>
                  <a:lnTo>
                    <a:pt x="6000183" y="1439086"/>
                  </a:lnTo>
                  <a:lnTo>
                    <a:pt x="6000818" y="1443671"/>
                  </a:lnTo>
                  <a:lnTo>
                    <a:pt x="6001453" y="1448438"/>
                  </a:lnTo>
                  <a:lnTo>
                    <a:pt x="6002088" y="1452820"/>
                  </a:lnTo>
                  <a:lnTo>
                    <a:pt x="6002723" y="1457567"/>
                  </a:lnTo>
                  <a:lnTo>
                    <a:pt x="6003358" y="1461955"/>
                  </a:lnTo>
                  <a:lnTo>
                    <a:pt x="6003992" y="1466369"/>
                  </a:lnTo>
                  <a:lnTo>
                    <a:pt x="6004627" y="1470502"/>
                  </a:lnTo>
                  <a:lnTo>
                    <a:pt x="6005262" y="1475741"/>
                  </a:lnTo>
                  <a:lnTo>
                    <a:pt x="6005897" y="1480888"/>
                  </a:lnTo>
                  <a:lnTo>
                    <a:pt x="6006532" y="1487622"/>
                  </a:lnTo>
                  <a:lnTo>
                    <a:pt x="6007167" y="1493991"/>
                  </a:lnTo>
                  <a:lnTo>
                    <a:pt x="6007802" y="1502130"/>
                  </a:lnTo>
                  <a:lnTo>
                    <a:pt x="6008436" y="1510870"/>
                  </a:lnTo>
                  <a:lnTo>
                    <a:pt x="6009071" y="1519522"/>
                  </a:lnTo>
                  <a:lnTo>
                    <a:pt x="6009706" y="1526699"/>
                  </a:lnTo>
                  <a:lnTo>
                    <a:pt x="6010341" y="1533999"/>
                  </a:lnTo>
                  <a:lnTo>
                    <a:pt x="6010976" y="1542229"/>
                  </a:lnTo>
                  <a:lnTo>
                    <a:pt x="6011611" y="1551018"/>
                  </a:lnTo>
                  <a:lnTo>
                    <a:pt x="6012245" y="1560207"/>
                  </a:lnTo>
                  <a:lnTo>
                    <a:pt x="6012880" y="1569594"/>
                  </a:lnTo>
                  <a:lnTo>
                    <a:pt x="6013515" y="1579338"/>
                  </a:lnTo>
                  <a:lnTo>
                    <a:pt x="6014150" y="1588431"/>
                  </a:lnTo>
                  <a:lnTo>
                    <a:pt x="6014785" y="1596938"/>
                  </a:lnTo>
                  <a:lnTo>
                    <a:pt x="6015420" y="1604347"/>
                  </a:lnTo>
                  <a:lnTo>
                    <a:pt x="6016055" y="1610517"/>
                  </a:lnTo>
                  <a:lnTo>
                    <a:pt x="6016689" y="1616423"/>
                  </a:lnTo>
                  <a:lnTo>
                    <a:pt x="6017324" y="1621412"/>
                  </a:lnTo>
                  <a:lnTo>
                    <a:pt x="6017959" y="1628238"/>
                  </a:lnTo>
                  <a:lnTo>
                    <a:pt x="6018594" y="1634825"/>
                  </a:lnTo>
                  <a:lnTo>
                    <a:pt x="6019229" y="1642673"/>
                  </a:lnTo>
                  <a:lnTo>
                    <a:pt x="6019864" y="1650636"/>
                  </a:lnTo>
                  <a:lnTo>
                    <a:pt x="6020498" y="1660171"/>
                  </a:lnTo>
                  <a:lnTo>
                    <a:pt x="6021133" y="1670616"/>
                  </a:lnTo>
                  <a:lnTo>
                    <a:pt x="6021768" y="1680858"/>
                  </a:lnTo>
                  <a:lnTo>
                    <a:pt x="6022403" y="1689020"/>
                  </a:lnTo>
                  <a:lnTo>
                    <a:pt x="6023038" y="1697690"/>
                  </a:lnTo>
                  <a:lnTo>
                    <a:pt x="6023673" y="1705130"/>
                  </a:lnTo>
                  <a:lnTo>
                    <a:pt x="6024308" y="1712803"/>
                  </a:lnTo>
                  <a:lnTo>
                    <a:pt x="6024942" y="1721656"/>
                  </a:lnTo>
                  <a:lnTo>
                    <a:pt x="6025577" y="1729510"/>
                  </a:lnTo>
                  <a:lnTo>
                    <a:pt x="6026212" y="1736911"/>
                  </a:lnTo>
                  <a:lnTo>
                    <a:pt x="6026847" y="1743888"/>
                  </a:lnTo>
                  <a:lnTo>
                    <a:pt x="6027482" y="1749910"/>
                  </a:lnTo>
                  <a:lnTo>
                    <a:pt x="6028117" y="1755635"/>
                  </a:lnTo>
                  <a:lnTo>
                    <a:pt x="6028751" y="1760474"/>
                  </a:lnTo>
                  <a:lnTo>
                    <a:pt x="6029386" y="1764162"/>
                  </a:lnTo>
                  <a:lnTo>
                    <a:pt x="6030021" y="1768236"/>
                  </a:lnTo>
                  <a:lnTo>
                    <a:pt x="6030656" y="1771232"/>
                  </a:lnTo>
                  <a:lnTo>
                    <a:pt x="6031291" y="1774331"/>
                  </a:lnTo>
                  <a:lnTo>
                    <a:pt x="6031926" y="1776761"/>
                  </a:lnTo>
                  <a:lnTo>
                    <a:pt x="6032561" y="1778972"/>
                  </a:lnTo>
                  <a:lnTo>
                    <a:pt x="6033195" y="1781024"/>
                  </a:lnTo>
                  <a:lnTo>
                    <a:pt x="6033830" y="1783178"/>
                  </a:lnTo>
                  <a:lnTo>
                    <a:pt x="6034465" y="1785505"/>
                  </a:lnTo>
                  <a:lnTo>
                    <a:pt x="6035100" y="1787862"/>
                  </a:lnTo>
                  <a:lnTo>
                    <a:pt x="6035735" y="1789485"/>
                  </a:lnTo>
                  <a:lnTo>
                    <a:pt x="6036370" y="1791256"/>
                  </a:lnTo>
                  <a:lnTo>
                    <a:pt x="6037004" y="1793369"/>
                  </a:lnTo>
                  <a:lnTo>
                    <a:pt x="6037639" y="1795131"/>
                  </a:lnTo>
                  <a:lnTo>
                    <a:pt x="6038274" y="1796372"/>
                  </a:lnTo>
                  <a:lnTo>
                    <a:pt x="6038909" y="1796074"/>
                  </a:lnTo>
                  <a:lnTo>
                    <a:pt x="6039544" y="1795665"/>
                  </a:lnTo>
                  <a:lnTo>
                    <a:pt x="6040179" y="1795331"/>
                  </a:lnTo>
                  <a:lnTo>
                    <a:pt x="6040814" y="1794781"/>
                  </a:lnTo>
                  <a:lnTo>
                    <a:pt x="6041448" y="1794766"/>
                  </a:lnTo>
                  <a:lnTo>
                    <a:pt x="6042083" y="1795095"/>
                  </a:lnTo>
                  <a:lnTo>
                    <a:pt x="6042718" y="1795504"/>
                  </a:lnTo>
                  <a:lnTo>
                    <a:pt x="6043353" y="1794988"/>
                  </a:lnTo>
                  <a:lnTo>
                    <a:pt x="6043988" y="1794140"/>
                  </a:lnTo>
                  <a:lnTo>
                    <a:pt x="6044623" y="1793319"/>
                  </a:lnTo>
                  <a:lnTo>
                    <a:pt x="6045257" y="1792309"/>
                  </a:lnTo>
                  <a:lnTo>
                    <a:pt x="6045892" y="1791921"/>
                  </a:lnTo>
                  <a:lnTo>
                    <a:pt x="6046527" y="1792426"/>
                  </a:lnTo>
                  <a:lnTo>
                    <a:pt x="6047162" y="1793656"/>
                  </a:lnTo>
                  <a:lnTo>
                    <a:pt x="6047797" y="1794959"/>
                  </a:lnTo>
                  <a:lnTo>
                    <a:pt x="6048432" y="1796852"/>
                  </a:lnTo>
                  <a:lnTo>
                    <a:pt x="6049066" y="1798899"/>
                  </a:lnTo>
                  <a:lnTo>
                    <a:pt x="6049701" y="1801290"/>
                  </a:lnTo>
                  <a:lnTo>
                    <a:pt x="6050336" y="1803891"/>
                  </a:lnTo>
                  <a:lnTo>
                    <a:pt x="6050971" y="1806380"/>
                  </a:lnTo>
                  <a:lnTo>
                    <a:pt x="6051606" y="1809336"/>
                  </a:lnTo>
                  <a:lnTo>
                    <a:pt x="6052241" y="1812584"/>
                  </a:lnTo>
                  <a:lnTo>
                    <a:pt x="6052876" y="1816283"/>
                  </a:lnTo>
                  <a:lnTo>
                    <a:pt x="6053510" y="1820285"/>
                  </a:lnTo>
                  <a:lnTo>
                    <a:pt x="6054145" y="1824524"/>
                  </a:lnTo>
                  <a:lnTo>
                    <a:pt x="6054780" y="1829206"/>
                  </a:lnTo>
                  <a:lnTo>
                    <a:pt x="6055415" y="1834841"/>
                  </a:lnTo>
                  <a:lnTo>
                    <a:pt x="6056050" y="1839941"/>
                  </a:lnTo>
                  <a:lnTo>
                    <a:pt x="6056685" y="1845738"/>
                  </a:lnTo>
                  <a:lnTo>
                    <a:pt x="6057319" y="1852257"/>
                  </a:lnTo>
                  <a:lnTo>
                    <a:pt x="6057954" y="1858375"/>
                  </a:lnTo>
                  <a:lnTo>
                    <a:pt x="6058589" y="1864999"/>
                  </a:lnTo>
                  <a:lnTo>
                    <a:pt x="6059224" y="1871057"/>
                  </a:lnTo>
                  <a:lnTo>
                    <a:pt x="6059859" y="1877776"/>
                  </a:lnTo>
                  <a:lnTo>
                    <a:pt x="6060494" y="1884713"/>
                  </a:lnTo>
                  <a:lnTo>
                    <a:pt x="6061129" y="1892071"/>
                  </a:lnTo>
                  <a:lnTo>
                    <a:pt x="6061763" y="1899584"/>
                  </a:lnTo>
                  <a:lnTo>
                    <a:pt x="6062398" y="1907096"/>
                  </a:lnTo>
                  <a:lnTo>
                    <a:pt x="6063033" y="1914756"/>
                  </a:lnTo>
                  <a:lnTo>
                    <a:pt x="6063668" y="1922469"/>
                  </a:lnTo>
                  <a:lnTo>
                    <a:pt x="6064303" y="1931074"/>
                  </a:lnTo>
                  <a:lnTo>
                    <a:pt x="6064938" y="1939217"/>
                  </a:lnTo>
                  <a:lnTo>
                    <a:pt x="6065572" y="1949529"/>
                  </a:lnTo>
                  <a:lnTo>
                    <a:pt x="6066207" y="1959531"/>
                  </a:lnTo>
                  <a:lnTo>
                    <a:pt x="6066842" y="1969516"/>
                  </a:lnTo>
                  <a:lnTo>
                    <a:pt x="6067477" y="1979935"/>
                  </a:lnTo>
                  <a:lnTo>
                    <a:pt x="6068112" y="1990488"/>
                  </a:lnTo>
                  <a:lnTo>
                    <a:pt x="6068747" y="1999977"/>
                  </a:lnTo>
                  <a:lnTo>
                    <a:pt x="6069382" y="2009294"/>
                  </a:lnTo>
                  <a:lnTo>
                    <a:pt x="6070016" y="2018331"/>
                  </a:lnTo>
                  <a:lnTo>
                    <a:pt x="6070651" y="2026868"/>
                  </a:lnTo>
                  <a:lnTo>
                    <a:pt x="6071286" y="2036641"/>
                  </a:lnTo>
                  <a:lnTo>
                    <a:pt x="6071921" y="2046290"/>
                  </a:lnTo>
                  <a:lnTo>
                    <a:pt x="6072556" y="2056702"/>
                  </a:lnTo>
                  <a:lnTo>
                    <a:pt x="6073191" y="2066586"/>
                  </a:lnTo>
                  <a:lnTo>
                    <a:pt x="6073825" y="2076294"/>
                  </a:lnTo>
                  <a:lnTo>
                    <a:pt x="6074460" y="2086934"/>
                  </a:lnTo>
                  <a:lnTo>
                    <a:pt x="6075095" y="2097539"/>
                  </a:lnTo>
                  <a:lnTo>
                    <a:pt x="6075730" y="2107689"/>
                  </a:lnTo>
                  <a:lnTo>
                    <a:pt x="6076365" y="2117345"/>
                  </a:lnTo>
                  <a:lnTo>
                    <a:pt x="6077000" y="2127424"/>
                  </a:lnTo>
                  <a:lnTo>
                    <a:pt x="6077635" y="2137080"/>
                  </a:lnTo>
                  <a:lnTo>
                    <a:pt x="6078269" y="2146819"/>
                  </a:lnTo>
                  <a:lnTo>
                    <a:pt x="6078904" y="2156103"/>
                  </a:lnTo>
                  <a:lnTo>
                    <a:pt x="6079539" y="2165333"/>
                  </a:lnTo>
                  <a:lnTo>
                    <a:pt x="6080174" y="2173943"/>
                  </a:lnTo>
                  <a:lnTo>
                    <a:pt x="6080809" y="2181356"/>
                  </a:lnTo>
                  <a:lnTo>
                    <a:pt x="6081444" y="2187598"/>
                  </a:lnTo>
                  <a:lnTo>
                    <a:pt x="6082078" y="2193284"/>
                  </a:lnTo>
                  <a:lnTo>
                    <a:pt x="6082713" y="2198466"/>
                  </a:lnTo>
                  <a:lnTo>
                    <a:pt x="6083348" y="2203107"/>
                  </a:lnTo>
                  <a:lnTo>
                    <a:pt x="6083983" y="2207120"/>
                  </a:lnTo>
                  <a:lnTo>
                    <a:pt x="6084618" y="2210258"/>
                  </a:lnTo>
                  <a:lnTo>
                    <a:pt x="6085253" y="2212781"/>
                  </a:lnTo>
                  <a:lnTo>
                    <a:pt x="6085888" y="2214491"/>
                  </a:lnTo>
                  <a:lnTo>
                    <a:pt x="6086522" y="2216181"/>
                  </a:lnTo>
                  <a:lnTo>
                    <a:pt x="6087157" y="2216929"/>
                  </a:lnTo>
                  <a:lnTo>
                    <a:pt x="6087792" y="2217617"/>
                  </a:lnTo>
                  <a:lnTo>
                    <a:pt x="6088427" y="2218052"/>
                  </a:lnTo>
                  <a:lnTo>
                    <a:pt x="6089062" y="2217789"/>
                  </a:lnTo>
                  <a:lnTo>
                    <a:pt x="6089697" y="2216565"/>
                  </a:lnTo>
                  <a:lnTo>
                    <a:pt x="6090331" y="2214934"/>
                  </a:lnTo>
                  <a:lnTo>
                    <a:pt x="6090966" y="2212492"/>
                  </a:lnTo>
                  <a:lnTo>
                    <a:pt x="6091601" y="2210256"/>
                  </a:lnTo>
                  <a:lnTo>
                    <a:pt x="6092236" y="2207690"/>
                  </a:lnTo>
                  <a:lnTo>
                    <a:pt x="6092871" y="2205167"/>
                  </a:lnTo>
                  <a:lnTo>
                    <a:pt x="6093506" y="2203060"/>
                  </a:lnTo>
                  <a:lnTo>
                    <a:pt x="6094141" y="2201094"/>
                  </a:lnTo>
                  <a:lnTo>
                    <a:pt x="6094775" y="2199397"/>
                  </a:lnTo>
                  <a:lnTo>
                    <a:pt x="6095410" y="2197499"/>
                  </a:lnTo>
                  <a:lnTo>
                    <a:pt x="6096045" y="2195511"/>
                  </a:lnTo>
                  <a:lnTo>
                    <a:pt x="6096680" y="2193217"/>
                  </a:lnTo>
                  <a:lnTo>
                    <a:pt x="6097315" y="2190722"/>
                  </a:lnTo>
                  <a:lnTo>
                    <a:pt x="6097950" y="2187952"/>
                  </a:lnTo>
                  <a:lnTo>
                    <a:pt x="6098584" y="2185076"/>
                  </a:lnTo>
                  <a:lnTo>
                    <a:pt x="6099219" y="2182281"/>
                  </a:lnTo>
                  <a:lnTo>
                    <a:pt x="6099854" y="2179897"/>
                  </a:lnTo>
                  <a:lnTo>
                    <a:pt x="6100489" y="2178351"/>
                  </a:lnTo>
                  <a:lnTo>
                    <a:pt x="6101124" y="2176716"/>
                  </a:lnTo>
                  <a:lnTo>
                    <a:pt x="6101759" y="2174439"/>
                  </a:lnTo>
                  <a:lnTo>
                    <a:pt x="6102393" y="2172557"/>
                  </a:lnTo>
                  <a:lnTo>
                    <a:pt x="6103028" y="2171020"/>
                  </a:lnTo>
                  <a:lnTo>
                    <a:pt x="6103663" y="2169460"/>
                  </a:lnTo>
                  <a:lnTo>
                    <a:pt x="6104298" y="2167820"/>
                  </a:lnTo>
                  <a:lnTo>
                    <a:pt x="6104933" y="2166827"/>
                  </a:lnTo>
                  <a:lnTo>
                    <a:pt x="6105568" y="2166664"/>
                  </a:lnTo>
                  <a:lnTo>
                    <a:pt x="6106203" y="2167207"/>
                  </a:lnTo>
                  <a:lnTo>
                    <a:pt x="6106837" y="2167845"/>
                  </a:lnTo>
                  <a:lnTo>
                    <a:pt x="6107472" y="2168764"/>
                  </a:lnTo>
                  <a:lnTo>
                    <a:pt x="6108107" y="2169963"/>
                  </a:lnTo>
                  <a:lnTo>
                    <a:pt x="6108742" y="2171536"/>
                  </a:lnTo>
                  <a:lnTo>
                    <a:pt x="6109377" y="2173386"/>
                  </a:lnTo>
                  <a:lnTo>
                    <a:pt x="6110012" y="2175301"/>
                  </a:lnTo>
                  <a:lnTo>
                    <a:pt x="6110646" y="2177832"/>
                  </a:lnTo>
                  <a:lnTo>
                    <a:pt x="6111281" y="2181458"/>
                  </a:lnTo>
                  <a:lnTo>
                    <a:pt x="6111916" y="2185519"/>
                  </a:lnTo>
                  <a:lnTo>
                    <a:pt x="6112551" y="2189770"/>
                  </a:lnTo>
                  <a:lnTo>
                    <a:pt x="6113186" y="2194221"/>
                  </a:lnTo>
                  <a:lnTo>
                    <a:pt x="6113821" y="2198712"/>
                  </a:lnTo>
                  <a:lnTo>
                    <a:pt x="6114456" y="2203391"/>
                  </a:lnTo>
                  <a:lnTo>
                    <a:pt x="6115090" y="2207590"/>
                  </a:lnTo>
                  <a:lnTo>
                    <a:pt x="6115725" y="2211856"/>
                  </a:lnTo>
                  <a:lnTo>
                    <a:pt x="6116360" y="2216913"/>
                  </a:lnTo>
                  <a:lnTo>
                    <a:pt x="6116995" y="2221589"/>
                  </a:lnTo>
                  <a:lnTo>
                    <a:pt x="6117630" y="2226022"/>
                  </a:lnTo>
                  <a:lnTo>
                    <a:pt x="6118265" y="2229716"/>
                  </a:lnTo>
                  <a:lnTo>
                    <a:pt x="6118899" y="2232823"/>
                  </a:lnTo>
                  <a:lnTo>
                    <a:pt x="6119534" y="2235890"/>
                  </a:lnTo>
                  <a:lnTo>
                    <a:pt x="6120169" y="2238562"/>
                  </a:lnTo>
                  <a:lnTo>
                    <a:pt x="6120804" y="2240688"/>
                  </a:lnTo>
                  <a:lnTo>
                    <a:pt x="6121439" y="2242540"/>
                  </a:lnTo>
                  <a:lnTo>
                    <a:pt x="6122074" y="2243967"/>
                  </a:lnTo>
                  <a:lnTo>
                    <a:pt x="6122709" y="2245546"/>
                  </a:lnTo>
                  <a:lnTo>
                    <a:pt x="6123343" y="2247449"/>
                  </a:lnTo>
                  <a:lnTo>
                    <a:pt x="6123978" y="2249250"/>
                  </a:lnTo>
                  <a:lnTo>
                    <a:pt x="6124613" y="2251022"/>
                  </a:lnTo>
                  <a:lnTo>
                    <a:pt x="6125248" y="2252843"/>
                  </a:lnTo>
                  <a:lnTo>
                    <a:pt x="6125883" y="2254270"/>
                  </a:lnTo>
                  <a:lnTo>
                    <a:pt x="6126518" y="2255667"/>
                  </a:lnTo>
                  <a:lnTo>
                    <a:pt x="6127152" y="2257115"/>
                  </a:lnTo>
                  <a:lnTo>
                    <a:pt x="6127787" y="2259341"/>
                  </a:lnTo>
                  <a:lnTo>
                    <a:pt x="6128422" y="2262772"/>
                  </a:lnTo>
                  <a:lnTo>
                    <a:pt x="6129057" y="2267074"/>
                  </a:lnTo>
                  <a:lnTo>
                    <a:pt x="6129692" y="2271922"/>
                  </a:lnTo>
                  <a:lnTo>
                    <a:pt x="6130327" y="2276426"/>
                  </a:lnTo>
                  <a:lnTo>
                    <a:pt x="6130962" y="2280565"/>
                  </a:lnTo>
                  <a:lnTo>
                    <a:pt x="6131596" y="2285080"/>
                  </a:lnTo>
                  <a:lnTo>
                    <a:pt x="6132231" y="2288824"/>
                  </a:lnTo>
                  <a:lnTo>
                    <a:pt x="6132866" y="2291547"/>
                  </a:lnTo>
                  <a:lnTo>
                    <a:pt x="6133501" y="2293602"/>
                  </a:lnTo>
                  <a:lnTo>
                    <a:pt x="6134136" y="2295879"/>
                  </a:lnTo>
                  <a:lnTo>
                    <a:pt x="6134771" y="2298014"/>
                  </a:lnTo>
                  <a:lnTo>
                    <a:pt x="6135405" y="2299877"/>
                  </a:lnTo>
                  <a:lnTo>
                    <a:pt x="6136040" y="2301901"/>
                  </a:lnTo>
                  <a:lnTo>
                    <a:pt x="6136675" y="2304269"/>
                  </a:lnTo>
                  <a:lnTo>
                    <a:pt x="6137310" y="2306354"/>
                  </a:lnTo>
                  <a:lnTo>
                    <a:pt x="6137945" y="2307761"/>
                  </a:lnTo>
                  <a:lnTo>
                    <a:pt x="6138580" y="2308500"/>
                  </a:lnTo>
                  <a:lnTo>
                    <a:pt x="6139215" y="2308581"/>
                  </a:lnTo>
                  <a:lnTo>
                    <a:pt x="6139849" y="2308490"/>
                  </a:lnTo>
                  <a:lnTo>
                    <a:pt x="6140484" y="2308348"/>
                  </a:lnTo>
                  <a:lnTo>
                    <a:pt x="6141119" y="2308652"/>
                  </a:lnTo>
                  <a:lnTo>
                    <a:pt x="6141754" y="2309613"/>
                  </a:lnTo>
                  <a:lnTo>
                    <a:pt x="6142389" y="2311526"/>
                  </a:lnTo>
                  <a:lnTo>
                    <a:pt x="6143024" y="2314036"/>
                  </a:lnTo>
                  <a:lnTo>
                    <a:pt x="6143658" y="2316496"/>
                  </a:lnTo>
                  <a:lnTo>
                    <a:pt x="6144293" y="2318753"/>
                  </a:lnTo>
                  <a:lnTo>
                    <a:pt x="6144928" y="2320818"/>
                  </a:lnTo>
                  <a:lnTo>
                    <a:pt x="6145563" y="2322893"/>
                  </a:lnTo>
                  <a:lnTo>
                    <a:pt x="6146198" y="2324860"/>
                  </a:lnTo>
                  <a:lnTo>
                    <a:pt x="6146833" y="2326573"/>
                  </a:lnTo>
                  <a:lnTo>
                    <a:pt x="6147468" y="2327831"/>
                  </a:lnTo>
                  <a:lnTo>
                    <a:pt x="6148102" y="2328492"/>
                  </a:lnTo>
                  <a:lnTo>
                    <a:pt x="6148737" y="2329170"/>
                  </a:lnTo>
                  <a:lnTo>
                    <a:pt x="6149372" y="2329092"/>
                  </a:lnTo>
                  <a:lnTo>
                    <a:pt x="6150007" y="2328709"/>
                  </a:lnTo>
                  <a:lnTo>
                    <a:pt x="6150642" y="2327717"/>
                  </a:lnTo>
                  <a:lnTo>
                    <a:pt x="6151277" y="2326450"/>
                  </a:lnTo>
                  <a:lnTo>
                    <a:pt x="6151911" y="2324503"/>
                  </a:lnTo>
                  <a:lnTo>
                    <a:pt x="6152546" y="2321953"/>
                  </a:lnTo>
                  <a:lnTo>
                    <a:pt x="6153181" y="2318564"/>
                  </a:lnTo>
                  <a:lnTo>
                    <a:pt x="6153816" y="2315255"/>
                  </a:lnTo>
                  <a:lnTo>
                    <a:pt x="6154451" y="2312294"/>
                  </a:lnTo>
                  <a:lnTo>
                    <a:pt x="6155086" y="2309141"/>
                  </a:lnTo>
                  <a:lnTo>
                    <a:pt x="6155720" y="2305663"/>
                  </a:lnTo>
                  <a:lnTo>
                    <a:pt x="6156355" y="2302192"/>
                  </a:lnTo>
                  <a:lnTo>
                    <a:pt x="6156990" y="2298027"/>
                  </a:lnTo>
                  <a:lnTo>
                    <a:pt x="6157625" y="2294306"/>
                  </a:lnTo>
                  <a:lnTo>
                    <a:pt x="6158260" y="2290823"/>
                  </a:lnTo>
                  <a:lnTo>
                    <a:pt x="6158895" y="2287947"/>
                  </a:lnTo>
                  <a:lnTo>
                    <a:pt x="6159530" y="2285960"/>
                  </a:lnTo>
                  <a:lnTo>
                    <a:pt x="6160164" y="2284414"/>
                  </a:lnTo>
                  <a:lnTo>
                    <a:pt x="6160799" y="2283066"/>
                  </a:lnTo>
                  <a:lnTo>
                    <a:pt x="6161434" y="2282435"/>
                  </a:lnTo>
                  <a:lnTo>
                    <a:pt x="6162069" y="2282303"/>
                  </a:lnTo>
                  <a:lnTo>
                    <a:pt x="6162704" y="2283270"/>
                  </a:lnTo>
                  <a:lnTo>
                    <a:pt x="6163339" y="2284510"/>
                  </a:lnTo>
                  <a:lnTo>
                    <a:pt x="6163973" y="2285846"/>
                  </a:lnTo>
                  <a:lnTo>
                    <a:pt x="6164608" y="2287851"/>
                  </a:lnTo>
                  <a:lnTo>
                    <a:pt x="6165243" y="2290557"/>
                  </a:lnTo>
                  <a:lnTo>
                    <a:pt x="6165878" y="2294849"/>
                  </a:lnTo>
                  <a:lnTo>
                    <a:pt x="6166513" y="2299464"/>
                  </a:lnTo>
                  <a:lnTo>
                    <a:pt x="6167148" y="2304484"/>
                  </a:lnTo>
                  <a:lnTo>
                    <a:pt x="6167783" y="2309595"/>
                  </a:lnTo>
                  <a:lnTo>
                    <a:pt x="6168417" y="2314423"/>
                  </a:lnTo>
                  <a:lnTo>
                    <a:pt x="6169052" y="2318725"/>
                  </a:lnTo>
                  <a:lnTo>
                    <a:pt x="6169687" y="2323279"/>
                  </a:lnTo>
                  <a:lnTo>
                    <a:pt x="6170322" y="2328492"/>
                  </a:lnTo>
                  <a:lnTo>
                    <a:pt x="6170957" y="2333815"/>
                  </a:lnTo>
                  <a:lnTo>
                    <a:pt x="6171592" y="2339139"/>
                  </a:lnTo>
                  <a:lnTo>
                    <a:pt x="6172226" y="2344483"/>
                  </a:lnTo>
                  <a:lnTo>
                    <a:pt x="6172861" y="2348907"/>
                  </a:lnTo>
                  <a:lnTo>
                    <a:pt x="6173496" y="2352894"/>
                  </a:lnTo>
                  <a:lnTo>
                    <a:pt x="6174131" y="2356020"/>
                  </a:lnTo>
                  <a:lnTo>
                    <a:pt x="6174766" y="2358521"/>
                  </a:lnTo>
                  <a:lnTo>
                    <a:pt x="6175401" y="2360287"/>
                  </a:lnTo>
                  <a:lnTo>
                    <a:pt x="6176036" y="2361827"/>
                  </a:lnTo>
                  <a:lnTo>
                    <a:pt x="6176670" y="2362978"/>
                  </a:lnTo>
                  <a:lnTo>
                    <a:pt x="6177305" y="2363789"/>
                  </a:lnTo>
                  <a:lnTo>
                    <a:pt x="6177940" y="2364499"/>
                  </a:lnTo>
                  <a:lnTo>
                    <a:pt x="6178575" y="2364948"/>
                  </a:lnTo>
                  <a:lnTo>
                    <a:pt x="6179210" y="2365260"/>
                  </a:lnTo>
                  <a:lnTo>
                    <a:pt x="6179845" y="2364769"/>
                  </a:lnTo>
                  <a:lnTo>
                    <a:pt x="6180479" y="2363898"/>
                  </a:lnTo>
                  <a:lnTo>
                    <a:pt x="6181114" y="2362810"/>
                  </a:lnTo>
                  <a:lnTo>
                    <a:pt x="6181749" y="2361286"/>
                  </a:lnTo>
                  <a:lnTo>
                    <a:pt x="6182384" y="2359471"/>
                  </a:lnTo>
                  <a:lnTo>
                    <a:pt x="6183019" y="2357631"/>
                  </a:lnTo>
                  <a:lnTo>
                    <a:pt x="6183654" y="2355782"/>
                  </a:lnTo>
                  <a:lnTo>
                    <a:pt x="6184289" y="2353957"/>
                  </a:lnTo>
                  <a:lnTo>
                    <a:pt x="6184923" y="2352551"/>
                  </a:lnTo>
                  <a:lnTo>
                    <a:pt x="6185558" y="2351220"/>
                  </a:lnTo>
                  <a:lnTo>
                    <a:pt x="6186193" y="2350313"/>
                  </a:lnTo>
                  <a:lnTo>
                    <a:pt x="6186828" y="2349547"/>
                  </a:lnTo>
                  <a:lnTo>
                    <a:pt x="6187463" y="2348673"/>
                  </a:lnTo>
                  <a:lnTo>
                    <a:pt x="6188098" y="2347832"/>
                  </a:lnTo>
                  <a:lnTo>
                    <a:pt x="6188732" y="2346995"/>
                  </a:lnTo>
                  <a:lnTo>
                    <a:pt x="6189367" y="2346346"/>
                  </a:lnTo>
                  <a:lnTo>
                    <a:pt x="6190002" y="2345253"/>
                  </a:lnTo>
                  <a:lnTo>
                    <a:pt x="6190637" y="2344069"/>
                  </a:lnTo>
                  <a:lnTo>
                    <a:pt x="6191272" y="2343087"/>
                  </a:lnTo>
                  <a:lnTo>
                    <a:pt x="6191907" y="2342237"/>
                  </a:lnTo>
                  <a:lnTo>
                    <a:pt x="6192542" y="2341225"/>
                  </a:lnTo>
                  <a:lnTo>
                    <a:pt x="6193176" y="2339939"/>
                  </a:lnTo>
                  <a:lnTo>
                    <a:pt x="6193811" y="2338482"/>
                  </a:lnTo>
                  <a:lnTo>
                    <a:pt x="6194446" y="2336529"/>
                  </a:lnTo>
                  <a:lnTo>
                    <a:pt x="6195081" y="2333695"/>
                  </a:lnTo>
                  <a:lnTo>
                    <a:pt x="6195716" y="2329697"/>
                  </a:lnTo>
                  <a:lnTo>
                    <a:pt x="6196351" y="2325375"/>
                  </a:lnTo>
                  <a:lnTo>
                    <a:pt x="6196985" y="2320841"/>
                  </a:lnTo>
                  <a:lnTo>
                    <a:pt x="6197620" y="2316387"/>
                  </a:lnTo>
                  <a:lnTo>
                    <a:pt x="6198255" y="2311934"/>
                  </a:lnTo>
                  <a:lnTo>
                    <a:pt x="6198890" y="2307541"/>
                  </a:lnTo>
                  <a:lnTo>
                    <a:pt x="6199525" y="2303037"/>
                  </a:lnTo>
                  <a:lnTo>
                    <a:pt x="6200160" y="2298473"/>
                  </a:lnTo>
                  <a:lnTo>
                    <a:pt x="6200795" y="2293533"/>
                  </a:lnTo>
                  <a:lnTo>
                    <a:pt x="6201429" y="2288250"/>
                  </a:lnTo>
                  <a:lnTo>
                    <a:pt x="6202064" y="2282785"/>
                  </a:lnTo>
                  <a:lnTo>
                    <a:pt x="6202699" y="2277593"/>
                  </a:lnTo>
                  <a:lnTo>
                    <a:pt x="6203334" y="2272532"/>
                  </a:lnTo>
                  <a:lnTo>
                    <a:pt x="6203969" y="2267805"/>
                  </a:lnTo>
                  <a:lnTo>
                    <a:pt x="6204604" y="2264030"/>
                  </a:lnTo>
                  <a:lnTo>
                    <a:pt x="6205238" y="2261226"/>
                  </a:lnTo>
                  <a:lnTo>
                    <a:pt x="6205873" y="2259030"/>
                  </a:lnTo>
                  <a:lnTo>
                    <a:pt x="6206508" y="2257704"/>
                  </a:lnTo>
                  <a:lnTo>
                    <a:pt x="6207143" y="2256935"/>
                  </a:lnTo>
                  <a:lnTo>
                    <a:pt x="6207778" y="2256409"/>
                  </a:lnTo>
                  <a:lnTo>
                    <a:pt x="6208413" y="2256672"/>
                  </a:lnTo>
                  <a:lnTo>
                    <a:pt x="6209048" y="2257755"/>
                  </a:lnTo>
                  <a:lnTo>
                    <a:pt x="6209682" y="2259192"/>
                  </a:lnTo>
                  <a:lnTo>
                    <a:pt x="6210317" y="2261125"/>
                  </a:lnTo>
                  <a:lnTo>
                    <a:pt x="6210952" y="2263716"/>
                  </a:lnTo>
                  <a:lnTo>
                    <a:pt x="6211587" y="2266753"/>
                  </a:lnTo>
                  <a:lnTo>
                    <a:pt x="6212222" y="2269921"/>
                  </a:lnTo>
                  <a:lnTo>
                    <a:pt x="6212857" y="2273595"/>
                  </a:lnTo>
                  <a:lnTo>
                    <a:pt x="6213491" y="2277299"/>
                  </a:lnTo>
                  <a:lnTo>
                    <a:pt x="6214126" y="2281064"/>
                  </a:lnTo>
                  <a:lnTo>
                    <a:pt x="6214761" y="2285052"/>
                  </a:lnTo>
                  <a:lnTo>
                    <a:pt x="6215396" y="2289070"/>
                  </a:lnTo>
                  <a:lnTo>
                    <a:pt x="6216031" y="2292896"/>
                  </a:lnTo>
                  <a:lnTo>
                    <a:pt x="6216666" y="2296529"/>
                  </a:lnTo>
                  <a:lnTo>
                    <a:pt x="6217300" y="2300022"/>
                  </a:lnTo>
                  <a:lnTo>
                    <a:pt x="6217935" y="2303851"/>
                  </a:lnTo>
                  <a:lnTo>
                    <a:pt x="6218570" y="2307878"/>
                  </a:lnTo>
                  <a:lnTo>
                    <a:pt x="6219205" y="2312398"/>
                  </a:lnTo>
                  <a:lnTo>
                    <a:pt x="6219840" y="2317188"/>
                  </a:lnTo>
                  <a:lnTo>
                    <a:pt x="6220475" y="2321936"/>
                  </a:lnTo>
                  <a:lnTo>
                    <a:pt x="6221110" y="2327192"/>
                  </a:lnTo>
                  <a:lnTo>
                    <a:pt x="6221744" y="2332613"/>
                  </a:lnTo>
                  <a:lnTo>
                    <a:pt x="6222379" y="2337902"/>
                  </a:lnTo>
                  <a:lnTo>
                    <a:pt x="6223014" y="2343655"/>
                  </a:lnTo>
                  <a:lnTo>
                    <a:pt x="6223649" y="2349896"/>
                  </a:lnTo>
                  <a:lnTo>
                    <a:pt x="6224284" y="2356146"/>
                  </a:lnTo>
                  <a:lnTo>
                    <a:pt x="6224919" y="2362429"/>
                  </a:lnTo>
                  <a:lnTo>
                    <a:pt x="6225553" y="2368341"/>
                  </a:lnTo>
                  <a:lnTo>
                    <a:pt x="6226188" y="2373859"/>
                  </a:lnTo>
                  <a:lnTo>
                    <a:pt x="6226823" y="2378692"/>
                  </a:lnTo>
                  <a:lnTo>
                    <a:pt x="6227458" y="2382282"/>
                  </a:lnTo>
                  <a:lnTo>
                    <a:pt x="6228093" y="2385172"/>
                  </a:lnTo>
                  <a:lnTo>
                    <a:pt x="6228728" y="2388330"/>
                  </a:lnTo>
                  <a:lnTo>
                    <a:pt x="6229363" y="2390982"/>
                  </a:lnTo>
                  <a:lnTo>
                    <a:pt x="6229997" y="2392902"/>
                  </a:lnTo>
                  <a:lnTo>
                    <a:pt x="6230632" y="2394008"/>
                  </a:lnTo>
                  <a:lnTo>
                    <a:pt x="6231267" y="2394676"/>
                  </a:lnTo>
                  <a:lnTo>
                    <a:pt x="6231902" y="2395005"/>
                  </a:lnTo>
                  <a:lnTo>
                    <a:pt x="6232537" y="2394624"/>
                  </a:lnTo>
                  <a:lnTo>
                    <a:pt x="6233172" y="2393592"/>
                  </a:lnTo>
                  <a:lnTo>
                    <a:pt x="6233806" y="2392398"/>
                  </a:lnTo>
                  <a:lnTo>
                    <a:pt x="6234441" y="2390986"/>
                  </a:lnTo>
                  <a:lnTo>
                    <a:pt x="6235076" y="2389674"/>
                  </a:lnTo>
                  <a:lnTo>
                    <a:pt x="6235711" y="2388545"/>
                  </a:lnTo>
                  <a:lnTo>
                    <a:pt x="6236346" y="2387349"/>
                  </a:lnTo>
                  <a:lnTo>
                    <a:pt x="6236981" y="2386352"/>
                  </a:lnTo>
                  <a:lnTo>
                    <a:pt x="6237616" y="2385538"/>
                  </a:lnTo>
                  <a:lnTo>
                    <a:pt x="6238250" y="2384392"/>
                  </a:lnTo>
                  <a:lnTo>
                    <a:pt x="6238885" y="2383230"/>
                  </a:lnTo>
                  <a:lnTo>
                    <a:pt x="6239520" y="2382180"/>
                  </a:lnTo>
                  <a:lnTo>
                    <a:pt x="6240155" y="2381279"/>
                  </a:lnTo>
                  <a:lnTo>
                    <a:pt x="6240790" y="2380615"/>
                  </a:lnTo>
                  <a:lnTo>
                    <a:pt x="6241425" y="2380400"/>
                  </a:lnTo>
                  <a:lnTo>
                    <a:pt x="6242059" y="2380530"/>
                  </a:lnTo>
                  <a:lnTo>
                    <a:pt x="6242694" y="2380955"/>
                  </a:lnTo>
                  <a:lnTo>
                    <a:pt x="6243329" y="2381070"/>
                  </a:lnTo>
                  <a:lnTo>
                    <a:pt x="6243964" y="2382173"/>
                  </a:lnTo>
                  <a:lnTo>
                    <a:pt x="6244599" y="2383772"/>
                  </a:lnTo>
                  <a:lnTo>
                    <a:pt x="6245234" y="2385756"/>
                  </a:lnTo>
                  <a:lnTo>
                    <a:pt x="6245869" y="2388397"/>
                  </a:lnTo>
                  <a:lnTo>
                    <a:pt x="6246503" y="2391039"/>
                  </a:lnTo>
                  <a:lnTo>
                    <a:pt x="6247138" y="2393175"/>
                  </a:lnTo>
                  <a:lnTo>
                    <a:pt x="6247773" y="2395842"/>
                  </a:lnTo>
                  <a:lnTo>
                    <a:pt x="6248408" y="2398344"/>
                  </a:lnTo>
                  <a:lnTo>
                    <a:pt x="6249043" y="2401319"/>
                  </a:lnTo>
                  <a:lnTo>
                    <a:pt x="6249678" y="2404125"/>
                  </a:lnTo>
                  <a:lnTo>
                    <a:pt x="6250312" y="2406710"/>
                  </a:lnTo>
                  <a:lnTo>
                    <a:pt x="6250947" y="2409186"/>
                  </a:lnTo>
                  <a:lnTo>
                    <a:pt x="6251582" y="2411542"/>
                  </a:lnTo>
                  <a:lnTo>
                    <a:pt x="6252217" y="2414019"/>
                  </a:lnTo>
                  <a:lnTo>
                    <a:pt x="6252852" y="2416628"/>
                  </a:lnTo>
                  <a:lnTo>
                    <a:pt x="6253487" y="2418710"/>
                  </a:lnTo>
                  <a:lnTo>
                    <a:pt x="6254122" y="2420357"/>
                  </a:lnTo>
                  <a:lnTo>
                    <a:pt x="6254756" y="2421600"/>
                  </a:lnTo>
                  <a:lnTo>
                    <a:pt x="6255391" y="2422447"/>
                  </a:lnTo>
                  <a:lnTo>
                    <a:pt x="6256026" y="2423226"/>
                  </a:lnTo>
                  <a:lnTo>
                    <a:pt x="6256661" y="2424231"/>
                  </a:lnTo>
                  <a:lnTo>
                    <a:pt x="6257296" y="2425321"/>
                  </a:lnTo>
                  <a:lnTo>
                    <a:pt x="6257931" y="2426545"/>
                  </a:lnTo>
                  <a:lnTo>
                    <a:pt x="6258565" y="2427511"/>
                  </a:lnTo>
                  <a:lnTo>
                    <a:pt x="6259200" y="2429101"/>
                  </a:lnTo>
                  <a:lnTo>
                    <a:pt x="6259835" y="2431247"/>
                  </a:lnTo>
                  <a:lnTo>
                    <a:pt x="6260470" y="2433676"/>
                  </a:lnTo>
                  <a:lnTo>
                    <a:pt x="6261105" y="2436055"/>
                  </a:lnTo>
                  <a:lnTo>
                    <a:pt x="6261740" y="2438059"/>
                  </a:lnTo>
                  <a:lnTo>
                    <a:pt x="6262375" y="2439870"/>
                  </a:lnTo>
                  <a:lnTo>
                    <a:pt x="6263009" y="2441692"/>
                  </a:lnTo>
                  <a:lnTo>
                    <a:pt x="6263644" y="2443514"/>
                  </a:lnTo>
                  <a:lnTo>
                    <a:pt x="6264279" y="2445336"/>
                  </a:lnTo>
                  <a:lnTo>
                    <a:pt x="6264914" y="2447158"/>
                  </a:lnTo>
                  <a:lnTo>
                    <a:pt x="6265549" y="2448979"/>
                  </a:lnTo>
                  <a:lnTo>
                    <a:pt x="6266184" y="2450801"/>
                  </a:lnTo>
                  <a:lnTo>
                    <a:pt x="6266818" y="2452603"/>
                  </a:lnTo>
                  <a:lnTo>
                    <a:pt x="6267453" y="2454495"/>
                  </a:lnTo>
                  <a:lnTo>
                    <a:pt x="6268088" y="2456388"/>
                  </a:lnTo>
                  <a:lnTo>
                    <a:pt x="6268723" y="2457856"/>
                  </a:lnTo>
                  <a:lnTo>
                    <a:pt x="6269358" y="2458746"/>
                  </a:lnTo>
                  <a:lnTo>
                    <a:pt x="6269993" y="2459354"/>
                  </a:lnTo>
                  <a:lnTo>
                    <a:pt x="6270627" y="2460032"/>
                  </a:lnTo>
                  <a:lnTo>
                    <a:pt x="6271262" y="2461014"/>
                  </a:lnTo>
                  <a:lnTo>
                    <a:pt x="6271897" y="2462177"/>
                  </a:lnTo>
                  <a:lnTo>
                    <a:pt x="6272532" y="2463321"/>
                  </a:lnTo>
                  <a:lnTo>
                    <a:pt x="6273167" y="2464249"/>
                  </a:lnTo>
                  <a:lnTo>
                    <a:pt x="6273802" y="2465541"/>
                  </a:lnTo>
                  <a:lnTo>
                    <a:pt x="6274437" y="2467300"/>
                  </a:lnTo>
                  <a:lnTo>
                    <a:pt x="6275071" y="2469615"/>
                  </a:lnTo>
                  <a:lnTo>
                    <a:pt x="6275706" y="2472378"/>
                  </a:lnTo>
                  <a:lnTo>
                    <a:pt x="6276341" y="2475565"/>
                  </a:lnTo>
                  <a:lnTo>
                    <a:pt x="6276976" y="2478917"/>
                  </a:lnTo>
                  <a:lnTo>
                    <a:pt x="6277611" y="2482362"/>
                  </a:lnTo>
                  <a:lnTo>
                    <a:pt x="6278246" y="2486088"/>
                  </a:lnTo>
                  <a:lnTo>
                    <a:pt x="6278880" y="2490495"/>
                  </a:lnTo>
                  <a:lnTo>
                    <a:pt x="6279515" y="2495376"/>
                  </a:lnTo>
                  <a:lnTo>
                    <a:pt x="6280150" y="2500888"/>
                  </a:lnTo>
                  <a:lnTo>
                    <a:pt x="6280785" y="2506466"/>
                  </a:lnTo>
                  <a:lnTo>
                    <a:pt x="6281420" y="2512302"/>
                  </a:lnTo>
                  <a:lnTo>
                    <a:pt x="6282055" y="2518288"/>
                  </a:lnTo>
                  <a:lnTo>
                    <a:pt x="6282690" y="2524647"/>
                  </a:lnTo>
                  <a:lnTo>
                    <a:pt x="6283324" y="2530864"/>
                  </a:lnTo>
                  <a:lnTo>
                    <a:pt x="6283959" y="2537726"/>
                  </a:lnTo>
                  <a:lnTo>
                    <a:pt x="6284594" y="2544103"/>
                  </a:lnTo>
                  <a:lnTo>
                    <a:pt x="6285229" y="2549983"/>
                  </a:lnTo>
                  <a:lnTo>
                    <a:pt x="6285864" y="2555287"/>
                  </a:lnTo>
                  <a:lnTo>
                    <a:pt x="6286499" y="2560175"/>
                  </a:lnTo>
                  <a:lnTo>
                    <a:pt x="6287133" y="2564821"/>
                  </a:lnTo>
                  <a:lnTo>
                    <a:pt x="6287768" y="2569051"/>
                  </a:lnTo>
                  <a:lnTo>
                    <a:pt x="6288403" y="2572138"/>
                  </a:lnTo>
                  <a:lnTo>
                    <a:pt x="6289038" y="2574426"/>
                  </a:lnTo>
                  <a:lnTo>
                    <a:pt x="6289673" y="2575559"/>
                  </a:lnTo>
                  <a:lnTo>
                    <a:pt x="6290308" y="2576106"/>
                  </a:lnTo>
                  <a:lnTo>
                    <a:pt x="6290943" y="2576015"/>
                  </a:lnTo>
                  <a:lnTo>
                    <a:pt x="6291577" y="2575610"/>
                  </a:lnTo>
                  <a:lnTo>
                    <a:pt x="6292212" y="2574993"/>
                  </a:lnTo>
                  <a:lnTo>
                    <a:pt x="6292847" y="2574183"/>
                  </a:lnTo>
                  <a:lnTo>
                    <a:pt x="6293482" y="2573140"/>
                  </a:lnTo>
                  <a:lnTo>
                    <a:pt x="6294117" y="2571774"/>
                  </a:lnTo>
                  <a:lnTo>
                    <a:pt x="6294752" y="2570246"/>
                  </a:lnTo>
                  <a:lnTo>
                    <a:pt x="6295386" y="2568626"/>
                  </a:lnTo>
                  <a:lnTo>
                    <a:pt x="6296021" y="2567007"/>
                  </a:lnTo>
                  <a:lnTo>
                    <a:pt x="6296656" y="2565327"/>
                  </a:lnTo>
                  <a:lnTo>
                    <a:pt x="6297291" y="2563576"/>
                  </a:lnTo>
                  <a:lnTo>
                    <a:pt x="6297926" y="2562048"/>
                  </a:lnTo>
                  <a:lnTo>
                    <a:pt x="6298561" y="2561043"/>
                  </a:lnTo>
                  <a:lnTo>
                    <a:pt x="6299196" y="2560143"/>
                  </a:lnTo>
                  <a:lnTo>
                    <a:pt x="6299830" y="2559508"/>
                  </a:lnTo>
                  <a:lnTo>
                    <a:pt x="6300465" y="2558968"/>
                  </a:lnTo>
                  <a:lnTo>
                    <a:pt x="6301100" y="2558179"/>
                  </a:lnTo>
                  <a:lnTo>
                    <a:pt x="6301735" y="2557233"/>
                  </a:lnTo>
                  <a:lnTo>
                    <a:pt x="6302370" y="2556555"/>
                  </a:lnTo>
                  <a:lnTo>
                    <a:pt x="6303005" y="2555854"/>
                  </a:lnTo>
                  <a:lnTo>
                    <a:pt x="6303639" y="2555419"/>
                  </a:lnTo>
                  <a:lnTo>
                    <a:pt x="6304274" y="2555266"/>
                  </a:lnTo>
                  <a:lnTo>
                    <a:pt x="6304909" y="2555273"/>
                  </a:lnTo>
                  <a:lnTo>
                    <a:pt x="6305544" y="2555387"/>
                  </a:lnTo>
                  <a:lnTo>
                    <a:pt x="6306179" y="2555191"/>
                  </a:lnTo>
                  <a:lnTo>
                    <a:pt x="6306814" y="2555248"/>
                  </a:lnTo>
                  <a:lnTo>
                    <a:pt x="6307449" y="2555483"/>
                  </a:lnTo>
                  <a:lnTo>
                    <a:pt x="6308083" y="2555901"/>
                  </a:lnTo>
                  <a:lnTo>
                    <a:pt x="6308718" y="2556606"/>
                  </a:lnTo>
                  <a:lnTo>
                    <a:pt x="6309353" y="2557229"/>
                  </a:lnTo>
                  <a:lnTo>
                    <a:pt x="6309988" y="2557893"/>
                  </a:lnTo>
                  <a:lnTo>
                    <a:pt x="6310623" y="2558807"/>
                  </a:lnTo>
                  <a:lnTo>
                    <a:pt x="6311258" y="2559875"/>
                  </a:lnTo>
                  <a:lnTo>
                    <a:pt x="6311892" y="2560995"/>
                  </a:lnTo>
                  <a:lnTo>
                    <a:pt x="6312527" y="2561972"/>
                  </a:lnTo>
                  <a:lnTo>
                    <a:pt x="6313162" y="2562849"/>
                  </a:lnTo>
                  <a:lnTo>
                    <a:pt x="6313797" y="2563726"/>
                  </a:lnTo>
                  <a:lnTo>
                    <a:pt x="6314432" y="2564752"/>
                  </a:lnTo>
                  <a:lnTo>
                    <a:pt x="6315067" y="2565805"/>
                  </a:lnTo>
                  <a:lnTo>
                    <a:pt x="6315702" y="2567048"/>
                  </a:lnTo>
                  <a:lnTo>
                    <a:pt x="6316336" y="2568303"/>
                  </a:lnTo>
                  <a:lnTo>
                    <a:pt x="6316971" y="2570206"/>
                  </a:lnTo>
                  <a:lnTo>
                    <a:pt x="6317606" y="2572240"/>
                  </a:lnTo>
                  <a:lnTo>
                    <a:pt x="6318241" y="2574376"/>
                  </a:lnTo>
                  <a:lnTo>
                    <a:pt x="6318876" y="2576643"/>
                  </a:lnTo>
                  <a:lnTo>
                    <a:pt x="6319511" y="2579259"/>
                  </a:lnTo>
                  <a:lnTo>
                    <a:pt x="6320145" y="2582090"/>
                  </a:lnTo>
                  <a:lnTo>
                    <a:pt x="6320780" y="2584921"/>
                  </a:lnTo>
                  <a:lnTo>
                    <a:pt x="6321415" y="2587928"/>
                  </a:lnTo>
                  <a:lnTo>
                    <a:pt x="6322050" y="2591524"/>
                  </a:lnTo>
                  <a:lnTo>
                    <a:pt x="6322685" y="2595952"/>
                  </a:lnTo>
                  <a:lnTo>
                    <a:pt x="6323320" y="2600421"/>
                  </a:lnTo>
                  <a:lnTo>
                    <a:pt x="6323954" y="2605036"/>
                  </a:lnTo>
                  <a:lnTo>
                    <a:pt x="6324589" y="2609687"/>
                  </a:lnTo>
                  <a:lnTo>
                    <a:pt x="6325224" y="2614338"/>
                  </a:lnTo>
                  <a:lnTo>
                    <a:pt x="6325859" y="2618907"/>
                  </a:lnTo>
                  <a:lnTo>
                    <a:pt x="6326494" y="2623406"/>
                  </a:lnTo>
                  <a:lnTo>
                    <a:pt x="6327129" y="2627925"/>
                  </a:lnTo>
                  <a:lnTo>
                    <a:pt x="6327764" y="2632515"/>
                  </a:lnTo>
                  <a:lnTo>
                    <a:pt x="6328398" y="2637186"/>
                  </a:lnTo>
                  <a:lnTo>
                    <a:pt x="6329033" y="2641964"/>
                  </a:lnTo>
                  <a:lnTo>
                    <a:pt x="6329668" y="2646526"/>
                  </a:lnTo>
                  <a:lnTo>
                    <a:pt x="6330303" y="2650888"/>
                  </a:lnTo>
                  <a:lnTo>
                    <a:pt x="6330938" y="2655109"/>
                  </a:lnTo>
                  <a:lnTo>
                    <a:pt x="6331573" y="2658793"/>
                  </a:lnTo>
                  <a:lnTo>
                    <a:pt x="6332207" y="2661597"/>
                  </a:lnTo>
                  <a:lnTo>
                    <a:pt x="6332842" y="2664188"/>
                  </a:lnTo>
                  <a:lnTo>
                    <a:pt x="6333477" y="2666343"/>
                  </a:lnTo>
                  <a:lnTo>
                    <a:pt x="6334112" y="2668277"/>
                  </a:lnTo>
                  <a:lnTo>
                    <a:pt x="6334747" y="2670017"/>
                  </a:lnTo>
                  <a:lnTo>
                    <a:pt x="6335382" y="2671222"/>
                  </a:lnTo>
                  <a:lnTo>
                    <a:pt x="6336017" y="2671192"/>
                  </a:lnTo>
                  <a:lnTo>
                    <a:pt x="6336651" y="2670321"/>
                  </a:lnTo>
                  <a:lnTo>
                    <a:pt x="6337286" y="2668914"/>
                  </a:lnTo>
                  <a:lnTo>
                    <a:pt x="6337921" y="2666667"/>
                  </a:lnTo>
                  <a:lnTo>
                    <a:pt x="6338556" y="2663671"/>
                  </a:lnTo>
                  <a:lnTo>
                    <a:pt x="6339191" y="2660321"/>
                  </a:lnTo>
                  <a:lnTo>
                    <a:pt x="6339826" y="2656212"/>
                  </a:lnTo>
                  <a:lnTo>
                    <a:pt x="6340460" y="2651981"/>
                  </a:lnTo>
                  <a:lnTo>
                    <a:pt x="6341095" y="2646759"/>
                  </a:lnTo>
                  <a:lnTo>
                    <a:pt x="6341730" y="2640828"/>
                  </a:lnTo>
                  <a:lnTo>
                    <a:pt x="6342365" y="2634310"/>
                  </a:lnTo>
                  <a:lnTo>
                    <a:pt x="6343000" y="2627427"/>
                  </a:lnTo>
                  <a:lnTo>
                    <a:pt x="6343635" y="2620525"/>
                  </a:lnTo>
                  <a:lnTo>
                    <a:pt x="6344270" y="2613409"/>
                  </a:lnTo>
                  <a:lnTo>
                    <a:pt x="6344904" y="2606476"/>
                  </a:lnTo>
                  <a:lnTo>
                    <a:pt x="6345539" y="2600009"/>
                  </a:lnTo>
                  <a:lnTo>
                    <a:pt x="6346174" y="2593592"/>
                  </a:lnTo>
                  <a:lnTo>
                    <a:pt x="6346809" y="2587307"/>
                  </a:lnTo>
                  <a:lnTo>
                    <a:pt x="6347444" y="2581193"/>
                  </a:lnTo>
                  <a:lnTo>
                    <a:pt x="6348079" y="2575110"/>
                  </a:lnTo>
                  <a:lnTo>
                    <a:pt x="6348713" y="2568906"/>
                  </a:lnTo>
                  <a:lnTo>
                    <a:pt x="6349348" y="2563269"/>
                  </a:lnTo>
                  <a:lnTo>
                    <a:pt x="6349983" y="2557580"/>
                  </a:lnTo>
                  <a:lnTo>
                    <a:pt x="6350618" y="2552773"/>
                  </a:lnTo>
                  <a:lnTo>
                    <a:pt x="6351253" y="2548461"/>
                  </a:lnTo>
                  <a:lnTo>
                    <a:pt x="6351888" y="2544838"/>
                  </a:lnTo>
                  <a:lnTo>
                    <a:pt x="6352523" y="2541801"/>
                  </a:lnTo>
                  <a:lnTo>
                    <a:pt x="6353157" y="2539079"/>
                  </a:lnTo>
                  <a:lnTo>
                    <a:pt x="6353792" y="2536943"/>
                  </a:lnTo>
                  <a:lnTo>
                    <a:pt x="6354427" y="2535273"/>
                  </a:lnTo>
                  <a:lnTo>
                    <a:pt x="6355062" y="2533988"/>
                  </a:lnTo>
                  <a:lnTo>
                    <a:pt x="6355697" y="2533158"/>
                  </a:lnTo>
                  <a:lnTo>
                    <a:pt x="6356332" y="2532409"/>
                  </a:lnTo>
                  <a:lnTo>
                    <a:pt x="6356966" y="2531852"/>
                  </a:lnTo>
                  <a:lnTo>
                    <a:pt x="6357601" y="2532129"/>
                  </a:lnTo>
                  <a:lnTo>
                    <a:pt x="6358236" y="2532723"/>
                  </a:lnTo>
                  <a:lnTo>
                    <a:pt x="6358871" y="2533311"/>
                  </a:lnTo>
                  <a:lnTo>
                    <a:pt x="6359506" y="2534138"/>
                  </a:lnTo>
                  <a:lnTo>
                    <a:pt x="6360141" y="2535062"/>
                  </a:lnTo>
                  <a:lnTo>
                    <a:pt x="6360776" y="2536233"/>
                  </a:lnTo>
                  <a:lnTo>
                    <a:pt x="6361410" y="2537412"/>
                  </a:lnTo>
                  <a:lnTo>
                    <a:pt x="6362045" y="2538441"/>
                  </a:lnTo>
                  <a:lnTo>
                    <a:pt x="6362680" y="2539122"/>
                  </a:lnTo>
                  <a:lnTo>
                    <a:pt x="6363315" y="2539945"/>
                  </a:lnTo>
                  <a:lnTo>
                    <a:pt x="6363950" y="2540816"/>
                  </a:lnTo>
                  <a:lnTo>
                    <a:pt x="6364585" y="2541713"/>
                  </a:lnTo>
                  <a:lnTo>
                    <a:pt x="6365219" y="2542760"/>
                  </a:lnTo>
                  <a:lnTo>
                    <a:pt x="6365854" y="2543756"/>
                  </a:lnTo>
                  <a:lnTo>
                    <a:pt x="6366489" y="2544620"/>
                  </a:lnTo>
                  <a:lnTo>
                    <a:pt x="6367124" y="2545348"/>
                  </a:lnTo>
                  <a:lnTo>
                    <a:pt x="6367759" y="2546159"/>
                  </a:lnTo>
                  <a:lnTo>
                    <a:pt x="6368394" y="2546839"/>
                  </a:lnTo>
                  <a:lnTo>
                    <a:pt x="6369029" y="2547329"/>
                  </a:lnTo>
                  <a:lnTo>
                    <a:pt x="6369663" y="2547587"/>
                  </a:lnTo>
                  <a:lnTo>
                    <a:pt x="6370298" y="2548094"/>
                  </a:lnTo>
                  <a:lnTo>
                    <a:pt x="6370933" y="2548124"/>
                  </a:lnTo>
                  <a:lnTo>
                    <a:pt x="6371568" y="2547507"/>
                  </a:lnTo>
                  <a:lnTo>
                    <a:pt x="6372203" y="2546302"/>
                  </a:lnTo>
                  <a:lnTo>
                    <a:pt x="6372838" y="2544035"/>
                  </a:lnTo>
                  <a:lnTo>
                    <a:pt x="6373472" y="2542109"/>
                  </a:lnTo>
                  <a:lnTo>
                    <a:pt x="6374107" y="2540485"/>
                  </a:lnTo>
                  <a:lnTo>
                    <a:pt x="6374742" y="2538638"/>
                  </a:lnTo>
                  <a:lnTo>
                    <a:pt x="6375377" y="2537096"/>
                  </a:lnTo>
                  <a:lnTo>
                    <a:pt x="6376012" y="2535424"/>
                  </a:lnTo>
                  <a:lnTo>
                    <a:pt x="6376647" y="2534007"/>
                  </a:lnTo>
                  <a:lnTo>
                    <a:pt x="6377281" y="2532189"/>
                  </a:lnTo>
                  <a:lnTo>
                    <a:pt x="6377916" y="2530273"/>
                  </a:lnTo>
                  <a:lnTo>
                    <a:pt x="6378551" y="2528199"/>
                  </a:lnTo>
                  <a:lnTo>
                    <a:pt x="6379186" y="2526163"/>
                  </a:lnTo>
                  <a:lnTo>
                    <a:pt x="6379821" y="2523816"/>
                  </a:lnTo>
                  <a:lnTo>
                    <a:pt x="6380456" y="2521359"/>
                  </a:lnTo>
                  <a:lnTo>
                    <a:pt x="6381091" y="2518567"/>
                  </a:lnTo>
                  <a:lnTo>
                    <a:pt x="6381725" y="2516114"/>
                  </a:lnTo>
                  <a:lnTo>
                    <a:pt x="6382360" y="2513787"/>
                  </a:lnTo>
                  <a:lnTo>
                    <a:pt x="6382995" y="2511391"/>
                  </a:lnTo>
                  <a:lnTo>
                    <a:pt x="6383630" y="2508498"/>
                  </a:lnTo>
                  <a:lnTo>
                    <a:pt x="6384265" y="2505919"/>
                  </a:lnTo>
                  <a:lnTo>
                    <a:pt x="6384900" y="2503773"/>
                  </a:lnTo>
                  <a:lnTo>
                    <a:pt x="6385534" y="2501880"/>
                  </a:lnTo>
                  <a:lnTo>
                    <a:pt x="6386169" y="2499924"/>
                  </a:lnTo>
                  <a:lnTo>
                    <a:pt x="6386804" y="2498098"/>
                  </a:lnTo>
                  <a:lnTo>
                    <a:pt x="6387439" y="2496327"/>
                  </a:lnTo>
                  <a:lnTo>
                    <a:pt x="6388074" y="2494552"/>
                  </a:lnTo>
                  <a:lnTo>
                    <a:pt x="6388709" y="2492757"/>
                  </a:lnTo>
                  <a:lnTo>
                    <a:pt x="6389344" y="2491118"/>
                  </a:lnTo>
                  <a:lnTo>
                    <a:pt x="6389978" y="2489622"/>
                  </a:lnTo>
                  <a:lnTo>
                    <a:pt x="6390613" y="2488439"/>
                  </a:lnTo>
                  <a:lnTo>
                    <a:pt x="6391248" y="2487517"/>
                  </a:lnTo>
                  <a:lnTo>
                    <a:pt x="6391883" y="2486652"/>
                  </a:lnTo>
                  <a:lnTo>
                    <a:pt x="6392518" y="2485859"/>
                  </a:lnTo>
                  <a:lnTo>
                    <a:pt x="6393153" y="2485161"/>
                  </a:lnTo>
                  <a:lnTo>
                    <a:pt x="6393787" y="2484639"/>
                  </a:lnTo>
                  <a:lnTo>
                    <a:pt x="6394422" y="2484097"/>
                  </a:lnTo>
                  <a:lnTo>
                    <a:pt x="6395057" y="2483566"/>
                  </a:lnTo>
                  <a:lnTo>
                    <a:pt x="6395692" y="2482810"/>
                  </a:lnTo>
                  <a:lnTo>
                    <a:pt x="6396327" y="2482244"/>
                  </a:lnTo>
                  <a:lnTo>
                    <a:pt x="6396962" y="2481673"/>
                  </a:lnTo>
                  <a:lnTo>
                    <a:pt x="6397597" y="2480950"/>
                  </a:lnTo>
                  <a:lnTo>
                    <a:pt x="6398231" y="2479997"/>
                  </a:lnTo>
                  <a:lnTo>
                    <a:pt x="6398866" y="2479083"/>
                  </a:lnTo>
                  <a:lnTo>
                    <a:pt x="6399501" y="2477781"/>
                  </a:lnTo>
                  <a:lnTo>
                    <a:pt x="6400136" y="2476439"/>
                  </a:lnTo>
                  <a:lnTo>
                    <a:pt x="6400771" y="2474889"/>
                  </a:lnTo>
                  <a:lnTo>
                    <a:pt x="6401406" y="2473531"/>
                  </a:lnTo>
                  <a:lnTo>
                    <a:pt x="6402040" y="2472192"/>
                  </a:lnTo>
                  <a:lnTo>
                    <a:pt x="6402675" y="2470852"/>
                  </a:lnTo>
                  <a:lnTo>
                    <a:pt x="6403310" y="2469334"/>
                  </a:lnTo>
                  <a:lnTo>
                    <a:pt x="6403945" y="2467901"/>
                  </a:lnTo>
                  <a:lnTo>
                    <a:pt x="6404580" y="2466540"/>
                  </a:lnTo>
                  <a:lnTo>
                    <a:pt x="6405215" y="2465270"/>
                  </a:lnTo>
                  <a:lnTo>
                    <a:pt x="6405850" y="2464007"/>
                  </a:lnTo>
                  <a:lnTo>
                    <a:pt x="6406484" y="2462769"/>
                  </a:lnTo>
                  <a:lnTo>
                    <a:pt x="6407119" y="2461811"/>
                  </a:lnTo>
                  <a:lnTo>
                    <a:pt x="6407754" y="2460944"/>
                  </a:lnTo>
                  <a:lnTo>
                    <a:pt x="6408389" y="2460075"/>
                  </a:lnTo>
                  <a:lnTo>
                    <a:pt x="6409024" y="2459612"/>
                  </a:lnTo>
                  <a:lnTo>
                    <a:pt x="6409659" y="2459409"/>
                  </a:lnTo>
                  <a:lnTo>
                    <a:pt x="6410293" y="2458834"/>
                  </a:lnTo>
                  <a:lnTo>
                    <a:pt x="6410928" y="2458252"/>
                  </a:lnTo>
                  <a:lnTo>
                    <a:pt x="6411563" y="2457498"/>
                  </a:lnTo>
                  <a:lnTo>
                    <a:pt x="6412198" y="2456922"/>
                  </a:lnTo>
                  <a:lnTo>
                    <a:pt x="6412833" y="2456388"/>
                  </a:lnTo>
                  <a:lnTo>
                    <a:pt x="6413468" y="2455853"/>
                  </a:lnTo>
                  <a:lnTo>
                    <a:pt x="6414103" y="2455318"/>
                  </a:lnTo>
                  <a:lnTo>
                    <a:pt x="6414737" y="2454607"/>
                  </a:lnTo>
                  <a:lnTo>
                    <a:pt x="6415372" y="2454093"/>
                  </a:lnTo>
                  <a:lnTo>
                    <a:pt x="6416007" y="2453311"/>
                  </a:lnTo>
                  <a:lnTo>
                    <a:pt x="6416642" y="2452843"/>
                  </a:lnTo>
                  <a:lnTo>
                    <a:pt x="6417277" y="2452577"/>
                  </a:lnTo>
                  <a:lnTo>
                    <a:pt x="6417912" y="2452403"/>
                  </a:lnTo>
                  <a:lnTo>
                    <a:pt x="6418546" y="2452228"/>
                  </a:lnTo>
                  <a:lnTo>
                    <a:pt x="6419181" y="2452061"/>
                  </a:lnTo>
                  <a:lnTo>
                    <a:pt x="6419816" y="2451973"/>
                  </a:lnTo>
                  <a:lnTo>
                    <a:pt x="6420451" y="2451952"/>
                  </a:lnTo>
                  <a:lnTo>
                    <a:pt x="6421086" y="2452142"/>
                  </a:lnTo>
                  <a:lnTo>
                    <a:pt x="6421721" y="2452169"/>
                  </a:lnTo>
                  <a:lnTo>
                    <a:pt x="6422356" y="2451839"/>
                  </a:lnTo>
                  <a:lnTo>
                    <a:pt x="6422990" y="2451351"/>
                  </a:lnTo>
                  <a:lnTo>
                    <a:pt x="6423625" y="2451065"/>
                  </a:lnTo>
                  <a:lnTo>
                    <a:pt x="6424260" y="2451049"/>
                  </a:lnTo>
                  <a:lnTo>
                    <a:pt x="6424895" y="2450778"/>
                  </a:lnTo>
                  <a:lnTo>
                    <a:pt x="6425530" y="2450207"/>
                  </a:lnTo>
                  <a:lnTo>
                    <a:pt x="6426165" y="2449468"/>
                  </a:lnTo>
                  <a:lnTo>
                    <a:pt x="6426799" y="2448179"/>
                  </a:lnTo>
                  <a:lnTo>
                    <a:pt x="6427434" y="2446460"/>
                  </a:lnTo>
                  <a:lnTo>
                    <a:pt x="6428069" y="2444824"/>
                  </a:lnTo>
                  <a:lnTo>
                    <a:pt x="6428704" y="2443758"/>
                  </a:lnTo>
                  <a:lnTo>
                    <a:pt x="6429339" y="2442782"/>
                  </a:lnTo>
                  <a:lnTo>
                    <a:pt x="6429974" y="2441936"/>
                  </a:lnTo>
                  <a:lnTo>
                    <a:pt x="6430609" y="2440952"/>
                  </a:lnTo>
                  <a:lnTo>
                    <a:pt x="6431243" y="2440033"/>
                  </a:lnTo>
                  <a:lnTo>
                    <a:pt x="6431878" y="2439180"/>
                  </a:lnTo>
                  <a:lnTo>
                    <a:pt x="6432513" y="2438462"/>
                  </a:lnTo>
                  <a:lnTo>
                    <a:pt x="6433148" y="2437816"/>
                  </a:lnTo>
                  <a:lnTo>
                    <a:pt x="6433783" y="2437234"/>
                  </a:lnTo>
                  <a:lnTo>
                    <a:pt x="6434418" y="2436542"/>
                  </a:lnTo>
                  <a:lnTo>
                    <a:pt x="6435052" y="2435879"/>
                  </a:lnTo>
                  <a:lnTo>
                    <a:pt x="6435687" y="2434949"/>
                  </a:lnTo>
                  <a:lnTo>
                    <a:pt x="6436322" y="2434327"/>
                  </a:lnTo>
                  <a:lnTo>
                    <a:pt x="6436957" y="2433799"/>
                  </a:lnTo>
                  <a:lnTo>
                    <a:pt x="6437592" y="2432827"/>
                  </a:lnTo>
                  <a:lnTo>
                    <a:pt x="6438227" y="2431459"/>
                  </a:lnTo>
                  <a:lnTo>
                    <a:pt x="6438861" y="2429685"/>
                  </a:lnTo>
                  <a:lnTo>
                    <a:pt x="6439496" y="2427723"/>
                  </a:lnTo>
                  <a:lnTo>
                    <a:pt x="6440131" y="2425943"/>
                  </a:lnTo>
                  <a:lnTo>
                    <a:pt x="6440766" y="2423981"/>
                  </a:lnTo>
                  <a:lnTo>
                    <a:pt x="6441401" y="2422027"/>
                  </a:lnTo>
                  <a:lnTo>
                    <a:pt x="6442036" y="2420002"/>
                  </a:lnTo>
                  <a:lnTo>
                    <a:pt x="6442671" y="2417699"/>
                  </a:lnTo>
                  <a:lnTo>
                    <a:pt x="6443305" y="2415214"/>
                  </a:lnTo>
                  <a:lnTo>
                    <a:pt x="6443940" y="2412785"/>
                  </a:lnTo>
                  <a:lnTo>
                    <a:pt x="6444575" y="2410519"/>
                  </a:lnTo>
                  <a:lnTo>
                    <a:pt x="6445210" y="2408202"/>
                  </a:lnTo>
                  <a:lnTo>
                    <a:pt x="6445845" y="2405795"/>
                  </a:lnTo>
                  <a:lnTo>
                    <a:pt x="6446480" y="2403109"/>
                  </a:lnTo>
                  <a:lnTo>
                    <a:pt x="6447114" y="2400715"/>
                  </a:lnTo>
                  <a:lnTo>
                    <a:pt x="6447749" y="2398579"/>
                  </a:lnTo>
                  <a:lnTo>
                    <a:pt x="6448384" y="2397125"/>
                  </a:lnTo>
                  <a:lnTo>
                    <a:pt x="6449019" y="2396175"/>
                  </a:lnTo>
                  <a:lnTo>
                    <a:pt x="6449654" y="2395323"/>
                  </a:lnTo>
                  <a:lnTo>
                    <a:pt x="6450289" y="2394633"/>
                  </a:lnTo>
                  <a:lnTo>
                    <a:pt x="6450924" y="2393786"/>
                  </a:lnTo>
                  <a:lnTo>
                    <a:pt x="6451558" y="2392948"/>
                  </a:lnTo>
                  <a:lnTo>
                    <a:pt x="6452193" y="2392283"/>
                  </a:lnTo>
                  <a:lnTo>
                    <a:pt x="6452828" y="2391619"/>
                  </a:lnTo>
                  <a:lnTo>
                    <a:pt x="6453463" y="2390928"/>
                  </a:lnTo>
                  <a:lnTo>
                    <a:pt x="6454098" y="2390343"/>
                  </a:lnTo>
                  <a:lnTo>
                    <a:pt x="6454733" y="2389609"/>
                  </a:lnTo>
                  <a:lnTo>
                    <a:pt x="6455367" y="2388896"/>
                  </a:lnTo>
                  <a:lnTo>
                    <a:pt x="6456002" y="2388045"/>
                  </a:lnTo>
                  <a:lnTo>
                    <a:pt x="6456637" y="2387228"/>
                  </a:lnTo>
                  <a:lnTo>
                    <a:pt x="6457272" y="2386509"/>
                  </a:lnTo>
                  <a:lnTo>
                    <a:pt x="6457907" y="2385598"/>
                  </a:lnTo>
                  <a:lnTo>
                    <a:pt x="6458542" y="2384384"/>
                  </a:lnTo>
                  <a:lnTo>
                    <a:pt x="6459177" y="2382956"/>
                  </a:lnTo>
                  <a:lnTo>
                    <a:pt x="6459811" y="2381276"/>
                  </a:lnTo>
                  <a:lnTo>
                    <a:pt x="6460446" y="2379819"/>
                  </a:lnTo>
                  <a:lnTo>
                    <a:pt x="6461081" y="2378493"/>
                  </a:lnTo>
                  <a:lnTo>
                    <a:pt x="6461716" y="2377359"/>
                  </a:lnTo>
                  <a:lnTo>
                    <a:pt x="6462351" y="2376702"/>
                  </a:lnTo>
                  <a:lnTo>
                    <a:pt x="6462986" y="2376863"/>
                  </a:lnTo>
                  <a:lnTo>
                    <a:pt x="6463620" y="2377390"/>
                  </a:lnTo>
                  <a:lnTo>
                    <a:pt x="6464255" y="2378250"/>
                  </a:lnTo>
                  <a:lnTo>
                    <a:pt x="6464890" y="2379799"/>
                  </a:lnTo>
                  <a:lnTo>
                    <a:pt x="6465525" y="2382106"/>
                  </a:lnTo>
                  <a:lnTo>
                    <a:pt x="6466160" y="2384849"/>
                  </a:lnTo>
                  <a:lnTo>
                    <a:pt x="6466795" y="2388392"/>
                  </a:lnTo>
                  <a:lnTo>
                    <a:pt x="6467430" y="2392349"/>
                  </a:lnTo>
                  <a:lnTo>
                    <a:pt x="6468064" y="2397582"/>
                  </a:lnTo>
                  <a:lnTo>
                    <a:pt x="6468699" y="2403806"/>
                  </a:lnTo>
                  <a:lnTo>
                    <a:pt x="6469334" y="2410932"/>
                  </a:lnTo>
                  <a:lnTo>
                    <a:pt x="6469969" y="2418421"/>
                  </a:lnTo>
                  <a:lnTo>
                    <a:pt x="6470604" y="2425931"/>
                  </a:lnTo>
                  <a:lnTo>
                    <a:pt x="6471239" y="2433654"/>
                  </a:lnTo>
                  <a:lnTo>
                    <a:pt x="6471873" y="2441194"/>
                  </a:lnTo>
                  <a:lnTo>
                    <a:pt x="6472508" y="2448269"/>
                  </a:lnTo>
                  <a:lnTo>
                    <a:pt x="6473143" y="2455323"/>
                  </a:lnTo>
                  <a:lnTo>
                    <a:pt x="6473778" y="2462236"/>
                  </a:lnTo>
                  <a:lnTo>
                    <a:pt x="6474413" y="2469159"/>
                  </a:lnTo>
                  <a:lnTo>
                    <a:pt x="6475048" y="2475870"/>
                  </a:lnTo>
                  <a:lnTo>
                    <a:pt x="6475683" y="2482681"/>
                  </a:lnTo>
                  <a:lnTo>
                    <a:pt x="6476317" y="2489017"/>
                  </a:lnTo>
                  <a:lnTo>
                    <a:pt x="6476952" y="2495181"/>
                  </a:lnTo>
                  <a:lnTo>
                    <a:pt x="6477587" y="2500191"/>
                  </a:lnTo>
                  <a:lnTo>
                    <a:pt x="6478222" y="2504705"/>
                  </a:lnTo>
                  <a:lnTo>
                    <a:pt x="6478857" y="2508673"/>
                  </a:lnTo>
                  <a:lnTo>
                    <a:pt x="6479492" y="2512316"/>
                  </a:lnTo>
                  <a:lnTo>
                    <a:pt x="6480126" y="2515849"/>
                  </a:lnTo>
                  <a:lnTo>
                    <a:pt x="6480761" y="2518976"/>
                  </a:lnTo>
                  <a:lnTo>
                    <a:pt x="6481396" y="2521861"/>
                  </a:lnTo>
                  <a:lnTo>
                    <a:pt x="6482031" y="2524543"/>
                  </a:lnTo>
                  <a:lnTo>
                    <a:pt x="6482666" y="2526911"/>
                  </a:lnTo>
                  <a:lnTo>
                    <a:pt x="6483301" y="2529259"/>
                  </a:lnTo>
                  <a:lnTo>
                    <a:pt x="6483936" y="2531243"/>
                  </a:lnTo>
                  <a:lnTo>
                    <a:pt x="6484570" y="2532768"/>
                  </a:lnTo>
                  <a:lnTo>
                    <a:pt x="6485205" y="2534147"/>
                  </a:lnTo>
                  <a:lnTo>
                    <a:pt x="6485840" y="2535449"/>
                  </a:lnTo>
                  <a:lnTo>
                    <a:pt x="6486475" y="2536692"/>
                  </a:lnTo>
                  <a:lnTo>
                    <a:pt x="6487110" y="2537878"/>
                  </a:lnTo>
                  <a:lnTo>
                    <a:pt x="6487745" y="2538822"/>
                  </a:lnTo>
                  <a:lnTo>
                    <a:pt x="6488379" y="2539634"/>
                  </a:lnTo>
                  <a:lnTo>
                    <a:pt x="6489014" y="2540478"/>
                  </a:lnTo>
                  <a:lnTo>
                    <a:pt x="6489649" y="2541378"/>
                  </a:lnTo>
                  <a:lnTo>
                    <a:pt x="6490284" y="2542452"/>
                  </a:lnTo>
                  <a:lnTo>
                    <a:pt x="6490919" y="2543404"/>
                  </a:lnTo>
                  <a:lnTo>
                    <a:pt x="6491554" y="2544110"/>
                  </a:lnTo>
                  <a:lnTo>
                    <a:pt x="6492188" y="2544915"/>
                  </a:lnTo>
                  <a:lnTo>
                    <a:pt x="6492823" y="2545787"/>
                  </a:lnTo>
                  <a:lnTo>
                    <a:pt x="6493458" y="2546784"/>
                  </a:lnTo>
                  <a:lnTo>
                    <a:pt x="6494093" y="2547758"/>
                  </a:lnTo>
                  <a:lnTo>
                    <a:pt x="6494728" y="2548525"/>
                  </a:lnTo>
                  <a:lnTo>
                    <a:pt x="6495363" y="2549129"/>
                  </a:lnTo>
                  <a:lnTo>
                    <a:pt x="6495998" y="2549787"/>
                  </a:lnTo>
                  <a:lnTo>
                    <a:pt x="6496632" y="2550596"/>
                  </a:lnTo>
                  <a:lnTo>
                    <a:pt x="6497267" y="2551416"/>
                  </a:lnTo>
                  <a:lnTo>
                    <a:pt x="6497902" y="2552600"/>
                  </a:lnTo>
                  <a:lnTo>
                    <a:pt x="6498537" y="2554301"/>
                  </a:lnTo>
                  <a:lnTo>
                    <a:pt x="6499172" y="2556710"/>
                  </a:lnTo>
                  <a:lnTo>
                    <a:pt x="6499807" y="2559614"/>
                  </a:lnTo>
                  <a:lnTo>
                    <a:pt x="6500441" y="2562367"/>
                  </a:lnTo>
                  <a:lnTo>
                    <a:pt x="6501076" y="2565403"/>
                  </a:lnTo>
                  <a:lnTo>
                    <a:pt x="6501711" y="2568404"/>
                  </a:lnTo>
                  <a:lnTo>
                    <a:pt x="6502346" y="2571549"/>
                  </a:lnTo>
                  <a:lnTo>
                    <a:pt x="6502981" y="2574593"/>
                  </a:lnTo>
                  <a:lnTo>
                    <a:pt x="6503616" y="2577673"/>
                  </a:lnTo>
                  <a:lnTo>
                    <a:pt x="6504251" y="2581243"/>
                  </a:lnTo>
                  <a:lnTo>
                    <a:pt x="6504885" y="2584838"/>
                  </a:lnTo>
                  <a:lnTo>
                    <a:pt x="6505520" y="2588520"/>
                  </a:lnTo>
                  <a:lnTo>
                    <a:pt x="6506155" y="2592163"/>
                  </a:lnTo>
                  <a:lnTo>
                    <a:pt x="6506790" y="2596219"/>
                  </a:lnTo>
                  <a:lnTo>
                    <a:pt x="6507425" y="2600405"/>
                  </a:lnTo>
                  <a:lnTo>
                    <a:pt x="6508060" y="2604933"/>
                  </a:lnTo>
                  <a:lnTo>
                    <a:pt x="6508694" y="2609121"/>
                  </a:lnTo>
                  <a:lnTo>
                    <a:pt x="6509329" y="2613183"/>
                  </a:lnTo>
                  <a:lnTo>
                    <a:pt x="6509964" y="2617193"/>
                  </a:lnTo>
                  <a:lnTo>
                    <a:pt x="6510599" y="2621323"/>
                  </a:lnTo>
                  <a:lnTo>
                    <a:pt x="6511234" y="2624771"/>
                  </a:lnTo>
                  <a:lnTo>
                    <a:pt x="6511869" y="2627490"/>
                  </a:lnTo>
                  <a:lnTo>
                    <a:pt x="6512504" y="2629900"/>
                  </a:lnTo>
                  <a:lnTo>
                    <a:pt x="6513138" y="2632052"/>
                  </a:lnTo>
                  <a:lnTo>
                    <a:pt x="6513773" y="2634064"/>
                  </a:lnTo>
                  <a:lnTo>
                    <a:pt x="6514408" y="2635886"/>
                  </a:lnTo>
                  <a:lnTo>
                    <a:pt x="6515043" y="2637589"/>
                  </a:lnTo>
                  <a:lnTo>
                    <a:pt x="6515678" y="2639270"/>
                  </a:lnTo>
                  <a:lnTo>
                    <a:pt x="6516313" y="2640653"/>
                  </a:lnTo>
                  <a:lnTo>
                    <a:pt x="6516947" y="2641808"/>
                  </a:lnTo>
                  <a:lnTo>
                    <a:pt x="6517582" y="2642211"/>
                  </a:lnTo>
                  <a:lnTo>
                    <a:pt x="6518217" y="2641960"/>
                  </a:lnTo>
                  <a:lnTo>
                    <a:pt x="6518852" y="2641610"/>
                  </a:lnTo>
                  <a:lnTo>
                    <a:pt x="6519487" y="2641188"/>
                  </a:lnTo>
                  <a:lnTo>
                    <a:pt x="6520122" y="2640469"/>
                  </a:lnTo>
                  <a:lnTo>
                    <a:pt x="6520757" y="2639372"/>
                  </a:lnTo>
                  <a:lnTo>
                    <a:pt x="6521391" y="2638295"/>
                  </a:lnTo>
                  <a:lnTo>
                    <a:pt x="6522026" y="2637206"/>
                  </a:lnTo>
                  <a:lnTo>
                    <a:pt x="6522661" y="2636120"/>
                  </a:lnTo>
                  <a:lnTo>
                    <a:pt x="6523296" y="2634358"/>
                  </a:lnTo>
                  <a:lnTo>
                    <a:pt x="6523931" y="2632702"/>
                  </a:lnTo>
                  <a:lnTo>
                    <a:pt x="6524566" y="2631351"/>
                  </a:lnTo>
                  <a:lnTo>
                    <a:pt x="6525200" y="2630279"/>
                  </a:lnTo>
                  <a:lnTo>
                    <a:pt x="6525835" y="2629270"/>
                  </a:lnTo>
                  <a:lnTo>
                    <a:pt x="6526470" y="2628750"/>
                  </a:lnTo>
                  <a:lnTo>
                    <a:pt x="6527105" y="2628250"/>
                  </a:lnTo>
                  <a:lnTo>
                    <a:pt x="6527740" y="2628343"/>
                  </a:lnTo>
                  <a:lnTo>
                    <a:pt x="6528375" y="2628284"/>
                  </a:lnTo>
                  <a:lnTo>
                    <a:pt x="6529010" y="2628206"/>
                  </a:lnTo>
                  <a:lnTo>
                    <a:pt x="6529644" y="2628331"/>
                  </a:lnTo>
                  <a:lnTo>
                    <a:pt x="6530279" y="2628837"/>
                  </a:lnTo>
                  <a:lnTo>
                    <a:pt x="6530914" y="2629187"/>
                  </a:lnTo>
                  <a:lnTo>
                    <a:pt x="6531549" y="2629334"/>
                  </a:lnTo>
                  <a:lnTo>
                    <a:pt x="6532184" y="2629612"/>
                  </a:lnTo>
                  <a:lnTo>
                    <a:pt x="6532819" y="2630410"/>
                  </a:lnTo>
                  <a:lnTo>
                    <a:pt x="6533453" y="2631242"/>
                  </a:lnTo>
                  <a:lnTo>
                    <a:pt x="6534088" y="2631796"/>
                  </a:lnTo>
                  <a:lnTo>
                    <a:pt x="6534723" y="2632258"/>
                  </a:lnTo>
                  <a:lnTo>
                    <a:pt x="6535358" y="2632721"/>
                  </a:lnTo>
                  <a:lnTo>
                    <a:pt x="6535993" y="2632780"/>
                  </a:lnTo>
                  <a:lnTo>
                    <a:pt x="6536628" y="2632771"/>
                  </a:lnTo>
                  <a:lnTo>
                    <a:pt x="6537263" y="2633133"/>
                  </a:lnTo>
                  <a:lnTo>
                    <a:pt x="6537897" y="2633453"/>
                  </a:lnTo>
                  <a:lnTo>
                    <a:pt x="6538532" y="2633813"/>
                  </a:lnTo>
                  <a:lnTo>
                    <a:pt x="6539167" y="2633779"/>
                  </a:lnTo>
                  <a:lnTo>
                    <a:pt x="6539802" y="2633701"/>
                  </a:lnTo>
                  <a:lnTo>
                    <a:pt x="6540437" y="2633681"/>
                  </a:lnTo>
                  <a:lnTo>
                    <a:pt x="6541072" y="2633497"/>
                  </a:lnTo>
                  <a:lnTo>
                    <a:pt x="6541706" y="2633359"/>
                  </a:lnTo>
                  <a:lnTo>
                    <a:pt x="6542341" y="2633067"/>
                  </a:lnTo>
                  <a:lnTo>
                    <a:pt x="6542976" y="2633025"/>
                  </a:lnTo>
                  <a:lnTo>
                    <a:pt x="6543611" y="2632382"/>
                  </a:lnTo>
                  <a:lnTo>
                    <a:pt x="6544246" y="2631405"/>
                  </a:lnTo>
                  <a:lnTo>
                    <a:pt x="6544881" y="2630070"/>
                  </a:lnTo>
                  <a:lnTo>
                    <a:pt x="6545515" y="2628029"/>
                  </a:lnTo>
                  <a:lnTo>
                    <a:pt x="6546150" y="2625331"/>
                  </a:lnTo>
                  <a:lnTo>
                    <a:pt x="6546785" y="2622058"/>
                  </a:lnTo>
                  <a:lnTo>
                    <a:pt x="6547420" y="2618482"/>
                  </a:lnTo>
                  <a:lnTo>
                    <a:pt x="6548055" y="2614832"/>
                  </a:lnTo>
                  <a:lnTo>
                    <a:pt x="6548690" y="2611484"/>
                  </a:lnTo>
                  <a:lnTo>
                    <a:pt x="6549325" y="2608440"/>
                  </a:lnTo>
                  <a:lnTo>
                    <a:pt x="6549959" y="2604996"/>
                  </a:lnTo>
                  <a:lnTo>
                    <a:pt x="6550594" y="2600969"/>
                  </a:lnTo>
                  <a:lnTo>
                    <a:pt x="6551229" y="2596398"/>
                  </a:lnTo>
                  <a:lnTo>
                    <a:pt x="6551864" y="2591927"/>
                  </a:lnTo>
                  <a:lnTo>
                    <a:pt x="6552499" y="2587320"/>
                  </a:lnTo>
                  <a:lnTo>
                    <a:pt x="6553134" y="2582478"/>
                  </a:lnTo>
                  <a:lnTo>
                    <a:pt x="6553768" y="2578098"/>
                  </a:lnTo>
                  <a:lnTo>
                    <a:pt x="6554403" y="2573701"/>
                  </a:lnTo>
                  <a:lnTo>
                    <a:pt x="6555038" y="2568984"/>
                  </a:lnTo>
                  <a:lnTo>
                    <a:pt x="6555673" y="2564171"/>
                  </a:lnTo>
                  <a:lnTo>
                    <a:pt x="6556308" y="2559894"/>
                  </a:lnTo>
                  <a:lnTo>
                    <a:pt x="6556943" y="2555824"/>
                  </a:lnTo>
                  <a:lnTo>
                    <a:pt x="6557578" y="2551766"/>
                  </a:lnTo>
                  <a:lnTo>
                    <a:pt x="6558212" y="2547639"/>
                  </a:lnTo>
                  <a:lnTo>
                    <a:pt x="6558847" y="2543441"/>
                  </a:lnTo>
                  <a:lnTo>
                    <a:pt x="6559482" y="2538853"/>
                  </a:lnTo>
                  <a:lnTo>
                    <a:pt x="6560117" y="2534926"/>
                  </a:lnTo>
                  <a:lnTo>
                    <a:pt x="6560752" y="2531412"/>
                  </a:lnTo>
                  <a:lnTo>
                    <a:pt x="6561387" y="2528398"/>
                  </a:lnTo>
                  <a:lnTo>
                    <a:pt x="6562021" y="2525478"/>
                  </a:lnTo>
                  <a:lnTo>
                    <a:pt x="6562656" y="2522797"/>
                  </a:lnTo>
                  <a:lnTo>
                    <a:pt x="6563291" y="2520728"/>
                  </a:lnTo>
                  <a:lnTo>
                    <a:pt x="6563926" y="2519206"/>
                  </a:lnTo>
                  <a:lnTo>
                    <a:pt x="6564561" y="2518342"/>
                  </a:lnTo>
                  <a:lnTo>
                    <a:pt x="6565196" y="2518251"/>
                  </a:lnTo>
                  <a:lnTo>
                    <a:pt x="6565831" y="2519048"/>
                  </a:lnTo>
                  <a:lnTo>
                    <a:pt x="6566465" y="2520621"/>
                  </a:lnTo>
                  <a:lnTo>
                    <a:pt x="6567100" y="2521965"/>
                  </a:lnTo>
                  <a:lnTo>
                    <a:pt x="6567735" y="2523522"/>
                  </a:lnTo>
                  <a:lnTo>
                    <a:pt x="6568370" y="2525122"/>
                  </a:lnTo>
                  <a:lnTo>
                    <a:pt x="6569005" y="2527096"/>
                  </a:lnTo>
                  <a:lnTo>
                    <a:pt x="6569640" y="2529399"/>
                  </a:lnTo>
                  <a:lnTo>
                    <a:pt x="6570274" y="2531904"/>
                  </a:lnTo>
                  <a:lnTo>
                    <a:pt x="6570909" y="2534434"/>
                  </a:lnTo>
                  <a:lnTo>
                    <a:pt x="6571544" y="2536903"/>
                  </a:lnTo>
                  <a:lnTo>
                    <a:pt x="6572179" y="2539422"/>
                  </a:lnTo>
                  <a:lnTo>
                    <a:pt x="6572814" y="2542032"/>
                  </a:lnTo>
                  <a:lnTo>
                    <a:pt x="6573449" y="2544734"/>
                  </a:lnTo>
                  <a:lnTo>
                    <a:pt x="6574084" y="2547202"/>
                  </a:lnTo>
                  <a:lnTo>
                    <a:pt x="6574718" y="2549321"/>
                  </a:lnTo>
                  <a:lnTo>
                    <a:pt x="6575353" y="2550733"/>
                  </a:lnTo>
                  <a:lnTo>
                    <a:pt x="6575988" y="2551690"/>
                  </a:lnTo>
                  <a:lnTo>
                    <a:pt x="6576623" y="2552294"/>
                  </a:lnTo>
                  <a:lnTo>
                    <a:pt x="6577258" y="2552725"/>
                  </a:lnTo>
                  <a:lnTo>
                    <a:pt x="6577893" y="2553288"/>
                  </a:lnTo>
                  <a:lnTo>
                    <a:pt x="6578527" y="2553727"/>
                  </a:lnTo>
                  <a:lnTo>
                    <a:pt x="6579162" y="2553992"/>
                  </a:lnTo>
                  <a:lnTo>
                    <a:pt x="6579797" y="2554064"/>
                  </a:lnTo>
                  <a:lnTo>
                    <a:pt x="6580432" y="2554153"/>
                  </a:lnTo>
                  <a:lnTo>
                    <a:pt x="6581067" y="2554136"/>
                  </a:lnTo>
                  <a:lnTo>
                    <a:pt x="6581702" y="2554268"/>
                  </a:lnTo>
                  <a:lnTo>
                    <a:pt x="6582337" y="2554379"/>
                  </a:lnTo>
                  <a:lnTo>
                    <a:pt x="6582971" y="2554703"/>
                  </a:lnTo>
                  <a:lnTo>
                    <a:pt x="6583606" y="2554936"/>
                  </a:lnTo>
                  <a:lnTo>
                    <a:pt x="6584241" y="2555361"/>
                  </a:lnTo>
                  <a:lnTo>
                    <a:pt x="6584876" y="2555968"/>
                  </a:lnTo>
                  <a:lnTo>
                    <a:pt x="6585511" y="2556778"/>
                  </a:lnTo>
                  <a:lnTo>
                    <a:pt x="6586146" y="2558053"/>
                  </a:lnTo>
                  <a:lnTo>
                    <a:pt x="6586780" y="2559561"/>
                  </a:lnTo>
                  <a:lnTo>
                    <a:pt x="6587415" y="2560816"/>
                  </a:lnTo>
                  <a:lnTo>
                    <a:pt x="6588050" y="2562031"/>
                  </a:lnTo>
                  <a:lnTo>
                    <a:pt x="6588685" y="2563245"/>
                  </a:lnTo>
                  <a:lnTo>
                    <a:pt x="6589320" y="2564652"/>
                  </a:lnTo>
                  <a:lnTo>
                    <a:pt x="6589955" y="2566069"/>
                  </a:lnTo>
                  <a:lnTo>
                    <a:pt x="6590590" y="2567608"/>
                  </a:lnTo>
                  <a:lnTo>
                    <a:pt x="6591224" y="2569024"/>
                  </a:lnTo>
                  <a:lnTo>
                    <a:pt x="6591859" y="2570107"/>
                  </a:lnTo>
                  <a:lnTo>
                    <a:pt x="6592494" y="2570796"/>
                  </a:lnTo>
                  <a:lnTo>
                    <a:pt x="6593129" y="2571403"/>
                  </a:lnTo>
                  <a:lnTo>
                    <a:pt x="6593764" y="2572010"/>
                  </a:lnTo>
                  <a:lnTo>
                    <a:pt x="6594399" y="2572445"/>
                  </a:lnTo>
                  <a:lnTo>
                    <a:pt x="6595033" y="2572830"/>
                  </a:lnTo>
                  <a:lnTo>
                    <a:pt x="6595668" y="2572820"/>
                  </a:lnTo>
                  <a:lnTo>
                    <a:pt x="6596303" y="2572375"/>
                  </a:lnTo>
                  <a:lnTo>
                    <a:pt x="6596938" y="2571423"/>
                  </a:lnTo>
                  <a:lnTo>
                    <a:pt x="6597573" y="2569753"/>
                  </a:lnTo>
                  <a:lnTo>
                    <a:pt x="6598208" y="2567729"/>
                  </a:lnTo>
                  <a:lnTo>
                    <a:pt x="6598843" y="2565654"/>
                  </a:lnTo>
                  <a:lnTo>
                    <a:pt x="6599477" y="2563266"/>
                  </a:lnTo>
                  <a:lnTo>
                    <a:pt x="6600112" y="2560411"/>
                  </a:lnTo>
                  <a:lnTo>
                    <a:pt x="6600747" y="2556636"/>
                  </a:lnTo>
                  <a:lnTo>
                    <a:pt x="6601382" y="2551727"/>
                  </a:lnTo>
                  <a:lnTo>
                    <a:pt x="6602017" y="2546717"/>
                  </a:lnTo>
                  <a:lnTo>
                    <a:pt x="6602652" y="2541009"/>
                  </a:lnTo>
                  <a:lnTo>
                    <a:pt x="6603286" y="2536098"/>
                  </a:lnTo>
                  <a:lnTo>
                    <a:pt x="6603921" y="2531042"/>
                  </a:lnTo>
                  <a:lnTo>
                    <a:pt x="6604556" y="2525711"/>
                  </a:lnTo>
                  <a:lnTo>
                    <a:pt x="6605191" y="2520289"/>
                  </a:lnTo>
                  <a:lnTo>
                    <a:pt x="6605826" y="2514966"/>
                  </a:lnTo>
                  <a:lnTo>
                    <a:pt x="6606461" y="2509883"/>
                  </a:lnTo>
                  <a:lnTo>
                    <a:pt x="6607095" y="2505067"/>
                  </a:lnTo>
                  <a:lnTo>
                    <a:pt x="6607730" y="2500375"/>
                  </a:lnTo>
                  <a:lnTo>
                    <a:pt x="6608365" y="2495725"/>
                  </a:lnTo>
                  <a:lnTo>
                    <a:pt x="6609000" y="2491191"/>
                  </a:lnTo>
                  <a:lnTo>
                    <a:pt x="6609635" y="2486867"/>
                  </a:lnTo>
                  <a:lnTo>
                    <a:pt x="6610270" y="2483244"/>
                  </a:lnTo>
                  <a:lnTo>
                    <a:pt x="6610905" y="2480550"/>
                  </a:lnTo>
                  <a:lnTo>
                    <a:pt x="6611539" y="2477907"/>
                  </a:lnTo>
                  <a:lnTo>
                    <a:pt x="6612174" y="2475833"/>
                  </a:lnTo>
                  <a:lnTo>
                    <a:pt x="6612809" y="2473867"/>
                  </a:lnTo>
                  <a:lnTo>
                    <a:pt x="6613444" y="2472046"/>
                  </a:lnTo>
                  <a:lnTo>
                    <a:pt x="6614079" y="2470407"/>
                  </a:lnTo>
                  <a:lnTo>
                    <a:pt x="6614714" y="2469071"/>
                  </a:lnTo>
                  <a:lnTo>
                    <a:pt x="6615348" y="2467856"/>
                  </a:lnTo>
                  <a:lnTo>
                    <a:pt x="6615983" y="2466905"/>
                  </a:lnTo>
                  <a:lnTo>
                    <a:pt x="6616618" y="2466500"/>
                  </a:lnTo>
                  <a:lnTo>
                    <a:pt x="6617253" y="2466297"/>
                  </a:lnTo>
                  <a:lnTo>
                    <a:pt x="6617888" y="2466176"/>
                  </a:lnTo>
                  <a:lnTo>
                    <a:pt x="6618523" y="2466348"/>
                  </a:lnTo>
                  <a:lnTo>
                    <a:pt x="6619158" y="2466550"/>
                  </a:lnTo>
                  <a:lnTo>
                    <a:pt x="6619792" y="2466753"/>
                  </a:lnTo>
                  <a:lnTo>
                    <a:pt x="6620427" y="2466955"/>
                  </a:lnTo>
                  <a:lnTo>
                    <a:pt x="6621062" y="2467158"/>
                  </a:lnTo>
                  <a:lnTo>
                    <a:pt x="6621697" y="2467360"/>
                  </a:lnTo>
                  <a:lnTo>
                    <a:pt x="6622332" y="2467583"/>
                  </a:lnTo>
                  <a:lnTo>
                    <a:pt x="6622967" y="2467988"/>
                  </a:lnTo>
                  <a:lnTo>
                    <a:pt x="6623601" y="2468392"/>
                  </a:lnTo>
                  <a:lnTo>
                    <a:pt x="6624236" y="2468797"/>
                  </a:lnTo>
                  <a:lnTo>
                    <a:pt x="6624871" y="2469202"/>
                  </a:lnTo>
                  <a:lnTo>
                    <a:pt x="6625506" y="2469556"/>
                  </a:lnTo>
                  <a:lnTo>
                    <a:pt x="6626141" y="2469759"/>
                  </a:lnTo>
                  <a:lnTo>
                    <a:pt x="6626776" y="2469961"/>
                  </a:lnTo>
                  <a:lnTo>
                    <a:pt x="6627411" y="2469914"/>
                  </a:lnTo>
                  <a:lnTo>
                    <a:pt x="6628045" y="2469737"/>
                  </a:lnTo>
                  <a:lnTo>
                    <a:pt x="6628680" y="2469519"/>
                  </a:lnTo>
                  <a:lnTo>
                    <a:pt x="6629315" y="2469250"/>
                  </a:lnTo>
                  <a:lnTo>
                    <a:pt x="6629950" y="2468830"/>
                  </a:lnTo>
                  <a:lnTo>
                    <a:pt x="6630585" y="2468409"/>
                  </a:lnTo>
                  <a:lnTo>
                    <a:pt x="6631220" y="2467989"/>
                  </a:lnTo>
                  <a:lnTo>
                    <a:pt x="6631854" y="2467477"/>
                  </a:lnTo>
                  <a:lnTo>
                    <a:pt x="6632489" y="2466854"/>
                  </a:lnTo>
                  <a:lnTo>
                    <a:pt x="6633124" y="2466231"/>
                  </a:lnTo>
                  <a:lnTo>
                    <a:pt x="6633759" y="2465507"/>
                  </a:lnTo>
                  <a:lnTo>
                    <a:pt x="6634394" y="2464763"/>
                  </a:lnTo>
                  <a:lnTo>
                    <a:pt x="6635029" y="2464011"/>
                  </a:lnTo>
                  <a:lnTo>
                    <a:pt x="6635664" y="2463445"/>
                  </a:lnTo>
                  <a:lnTo>
                    <a:pt x="6636298" y="2462705"/>
                  </a:lnTo>
                  <a:lnTo>
                    <a:pt x="6636933" y="2461837"/>
                  </a:lnTo>
                  <a:lnTo>
                    <a:pt x="6637568" y="2460627"/>
                  </a:lnTo>
                  <a:lnTo>
                    <a:pt x="6638203" y="2459365"/>
                  </a:lnTo>
                  <a:lnTo>
                    <a:pt x="6638838" y="2458078"/>
                  </a:lnTo>
                  <a:lnTo>
                    <a:pt x="6639473" y="2456915"/>
                  </a:lnTo>
                  <a:lnTo>
                    <a:pt x="6640107" y="2455753"/>
                  </a:lnTo>
                  <a:lnTo>
                    <a:pt x="6640742" y="2454623"/>
                  </a:lnTo>
                  <a:lnTo>
                    <a:pt x="6641377" y="2453701"/>
                  </a:lnTo>
                  <a:lnTo>
                    <a:pt x="6642012" y="2452996"/>
                  </a:lnTo>
                  <a:lnTo>
                    <a:pt x="6642647" y="2452331"/>
                  </a:lnTo>
                  <a:lnTo>
                    <a:pt x="6643282" y="2451808"/>
                  </a:lnTo>
                  <a:lnTo>
                    <a:pt x="6643917" y="2451371"/>
                  </a:lnTo>
                  <a:lnTo>
                    <a:pt x="6644551" y="2451372"/>
                  </a:lnTo>
                  <a:lnTo>
                    <a:pt x="6645186" y="2451720"/>
                  </a:lnTo>
                  <a:lnTo>
                    <a:pt x="6645821" y="2452165"/>
                  </a:lnTo>
                  <a:lnTo>
                    <a:pt x="6646456" y="2452458"/>
                  </a:lnTo>
                  <a:lnTo>
                    <a:pt x="6647091" y="2453379"/>
                  </a:lnTo>
                  <a:lnTo>
                    <a:pt x="6647726" y="2454715"/>
                  </a:lnTo>
                  <a:lnTo>
                    <a:pt x="6648360" y="2456061"/>
                  </a:lnTo>
                  <a:lnTo>
                    <a:pt x="6648995" y="2457185"/>
                  </a:lnTo>
                  <a:lnTo>
                    <a:pt x="6649630" y="2458420"/>
                  </a:lnTo>
                  <a:lnTo>
                    <a:pt x="6650265" y="2460140"/>
                  </a:lnTo>
                  <a:lnTo>
                    <a:pt x="6650900" y="2461760"/>
                  </a:lnTo>
                  <a:lnTo>
                    <a:pt x="6651535" y="2463227"/>
                  </a:lnTo>
                  <a:lnTo>
                    <a:pt x="6652170" y="2464644"/>
                  </a:lnTo>
                  <a:lnTo>
                    <a:pt x="6652804" y="2465960"/>
                  </a:lnTo>
                  <a:lnTo>
                    <a:pt x="6653439" y="2467175"/>
                  </a:lnTo>
                  <a:lnTo>
                    <a:pt x="6654074" y="2468409"/>
                  </a:lnTo>
                  <a:lnTo>
                    <a:pt x="6654709" y="2469158"/>
                  </a:lnTo>
                  <a:lnTo>
                    <a:pt x="6655344" y="2469897"/>
                  </a:lnTo>
                  <a:lnTo>
                    <a:pt x="6655979" y="2470707"/>
                  </a:lnTo>
                  <a:lnTo>
                    <a:pt x="6656613" y="2471314"/>
                  </a:lnTo>
                  <a:lnTo>
                    <a:pt x="6657248" y="2471719"/>
                  </a:lnTo>
                  <a:lnTo>
                    <a:pt x="6657883" y="2472266"/>
                  </a:lnTo>
                  <a:lnTo>
                    <a:pt x="6658518" y="2473166"/>
                  </a:lnTo>
                  <a:lnTo>
                    <a:pt x="6659153" y="2473956"/>
                  </a:lnTo>
                  <a:lnTo>
                    <a:pt x="6659788" y="2474219"/>
                  </a:lnTo>
                  <a:lnTo>
                    <a:pt x="6660422" y="2474421"/>
                  </a:lnTo>
                  <a:lnTo>
                    <a:pt x="6661057" y="2474624"/>
                  </a:lnTo>
                  <a:lnTo>
                    <a:pt x="6661692" y="2474826"/>
                  </a:lnTo>
                  <a:lnTo>
                    <a:pt x="6662327" y="2475029"/>
                  </a:lnTo>
                  <a:lnTo>
                    <a:pt x="6662962" y="2475221"/>
                  </a:lnTo>
                  <a:lnTo>
                    <a:pt x="6663597" y="2475233"/>
                  </a:lnTo>
                  <a:lnTo>
                    <a:pt x="6664232" y="2475402"/>
                  </a:lnTo>
                  <a:lnTo>
                    <a:pt x="6664866" y="2475716"/>
                  </a:lnTo>
                  <a:lnTo>
                    <a:pt x="6665501" y="2476161"/>
                  </a:lnTo>
                  <a:lnTo>
                    <a:pt x="6666136" y="2476823"/>
                  </a:lnTo>
                  <a:lnTo>
                    <a:pt x="6666771" y="2477487"/>
                  </a:lnTo>
                  <a:lnTo>
                    <a:pt x="6667406" y="2477994"/>
                  </a:lnTo>
                  <a:lnTo>
                    <a:pt x="6668041" y="2478434"/>
                  </a:lnTo>
                  <a:lnTo>
                    <a:pt x="6668675" y="2479073"/>
                  </a:lnTo>
                  <a:lnTo>
                    <a:pt x="6669310" y="2479983"/>
                  </a:lnTo>
                  <a:lnTo>
                    <a:pt x="6669945" y="2481134"/>
                  </a:lnTo>
                  <a:lnTo>
                    <a:pt x="6670580" y="2482803"/>
                  </a:lnTo>
                  <a:lnTo>
                    <a:pt x="6671215" y="2484706"/>
                  </a:lnTo>
                  <a:lnTo>
                    <a:pt x="6671850" y="2486772"/>
                  </a:lnTo>
                  <a:lnTo>
                    <a:pt x="6672485" y="2489384"/>
                  </a:lnTo>
                  <a:lnTo>
                    <a:pt x="6673119" y="2492739"/>
                  </a:lnTo>
                  <a:lnTo>
                    <a:pt x="6673754" y="2496431"/>
                  </a:lnTo>
                  <a:lnTo>
                    <a:pt x="6674389" y="2499763"/>
                  </a:lnTo>
                  <a:lnTo>
                    <a:pt x="6675024" y="2502956"/>
                  </a:lnTo>
                  <a:lnTo>
                    <a:pt x="6675659" y="2506031"/>
                  </a:lnTo>
                  <a:lnTo>
                    <a:pt x="6676294" y="2509183"/>
                  </a:lnTo>
                  <a:lnTo>
                    <a:pt x="6676928" y="2512868"/>
                  </a:lnTo>
                  <a:lnTo>
                    <a:pt x="6677563" y="2517086"/>
                  </a:lnTo>
                  <a:lnTo>
                    <a:pt x="6678198" y="2521648"/>
                  </a:lnTo>
                  <a:lnTo>
                    <a:pt x="6678833" y="2526028"/>
                  </a:lnTo>
                  <a:lnTo>
                    <a:pt x="6679468" y="2530411"/>
                  </a:lnTo>
                  <a:lnTo>
                    <a:pt x="6680103" y="2535237"/>
                  </a:lnTo>
                  <a:lnTo>
                    <a:pt x="6680738" y="2540006"/>
                  </a:lnTo>
                  <a:lnTo>
                    <a:pt x="6681372" y="2545437"/>
                  </a:lnTo>
                  <a:lnTo>
                    <a:pt x="6682007" y="2551604"/>
                  </a:lnTo>
                  <a:lnTo>
                    <a:pt x="6682642" y="2557518"/>
                  </a:lnTo>
                  <a:lnTo>
                    <a:pt x="6683277" y="2562447"/>
                  </a:lnTo>
                  <a:lnTo>
                    <a:pt x="6683912" y="2567619"/>
                  </a:lnTo>
                  <a:lnTo>
                    <a:pt x="6684547" y="2572984"/>
                  </a:lnTo>
                  <a:lnTo>
                    <a:pt x="6685181" y="2578385"/>
                  </a:lnTo>
                  <a:lnTo>
                    <a:pt x="6685816" y="2583814"/>
                  </a:lnTo>
                  <a:lnTo>
                    <a:pt x="6686451" y="2589796"/>
                  </a:lnTo>
                  <a:lnTo>
                    <a:pt x="6687086" y="2595310"/>
                  </a:lnTo>
                  <a:lnTo>
                    <a:pt x="6687721" y="2600375"/>
                  </a:lnTo>
                  <a:lnTo>
                    <a:pt x="6688356" y="2605142"/>
                  </a:lnTo>
                  <a:lnTo>
                    <a:pt x="6688991" y="2609713"/>
                  </a:lnTo>
                  <a:lnTo>
                    <a:pt x="6689625" y="2614100"/>
                  </a:lnTo>
                  <a:lnTo>
                    <a:pt x="6690260" y="2617915"/>
                  </a:lnTo>
                  <a:lnTo>
                    <a:pt x="6690895" y="2621076"/>
                  </a:lnTo>
                  <a:lnTo>
                    <a:pt x="6691530" y="2623773"/>
                  </a:lnTo>
                  <a:lnTo>
                    <a:pt x="6692165" y="2625864"/>
                  </a:lnTo>
                  <a:lnTo>
                    <a:pt x="6692800" y="2627016"/>
                  </a:lnTo>
                  <a:lnTo>
                    <a:pt x="6693434" y="2627497"/>
                  </a:lnTo>
                  <a:lnTo>
                    <a:pt x="6694069" y="2627730"/>
                  </a:lnTo>
                  <a:lnTo>
                    <a:pt x="6694704" y="2627770"/>
                  </a:lnTo>
                  <a:lnTo>
                    <a:pt x="6695339" y="2627770"/>
                  </a:lnTo>
                  <a:lnTo>
                    <a:pt x="6695974" y="2627406"/>
                  </a:lnTo>
                  <a:lnTo>
                    <a:pt x="6696609" y="2626627"/>
                  </a:lnTo>
                  <a:lnTo>
                    <a:pt x="6697244" y="2625351"/>
                  </a:lnTo>
                  <a:lnTo>
                    <a:pt x="6697878" y="2623631"/>
                  </a:lnTo>
                  <a:lnTo>
                    <a:pt x="6698513" y="2621394"/>
                  </a:lnTo>
                  <a:lnTo>
                    <a:pt x="6699148" y="2618266"/>
                  </a:lnTo>
                  <a:lnTo>
                    <a:pt x="6699783" y="2614906"/>
                  </a:lnTo>
                  <a:lnTo>
                    <a:pt x="6700418" y="2611070"/>
                  </a:lnTo>
                  <a:lnTo>
                    <a:pt x="6701053" y="2607022"/>
                  </a:lnTo>
                  <a:lnTo>
                    <a:pt x="6701687" y="2603085"/>
                  </a:lnTo>
                  <a:lnTo>
                    <a:pt x="6702322" y="2599441"/>
                  </a:lnTo>
                  <a:lnTo>
                    <a:pt x="6702957" y="2596101"/>
                  </a:lnTo>
                  <a:lnTo>
                    <a:pt x="6703592" y="2592892"/>
                  </a:lnTo>
                  <a:lnTo>
                    <a:pt x="6704227" y="2589391"/>
                  </a:lnTo>
                  <a:lnTo>
                    <a:pt x="6704862" y="2585686"/>
                  </a:lnTo>
                  <a:lnTo>
                    <a:pt x="6705497" y="2581840"/>
                  </a:lnTo>
                  <a:lnTo>
                    <a:pt x="6706131" y="2578166"/>
                  </a:lnTo>
                  <a:lnTo>
                    <a:pt x="6706766" y="2574786"/>
                  </a:lnTo>
                  <a:lnTo>
                    <a:pt x="6707401" y="2571719"/>
                  </a:lnTo>
                  <a:lnTo>
                    <a:pt x="6708036" y="2568895"/>
                  </a:lnTo>
                  <a:lnTo>
                    <a:pt x="6708671" y="2566850"/>
                  </a:lnTo>
                  <a:lnTo>
                    <a:pt x="6709306" y="2564927"/>
                  </a:lnTo>
                  <a:lnTo>
                    <a:pt x="6709940" y="2563298"/>
                  </a:lnTo>
                  <a:lnTo>
                    <a:pt x="6710575" y="2561881"/>
                  </a:lnTo>
                  <a:lnTo>
                    <a:pt x="6711210" y="2560353"/>
                  </a:lnTo>
                  <a:lnTo>
                    <a:pt x="6711845" y="2558845"/>
                  </a:lnTo>
                  <a:lnTo>
                    <a:pt x="6712480" y="2557043"/>
                  </a:lnTo>
                  <a:lnTo>
                    <a:pt x="6713115" y="2555393"/>
                  </a:lnTo>
                  <a:lnTo>
                    <a:pt x="6713749" y="2554138"/>
                  </a:lnTo>
                  <a:lnTo>
                    <a:pt x="6714384" y="2552984"/>
                  </a:lnTo>
                  <a:lnTo>
                    <a:pt x="6715019" y="2551972"/>
                  </a:lnTo>
                  <a:lnTo>
                    <a:pt x="6715654" y="2550960"/>
                  </a:lnTo>
                  <a:lnTo>
                    <a:pt x="6716289" y="2549948"/>
                  </a:lnTo>
                  <a:lnTo>
                    <a:pt x="6716924" y="2548966"/>
                  </a:lnTo>
                  <a:lnTo>
                    <a:pt x="6717559" y="2548157"/>
                  </a:lnTo>
                  <a:lnTo>
                    <a:pt x="6718193" y="2547458"/>
                  </a:lnTo>
                  <a:lnTo>
                    <a:pt x="6718828" y="2546871"/>
                  </a:lnTo>
                  <a:lnTo>
                    <a:pt x="6719463" y="2546466"/>
                  </a:lnTo>
                  <a:lnTo>
                    <a:pt x="6720098" y="2546061"/>
                  </a:lnTo>
                  <a:lnTo>
                    <a:pt x="6720733" y="2545657"/>
                  </a:lnTo>
                  <a:lnTo>
                    <a:pt x="6721368" y="2545424"/>
                  </a:lnTo>
                  <a:lnTo>
                    <a:pt x="6722002" y="2545424"/>
                  </a:lnTo>
                  <a:lnTo>
                    <a:pt x="6722637" y="2545626"/>
                  </a:lnTo>
                  <a:lnTo>
                    <a:pt x="6723272" y="2546132"/>
                  </a:lnTo>
                  <a:lnTo>
                    <a:pt x="6723907" y="2547286"/>
                  </a:lnTo>
                  <a:lnTo>
                    <a:pt x="6724542" y="2549159"/>
                  </a:lnTo>
                  <a:lnTo>
                    <a:pt x="6725177" y="2551385"/>
                  </a:lnTo>
                  <a:lnTo>
                    <a:pt x="6725812" y="2553662"/>
                  </a:lnTo>
                  <a:lnTo>
                    <a:pt x="6726446" y="2556254"/>
                  </a:lnTo>
                  <a:lnTo>
                    <a:pt x="6727081" y="2559280"/>
                  </a:lnTo>
                  <a:lnTo>
                    <a:pt x="6727716" y="2563257"/>
                  </a:lnTo>
                  <a:lnTo>
                    <a:pt x="6728351" y="2568369"/>
                  </a:lnTo>
                  <a:lnTo>
                    <a:pt x="6728986" y="2573763"/>
                  </a:lnTo>
                  <a:lnTo>
                    <a:pt x="6729621" y="2579877"/>
                  </a:lnTo>
                  <a:lnTo>
                    <a:pt x="6730255" y="2585192"/>
                  </a:lnTo>
                  <a:lnTo>
                    <a:pt x="6730890" y="2590653"/>
                  </a:lnTo>
                  <a:lnTo>
                    <a:pt x="6731525" y="2596389"/>
                  </a:lnTo>
                  <a:lnTo>
                    <a:pt x="6732160" y="2602216"/>
                  </a:lnTo>
                  <a:lnTo>
                    <a:pt x="6732795" y="2607944"/>
                  </a:lnTo>
                  <a:lnTo>
                    <a:pt x="6733430" y="2613431"/>
                  </a:lnTo>
                  <a:lnTo>
                    <a:pt x="6734065" y="2618470"/>
                  </a:lnTo>
                  <a:lnTo>
                    <a:pt x="6734699" y="2623233"/>
                  </a:lnTo>
                  <a:lnTo>
                    <a:pt x="6735334" y="2627883"/>
                  </a:lnTo>
                  <a:lnTo>
                    <a:pt x="6735969" y="2632397"/>
                  </a:lnTo>
                  <a:lnTo>
                    <a:pt x="6736604" y="2636396"/>
                  </a:lnTo>
                  <a:lnTo>
                    <a:pt x="6737239" y="2639342"/>
                  </a:lnTo>
                  <a:lnTo>
                    <a:pt x="6737874" y="2641226"/>
                  </a:lnTo>
                  <a:lnTo>
                    <a:pt x="6738508" y="2642877"/>
                  </a:lnTo>
                  <a:lnTo>
                    <a:pt x="6739143" y="2643909"/>
                  </a:lnTo>
                  <a:lnTo>
                    <a:pt x="6739778" y="2644911"/>
                  </a:lnTo>
                  <a:lnTo>
                    <a:pt x="6740413" y="2645787"/>
                  </a:lnTo>
                  <a:lnTo>
                    <a:pt x="6741048" y="2646760"/>
                  </a:lnTo>
                  <a:lnTo>
                    <a:pt x="6741683" y="2647400"/>
                  </a:lnTo>
                  <a:lnTo>
                    <a:pt x="6742318" y="2647878"/>
                  </a:lnTo>
                  <a:lnTo>
                    <a:pt x="6742952" y="2648151"/>
                  </a:lnTo>
                  <a:lnTo>
                    <a:pt x="6743587" y="2647789"/>
                  </a:lnTo>
                  <a:lnTo>
                    <a:pt x="6744222" y="2647305"/>
                  </a:lnTo>
                  <a:lnTo>
                    <a:pt x="6744857" y="2646561"/>
                  </a:lnTo>
                  <a:lnTo>
                    <a:pt x="6745492" y="2645538"/>
                  </a:lnTo>
                  <a:lnTo>
                    <a:pt x="6746127" y="2644544"/>
                  </a:lnTo>
                  <a:lnTo>
                    <a:pt x="6746761" y="2643625"/>
                  </a:lnTo>
                  <a:lnTo>
                    <a:pt x="6747396" y="2642776"/>
                  </a:lnTo>
                  <a:lnTo>
                    <a:pt x="6748031" y="2641928"/>
                  </a:lnTo>
                  <a:lnTo>
                    <a:pt x="6748666" y="2641095"/>
                  </a:lnTo>
                  <a:lnTo>
                    <a:pt x="6749301" y="2640399"/>
                  </a:lnTo>
                  <a:lnTo>
                    <a:pt x="6749936" y="2639435"/>
                  </a:lnTo>
                  <a:lnTo>
                    <a:pt x="6750571" y="2638339"/>
                  </a:lnTo>
                  <a:lnTo>
                    <a:pt x="6751205" y="2637296"/>
                  </a:lnTo>
                  <a:lnTo>
                    <a:pt x="6751840" y="2636254"/>
                  </a:lnTo>
                  <a:lnTo>
                    <a:pt x="6752475" y="2635122"/>
                  </a:lnTo>
                  <a:lnTo>
                    <a:pt x="6753110" y="2634003"/>
                  </a:lnTo>
                  <a:lnTo>
                    <a:pt x="6753745" y="2632946"/>
                  </a:lnTo>
                  <a:lnTo>
                    <a:pt x="6754380" y="2632116"/>
                  </a:lnTo>
                  <a:lnTo>
                    <a:pt x="6755014" y="2631508"/>
                  </a:lnTo>
                  <a:lnTo>
                    <a:pt x="6755649" y="2630972"/>
                  </a:lnTo>
                  <a:lnTo>
                    <a:pt x="6756284" y="2630618"/>
                  </a:lnTo>
                  <a:lnTo>
                    <a:pt x="6756919" y="2630415"/>
                  </a:lnTo>
                  <a:lnTo>
                    <a:pt x="6757554" y="2630213"/>
                  </a:lnTo>
                  <a:lnTo>
                    <a:pt x="6758189" y="2630010"/>
                  </a:lnTo>
                  <a:lnTo>
                    <a:pt x="6758824" y="2629899"/>
                  </a:lnTo>
                  <a:lnTo>
                    <a:pt x="6759458" y="2630104"/>
                  </a:lnTo>
                  <a:lnTo>
                    <a:pt x="6760093" y="2630237"/>
                  </a:lnTo>
                  <a:lnTo>
                    <a:pt x="6760728" y="2630361"/>
                  </a:lnTo>
                  <a:lnTo>
                    <a:pt x="6761363" y="2630461"/>
                  </a:lnTo>
                  <a:lnTo>
                    <a:pt x="6761998" y="2630594"/>
                  </a:lnTo>
                  <a:lnTo>
                    <a:pt x="6762633" y="2630791"/>
                  </a:lnTo>
                  <a:lnTo>
                    <a:pt x="6763267" y="2631104"/>
                  </a:lnTo>
                  <a:lnTo>
                    <a:pt x="6763902" y="2631228"/>
                  </a:lnTo>
                  <a:lnTo>
                    <a:pt x="6764537" y="2631444"/>
                  </a:lnTo>
                  <a:lnTo>
                    <a:pt x="6765172" y="2631643"/>
                  </a:lnTo>
                  <a:lnTo>
                    <a:pt x="6765807" y="2631670"/>
                  </a:lnTo>
                  <a:lnTo>
                    <a:pt x="6766442" y="2631635"/>
                  </a:lnTo>
                  <a:lnTo>
                    <a:pt x="6767076" y="2631797"/>
                  </a:lnTo>
                  <a:lnTo>
                    <a:pt x="6767711" y="2632046"/>
                  </a:lnTo>
                  <a:lnTo>
                    <a:pt x="6768346" y="2632139"/>
                  </a:lnTo>
                  <a:lnTo>
                    <a:pt x="6768981" y="2632075"/>
                  </a:lnTo>
                  <a:lnTo>
                    <a:pt x="6769616" y="2631916"/>
                  </a:lnTo>
                  <a:lnTo>
                    <a:pt x="6770251" y="2631700"/>
                  </a:lnTo>
                  <a:lnTo>
                    <a:pt x="6770886" y="2631440"/>
                  </a:lnTo>
                  <a:lnTo>
                    <a:pt x="6771520" y="2631288"/>
                  </a:lnTo>
                  <a:lnTo>
                    <a:pt x="6772155" y="2631157"/>
                  </a:lnTo>
                  <a:lnTo>
                    <a:pt x="6772790" y="2630976"/>
                  </a:lnTo>
                  <a:lnTo>
                    <a:pt x="6773425" y="2630953"/>
                  </a:lnTo>
                  <a:lnTo>
                    <a:pt x="6774060" y="2630506"/>
                  </a:lnTo>
                  <a:lnTo>
                    <a:pt x="6774695" y="2629865"/>
                  </a:lnTo>
                  <a:lnTo>
                    <a:pt x="6775329" y="2629244"/>
                  </a:lnTo>
                  <a:lnTo>
                    <a:pt x="6775964" y="2628866"/>
                  </a:lnTo>
                  <a:lnTo>
                    <a:pt x="6776599" y="2628565"/>
                  </a:lnTo>
                  <a:lnTo>
                    <a:pt x="6777234" y="2628274"/>
                  </a:lnTo>
                  <a:lnTo>
                    <a:pt x="6777869" y="2627978"/>
                  </a:lnTo>
                  <a:lnTo>
                    <a:pt x="6778504" y="2627735"/>
                  </a:lnTo>
                  <a:lnTo>
                    <a:pt x="6779139" y="2627650"/>
                  </a:lnTo>
                  <a:lnTo>
                    <a:pt x="6779773" y="2627635"/>
                  </a:lnTo>
                  <a:lnTo>
                    <a:pt x="6780408" y="2627672"/>
                  </a:lnTo>
                  <a:lnTo>
                    <a:pt x="6781043" y="2627593"/>
                  </a:lnTo>
                  <a:lnTo>
                    <a:pt x="6781678" y="2627629"/>
                  </a:lnTo>
                  <a:lnTo>
                    <a:pt x="6782313" y="2627527"/>
                  </a:lnTo>
                  <a:lnTo>
                    <a:pt x="6782948" y="2627429"/>
                  </a:lnTo>
                  <a:lnTo>
                    <a:pt x="6783582" y="2627195"/>
                  </a:lnTo>
                  <a:lnTo>
                    <a:pt x="6784217" y="2627113"/>
                  </a:lnTo>
                  <a:lnTo>
                    <a:pt x="6784852" y="2627059"/>
                  </a:lnTo>
                  <a:lnTo>
                    <a:pt x="6785487" y="2626571"/>
                  </a:lnTo>
                  <a:lnTo>
                    <a:pt x="6786122" y="2625816"/>
                  </a:lnTo>
                  <a:lnTo>
                    <a:pt x="6786757" y="2624816"/>
                  </a:lnTo>
                  <a:lnTo>
                    <a:pt x="6787392" y="2623696"/>
                  </a:lnTo>
                  <a:lnTo>
                    <a:pt x="6788026" y="2622279"/>
                  </a:lnTo>
                  <a:lnTo>
                    <a:pt x="6788661" y="2620660"/>
                  </a:lnTo>
                  <a:lnTo>
                    <a:pt x="6789296" y="2618939"/>
                  </a:lnTo>
                  <a:lnTo>
                    <a:pt x="6789931" y="2617228"/>
                  </a:lnTo>
                  <a:lnTo>
                    <a:pt x="6790566" y="2615516"/>
                  </a:lnTo>
                  <a:lnTo>
                    <a:pt x="6791201" y="2613536"/>
                  </a:lnTo>
                  <a:lnTo>
                    <a:pt x="6791835" y="2611591"/>
                  </a:lnTo>
                  <a:lnTo>
                    <a:pt x="6792470" y="2609717"/>
                  </a:lnTo>
                  <a:lnTo>
                    <a:pt x="6793105" y="2607833"/>
                  </a:lnTo>
                  <a:lnTo>
                    <a:pt x="6793740" y="2605757"/>
                  </a:lnTo>
                  <a:lnTo>
                    <a:pt x="6794375" y="2603781"/>
                  </a:lnTo>
                  <a:lnTo>
                    <a:pt x="6795010" y="2602340"/>
                  </a:lnTo>
                  <a:lnTo>
                    <a:pt x="6795645" y="2601001"/>
                  </a:lnTo>
                  <a:lnTo>
                    <a:pt x="6796279" y="2599773"/>
                  </a:lnTo>
                  <a:lnTo>
                    <a:pt x="6796914" y="2598707"/>
                  </a:lnTo>
                  <a:lnTo>
                    <a:pt x="6797549" y="2597856"/>
                  </a:lnTo>
                  <a:lnTo>
                    <a:pt x="6798184" y="2597216"/>
                  </a:lnTo>
                  <a:lnTo>
                    <a:pt x="6798819" y="2596761"/>
                  </a:lnTo>
                  <a:lnTo>
                    <a:pt x="6799454" y="2596567"/>
                  </a:lnTo>
                  <a:lnTo>
                    <a:pt x="6800088" y="2596721"/>
                  </a:lnTo>
                  <a:lnTo>
                    <a:pt x="6800723" y="2597386"/>
                  </a:lnTo>
                  <a:lnTo>
                    <a:pt x="6801358" y="2598781"/>
                  </a:lnTo>
                  <a:lnTo>
                    <a:pt x="6801993" y="2600129"/>
                  </a:lnTo>
                  <a:lnTo>
                    <a:pt x="6802628" y="2601721"/>
                  </a:lnTo>
                  <a:lnTo>
                    <a:pt x="6803263" y="2603358"/>
                  </a:lnTo>
                  <a:lnTo>
                    <a:pt x="6803898" y="2604924"/>
                  </a:lnTo>
                  <a:lnTo>
                    <a:pt x="6804532" y="2606399"/>
                  </a:lnTo>
                  <a:lnTo>
                    <a:pt x="6805167" y="2607789"/>
                  </a:lnTo>
                  <a:lnTo>
                    <a:pt x="6805802" y="2609281"/>
                  </a:lnTo>
                  <a:lnTo>
                    <a:pt x="6806437" y="2610822"/>
                  </a:lnTo>
                  <a:lnTo>
                    <a:pt x="6807072" y="2612280"/>
                  </a:lnTo>
                  <a:lnTo>
                    <a:pt x="6807707" y="2613776"/>
                  </a:lnTo>
                  <a:lnTo>
                    <a:pt x="6808341" y="2614769"/>
                  </a:lnTo>
                  <a:lnTo>
                    <a:pt x="6808976" y="2615316"/>
                  </a:lnTo>
                  <a:lnTo>
                    <a:pt x="6809611" y="2615624"/>
                  </a:lnTo>
                  <a:lnTo>
                    <a:pt x="6810246" y="2615974"/>
                  </a:lnTo>
                  <a:lnTo>
                    <a:pt x="6810881" y="2615699"/>
                  </a:lnTo>
                  <a:lnTo>
                    <a:pt x="6811516" y="2615304"/>
                  </a:lnTo>
                  <a:lnTo>
                    <a:pt x="6812151" y="2614294"/>
                  </a:lnTo>
                  <a:lnTo>
                    <a:pt x="6812785" y="2613336"/>
                  </a:lnTo>
                  <a:lnTo>
                    <a:pt x="6813420" y="2612330"/>
                  </a:lnTo>
                  <a:lnTo>
                    <a:pt x="6814055" y="2611152"/>
                  </a:lnTo>
                  <a:lnTo>
                    <a:pt x="6814690" y="2610078"/>
                  </a:lnTo>
                  <a:lnTo>
                    <a:pt x="6815325" y="2608693"/>
                  </a:lnTo>
                  <a:lnTo>
                    <a:pt x="6815960" y="2607248"/>
                  </a:lnTo>
                  <a:lnTo>
                    <a:pt x="6816594" y="2605802"/>
                  </a:lnTo>
                  <a:lnTo>
                    <a:pt x="6817229" y="2604364"/>
                  </a:lnTo>
                  <a:lnTo>
                    <a:pt x="6817864" y="2603431"/>
                  </a:lnTo>
                  <a:lnTo>
                    <a:pt x="6818499" y="2602616"/>
                  </a:lnTo>
                  <a:lnTo>
                    <a:pt x="6819134" y="2602205"/>
                  </a:lnTo>
                  <a:lnTo>
                    <a:pt x="6819769" y="2602330"/>
                  </a:lnTo>
                  <a:lnTo>
                    <a:pt x="6820404" y="2602749"/>
                  </a:lnTo>
                  <a:lnTo>
                    <a:pt x="6821038" y="2603460"/>
                  </a:lnTo>
                  <a:lnTo>
                    <a:pt x="6821673" y="2604475"/>
                  </a:lnTo>
                  <a:lnTo>
                    <a:pt x="6822308" y="2605539"/>
                  </a:lnTo>
                  <a:lnTo>
                    <a:pt x="6822943" y="2606611"/>
                  </a:lnTo>
                  <a:lnTo>
                    <a:pt x="6823578" y="2608014"/>
                  </a:lnTo>
                  <a:lnTo>
                    <a:pt x="6824213" y="2609709"/>
                  </a:lnTo>
                  <a:lnTo>
                    <a:pt x="6824847" y="2611749"/>
                  </a:lnTo>
                  <a:lnTo>
                    <a:pt x="6825482" y="2614193"/>
                  </a:lnTo>
                  <a:lnTo>
                    <a:pt x="6826117" y="2617498"/>
                  </a:lnTo>
                  <a:lnTo>
                    <a:pt x="6826752" y="2621024"/>
                  </a:lnTo>
                  <a:lnTo>
                    <a:pt x="6827387" y="2624860"/>
                  </a:lnTo>
                  <a:lnTo>
                    <a:pt x="6828022" y="2628908"/>
                  </a:lnTo>
                  <a:lnTo>
                    <a:pt x="6828656" y="2632997"/>
                  </a:lnTo>
                  <a:lnTo>
                    <a:pt x="6829291" y="2636803"/>
                  </a:lnTo>
                  <a:lnTo>
                    <a:pt x="6829926" y="2640335"/>
                  </a:lnTo>
                  <a:lnTo>
                    <a:pt x="6830561" y="2643999"/>
                  </a:lnTo>
                  <a:lnTo>
                    <a:pt x="6831196" y="2648108"/>
                  </a:lnTo>
                  <a:lnTo>
                    <a:pt x="6831831" y="2652420"/>
                  </a:lnTo>
                  <a:lnTo>
                    <a:pt x="6832466" y="2656873"/>
                  </a:lnTo>
                  <a:lnTo>
                    <a:pt x="6833100" y="2661154"/>
                  </a:lnTo>
                  <a:lnTo>
                    <a:pt x="6833735" y="2665334"/>
                  </a:lnTo>
                  <a:lnTo>
                    <a:pt x="6834370" y="2669211"/>
                  </a:lnTo>
                  <a:lnTo>
                    <a:pt x="6835005" y="2672844"/>
                  </a:lnTo>
                  <a:lnTo>
                    <a:pt x="6835640" y="2675699"/>
                  </a:lnTo>
                  <a:lnTo>
                    <a:pt x="6836275" y="2678300"/>
                  </a:lnTo>
                  <a:lnTo>
                    <a:pt x="6836909" y="2680537"/>
                  </a:lnTo>
                  <a:lnTo>
                    <a:pt x="6837544" y="2682429"/>
                  </a:lnTo>
                  <a:lnTo>
                    <a:pt x="6838179" y="2684211"/>
                  </a:lnTo>
                  <a:lnTo>
                    <a:pt x="6838814" y="2685729"/>
                  </a:lnTo>
                  <a:lnTo>
                    <a:pt x="6839449" y="2687338"/>
                  </a:lnTo>
                  <a:lnTo>
                    <a:pt x="6840084" y="2688532"/>
                  </a:lnTo>
                  <a:lnTo>
                    <a:pt x="6840719" y="2689180"/>
                  </a:lnTo>
                  <a:lnTo>
                    <a:pt x="6841353" y="2689727"/>
                  </a:lnTo>
                  <a:lnTo>
                    <a:pt x="6841988" y="2690132"/>
                  </a:lnTo>
                  <a:lnTo>
                    <a:pt x="6842623" y="2690536"/>
                  </a:lnTo>
                  <a:lnTo>
                    <a:pt x="6843258" y="2690749"/>
                  </a:lnTo>
                  <a:lnTo>
                    <a:pt x="6843893" y="2690779"/>
                  </a:lnTo>
                  <a:lnTo>
                    <a:pt x="6844528" y="2690476"/>
                  </a:lnTo>
                  <a:lnTo>
                    <a:pt x="6845162" y="2689959"/>
                  </a:lnTo>
                  <a:lnTo>
                    <a:pt x="6845797" y="2689464"/>
                  </a:lnTo>
                  <a:lnTo>
                    <a:pt x="6846432" y="2688856"/>
                  </a:lnTo>
                  <a:lnTo>
                    <a:pt x="6847067" y="2688381"/>
                  </a:lnTo>
                  <a:lnTo>
                    <a:pt x="6847702" y="2687976"/>
                  </a:lnTo>
                  <a:lnTo>
                    <a:pt x="6848337" y="2687804"/>
                  </a:lnTo>
                  <a:lnTo>
                    <a:pt x="6848972" y="2687611"/>
                  </a:lnTo>
                  <a:lnTo>
                    <a:pt x="6849606" y="2687409"/>
                  </a:lnTo>
                  <a:lnTo>
                    <a:pt x="6850241" y="2687146"/>
                  </a:lnTo>
                  <a:lnTo>
                    <a:pt x="6850876" y="2686741"/>
                  </a:lnTo>
                  <a:lnTo>
                    <a:pt x="6851511" y="2686336"/>
                  </a:lnTo>
                  <a:lnTo>
                    <a:pt x="6852146" y="2685850"/>
                  </a:lnTo>
                  <a:lnTo>
                    <a:pt x="6852781" y="2685202"/>
                  </a:lnTo>
                  <a:lnTo>
                    <a:pt x="6853415" y="2684534"/>
                  </a:lnTo>
                  <a:lnTo>
                    <a:pt x="6854050" y="2684028"/>
                  </a:lnTo>
                  <a:lnTo>
                    <a:pt x="6854685" y="2683624"/>
                  </a:lnTo>
                  <a:lnTo>
                    <a:pt x="6855320" y="2683219"/>
                  </a:lnTo>
                  <a:lnTo>
                    <a:pt x="6855955" y="2682814"/>
                  </a:lnTo>
                  <a:lnTo>
                    <a:pt x="6856590" y="2682409"/>
                  </a:lnTo>
                  <a:lnTo>
                    <a:pt x="6857225" y="2682004"/>
                  </a:lnTo>
                  <a:lnTo>
                    <a:pt x="6857859" y="2681539"/>
                  </a:lnTo>
                  <a:lnTo>
                    <a:pt x="6858494" y="2680931"/>
                  </a:lnTo>
                  <a:lnTo>
                    <a:pt x="6859129" y="2680324"/>
                  </a:lnTo>
                  <a:lnTo>
                    <a:pt x="6859764" y="2679636"/>
                  </a:lnTo>
                  <a:lnTo>
                    <a:pt x="6860399" y="2678624"/>
                  </a:lnTo>
                  <a:lnTo>
                    <a:pt x="6861034" y="2677794"/>
                  </a:lnTo>
                  <a:lnTo>
                    <a:pt x="6861668" y="2677126"/>
                  </a:lnTo>
                  <a:lnTo>
                    <a:pt x="6862303" y="2676407"/>
                  </a:lnTo>
                  <a:lnTo>
                    <a:pt x="6862938" y="2676036"/>
                  </a:lnTo>
                  <a:lnTo>
                    <a:pt x="6863573" y="2675843"/>
                  </a:lnTo>
                  <a:lnTo>
                    <a:pt x="6864208" y="2675946"/>
                  </a:lnTo>
                  <a:lnTo>
                    <a:pt x="6864843" y="2676179"/>
                  </a:lnTo>
                  <a:lnTo>
                    <a:pt x="6865478" y="2676413"/>
                  </a:lnTo>
                  <a:lnTo>
                    <a:pt x="6866112" y="2676921"/>
                  </a:lnTo>
                  <a:lnTo>
                    <a:pt x="6866747" y="2677351"/>
                  </a:lnTo>
                  <a:lnTo>
                    <a:pt x="6867382" y="2677818"/>
                  </a:lnTo>
                  <a:lnTo>
                    <a:pt x="6868017" y="2678107"/>
                  </a:lnTo>
                  <a:lnTo>
                    <a:pt x="6868652" y="2678426"/>
                  </a:lnTo>
                  <a:lnTo>
                    <a:pt x="6869287" y="2678845"/>
                  </a:lnTo>
                  <a:lnTo>
                    <a:pt x="6869921" y="2679486"/>
                  </a:lnTo>
                  <a:lnTo>
                    <a:pt x="6870556" y="2680368"/>
                  </a:lnTo>
                  <a:lnTo>
                    <a:pt x="6871191" y="2681220"/>
                  </a:lnTo>
                  <a:lnTo>
                    <a:pt x="6871826" y="2682535"/>
                  </a:lnTo>
                  <a:lnTo>
                    <a:pt x="6872461" y="2684058"/>
                  </a:lnTo>
                  <a:lnTo>
                    <a:pt x="6873096" y="2685574"/>
                  </a:lnTo>
                  <a:lnTo>
                    <a:pt x="6873731" y="2686913"/>
                  </a:lnTo>
                  <a:lnTo>
                    <a:pt x="6874365" y="2688182"/>
                  </a:lnTo>
                  <a:lnTo>
                    <a:pt x="6875000" y="2689451"/>
                  </a:lnTo>
                  <a:lnTo>
                    <a:pt x="6875635" y="2690663"/>
                  </a:lnTo>
                  <a:lnTo>
                    <a:pt x="6876270" y="2691719"/>
                  </a:lnTo>
                  <a:lnTo>
                    <a:pt x="6876905" y="2692682"/>
                  </a:lnTo>
                  <a:lnTo>
                    <a:pt x="6877540" y="2693779"/>
                  </a:lnTo>
                  <a:lnTo>
                    <a:pt x="6878174" y="2694821"/>
                  </a:lnTo>
                  <a:lnTo>
                    <a:pt x="6878809" y="2695863"/>
                  </a:lnTo>
                  <a:lnTo>
                    <a:pt x="6879444" y="2696995"/>
                  </a:lnTo>
                  <a:lnTo>
                    <a:pt x="6880079" y="2698114"/>
                  </a:lnTo>
                  <a:lnTo>
                    <a:pt x="6880714" y="2699172"/>
                  </a:lnTo>
                  <a:lnTo>
                    <a:pt x="6881349" y="2699931"/>
                  </a:lnTo>
                  <a:lnTo>
                    <a:pt x="6881983" y="2700336"/>
                  </a:lnTo>
                  <a:lnTo>
                    <a:pt x="6882618" y="2700670"/>
                  </a:lnTo>
                  <a:lnTo>
                    <a:pt x="6883253" y="2700872"/>
                  </a:lnTo>
                  <a:lnTo>
                    <a:pt x="6883888" y="2701075"/>
                  </a:lnTo>
                  <a:lnTo>
                    <a:pt x="6884523" y="2701166"/>
                  </a:lnTo>
                  <a:lnTo>
                    <a:pt x="6885158" y="2701166"/>
                  </a:lnTo>
                  <a:lnTo>
                    <a:pt x="6885793" y="2701166"/>
                  </a:lnTo>
                  <a:lnTo>
                    <a:pt x="6886427" y="2700961"/>
                  </a:lnTo>
                  <a:lnTo>
                    <a:pt x="6887062" y="2700828"/>
                  </a:lnTo>
                  <a:lnTo>
                    <a:pt x="6887697" y="2700703"/>
                  </a:lnTo>
                  <a:lnTo>
                    <a:pt x="6888332" y="2700604"/>
                  </a:lnTo>
                  <a:lnTo>
                    <a:pt x="6888967" y="2700471"/>
                  </a:lnTo>
                  <a:lnTo>
                    <a:pt x="6889602" y="2700088"/>
                  </a:lnTo>
                  <a:lnTo>
                    <a:pt x="6890236" y="2699764"/>
                  </a:lnTo>
                  <a:lnTo>
                    <a:pt x="6890871" y="2699828"/>
                  </a:lnTo>
                  <a:lnTo>
                    <a:pt x="6891506" y="2700278"/>
                  </a:lnTo>
                  <a:lnTo>
                    <a:pt x="6892141" y="2700921"/>
                  </a:lnTo>
                  <a:lnTo>
                    <a:pt x="6892776" y="2701761"/>
                  </a:lnTo>
                  <a:lnTo>
                    <a:pt x="6893411" y="2702538"/>
                  </a:lnTo>
                  <a:lnTo>
                    <a:pt x="6894046" y="2703230"/>
                  </a:lnTo>
                  <a:lnTo>
                    <a:pt x="6894680" y="2703925"/>
                  </a:lnTo>
                  <a:lnTo>
                    <a:pt x="6895315" y="2704702"/>
                  </a:lnTo>
                  <a:lnTo>
                    <a:pt x="6895950" y="2705544"/>
                  </a:lnTo>
                  <a:lnTo>
                    <a:pt x="6896585" y="2706482"/>
                  </a:lnTo>
                  <a:lnTo>
                    <a:pt x="6897220" y="2707476"/>
                  </a:lnTo>
                  <a:lnTo>
                    <a:pt x="6897855" y="2708515"/>
                  </a:lnTo>
                  <a:lnTo>
                    <a:pt x="6898489" y="2709445"/>
                  </a:lnTo>
                  <a:lnTo>
                    <a:pt x="6899124" y="2710402"/>
                  </a:lnTo>
                  <a:lnTo>
                    <a:pt x="6899759" y="2711353"/>
                  </a:lnTo>
                  <a:lnTo>
                    <a:pt x="6900394" y="2712297"/>
                  </a:lnTo>
                  <a:lnTo>
                    <a:pt x="6901029" y="2713240"/>
                  </a:lnTo>
                  <a:lnTo>
                    <a:pt x="6901664" y="2714165"/>
                  </a:lnTo>
                  <a:lnTo>
                    <a:pt x="6902299" y="2715059"/>
                  </a:lnTo>
                  <a:lnTo>
                    <a:pt x="6902933" y="2715932"/>
                  </a:lnTo>
                  <a:lnTo>
                    <a:pt x="6903568" y="2716841"/>
                  </a:lnTo>
                  <a:lnTo>
                    <a:pt x="6904203" y="2717740"/>
                  </a:lnTo>
                  <a:lnTo>
                    <a:pt x="6904838" y="2718470"/>
                  </a:lnTo>
                  <a:lnTo>
                    <a:pt x="6905473" y="2718976"/>
                  </a:lnTo>
                  <a:lnTo>
                    <a:pt x="6906108" y="2719265"/>
                  </a:lnTo>
                  <a:lnTo>
                    <a:pt x="6906742" y="2719482"/>
                  </a:lnTo>
                  <a:lnTo>
                    <a:pt x="6907377" y="2719647"/>
                  </a:lnTo>
                  <a:lnTo>
                    <a:pt x="6908012" y="2719929"/>
                  </a:lnTo>
                  <a:lnTo>
                    <a:pt x="6908647" y="2720196"/>
                  </a:lnTo>
                  <a:lnTo>
                    <a:pt x="6909282" y="2720561"/>
                  </a:lnTo>
                  <a:lnTo>
                    <a:pt x="6909917" y="2720660"/>
                  </a:lnTo>
                  <a:lnTo>
                    <a:pt x="6910552" y="2720893"/>
                  </a:lnTo>
                  <a:lnTo>
                    <a:pt x="6911186" y="2720975"/>
                  </a:lnTo>
                  <a:lnTo>
                    <a:pt x="6911821" y="2720817"/>
                  </a:lnTo>
                  <a:lnTo>
                    <a:pt x="6912456" y="2720809"/>
                  </a:lnTo>
                  <a:lnTo>
                    <a:pt x="6913091" y="2720876"/>
                  </a:lnTo>
                  <a:lnTo>
                    <a:pt x="6913726" y="2721065"/>
                  </a:lnTo>
                  <a:lnTo>
                    <a:pt x="6914361" y="2721306"/>
                  </a:lnTo>
                  <a:lnTo>
                    <a:pt x="6914995" y="2721720"/>
                  </a:lnTo>
                  <a:lnTo>
                    <a:pt x="6915630" y="2722065"/>
                  </a:lnTo>
                  <a:lnTo>
                    <a:pt x="6916265" y="2722368"/>
                  </a:lnTo>
                  <a:lnTo>
                    <a:pt x="6916900" y="2723058"/>
                  </a:lnTo>
                  <a:lnTo>
                    <a:pt x="6917535" y="2723764"/>
                  </a:lnTo>
                  <a:lnTo>
                    <a:pt x="6918170" y="2724963"/>
                  </a:lnTo>
                  <a:lnTo>
                    <a:pt x="6918805" y="2726052"/>
                  </a:lnTo>
                  <a:lnTo>
                    <a:pt x="6919439" y="2727208"/>
                  </a:lnTo>
                  <a:lnTo>
                    <a:pt x="6920074" y="2728374"/>
                  </a:lnTo>
                  <a:lnTo>
                    <a:pt x="6920709" y="2729732"/>
                  </a:lnTo>
                  <a:lnTo>
                    <a:pt x="6921344" y="2731192"/>
                  </a:lnTo>
                  <a:lnTo>
                    <a:pt x="6921979" y="2732391"/>
                  </a:lnTo>
                  <a:lnTo>
                    <a:pt x="6922614" y="2733547"/>
                  </a:lnTo>
                  <a:lnTo>
                    <a:pt x="6923248" y="2734679"/>
                  </a:lnTo>
                  <a:lnTo>
                    <a:pt x="6923883" y="2735822"/>
                  </a:lnTo>
                  <a:lnTo>
                    <a:pt x="6924518" y="2737043"/>
                  </a:lnTo>
                  <a:lnTo>
                    <a:pt x="6925153" y="2738392"/>
                  </a:lnTo>
                  <a:lnTo>
                    <a:pt x="6925788" y="2739852"/>
                  </a:lnTo>
                  <a:lnTo>
                    <a:pt x="6926423" y="2741204"/>
                  </a:lnTo>
                  <a:lnTo>
                    <a:pt x="6927058" y="2742094"/>
                  </a:lnTo>
                  <a:lnTo>
                    <a:pt x="6927692" y="2742478"/>
                  </a:lnTo>
                  <a:lnTo>
                    <a:pt x="6928327" y="2742633"/>
                  </a:lnTo>
                  <a:lnTo>
                    <a:pt x="6928962" y="2742969"/>
                  </a:lnTo>
                  <a:lnTo>
                    <a:pt x="6929597" y="2743152"/>
                  </a:lnTo>
                  <a:lnTo>
                    <a:pt x="6930232" y="2743356"/>
                  </a:lnTo>
                  <a:lnTo>
                    <a:pt x="6930867" y="2743657"/>
                  </a:lnTo>
                  <a:lnTo>
                    <a:pt x="6931501" y="2743956"/>
                  </a:lnTo>
                  <a:lnTo>
                    <a:pt x="6932136" y="2744341"/>
                  </a:lnTo>
                  <a:lnTo>
                    <a:pt x="6932771" y="2744741"/>
                  </a:lnTo>
                  <a:lnTo>
                    <a:pt x="6933406" y="2745141"/>
                  </a:lnTo>
                  <a:lnTo>
                    <a:pt x="6934041" y="2745460"/>
                  </a:lnTo>
                  <a:lnTo>
                    <a:pt x="6934676" y="2745670"/>
                  </a:lnTo>
                  <a:lnTo>
                    <a:pt x="6935310" y="2746104"/>
                  </a:lnTo>
                  <a:lnTo>
                    <a:pt x="6935945" y="2746542"/>
                  </a:lnTo>
                  <a:lnTo>
                    <a:pt x="6936580" y="2747238"/>
                  </a:lnTo>
                  <a:lnTo>
                    <a:pt x="6937215" y="2748091"/>
                  </a:lnTo>
                  <a:lnTo>
                    <a:pt x="6937850" y="2749045"/>
                  </a:lnTo>
                  <a:lnTo>
                    <a:pt x="6938485" y="2749956"/>
                  </a:lnTo>
                  <a:lnTo>
                    <a:pt x="6939120" y="2751371"/>
                  </a:lnTo>
                  <a:lnTo>
                    <a:pt x="6939754" y="2752652"/>
                  </a:lnTo>
                  <a:lnTo>
                    <a:pt x="6940389" y="2753830"/>
                  </a:lnTo>
                  <a:lnTo>
                    <a:pt x="6941024" y="2755009"/>
                  </a:lnTo>
                  <a:lnTo>
                    <a:pt x="6941659" y="2756012"/>
                  </a:lnTo>
                  <a:lnTo>
                    <a:pt x="6942294" y="2757053"/>
                  </a:lnTo>
                  <a:lnTo>
                    <a:pt x="6942929" y="2758093"/>
                  </a:lnTo>
                  <a:lnTo>
                    <a:pt x="6943563" y="2759215"/>
                  </a:lnTo>
                  <a:lnTo>
                    <a:pt x="6944198" y="2760269"/>
                  </a:lnTo>
                  <a:lnTo>
                    <a:pt x="6944833" y="2760796"/>
                  </a:lnTo>
                  <a:lnTo>
                    <a:pt x="6945468" y="2761593"/>
                  </a:lnTo>
                  <a:lnTo>
                    <a:pt x="6946103" y="2761948"/>
                  </a:lnTo>
                  <a:lnTo>
                    <a:pt x="6946738" y="2761907"/>
                  </a:lnTo>
                  <a:lnTo>
                    <a:pt x="6947373" y="2761870"/>
                  </a:lnTo>
                  <a:lnTo>
                    <a:pt x="6948007" y="2761737"/>
                  </a:lnTo>
                  <a:lnTo>
                    <a:pt x="6948642" y="2761375"/>
                  </a:lnTo>
                  <a:lnTo>
                    <a:pt x="6949277" y="2760946"/>
                  </a:lnTo>
                  <a:lnTo>
                    <a:pt x="6949912" y="2760473"/>
                  </a:lnTo>
                  <a:lnTo>
                    <a:pt x="6950547" y="2759589"/>
                  </a:lnTo>
                  <a:lnTo>
                    <a:pt x="6951182" y="2758669"/>
                  </a:lnTo>
                  <a:lnTo>
                    <a:pt x="6951816" y="2757734"/>
                  </a:lnTo>
                  <a:lnTo>
                    <a:pt x="6952451" y="2756716"/>
                  </a:lnTo>
                  <a:lnTo>
                    <a:pt x="6953086" y="2755729"/>
                  </a:lnTo>
                  <a:lnTo>
                    <a:pt x="6953721" y="2754753"/>
                  </a:lnTo>
                  <a:lnTo>
                    <a:pt x="6954356" y="2753942"/>
                  </a:lnTo>
                  <a:lnTo>
                    <a:pt x="6954991" y="2753116"/>
                  </a:lnTo>
                  <a:lnTo>
                    <a:pt x="6955626" y="2752412"/>
                  </a:lnTo>
                  <a:lnTo>
                    <a:pt x="6956260" y="2751827"/>
                  </a:lnTo>
                  <a:lnTo>
                    <a:pt x="6956895" y="2751415"/>
                  </a:lnTo>
                  <a:lnTo>
                    <a:pt x="6957530" y="2750807"/>
                  </a:lnTo>
                  <a:lnTo>
                    <a:pt x="6958165" y="2750321"/>
                  </a:lnTo>
                  <a:lnTo>
                    <a:pt x="6958800" y="2749917"/>
                  </a:lnTo>
                  <a:lnTo>
                    <a:pt x="6959435" y="2749562"/>
                  </a:lnTo>
                  <a:lnTo>
                    <a:pt x="6960069" y="2749562"/>
                  </a:lnTo>
                  <a:lnTo>
                    <a:pt x="6960704" y="2749684"/>
                  </a:lnTo>
                  <a:lnTo>
                    <a:pt x="6961339" y="2749957"/>
                  </a:lnTo>
                  <a:lnTo>
                    <a:pt x="6961974" y="2750362"/>
                  </a:lnTo>
                  <a:lnTo>
                    <a:pt x="6962609" y="2750767"/>
                  </a:lnTo>
                  <a:lnTo>
                    <a:pt x="6963244" y="2751303"/>
                  </a:lnTo>
                  <a:lnTo>
                    <a:pt x="6963879" y="2751911"/>
                  </a:lnTo>
                  <a:lnTo>
                    <a:pt x="6964513" y="2752649"/>
                  </a:lnTo>
                  <a:lnTo>
                    <a:pt x="6965148" y="2753388"/>
                  </a:lnTo>
                  <a:lnTo>
                    <a:pt x="6965783" y="2754188"/>
                  </a:lnTo>
                  <a:lnTo>
                    <a:pt x="6966418" y="2754997"/>
                  </a:lnTo>
                  <a:lnTo>
                    <a:pt x="6967053" y="2755615"/>
                  </a:lnTo>
                  <a:lnTo>
                    <a:pt x="6967688" y="2755999"/>
                  </a:lnTo>
                  <a:lnTo>
                    <a:pt x="6968322" y="2756161"/>
                  </a:lnTo>
                  <a:lnTo>
                    <a:pt x="6968957" y="2756161"/>
                  </a:lnTo>
                  <a:lnTo>
                    <a:pt x="6969592" y="2756161"/>
                  </a:lnTo>
                  <a:lnTo>
                    <a:pt x="6970227" y="2756161"/>
                  </a:lnTo>
                  <a:lnTo>
                    <a:pt x="6970862" y="2756303"/>
                  </a:lnTo>
                  <a:lnTo>
                    <a:pt x="6971497" y="2756607"/>
                  </a:lnTo>
                  <a:lnTo>
                    <a:pt x="6972132" y="2757012"/>
                  </a:lnTo>
                  <a:lnTo>
                    <a:pt x="6972766" y="2757285"/>
                  </a:lnTo>
                  <a:lnTo>
                    <a:pt x="6973401" y="2757487"/>
                  </a:lnTo>
                  <a:lnTo>
                    <a:pt x="6974036" y="2757558"/>
                  </a:lnTo>
                  <a:lnTo>
                    <a:pt x="6974671" y="2757558"/>
                  </a:lnTo>
                  <a:lnTo>
                    <a:pt x="6975306" y="2757325"/>
                  </a:lnTo>
                  <a:lnTo>
                    <a:pt x="6975941" y="2756921"/>
                  </a:lnTo>
                  <a:lnTo>
                    <a:pt x="6976575" y="2756708"/>
                  </a:lnTo>
                  <a:lnTo>
                    <a:pt x="6977210" y="2756728"/>
                  </a:lnTo>
                  <a:lnTo>
                    <a:pt x="6977845" y="2756971"/>
                  </a:lnTo>
                  <a:lnTo>
                    <a:pt x="6978480" y="2757376"/>
                  </a:lnTo>
                  <a:lnTo>
                    <a:pt x="6979115" y="2757862"/>
                  </a:lnTo>
                  <a:lnTo>
                    <a:pt x="6979750" y="2758510"/>
                  </a:lnTo>
                  <a:lnTo>
                    <a:pt x="6980385" y="2759178"/>
                  </a:lnTo>
                  <a:lnTo>
                    <a:pt x="6981019" y="2759684"/>
                  </a:lnTo>
                  <a:lnTo>
                    <a:pt x="6981654" y="2760088"/>
                  </a:lnTo>
                  <a:lnTo>
                    <a:pt x="6982289" y="2760433"/>
                  </a:lnTo>
                  <a:lnTo>
                    <a:pt x="6982924" y="2760635"/>
                  </a:lnTo>
                  <a:lnTo>
                    <a:pt x="6983559" y="2760837"/>
                  </a:lnTo>
                  <a:lnTo>
                    <a:pt x="6984194" y="2761040"/>
                  </a:lnTo>
                  <a:lnTo>
                    <a:pt x="6984828" y="2761273"/>
                  </a:lnTo>
                  <a:lnTo>
                    <a:pt x="6985463" y="2761475"/>
                  </a:lnTo>
                  <a:lnTo>
                    <a:pt x="6986098" y="2761475"/>
                  </a:lnTo>
                  <a:lnTo>
                    <a:pt x="6986733" y="2761354"/>
                  </a:lnTo>
                  <a:lnTo>
                    <a:pt x="6987368" y="2761556"/>
                  </a:lnTo>
                  <a:lnTo>
                    <a:pt x="6988003" y="2761758"/>
                  </a:lnTo>
                  <a:lnTo>
                    <a:pt x="6988638" y="2761819"/>
                  </a:lnTo>
                  <a:lnTo>
                    <a:pt x="6989272" y="2761931"/>
                  </a:lnTo>
                  <a:lnTo>
                    <a:pt x="6989907" y="2761715"/>
                  </a:lnTo>
                  <a:lnTo>
                    <a:pt x="6990542" y="2761502"/>
                  </a:lnTo>
                  <a:lnTo>
                    <a:pt x="6991177" y="2761269"/>
                  </a:lnTo>
                  <a:lnTo>
                    <a:pt x="6991812" y="2760954"/>
                  </a:lnTo>
                  <a:lnTo>
                    <a:pt x="6992447" y="2760720"/>
                  </a:lnTo>
                  <a:lnTo>
                    <a:pt x="6993081" y="2760243"/>
                  </a:lnTo>
                  <a:lnTo>
                    <a:pt x="6993716" y="2759765"/>
                  </a:lnTo>
                  <a:lnTo>
                    <a:pt x="6994351" y="2759261"/>
                  </a:lnTo>
                  <a:lnTo>
                    <a:pt x="6994986" y="2758828"/>
                  </a:lnTo>
                  <a:lnTo>
                    <a:pt x="6995621" y="2758828"/>
                  </a:lnTo>
                  <a:lnTo>
                    <a:pt x="6996256" y="2758977"/>
                  </a:lnTo>
                  <a:lnTo>
                    <a:pt x="6996890" y="2758896"/>
                  </a:lnTo>
                  <a:lnTo>
                    <a:pt x="6997525" y="2758855"/>
                  </a:lnTo>
                  <a:lnTo>
                    <a:pt x="6998160" y="2758885"/>
                  </a:lnTo>
                  <a:lnTo>
                    <a:pt x="6998795" y="2758772"/>
                  </a:lnTo>
                  <a:lnTo>
                    <a:pt x="6999430" y="2758556"/>
                  </a:lnTo>
                  <a:lnTo>
                    <a:pt x="7000065" y="2758289"/>
                  </a:lnTo>
                  <a:lnTo>
                    <a:pt x="7000700" y="2758123"/>
                  </a:lnTo>
                  <a:lnTo>
                    <a:pt x="7001334" y="2758073"/>
                  </a:lnTo>
                  <a:lnTo>
                    <a:pt x="7001969" y="2758032"/>
                  </a:lnTo>
                  <a:lnTo>
                    <a:pt x="7002604" y="2757907"/>
                  </a:lnTo>
                  <a:lnTo>
                    <a:pt x="7003239" y="2757782"/>
                  </a:lnTo>
                  <a:lnTo>
                    <a:pt x="7003874" y="2757834"/>
                  </a:lnTo>
                  <a:lnTo>
                    <a:pt x="7004509" y="2757778"/>
                  </a:lnTo>
                  <a:lnTo>
                    <a:pt x="7005143" y="2757431"/>
                  </a:lnTo>
                  <a:lnTo>
                    <a:pt x="7005778" y="2756916"/>
                  </a:lnTo>
                  <a:lnTo>
                    <a:pt x="7006413" y="2756402"/>
                  </a:lnTo>
                  <a:lnTo>
                    <a:pt x="7007048" y="2755848"/>
                  </a:lnTo>
                  <a:lnTo>
                    <a:pt x="7007683" y="2754876"/>
                  </a:lnTo>
                  <a:lnTo>
                    <a:pt x="7008318" y="2753824"/>
                  </a:lnTo>
                  <a:lnTo>
                    <a:pt x="7008953" y="2752609"/>
                  </a:lnTo>
                  <a:lnTo>
                    <a:pt x="7009587" y="2751182"/>
                  </a:lnTo>
                  <a:lnTo>
                    <a:pt x="7010222" y="2749360"/>
                  </a:lnTo>
                  <a:lnTo>
                    <a:pt x="7010857" y="2747538"/>
                  </a:lnTo>
                  <a:lnTo>
                    <a:pt x="7011492" y="2745878"/>
                  </a:lnTo>
                  <a:lnTo>
                    <a:pt x="7012127" y="2744279"/>
                  </a:lnTo>
                  <a:lnTo>
                    <a:pt x="7012762" y="2743075"/>
                  </a:lnTo>
                  <a:lnTo>
                    <a:pt x="7013396" y="2741841"/>
                  </a:lnTo>
                  <a:lnTo>
                    <a:pt x="7014031" y="2740745"/>
                  </a:lnTo>
                  <a:lnTo>
                    <a:pt x="7014666" y="2739922"/>
                  </a:lnTo>
                  <a:lnTo>
                    <a:pt x="7015301" y="2739501"/>
                  </a:lnTo>
                  <a:lnTo>
                    <a:pt x="7015936" y="2739080"/>
                  </a:lnTo>
                  <a:lnTo>
                    <a:pt x="7016571" y="2738659"/>
                  </a:lnTo>
                  <a:lnTo>
                    <a:pt x="7017206" y="2738355"/>
                  </a:lnTo>
                  <a:lnTo>
                    <a:pt x="7017840" y="2738089"/>
                  </a:lnTo>
                  <a:lnTo>
                    <a:pt x="7018475" y="2737915"/>
                  </a:lnTo>
                  <a:lnTo>
                    <a:pt x="7019110" y="2737893"/>
                  </a:lnTo>
                  <a:lnTo>
                    <a:pt x="7019745" y="2738152"/>
                  </a:lnTo>
                  <a:lnTo>
                    <a:pt x="7020380" y="2738412"/>
                  </a:lnTo>
                  <a:lnTo>
                    <a:pt x="7021015" y="2738561"/>
                  </a:lnTo>
                  <a:lnTo>
                    <a:pt x="7021649" y="2738748"/>
                  </a:lnTo>
                  <a:lnTo>
                    <a:pt x="7022284" y="2738964"/>
                  </a:lnTo>
                  <a:lnTo>
                    <a:pt x="7022919" y="2739283"/>
                  </a:lnTo>
                  <a:lnTo>
                    <a:pt x="7023554" y="2739501"/>
                  </a:lnTo>
                  <a:lnTo>
                    <a:pt x="7024189" y="2739720"/>
                  </a:lnTo>
                  <a:lnTo>
                    <a:pt x="7024824" y="2739897"/>
                  </a:lnTo>
                  <a:lnTo>
                    <a:pt x="7025459" y="2740074"/>
                  </a:lnTo>
                  <a:lnTo>
                    <a:pt x="7026093" y="2740251"/>
                  </a:lnTo>
                  <a:lnTo>
                    <a:pt x="7026728" y="2740428"/>
                  </a:lnTo>
                  <a:lnTo>
                    <a:pt x="7027363" y="2740593"/>
                  </a:lnTo>
                  <a:lnTo>
                    <a:pt x="7027998" y="2740593"/>
                  </a:lnTo>
                  <a:lnTo>
                    <a:pt x="7028633" y="2740593"/>
                  </a:lnTo>
                  <a:lnTo>
                    <a:pt x="7029268" y="2740593"/>
                  </a:lnTo>
                  <a:lnTo>
                    <a:pt x="7029902" y="2740593"/>
                  </a:lnTo>
                  <a:lnTo>
                    <a:pt x="7030537" y="2740593"/>
                  </a:lnTo>
                  <a:lnTo>
                    <a:pt x="7031172" y="2740593"/>
                  </a:lnTo>
                  <a:lnTo>
                    <a:pt x="7031807" y="2740765"/>
                  </a:lnTo>
                  <a:lnTo>
                    <a:pt x="7032442" y="2741109"/>
                  </a:lnTo>
                  <a:lnTo>
                    <a:pt x="7033077" y="2741514"/>
                  </a:lnTo>
                  <a:lnTo>
                    <a:pt x="7033712" y="2741919"/>
                  </a:lnTo>
                  <a:lnTo>
                    <a:pt x="7034346" y="2742324"/>
                  </a:lnTo>
                  <a:lnTo>
                    <a:pt x="7034981" y="2742729"/>
                  </a:lnTo>
                  <a:lnTo>
                    <a:pt x="7035616" y="2743133"/>
                  </a:lnTo>
                  <a:lnTo>
                    <a:pt x="7036251" y="2743548"/>
                  </a:lnTo>
                  <a:lnTo>
                    <a:pt x="7036886" y="2744156"/>
                  </a:lnTo>
                  <a:lnTo>
                    <a:pt x="7037521" y="2744763"/>
                  </a:lnTo>
                  <a:lnTo>
                    <a:pt x="7038155" y="2745370"/>
                  </a:lnTo>
                  <a:lnTo>
                    <a:pt x="7038790" y="2746119"/>
                  </a:lnTo>
                  <a:lnTo>
                    <a:pt x="7039425" y="2746929"/>
                  </a:lnTo>
                  <a:lnTo>
                    <a:pt x="7040060" y="2747820"/>
                  </a:lnTo>
                  <a:lnTo>
                    <a:pt x="7040695" y="2748832"/>
                  </a:lnTo>
                  <a:lnTo>
                    <a:pt x="7041330" y="2749915"/>
                  </a:lnTo>
                  <a:lnTo>
                    <a:pt x="7041965" y="2751119"/>
                  </a:lnTo>
                  <a:lnTo>
                    <a:pt x="7042599" y="2752597"/>
                  </a:lnTo>
                  <a:lnTo>
                    <a:pt x="7043234" y="2754216"/>
                  </a:lnTo>
                  <a:lnTo>
                    <a:pt x="7043869" y="2755348"/>
                  </a:lnTo>
                  <a:lnTo>
                    <a:pt x="7044504" y="2756352"/>
                  </a:lnTo>
                  <a:lnTo>
                    <a:pt x="7045139" y="2756824"/>
                  </a:lnTo>
                  <a:lnTo>
                    <a:pt x="7045774" y="2757222"/>
                  </a:lnTo>
                  <a:lnTo>
                    <a:pt x="7046408" y="2757484"/>
                  </a:lnTo>
                  <a:lnTo>
                    <a:pt x="7047043" y="2757745"/>
                  </a:lnTo>
                  <a:lnTo>
                    <a:pt x="7047678" y="2758006"/>
                  </a:lnTo>
                  <a:lnTo>
                    <a:pt x="7048313" y="2758165"/>
                  </a:lnTo>
                  <a:lnTo>
                    <a:pt x="7048948" y="2758282"/>
                  </a:lnTo>
                  <a:lnTo>
                    <a:pt x="7049583" y="2758340"/>
                  </a:lnTo>
                  <a:lnTo>
                    <a:pt x="7050217" y="2758312"/>
                  </a:lnTo>
                  <a:lnTo>
                    <a:pt x="7050852" y="2758110"/>
                  </a:lnTo>
                  <a:lnTo>
                    <a:pt x="7051487" y="2757699"/>
                  </a:lnTo>
                  <a:lnTo>
                    <a:pt x="7052122" y="2757049"/>
                  </a:lnTo>
                  <a:lnTo>
                    <a:pt x="7052757" y="2756297"/>
                  </a:lnTo>
                  <a:lnTo>
                    <a:pt x="7053392" y="2755653"/>
                  </a:lnTo>
                  <a:lnTo>
                    <a:pt x="7054027" y="2755132"/>
                  </a:lnTo>
                  <a:lnTo>
                    <a:pt x="7054661" y="2754916"/>
                  </a:lnTo>
                  <a:lnTo>
                    <a:pt x="7055296" y="2754916"/>
                  </a:lnTo>
                  <a:lnTo>
                    <a:pt x="7055931" y="2754916"/>
                  </a:lnTo>
                  <a:lnTo>
                    <a:pt x="7056566" y="2754916"/>
                  </a:lnTo>
                  <a:lnTo>
                    <a:pt x="7057201" y="2754835"/>
                  </a:lnTo>
                  <a:lnTo>
                    <a:pt x="7057836" y="2754460"/>
                  </a:lnTo>
                  <a:lnTo>
                    <a:pt x="7058470" y="2753853"/>
                  </a:lnTo>
                  <a:lnTo>
                    <a:pt x="7059105" y="2753246"/>
                  </a:lnTo>
                  <a:lnTo>
                    <a:pt x="7059740" y="2752406"/>
                  </a:lnTo>
                  <a:lnTo>
                    <a:pt x="7060375" y="2751394"/>
                  </a:lnTo>
                  <a:lnTo>
                    <a:pt x="7061010" y="2750462"/>
                  </a:lnTo>
                  <a:lnTo>
                    <a:pt x="7061645" y="2749653"/>
                  </a:lnTo>
                  <a:lnTo>
                    <a:pt x="7062280" y="2748843"/>
                  </a:lnTo>
                  <a:lnTo>
                    <a:pt x="7062914" y="2748205"/>
                  </a:lnTo>
                  <a:lnTo>
                    <a:pt x="7063549" y="2747396"/>
                  </a:lnTo>
                  <a:lnTo>
                    <a:pt x="7064184" y="2746556"/>
                  </a:lnTo>
                  <a:lnTo>
                    <a:pt x="7064819" y="2745371"/>
                  </a:lnTo>
                  <a:lnTo>
                    <a:pt x="7065454" y="2743954"/>
                  </a:lnTo>
                  <a:lnTo>
                    <a:pt x="7066089" y="2742517"/>
                  </a:lnTo>
                  <a:lnTo>
                    <a:pt x="7066723" y="2740979"/>
                  </a:lnTo>
                  <a:lnTo>
                    <a:pt x="7067358" y="2739683"/>
                  </a:lnTo>
                  <a:lnTo>
                    <a:pt x="7067993" y="2738266"/>
                  </a:lnTo>
                  <a:lnTo>
                    <a:pt x="7068628" y="2736920"/>
                  </a:lnTo>
                  <a:lnTo>
                    <a:pt x="7069263" y="2735736"/>
                  </a:lnTo>
                  <a:lnTo>
                    <a:pt x="7069898" y="2734532"/>
                  </a:lnTo>
                  <a:lnTo>
                    <a:pt x="7070533" y="2733236"/>
                  </a:lnTo>
                  <a:lnTo>
                    <a:pt x="7071167" y="2731819"/>
                  </a:lnTo>
                  <a:lnTo>
                    <a:pt x="7071802" y="2730362"/>
                  </a:lnTo>
                  <a:lnTo>
                    <a:pt x="7072437" y="2728305"/>
                  </a:lnTo>
                  <a:lnTo>
                    <a:pt x="7073072" y="2726327"/>
                  </a:lnTo>
                  <a:lnTo>
                    <a:pt x="7073707" y="2724361"/>
                  </a:lnTo>
                  <a:lnTo>
                    <a:pt x="7074342" y="2722643"/>
                  </a:lnTo>
                  <a:lnTo>
                    <a:pt x="7074976" y="2721043"/>
                  </a:lnTo>
                  <a:lnTo>
                    <a:pt x="7075611" y="2719286"/>
                  </a:lnTo>
                  <a:lnTo>
                    <a:pt x="7076246" y="2717639"/>
                  </a:lnTo>
                  <a:lnTo>
                    <a:pt x="7076881" y="2715693"/>
                  </a:lnTo>
                  <a:lnTo>
                    <a:pt x="7077516" y="2713930"/>
                  </a:lnTo>
                  <a:lnTo>
                    <a:pt x="7078151" y="2712031"/>
                  </a:lnTo>
                  <a:lnTo>
                    <a:pt x="7078786" y="2710318"/>
                  </a:lnTo>
                  <a:lnTo>
                    <a:pt x="7079420" y="2708832"/>
                  </a:lnTo>
                  <a:lnTo>
                    <a:pt x="7080055" y="2707213"/>
                  </a:lnTo>
                  <a:lnTo>
                    <a:pt x="7080690" y="2705594"/>
                  </a:lnTo>
                  <a:lnTo>
                    <a:pt x="7081325" y="2704016"/>
                  </a:lnTo>
                  <a:lnTo>
                    <a:pt x="7081960" y="2702686"/>
                  </a:lnTo>
                  <a:lnTo>
                    <a:pt x="7082595" y="2701265"/>
                  </a:lnTo>
                  <a:lnTo>
                    <a:pt x="7083229" y="2700069"/>
                  </a:lnTo>
                  <a:lnTo>
                    <a:pt x="7083864" y="2698862"/>
                  </a:lnTo>
                  <a:lnTo>
                    <a:pt x="7084499" y="2698063"/>
                  </a:lnTo>
                  <a:lnTo>
                    <a:pt x="7085134" y="2697405"/>
                  </a:lnTo>
                  <a:lnTo>
                    <a:pt x="7085769" y="2696797"/>
                  </a:lnTo>
                  <a:lnTo>
                    <a:pt x="7086404" y="2696524"/>
                  </a:lnTo>
                  <a:lnTo>
                    <a:pt x="7087039" y="2696322"/>
                  </a:lnTo>
                  <a:lnTo>
                    <a:pt x="7087673" y="2696170"/>
                  </a:lnTo>
                  <a:lnTo>
                    <a:pt x="7088308" y="2695866"/>
                  </a:lnTo>
                  <a:lnTo>
                    <a:pt x="7088943" y="2695320"/>
                  </a:lnTo>
                  <a:lnTo>
                    <a:pt x="7089578" y="2694884"/>
                  </a:lnTo>
                  <a:lnTo>
                    <a:pt x="7090213" y="2694277"/>
                  </a:lnTo>
                  <a:lnTo>
                    <a:pt x="7090848" y="2693670"/>
                  </a:lnTo>
                  <a:lnTo>
                    <a:pt x="7091482" y="2693063"/>
                  </a:lnTo>
                  <a:lnTo>
                    <a:pt x="7092117" y="2692638"/>
                  </a:lnTo>
                  <a:lnTo>
                    <a:pt x="7092752" y="2692233"/>
                  </a:lnTo>
                  <a:lnTo>
                    <a:pt x="7093387" y="2691828"/>
                  </a:lnTo>
                  <a:lnTo>
                    <a:pt x="7094022" y="2691615"/>
                  </a:lnTo>
                  <a:lnTo>
                    <a:pt x="7094657" y="2691636"/>
                  </a:lnTo>
                  <a:lnTo>
                    <a:pt x="7095292" y="2691878"/>
                  </a:lnTo>
                  <a:lnTo>
                    <a:pt x="7095926" y="2692283"/>
                  </a:lnTo>
                  <a:lnTo>
                    <a:pt x="7096561" y="2692688"/>
                  </a:lnTo>
                  <a:lnTo>
                    <a:pt x="7097196" y="2693093"/>
                  </a:lnTo>
                  <a:lnTo>
                    <a:pt x="7097831" y="2693528"/>
                  </a:lnTo>
                  <a:lnTo>
                    <a:pt x="7098466" y="2694135"/>
                  </a:lnTo>
                  <a:lnTo>
                    <a:pt x="7099101" y="2694773"/>
                  </a:lnTo>
                  <a:lnTo>
                    <a:pt x="7099735" y="2695583"/>
                  </a:lnTo>
                  <a:lnTo>
                    <a:pt x="7100370" y="2696392"/>
                  </a:lnTo>
                  <a:lnTo>
                    <a:pt x="7101005" y="2697202"/>
                  </a:lnTo>
                  <a:lnTo>
                    <a:pt x="7101640" y="2698012"/>
                  </a:lnTo>
                  <a:lnTo>
                    <a:pt x="7102275" y="2698822"/>
                  </a:lnTo>
                  <a:lnTo>
                    <a:pt x="7102910" y="2699631"/>
                  </a:lnTo>
                  <a:lnTo>
                    <a:pt x="7103544" y="2700249"/>
                  </a:lnTo>
                  <a:lnTo>
                    <a:pt x="7104179" y="2700633"/>
                  </a:lnTo>
                  <a:lnTo>
                    <a:pt x="7104814" y="2700795"/>
                  </a:lnTo>
                  <a:lnTo>
                    <a:pt x="7105449" y="2700795"/>
                  </a:lnTo>
                  <a:lnTo>
                    <a:pt x="7106084" y="2700795"/>
                  </a:lnTo>
                  <a:lnTo>
                    <a:pt x="7106719" y="2700654"/>
                  </a:lnTo>
                  <a:lnTo>
                    <a:pt x="7107354" y="2700340"/>
                  </a:lnTo>
                  <a:lnTo>
                    <a:pt x="7107988" y="2699803"/>
                  </a:lnTo>
                  <a:lnTo>
                    <a:pt x="7108623" y="2698933"/>
                  </a:lnTo>
                  <a:lnTo>
                    <a:pt x="7109258" y="2697769"/>
                  </a:lnTo>
                  <a:lnTo>
                    <a:pt x="7109893" y="2696554"/>
                  </a:lnTo>
                  <a:lnTo>
                    <a:pt x="7110528" y="2695340"/>
                  </a:lnTo>
                  <a:lnTo>
                    <a:pt x="7111163" y="2694014"/>
                  </a:lnTo>
                  <a:lnTo>
                    <a:pt x="7111797" y="2692627"/>
                  </a:lnTo>
                  <a:lnTo>
                    <a:pt x="7112432" y="2691413"/>
                  </a:lnTo>
                  <a:lnTo>
                    <a:pt x="7113067" y="2690401"/>
                  </a:lnTo>
                  <a:lnTo>
                    <a:pt x="7113702" y="2689591"/>
                  </a:lnTo>
                  <a:lnTo>
                    <a:pt x="7114337" y="2688781"/>
                  </a:lnTo>
                  <a:lnTo>
                    <a:pt x="7114972" y="2687972"/>
                  </a:lnTo>
                  <a:lnTo>
                    <a:pt x="7115607" y="2687293"/>
                  </a:lnTo>
                  <a:lnTo>
                    <a:pt x="7116241" y="2686828"/>
                  </a:lnTo>
                  <a:lnTo>
                    <a:pt x="7116876" y="2686534"/>
                  </a:lnTo>
                  <a:lnTo>
                    <a:pt x="7117511" y="2686464"/>
                  </a:lnTo>
                  <a:lnTo>
                    <a:pt x="7118146" y="2686727"/>
                  </a:lnTo>
                  <a:lnTo>
                    <a:pt x="7118781" y="2687425"/>
                  </a:lnTo>
                  <a:lnTo>
                    <a:pt x="7119416" y="2688235"/>
                  </a:lnTo>
                  <a:lnTo>
                    <a:pt x="7120050" y="2689044"/>
                  </a:lnTo>
                  <a:lnTo>
                    <a:pt x="7120685" y="2689965"/>
                  </a:lnTo>
                  <a:lnTo>
                    <a:pt x="7121320" y="2690947"/>
                  </a:lnTo>
                  <a:lnTo>
                    <a:pt x="7121955" y="2691757"/>
                  </a:lnTo>
                  <a:lnTo>
                    <a:pt x="7122590" y="2692134"/>
                  </a:lnTo>
                  <a:lnTo>
                    <a:pt x="7123225" y="2692303"/>
                  </a:lnTo>
                  <a:lnTo>
                    <a:pt x="7123860" y="2692472"/>
                  </a:lnTo>
                  <a:lnTo>
                    <a:pt x="7124494" y="2692600"/>
                  </a:lnTo>
                  <a:lnTo>
                    <a:pt x="7125129" y="2692606"/>
                  </a:lnTo>
                  <a:lnTo>
                    <a:pt x="7125764" y="2692554"/>
                  </a:lnTo>
                  <a:lnTo>
                    <a:pt x="7126399" y="2692502"/>
                  </a:lnTo>
                  <a:lnTo>
                    <a:pt x="7127034" y="2692450"/>
                  </a:lnTo>
                  <a:lnTo>
                    <a:pt x="7127669" y="2692398"/>
                  </a:lnTo>
                  <a:lnTo>
                    <a:pt x="7128303" y="2692230"/>
                  </a:lnTo>
                  <a:lnTo>
                    <a:pt x="7128938" y="2692054"/>
                  </a:lnTo>
                  <a:lnTo>
                    <a:pt x="7129573" y="2692002"/>
                  </a:lnTo>
                  <a:lnTo>
                    <a:pt x="7130208" y="2691950"/>
                  </a:lnTo>
                  <a:lnTo>
                    <a:pt x="7130843" y="2691898"/>
                  </a:lnTo>
                  <a:lnTo>
                    <a:pt x="7131478" y="2691954"/>
                  </a:lnTo>
                  <a:lnTo>
                    <a:pt x="7132113" y="2692300"/>
                  </a:lnTo>
                  <a:lnTo>
                    <a:pt x="7132747" y="2692815"/>
                  </a:lnTo>
                  <a:lnTo>
                    <a:pt x="7133382" y="2693330"/>
                  </a:lnTo>
                  <a:lnTo>
                    <a:pt x="7134017" y="2693883"/>
                  </a:lnTo>
                  <a:lnTo>
                    <a:pt x="7134652" y="2695009"/>
                  </a:lnTo>
                  <a:lnTo>
                    <a:pt x="7135287" y="2696309"/>
                  </a:lnTo>
                  <a:lnTo>
                    <a:pt x="7135922" y="2697903"/>
                  </a:lnTo>
                  <a:lnTo>
                    <a:pt x="7136556" y="2699710"/>
                  </a:lnTo>
                  <a:lnTo>
                    <a:pt x="7137191" y="2701746"/>
                  </a:lnTo>
                  <a:lnTo>
                    <a:pt x="7137826" y="2703602"/>
                  </a:lnTo>
                  <a:lnTo>
                    <a:pt x="7138461" y="2705407"/>
                  </a:lnTo>
                  <a:lnTo>
                    <a:pt x="7139096" y="2707104"/>
                  </a:lnTo>
                  <a:lnTo>
                    <a:pt x="7139731" y="2708198"/>
                  </a:lnTo>
                  <a:lnTo>
                    <a:pt x="7140366" y="2709391"/>
                  </a:lnTo>
                  <a:lnTo>
                    <a:pt x="7141000" y="2710446"/>
                  </a:lnTo>
                  <a:lnTo>
                    <a:pt x="7141635" y="2711168"/>
                  </a:lnTo>
                  <a:lnTo>
                    <a:pt x="7142270" y="2711166"/>
                  </a:lnTo>
                  <a:lnTo>
                    <a:pt x="7142905" y="2711180"/>
                  </a:lnTo>
                  <a:lnTo>
                    <a:pt x="7143540" y="2710852"/>
                  </a:lnTo>
                  <a:lnTo>
                    <a:pt x="7144175" y="2710230"/>
                  </a:lnTo>
                  <a:lnTo>
                    <a:pt x="7144809" y="2709225"/>
                  </a:lnTo>
                  <a:lnTo>
                    <a:pt x="7145444" y="2707551"/>
                  </a:lnTo>
                  <a:lnTo>
                    <a:pt x="7146079" y="2705638"/>
                  </a:lnTo>
                  <a:lnTo>
                    <a:pt x="7146714" y="2703502"/>
                  </a:lnTo>
                  <a:lnTo>
                    <a:pt x="7147349" y="2701416"/>
                  </a:lnTo>
                  <a:lnTo>
                    <a:pt x="7147984" y="2699102"/>
                  </a:lnTo>
                  <a:lnTo>
                    <a:pt x="7148619" y="2696731"/>
                  </a:lnTo>
                  <a:lnTo>
                    <a:pt x="7149253" y="2694347"/>
                  </a:lnTo>
                  <a:lnTo>
                    <a:pt x="7149888" y="2691860"/>
                  </a:lnTo>
                  <a:lnTo>
                    <a:pt x="7150523" y="2689578"/>
                  </a:lnTo>
                  <a:lnTo>
                    <a:pt x="7151158" y="2687212"/>
                  </a:lnTo>
                  <a:lnTo>
                    <a:pt x="7151793" y="2685014"/>
                  </a:lnTo>
                  <a:lnTo>
                    <a:pt x="7152428" y="2682737"/>
                  </a:lnTo>
                  <a:lnTo>
                    <a:pt x="7153062" y="2680229"/>
                  </a:lnTo>
                  <a:lnTo>
                    <a:pt x="7153697" y="2677539"/>
                  </a:lnTo>
                  <a:lnTo>
                    <a:pt x="7154332" y="2674991"/>
                  </a:lnTo>
                  <a:lnTo>
                    <a:pt x="7154967" y="2673005"/>
                  </a:lnTo>
                  <a:lnTo>
                    <a:pt x="7155602" y="2671097"/>
                  </a:lnTo>
                  <a:lnTo>
                    <a:pt x="7156237" y="2669261"/>
                  </a:lnTo>
                  <a:lnTo>
                    <a:pt x="7156871" y="2667515"/>
                  </a:lnTo>
                  <a:lnTo>
                    <a:pt x="7157506" y="2665991"/>
                  </a:lnTo>
                  <a:lnTo>
                    <a:pt x="7158141" y="2664580"/>
                  </a:lnTo>
                  <a:lnTo>
                    <a:pt x="7158776" y="2663258"/>
                  </a:lnTo>
                  <a:lnTo>
                    <a:pt x="7159411" y="2661649"/>
                  </a:lnTo>
                  <a:lnTo>
                    <a:pt x="7160046" y="2660025"/>
                  </a:lnTo>
                  <a:lnTo>
                    <a:pt x="7160681" y="2658203"/>
                  </a:lnTo>
                  <a:lnTo>
                    <a:pt x="7161315" y="2656564"/>
                  </a:lnTo>
                  <a:lnTo>
                    <a:pt x="7161950" y="2655380"/>
                  </a:lnTo>
                  <a:lnTo>
                    <a:pt x="7162585" y="2654671"/>
                  </a:lnTo>
                  <a:lnTo>
                    <a:pt x="7163220" y="2654519"/>
                  </a:lnTo>
                  <a:lnTo>
                    <a:pt x="7163855" y="2654519"/>
                  </a:lnTo>
                  <a:lnTo>
                    <a:pt x="7164490" y="2654519"/>
                  </a:lnTo>
                  <a:lnTo>
                    <a:pt x="7165124" y="2654519"/>
                  </a:lnTo>
                  <a:lnTo>
                    <a:pt x="7165759" y="2654448"/>
                  </a:lnTo>
                  <a:lnTo>
                    <a:pt x="7166394" y="2654216"/>
                  </a:lnTo>
                  <a:lnTo>
                    <a:pt x="7167029" y="2653811"/>
                  </a:lnTo>
                  <a:lnTo>
                    <a:pt x="7167664" y="2653406"/>
                  </a:lnTo>
                  <a:lnTo>
                    <a:pt x="7168299" y="2653001"/>
                  </a:lnTo>
                  <a:lnTo>
                    <a:pt x="7168934" y="2652596"/>
                  </a:lnTo>
                  <a:lnTo>
                    <a:pt x="7169568" y="2652191"/>
                  </a:lnTo>
                  <a:lnTo>
                    <a:pt x="7170203" y="2651786"/>
                  </a:lnTo>
                  <a:lnTo>
                    <a:pt x="7170838" y="2651483"/>
                  </a:lnTo>
                  <a:lnTo>
                    <a:pt x="7171473" y="2651280"/>
                  </a:lnTo>
                  <a:lnTo>
                    <a:pt x="7172108" y="2651230"/>
                  </a:lnTo>
                  <a:lnTo>
                    <a:pt x="7172743" y="2651230"/>
                  </a:lnTo>
                  <a:lnTo>
                    <a:pt x="7173377" y="2651230"/>
                  </a:lnTo>
                  <a:lnTo>
                    <a:pt x="7174012" y="2651230"/>
                  </a:lnTo>
                  <a:lnTo>
                    <a:pt x="7174647" y="2651230"/>
                  </a:lnTo>
                  <a:lnTo>
                    <a:pt x="7175282" y="2651301"/>
                  </a:lnTo>
                  <a:lnTo>
                    <a:pt x="7175917" y="2651533"/>
                  </a:lnTo>
                  <a:lnTo>
                    <a:pt x="7176552" y="2651938"/>
                  </a:lnTo>
                  <a:lnTo>
                    <a:pt x="7177187" y="2652343"/>
                  </a:lnTo>
                  <a:lnTo>
                    <a:pt x="7177821" y="2652748"/>
                  </a:lnTo>
                  <a:lnTo>
                    <a:pt x="7178456" y="2653153"/>
                  </a:lnTo>
                  <a:lnTo>
                    <a:pt x="7179091" y="2653558"/>
                  </a:lnTo>
                  <a:lnTo>
                    <a:pt x="7179726" y="2653963"/>
                  </a:lnTo>
                  <a:lnTo>
                    <a:pt x="7180361" y="2654266"/>
                  </a:lnTo>
                  <a:lnTo>
                    <a:pt x="7180996" y="2654469"/>
                  </a:lnTo>
                  <a:lnTo>
                    <a:pt x="7181630" y="2654519"/>
                  </a:lnTo>
                  <a:lnTo>
                    <a:pt x="7182265" y="2654519"/>
                  </a:lnTo>
                  <a:lnTo>
                    <a:pt x="7182900" y="2654519"/>
                  </a:lnTo>
                  <a:lnTo>
                    <a:pt x="7183535" y="2654519"/>
                  </a:lnTo>
                  <a:lnTo>
                    <a:pt x="7184170" y="2654600"/>
                  </a:lnTo>
                  <a:lnTo>
                    <a:pt x="7184805" y="2654944"/>
                  </a:lnTo>
                  <a:lnTo>
                    <a:pt x="7185440" y="2655167"/>
                  </a:lnTo>
                  <a:lnTo>
                    <a:pt x="7186074" y="2655167"/>
                  </a:lnTo>
                  <a:lnTo>
                    <a:pt x="7186709" y="2655218"/>
                  </a:lnTo>
                  <a:lnTo>
                    <a:pt x="7187344" y="2655288"/>
                  </a:lnTo>
                  <a:lnTo>
                    <a:pt x="7187979" y="2655086"/>
                  </a:lnTo>
                  <a:lnTo>
                    <a:pt x="7188614" y="2654884"/>
                  </a:lnTo>
                  <a:lnTo>
                    <a:pt x="7189249" y="2654570"/>
                  </a:lnTo>
                  <a:lnTo>
                    <a:pt x="7189883" y="2654054"/>
                  </a:lnTo>
                  <a:lnTo>
                    <a:pt x="7190518" y="2653446"/>
                  </a:lnTo>
                  <a:lnTo>
                    <a:pt x="7191153" y="2652869"/>
                  </a:lnTo>
                  <a:lnTo>
                    <a:pt x="7191788" y="2652637"/>
                  </a:lnTo>
                  <a:lnTo>
                    <a:pt x="7192423" y="2652637"/>
                  </a:lnTo>
                  <a:lnTo>
                    <a:pt x="7193058" y="2652657"/>
                  </a:lnTo>
                  <a:lnTo>
                    <a:pt x="7193693" y="2652728"/>
                  </a:lnTo>
                  <a:lnTo>
                    <a:pt x="7194327" y="2652434"/>
                  </a:lnTo>
                  <a:lnTo>
                    <a:pt x="7194962" y="2652323"/>
                  </a:lnTo>
                  <a:lnTo>
                    <a:pt x="7195597" y="2652323"/>
                  </a:lnTo>
                  <a:lnTo>
                    <a:pt x="7196232" y="2652475"/>
                  </a:lnTo>
                  <a:lnTo>
                    <a:pt x="7196867" y="2652799"/>
                  </a:lnTo>
                  <a:lnTo>
                    <a:pt x="7197502" y="2653406"/>
                  </a:lnTo>
                  <a:lnTo>
                    <a:pt x="7198136" y="2654013"/>
                  </a:lnTo>
                  <a:lnTo>
                    <a:pt x="7198771" y="2654772"/>
                  </a:lnTo>
                  <a:lnTo>
                    <a:pt x="7199406" y="2655967"/>
                  </a:lnTo>
                  <a:lnTo>
                    <a:pt x="7200041" y="2657394"/>
                  </a:lnTo>
                  <a:lnTo>
                    <a:pt x="7200676" y="2658983"/>
                  </a:lnTo>
                  <a:lnTo>
                    <a:pt x="7201311" y="2660228"/>
                  </a:lnTo>
                  <a:lnTo>
                    <a:pt x="7201946" y="2661452"/>
                  </a:lnTo>
                  <a:lnTo>
                    <a:pt x="7202580" y="2662920"/>
                  </a:lnTo>
                  <a:lnTo>
                    <a:pt x="7203215" y="2664387"/>
                  </a:lnTo>
                  <a:lnTo>
                    <a:pt x="7203850" y="2666341"/>
                  </a:lnTo>
                  <a:lnTo>
                    <a:pt x="7204485" y="2668659"/>
                  </a:lnTo>
                  <a:lnTo>
                    <a:pt x="7205120" y="2671260"/>
                  </a:lnTo>
                  <a:lnTo>
                    <a:pt x="7205755" y="2673689"/>
                  </a:lnTo>
                  <a:lnTo>
                    <a:pt x="7206389" y="2675986"/>
                  </a:lnTo>
                  <a:lnTo>
                    <a:pt x="7207024" y="2678581"/>
                  </a:lnTo>
                  <a:lnTo>
                    <a:pt x="7207659" y="2681187"/>
                  </a:lnTo>
                  <a:lnTo>
                    <a:pt x="7208294" y="2683794"/>
                  </a:lnTo>
                  <a:lnTo>
                    <a:pt x="7208929" y="2686168"/>
                  </a:lnTo>
                  <a:lnTo>
                    <a:pt x="7209564" y="2688582"/>
                  </a:lnTo>
                  <a:lnTo>
                    <a:pt x="7210199" y="2690824"/>
                  </a:lnTo>
                  <a:lnTo>
                    <a:pt x="7210833" y="2693066"/>
                  </a:lnTo>
                  <a:lnTo>
                    <a:pt x="7211468" y="2695096"/>
                  </a:lnTo>
                  <a:lnTo>
                    <a:pt x="7212103" y="2696863"/>
                  </a:lnTo>
                  <a:lnTo>
                    <a:pt x="7212738" y="2698498"/>
                  </a:lnTo>
                  <a:lnTo>
                    <a:pt x="7213373" y="2699690"/>
                  </a:lnTo>
                  <a:lnTo>
                    <a:pt x="7214008" y="2700258"/>
                  </a:lnTo>
                  <a:lnTo>
                    <a:pt x="7214642" y="2700579"/>
                  </a:lnTo>
                  <a:lnTo>
                    <a:pt x="7215277" y="2700867"/>
                  </a:lnTo>
                  <a:lnTo>
                    <a:pt x="7215912" y="2701133"/>
                  </a:lnTo>
                  <a:lnTo>
                    <a:pt x="7216547" y="2701227"/>
                  </a:lnTo>
                  <a:lnTo>
                    <a:pt x="7217182" y="2701475"/>
                  </a:lnTo>
                  <a:lnTo>
                    <a:pt x="7217817" y="2701475"/>
                  </a:lnTo>
                  <a:lnTo>
                    <a:pt x="7218451" y="2701475"/>
                  </a:lnTo>
                  <a:lnTo>
                    <a:pt x="7219086" y="2701242"/>
                  </a:lnTo>
                  <a:lnTo>
                    <a:pt x="7219721" y="2700837"/>
                  </a:lnTo>
                  <a:lnTo>
                    <a:pt x="7220356" y="2700432"/>
                  </a:lnTo>
                  <a:lnTo>
                    <a:pt x="7220991" y="2700027"/>
                  </a:lnTo>
                  <a:lnTo>
                    <a:pt x="7221626" y="2699623"/>
                  </a:lnTo>
                  <a:lnTo>
                    <a:pt x="7222261" y="2699218"/>
                  </a:lnTo>
                  <a:lnTo>
                    <a:pt x="7222895" y="2698884"/>
                  </a:lnTo>
                  <a:lnTo>
                    <a:pt x="7223530" y="2698793"/>
                  </a:lnTo>
                  <a:lnTo>
                    <a:pt x="7224165" y="2698793"/>
                  </a:lnTo>
                  <a:lnTo>
                    <a:pt x="7224800" y="2698803"/>
                  </a:lnTo>
                  <a:lnTo>
                    <a:pt x="7225435" y="2698803"/>
                  </a:lnTo>
                  <a:lnTo>
                    <a:pt x="7226070" y="2698772"/>
                  </a:lnTo>
                  <a:lnTo>
                    <a:pt x="7226704" y="2698570"/>
                  </a:lnTo>
                  <a:lnTo>
                    <a:pt x="7227339" y="2698368"/>
                  </a:lnTo>
                  <a:lnTo>
                    <a:pt x="7227974" y="2698165"/>
                  </a:lnTo>
                  <a:lnTo>
                    <a:pt x="7228609" y="2698013"/>
                  </a:lnTo>
                  <a:lnTo>
                    <a:pt x="7229244" y="2698013"/>
                  </a:lnTo>
                  <a:lnTo>
                    <a:pt x="7229879" y="2698013"/>
                  </a:lnTo>
                  <a:lnTo>
                    <a:pt x="7230514" y="2698013"/>
                  </a:lnTo>
                  <a:lnTo>
                    <a:pt x="7231148" y="2698013"/>
                  </a:lnTo>
                  <a:lnTo>
                    <a:pt x="7231783" y="2698013"/>
                  </a:lnTo>
                  <a:lnTo>
                    <a:pt x="7232418" y="2698013"/>
                  </a:lnTo>
                  <a:lnTo>
                    <a:pt x="7233053" y="2698013"/>
                  </a:lnTo>
                  <a:lnTo>
                    <a:pt x="7233688" y="2698155"/>
                  </a:lnTo>
                  <a:lnTo>
                    <a:pt x="7234323" y="2698469"/>
                  </a:lnTo>
                  <a:lnTo>
                    <a:pt x="7234957" y="2699005"/>
                  </a:lnTo>
                  <a:lnTo>
                    <a:pt x="7235592" y="2699876"/>
                  </a:lnTo>
                  <a:lnTo>
                    <a:pt x="7236227" y="2701100"/>
                  </a:lnTo>
                  <a:lnTo>
                    <a:pt x="7236862" y="2702517"/>
                  </a:lnTo>
                  <a:lnTo>
                    <a:pt x="7237497" y="2703934"/>
                  </a:lnTo>
                  <a:lnTo>
                    <a:pt x="7238132" y="2705311"/>
                  </a:lnTo>
                  <a:lnTo>
                    <a:pt x="7238767" y="2706606"/>
                  </a:lnTo>
                  <a:lnTo>
                    <a:pt x="7239401" y="2707790"/>
                  </a:lnTo>
                  <a:lnTo>
                    <a:pt x="7240036" y="2708803"/>
                  </a:lnTo>
                  <a:lnTo>
                    <a:pt x="7240671" y="2709815"/>
                  </a:lnTo>
                  <a:lnTo>
                    <a:pt x="7241306" y="2710827"/>
                  </a:lnTo>
                  <a:lnTo>
                    <a:pt x="7241941" y="2711717"/>
                  </a:lnTo>
                  <a:lnTo>
                    <a:pt x="7242576" y="2712527"/>
                  </a:lnTo>
                  <a:lnTo>
                    <a:pt x="7243210" y="2713114"/>
                  </a:lnTo>
                  <a:lnTo>
                    <a:pt x="7243845" y="2713084"/>
                  </a:lnTo>
                  <a:lnTo>
                    <a:pt x="7244480" y="2712750"/>
                  </a:lnTo>
                  <a:lnTo>
                    <a:pt x="7245115" y="2712062"/>
                  </a:lnTo>
                  <a:lnTo>
                    <a:pt x="7245750" y="2710837"/>
                  </a:lnTo>
                  <a:lnTo>
                    <a:pt x="7246385" y="2709420"/>
                  </a:lnTo>
                  <a:lnTo>
                    <a:pt x="7247020" y="2708003"/>
                  </a:lnTo>
                  <a:lnTo>
                    <a:pt x="7247654" y="2706626"/>
                  </a:lnTo>
                  <a:lnTo>
                    <a:pt x="7248289" y="2705118"/>
                  </a:lnTo>
                  <a:lnTo>
                    <a:pt x="7248924" y="2703357"/>
                  </a:lnTo>
                  <a:lnTo>
                    <a:pt x="7249559" y="2701556"/>
                  </a:lnTo>
                  <a:lnTo>
                    <a:pt x="7250194" y="2700091"/>
                  </a:lnTo>
                  <a:lnTo>
                    <a:pt x="7250829" y="2698401"/>
                  </a:lnTo>
                  <a:lnTo>
                    <a:pt x="7251463" y="2696779"/>
                  </a:lnTo>
                  <a:lnTo>
                    <a:pt x="7252098" y="2695227"/>
                  </a:lnTo>
                  <a:lnTo>
                    <a:pt x="7252733" y="2693851"/>
                  </a:lnTo>
                  <a:lnTo>
                    <a:pt x="7253368" y="2692840"/>
                  </a:lnTo>
                  <a:lnTo>
                    <a:pt x="7254003" y="2691895"/>
                  </a:lnTo>
                  <a:lnTo>
                    <a:pt x="7254638" y="2690710"/>
                  </a:lnTo>
                  <a:lnTo>
                    <a:pt x="7255273" y="2689599"/>
                  </a:lnTo>
                  <a:lnTo>
                    <a:pt x="7255907" y="2688297"/>
                  </a:lnTo>
                  <a:lnTo>
                    <a:pt x="7256542" y="2686855"/>
                  </a:lnTo>
                  <a:lnTo>
                    <a:pt x="7257177" y="2685412"/>
                  </a:lnTo>
                  <a:lnTo>
                    <a:pt x="7257812" y="2684027"/>
                  </a:lnTo>
                  <a:lnTo>
                    <a:pt x="7258447" y="2682892"/>
                  </a:lnTo>
                  <a:lnTo>
                    <a:pt x="7259082" y="2681930"/>
                  </a:lnTo>
                  <a:lnTo>
                    <a:pt x="7259716" y="2680988"/>
                  </a:lnTo>
                  <a:lnTo>
                    <a:pt x="7260351" y="2680266"/>
                  </a:lnTo>
                  <a:lnTo>
                    <a:pt x="7260986" y="2679578"/>
                  </a:lnTo>
                  <a:lnTo>
                    <a:pt x="7261621" y="2678716"/>
                  </a:lnTo>
                  <a:lnTo>
                    <a:pt x="7262256" y="2677527"/>
                  </a:lnTo>
                  <a:lnTo>
                    <a:pt x="7262891" y="2676337"/>
                  </a:lnTo>
                  <a:lnTo>
                    <a:pt x="7263526" y="2675037"/>
                  </a:lnTo>
                  <a:lnTo>
                    <a:pt x="7264160" y="2674123"/>
                  </a:lnTo>
                  <a:lnTo>
                    <a:pt x="7264795" y="2673331"/>
                  </a:lnTo>
                  <a:lnTo>
                    <a:pt x="7265430" y="2672720"/>
                  </a:lnTo>
                  <a:lnTo>
                    <a:pt x="7266065" y="2672420"/>
                  </a:lnTo>
                  <a:lnTo>
                    <a:pt x="7266700" y="2672328"/>
                  </a:lnTo>
                  <a:lnTo>
                    <a:pt x="7267335" y="2672308"/>
                  </a:lnTo>
                  <a:lnTo>
                    <a:pt x="7267969" y="2672350"/>
                  </a:lnTo>
                  <a:lnTo>
                    <a:pt x="7268604" y="2672449"/>
                  </a:lnTo>
                  <a:lnTo>
                    <a:pt x="7269239" y="2672873"/>
                  </a:lnTo>
                  <a:lnTo>
                    <a:pt x="7269874" y="2673249"/>
                  </a:lnTo>
                  <a:lnTo>
                    <a:pt x="7270509" y="2673795"/>
                  </a:lnTo>
                  <a:lnTo>
                    <a:pt x="7271144" y="2674479"/>
                  </a:lnTo>
                  <a:lnTo>
                    <a:pt x="7271778" y="2675123"/>
                  </a:lnTo>
                  <a:lnTo>
                    <a:pt x="7272413" y="2675797"/>
                  </a:lnTo>
                  <a:lnTo>
                    <a:pt x="7273048" y="2676426"/>
                  </a:lnTo>
                  <a:lnTo>
                    <a:pt x="7273683" y="2677421"/>
                  </a:lnTo>
                  <a:lnTo>
                    <a:pt x="7274318" y="2678545"/>
                  </a:lnTo>
                  <a:lnTo>
                    <a:pt x="7274953" y="2680024"/>
                  </a:lnTo>
                  <a:lnTo>
                    <a:pt x="7275588" y="2681429"/>
                  </a:lnTo>
                  <a:lnTo>
                    <a:pt x="7276222" y="2682777"/>
                  </a:lnTo>
                  <a:lnTo>
                    <a:pt x="7276857" y="2683884"/>
                  </a:lnTo>
                  <a:lnTo>
                    <a:pt x="7277492" y="2684828"/>
                  </a:lnTo>
                  <a:lnTo>
                    <a:pt x="7278127" y="2685617"/>
                  </a:lnTo>
                  <a:lnTo>
                    <a:pt x="7278762" y="2686037"/>
                  </a:lnTo>
                  <a:lnTo>
                    <a:pt x="7279397" y="2686553"/>
                  </a:lnTo>
                  <a:lnTo>
                    <a:pt x="7280031" y="2687441"/>
                  </a:lnTo>
                  <a:lnTo>
                    <a:pt x="7280666" y="2688395"/>
                  </a:lnTo>
                  <a:lnTo>
                    <a:pt x="7281301" y="2689443"/>
                  </a:lnTo>
                  <a:lnTo>
                    <a:pt x="7281936" y="2690285"/>
                  </a:lnTo>
                  <a:lnTo>
                    <a:pt x="7282571" y="2691248"/>
                  </a:lnTo>
                  <a:lnTo>
                    <a:pt x="7283206" y="2692050"/>
                  </a:lnTo>
                  <a:lnTo>
                    <a:pt x="7283841" y="2692433"/>
                  </a:lnTo>
                  <a:lnTo>
                    <a:pt x="7284475" y="2691610"/>
                  </a:lnTo>
                  <a:lnTo>
                    <a:pt x="7285110" y="2690369"/>
                  </a:lnTo>
                  <a:lnTo>
                    <a:pt x="7285745" y="2688908"/>
                  </a:lnTo>
                  <a:lnTo>
                    <a:pt x="7286380" y="2687845"/>
                  </a:lnTo>
                  <a:lnTo>
                    <a:pt x="7287015" y="2686645"/>
                  </a:lnTo>
                  <a:lnTo>
                    <a:pt x="7287650" y="2685936"/>
                  </a:lnTo>
                  <a:lnTo>
                    <a:pt x="7288284" y="2685339"/>
                  </a:lnTo>
                  <a:lnTo>
                    <a:pt x="7288919" y="2684297"/>
                  </a:lnTo>
                  <a:lnTo>
                    <a:pt x="7289554" y="2682778"/>
                  </a:lnTo>
                  <a:lnTo>
                    <a:pt x="7290189" y="2680886"/>
                  </a:lnTo>
                  <a:lnTo>
                    <a:pt x="7290824" y="2678457"/>
                  </a:lnTo>
                  <a:lnTo>
                    <a:pt x="7291459" y="2675957"/>
                  </a:lnTo>
                  <a:lnTo>
                    <a:pt x="7292094" y="2672981"/>
                  </a:lnTo>
                  <a:lnTo>
                    <a:pt x="7292728" y="2669924"/>
                  </a:lnTo>
                  <a:lnTo>
                    <a:pt x="7293363" y="2667303"/>
                  </a:lnTo>
                  <a:lnTo>
                    <a:pt x="7293998" y="2665400"/>
                  </a:lnTo>
                  <a:lnTo>
                    <a:pt x="7294633" y="2663801"/>
                  </a:lnTo>
                  <a:lnTo>
                    <a:pt x="7295268" y="2662192"/>
                  </a:lnTo>
                  <a:lnTo>
                    <a:pt x="7295903" y="2661016"/>
                  </a:lnTo>
                  <a:lnTo>
                    <a:pt x="7296537" y="2659921"/>
                  </a:lnTo>
                  <a:lnTo>
                    <a:pt x="7297172" y="2658708"/>
                  </a:lnTo>
                  <a:lnTo>
                    <a:pt x="7297807" y="2657588"/>
                  </a:lnTo>
                  <a:lnTo>
                    <a:pt x="7298442" y="2656168"/>
                  </a:lnTo>
                  <a:lnTo>
                    <a:pt x="7299077" y="2654750"/>
                  </a:lnTo>
                  <a:lnTo>
                    <a:pt x="7299712" y="2653332"/>
                  </a:lnTo>
                  <a:lnTo>
                    <a:pt x="7300347" y="2652217"/>
                  </a:lnTo>
                  <a:lnTo>
                    <a:pt x="7300981" y="2651284"/>
                  </a:lnTo>
                  <a:lnTo>
                    <a:pt x="7301616" y="2650589"/>
                  </a:lnTo>
                  <a:lnTo>
                    <a:pt x="7302251" y="2649946"/>
                  </a:lnTo>
                  <a:lnTo>
                    <a:pt x="7302886" y="2649083"/>
                  </a:lnTo>
                  <a:lnTo>
                    <a:pt x="7303521" y="2647875"/>
                  </a:lnTo>
                  <a:lnTo>
                    <a:pt x="7304156" y="2646630"/>
                  </a:lnTo>
                  <a:lnTo>
                    <a:pt x="7304790" y="2645523"/>
                  </a:lnTo>
                  <a:lnTo>
                    <a:pt x="7305425" y="2644522"/>
                  </a:lnTo>
                  <a:lnTo>
                    <a:pt x="7306060" y="2643653"/>
                  </a:lnTo>
                  <a:lnTo>
                    <a:pt x="7306695" y="2642694"/>
                  </a:lnTo>
                  <a:lnTo>
                    <a:pt x="7307330" y="2641729"/>
                  </a:lnTo>
                  <a:lnTo>
                    <a:pt x="7307965" y="2640720"/>
                  </a:lnTo>
                  <a:lnTo>
                    <a:pt x="7308600" y="2639303"/>
                  </a:lnTo>
                  <a:lnTo>
                    <a:pt x="7309234" y="2637886"/>
                  </a:lnTo>
                  <a:lnTo>
                    <a:pt x="7309869" y="2636287"/>
                  </a:lnTo>
                  <a:lnTo>
                    <a:pt x="7310504" y="2634884"/>
                  </a:lnTo>
                  <a:lnTo>
                    <a:pt x="7311139" y="2633479"/>
                  </a:lnTo>
                  <a:lnTo>
                    <a:pt x="7311774" y="2632164"/>
                  </a:lnTo>
                  <a:lnTo>
                    <a:pt x="7312409" y="2631156"/>
                  </a:lnTo>
                  <a:lnTo>
                    <a:pt x="7313043" y="2630279"/>
                  </a:lnTo>
                  <a:lnTo>
                    <a:pt x="7313678" y="2629534"/>
                  </a:lnTo>
                  <a:lnTo>
                    <a:pt x="7314313" y="2629212"/>
                  </a:lnTo>
                  <a:lnTo>
                    <a:pt x="7314948" y="2629164"/>
                  </a:lnTo>
                  <a:lnTo>
                    <a:pt x="7315583" y="2629115"/>
                  </a:lnTo>
                  <a:lnTo>
                    <a:pt x="7316218" y="2629197"/>
                  </a:lnTo>
                  <a:lnTo>
                    <a:pt x="7316853" y="2629703"/>
                  </a:lnTo>
                  <a:lnTo>
                    <a:pt x="7317487" y="2630787"/>
                  </a:lnTo>
                  <a:lnTo>
                    <a:pt x="7318122" y="2631943"/>
                  </a:lnTo>
                  <a:lnTo>
                    <a:pt x="7318757" y="2633099"/>
                  </a:lnTo>
                  <a:lnTo>
                    <a:pt x="7319392" y="2634385"/>
                  </a:lnTo>
                  <a:lnTo>
                    <a:pt x="7320027" y="2635789"/>
                  </a:lnTo>
                  <a:lnTo>
                    <a:pt x="7320662" y="2637396"/>
                  </a:lnTo>
                  <a:lnTo>
                    <a:pt x="7321296" y="2639150"/>
                  </a:lnTo>
                  <a:lnTo>
                    <a:pt x="7321931" y="2640844"/>
                  </a:lnTo>
                  <a:lnTo>
                    <a:pt x="7322566" y="2642718"/>
                  </a:lnTo>
                  <a:lnTo>
                    <a:pt x="7323201" y="2644490"/>
                  </a:lnTo>
                  <a:lnTo>
                    <a:pt x="7323836" y="2646154"/>
                  </a:lnTo>
                  <a:lnTo>
                    <a:pt x="7324471" y="2647546"/>
                  </a:lnTo>
                  <a:lnTo>
                    <a:pt x="7325105" y="2648937"/>
                  </a:lnTo>
                  <a:lnTo>
                    <a:pt x="7325740" y="2650194"/>
                  </a:lnTo>
                  <a:lnTo>
                    <a:pt x="7326375" y="2651075"/>
                  </a:lnTo>
                  <a:lnTo>
                    <a:pt x="7327010" y="2651682"/>
                  </a:lnTo>
                  <a:lnTo>
                    <a:pt x="7327645" y="2652289"/>
                  </a:lnTo>
                  <a:lnTo>
                    <a:pt x="7328280" y="2652897"/>
                  </a:lnTo>
                  <a:lnTo>
                    <a:pt x="7328915" y="2653504"/>
                  </a:lnTo>
                  <a:lnTo>
                    <a:pt x="7329549" y="2654111"/>
                  </a:lnTo>
                  <a:lnTo>
                    <a:pt x="7330184" y="2654668"/>
                  </a:lnTo>
                  <a:lnTo>
                    <a:pt x="7330819" y="2655012"/>
                  </a:lnTo>
                  <a:lnTo>
                    <a:pt x="7331454" y="2654901"/>
                  </a:lnTo>
                  <a:lnTo>
                    <a:pt x="7332089" y="2654496"/>
                  </a:lnTo>
                  <a:lnTo>
                    <a:pt x="7332724" y="2654091"/>
                  </a:lnTo>
                  <a:lnTo>
                    <a:pt x="7333358" y="2653686"/>
                  </a:lnTo>
                  <a:lnTo>
                    <a:pt x="7333993" y="2653116"/>
                  </a:lnTo>
                  <a:lnTo>
                    <a:pt x="7334628" y="2652534"/>
                  </a:lnTo>
                  <a:lnTo>
                    <a:pt x="7335263" y="2651911"/>
                  </a:lnTo>
                  <a:lnTo>
                    <a:pt x="7335898" y="2651288"/>
                  </a:lnTo>
                  <a:lnTo>
                    <a:pt x="7336533" y="2650665"/>
                  </a:lnTo>
                  <a:lnTo>
                    <a:pt x="7337168" y="2650042"/>
                  </a:lnTo>
                  <a:lnTo>
                    <a:pt x="7337802" y="2649065"/>
                  </a:lnTo>
                  <a:lnTo>
                    <a:pt x="7338437" y="2648038"/>
                  </a:lnTo>
                  <a:lnTo>
                    <a:pt x="7339072" y="2647010"/>
                  </a:lnTo>
                  <a:lnTo>
                    <a:pt x="7339707" y="2645850"/>
                  </a:lnTo>
                  <a:lnTo>
                    <a:pt x="7340342" y="2644739"/>
                  </a:lnTo>
                  <a:lnTo>
                    <a:pt x="7340977" y="2643989"/>
                  </a:lnTo>
                  <a:lnTo>
                    <a:pt x="7341611" y="2643496"/>
                  </a:lnTo>
                  <a:lnTo>
                    <a:pt x="7342246" y="2642763"/>
                  </a:lnTo>
                  <a:lnTo>
                    <a:pt x="7342881" y="2642031"/>
                  </a:lnTo>
                  <a:lnTo>
                    <a:pt x="7343516" y="2641361"/>
                  </a:lnTo>
                  <a:lnTo>
                    <a:pt x="7344151" y="2640627"/>
                  </a:lnTo>
                  <a:lnTo>
                    <a:pt x="7344786" y="2639847"/>
                  </a:lnTo>
                  <a:lnTo>
                    <a:pt x="7345421" y="2639017"/>
                  </a:lnTo>
                  <a:lnTo>
                    <a:pt x="7346055" y="2637904"/>
                  </a:lnTo>
                  <a:lnTo>
                    <a:pt x="7346690" y="2636578"/>
                  </a:lnTo>
                  <a:lnTo>
                    <a:pt x="7347325" y="2634918"/>
                  </a:lnTo>
                  <a:lnTo>
                    <a:pt x="7347960" y="2633778"/>
                  </a:lnTo>
                  <a:lnTo>
                    <a:pt x="7348595" y="2632534"/>
                  </a:lnTo>
                  <a:lnTo>
                    <a:pt x="7349230" y="2631511"/>
                  </a:lnTo>
                  <a:lnTo>
                    <a:pt x="7349864" y="2630334"/>
                  </a:lnTo>
                  <a:lnTo>
                    <a:pt x="7350499" y="2628888"/>
                  </a:lnTo>
                  <a:lnTo>
                    <a:pt x="7351134" y="2627352"/>
                  </a:lnTo>
                  <a:lnTo>
                    <a:pt x="7351769" y="2626000"/>
                  </a:lnTo>
                  <a:lnTo>
                    <a:pt x="7352404" y="2624593"/>
                  </a:lnTo>
                  <a:lnTo>
                    <a:pt x="7353039" y="2623187"/>
                  </a:lnTo>
                  <a:lnTo>
                    <a:pt x="7353674" y="2621847"/>
                  </a:lnTo>
                  <a:lnTo>
                    <a:pt x="7354308" y="2620748"/>
                  </a:lnTo>
                  <a:lnTo>
                    <a:pt x="7354943" y="2619690"/>
                  </a:lnTo>
                  <a:lnTo>
                    <a:pt x="7355578" y="2618781"/>
                  </a:lnTo>
                  <a:lnTo>
                    <a:pt x="7356213" y="2617928"/>
                  </a:lnTo>
                  <a:lnTo>
                    <a:pt x="7356848" y="2617692"/>
                  </a:lnTo>
                  <a:lnTo>
                    <a:pt x="7357483" y="2617449"/>
                  </a:lnTo>
                  <a:lnTo>
                    <a:pt x="7358117" y="2617337"/>
                  </a:lnTo>
                  <a:lnTo>
                    <a:pt x="7358752" y="2617057"/>
                  </a:lnTo>
                  <a:lnTo>
                    <a:pt x="7359387" y="2616918"/>
                  </a:lnTo>
                  <a:lnTo>
                    <a:pt x="7360022" y="2616804"/>
                  </a:lnTo>
                  <a:lnTo>
                    <a:pt x="7360657" y="2616690"/>
                  </a:lnTo>
                  <a:lnTo>
                    <a:pt x="7361292" y="2616576"/>
                  </a:lnTo>
                  <a:lnTo>
                    <a:pt x="7361927" y="2616462"/>
                  </a:lnTo>
                  <a:lnTo>
                    <a:pt x="7362561" y="2616348"/>
                  </a:lnTo>
                  <a:lnTo>
                    <a:pt x="7363196" y="2616233"/>
                  </a:lnTo>
                  <a:lnTo>
                    <a:pt x="7363831" y="2616119"/>
                  </a:lnTo>
                  <a:lnTo>
                    <a:pt x="7364466" y="2616005"/>
                  </a:lnTo>
                  <a:lnTo>
                    <a:pt x="7365101" y="2616118"/>
                  </a:lnTo>
                  <a:lnTo>
                    <a:pt x="7365736" y="2616493"/>
                  </a:lnTo>
                  <a:lnTo>
                    <a:pt x="7366370" y="2617088"/>
                  </a:lnTo>
                  <a:lnTo>
                    <a:pt x="7367005" y="2617849"/>
                  </a:lnTo>
                  <a:lnTo>
                    <a:pt x="7367640" y="2618456"/>
                  </a:lnTo>
                  <a:lnTo>
                    <a:pt x="7368275" y="2619064"/>
                  </a:lnTo>
                  <a:lnTo>
                    <a:pt x="7368910" y="2619792"/>
                  </a:lnTo>
                  <a:lnTo>
                    <a:pt x="7369545" y="2620602"/>
                  </a:lnTo>
                  <a:lnTo>
                    <a:pt x="7370180" y="2621493"/>
                  </a:lnTo>
                  <a:lnTo>
                    <a:pt x="7370814" y="2622829"/>
                  </a:lnTo>
                  <a:lnTo>
                    <a:pt x="7371449" y="2624246"/>
                  </a:lnTo>
                  <a:lnTo>
                    <a:pt x="7372084" y="2625683"/>
                  </a:lnTo>
                  <a:lnTo>
                    <a:pt x="7372719" y="2627302"/>
                  </a:lnTo>
                  <a:lnTo>
                    <a:pt x="7373354" y="2628922"/>
                  </a:lnTo>
                  <a:lnTo>
                    <a:pt x="7373989" y="2630541"/>
                  </a:lnTo>
                  <a:lnTo>
                    <a:pt x="7374623" y="2632009"/>
                  </a:lnTo>
                  <a:lnTo>
                    <a:pt x="7375258" y="2633517"/>
                  </a:lnTo>
                  <a:lnTo>
                    <a:pt x="7375893" y="2635278"/>
                  </a:lnTo>
                  <a:lnTo>
                    <a:pt x="7376528" y="2637080"/>
                  </a:lnTo>
                  <a:lnTo>
                    <a:pt x="7377163" y="2638544"/>
                  </a:lnTo>
                  <a:lnTo>
                    <a:pt x="7377798" y="2640235"/>
                  </a:lnTo>
                  <a:lnTo>
                    <a:pt x="7378432" y="2641856"/>
                  </a:lnTo>
                  <a:lnTo>
                    <a:pt x="7379067" y="2643408"/>
                  </a:lnTo>
                  <a:lnTo>
                    <a:pt x="7379702" y="2644785"/>
                  </a:lnTo>
                  <a:lnTo>
                    <a:pt x="7380337" y="2645796"/>
                  </a:lnTo>
                  <a:lnTo>
                    <a:pt x="7380972" y="2646740"/>
                  </a:lnTo>
                  <a:lnTo>
                    <a:pt x="7381607" y="2647926"/>
                  </a:lnTo>
                  <a:lnTo>
                    <a:pt x="7382242" y="2648874"/>
                  </a:lnTo>
                  <a:lnTo>
                    <a:pt x="7382876" y="2649599"/>
                  </a:lnTo>
                  <a:lnTo>
                    <a:pt x="7383511" y="2650161"/>
                  </a:lnTo>
                  <a:lnTo>
                    <a:pt x="7384146" y="2650187"/>
                  </a:lnTo>
                  <a:lnTo>
                    <a:pt x="7384781" y="2649952"/>
                  </a:lnTo>
                  <a:lnTo>
                    <a:pt x="7385416" y="2649297"/>
                  </a:lnTo>
                  <a:lnTo>
                    <a:pt x="7386051" y="2648264"/>
                  </a:lnTo>
                  <a:lnTo>
                    <a:pt x="7386685" y="2647182"/>
                  </a:lnTo>
                  <a:lnTo>
                    <a:pt x="7387320" y="2645880"/>
                  </a:lnTo>
                  <a:lnTo>
                    <a:pt x="7387955" y="2644543"/>
                  </a:lnTo>
                  <a:lnTo>
                    <a:pt x="7388590" y="2643228"/>
                  </a:lnTo>
                  <a:lnTo>
                    <a:pt x="7389225" y="2642216"/>
                  </a:lnTo>
                  <a:lnTo>
                    <a:pt x="7389860" y="2641204"/>
                  </a:lnTo>
                  <a:lnTo>
                    <a:pt x="7390495" y="2640303"/>
                  </a:lnTo>
                  <a:lnTo>
                    <a:pt x="7391129" y="2639179"/>
                  </a:lnTo>
                  <a:lnTo>
                    <a:pt x="7391764" y="2638279"/>
                  </a:lnTo>
                  <a:lnTo>
                    <a:pt x="7392399" y="2637489"/>
                  </a:lnTo>
                  <a:lnTo>
                    <a:pt x="7393034" y="2636750"/>
                  </a:lnTo>
                  <a:lnTo>
                    <a:pt x="7393669" y="2636548"/>
                  </a:lnTo>
                  <a:lnTo>
                    <a:pt x="7394304" y="2636406"/>
                  </a:lnTo>
                  <a:lnTo>
                    <a:pt x="7394938" y="2636376"/>
                  </a:lnTo>
                  <a:lnTo>
                    <a:pt x="7395573" y="2636548"/>
                  </a:lnTo>
                  <a:lnTo>
                    <a:pt x="7396208" y="2636750"/>
                  </a:lnTo>
                  <a:lnTo>
                    <a:pt x="7396843" y="2636700"/>
                  </a:lnTo>
                  <a:lnTo>
                    <a:pt x="7397478" y="2636700"/>
                  </a:lnTo>
                  <a:lnTo>
                    <a:pt x="7398113" y="2636710"/>
                  </a:lnTo>
                  <a:lnTo>
                    <a:pt x="7398748" y="2636862"/>
                  </a:lnTo>
                  <a:lnTo>
                    <a:pt x="7399382" y="2637428"/>
                  </a:lnTo>
                  <a:lnTo>
                    <a:pt x="7400017" y="2638127"/>
                  </a:lnTo>
                  <a:lnTo>
                    <a:pt x="7400652" y="2638401"/>
                  </a:lnTo>
                  <a:lnTo>
                    <a:pt x="7401287" y="2638495"/>
                  </a:lnTo>
                  <a:lnTo>
                    <a:pt x="7401922" y="2638464"/>
                  </a:lnTo>
                  <a:lnTo>
                    <a:pt x="7402557" y="2638342"/>
                  </a:lnTo>
                  <a:lnTo>
                    <a:pt x="7403191" y="2637988"/>
                  </a:lnTo>
                  <a:lnTo>
                    <a:pt x="7403826" y="2637834"/>
                  </a:lnTo>
                  <a:lnTo>
                    <a:pt x="7404461" y="2637607"/>
                  </a:lnTo>
                  <a:lnTo>
                    <a:pt x="7405096" y="2637550"/>
                  </a:lnTo>
                  <a:lnTo>
                    <a:pt x="7405731" y="2637733"/>
                  </a:lnTo>
                  <a:lnTo>
                    <a:pt x="7406366" y="2638184"/>
                  </a:lnTo>
                  <a:lnTo>
                    <a:pt x="7407001" y="2638574"/>
                  </a:lnTo>
                  <a:lnTo>
                    <a:pt x="7407635" y="2638949"/>
                  </a:lnTo>
                  <a:lnTo>
                    <a:pt x="7408270" y="2639398"/>
                  </a:lnTo>
                  <a:lnTo>
                    <a:pt x="7408905" y="2639681"/>
                  </a:lnTo>
                  <a:lnTo>
                    <a:pt x="7409540" y="2639765"/>
                  </a:lnTo>
                  <a:lnTo>
                    <a:pt x="7410175" y="2640000"/>
                  </a:lnTo>
                  <a:lnTo>
                    <a:pt x="7410810" y="2640584"/>
                  </a:lnTo>
                  <a:lnTo>
                    <a:pt x="7411444" y="2642253"/>
                  </a:lnTo>
                  <a:lnTo>
                    <a:pt x="7412079" y="2644367"/>
                  </a:lnTo>
                  <a:lnTo>
                    <a:pt x="7412714" y="2646837"/>
                  </a:lnTo>
                  <a:lnTo>
                    <a:pt x="7413349" y="2649088"/>
                  </a:lnTo>
                  <a:lnTo>
                    <a:pt x="7413984" y="2651573"/>
                  </a:lnTo>
                  <a:lnTo>
                    <a:pt x="7414619" y="2653615"/>
                  </a:lnTo>
                  <a:lnTo>
                    <a:pt x="7415254" y="2655240"/>
                  </a:lnTo>
                  <a:lnTo>
                    <a:pt x="7415888" y="2656829"/>
                  </a:lnTo>
                  <a:lnTo>
                    <a:pt x="7416523" y="2658311"/>
                  </a:lnTo>
                  <a:lnTo>
                    <a:pt x="7417158" y="2659743"/>
                  </a:lnTo>
                  <a:lnTo>
                    <a:pt x="7417793" y="2661649"/>
                  </a:lnTo>
                  <a:lnTo>
                    <a:pt x="7418428" y="2663634"/>
                  </a:lnTo>
                  <a:lnTo>
                    <a:pt x="7419063" y="2666095"/>
                  </a:lnTo>
                  <a:lnTo>
                    <a:pt x="7419697" y="2668679"/>
                  </a:lnTo>
                  <a:lnTo>
                    <a:pt x="7420332" y="2670561"/>
                  </a:lnTo>
                  <a:lnTo>
                    <a:pt x="7420967" y="2671665"/>
                  </a:lnTo>
                  <a:lnTo>
                    <a:pt x="7421602" y="2672151"/>
                  </a:lnTo>
                  <a:lnTo>
                    <a:pt x="7422237" y="2672545"/>
                  </a:lnTo>
                  <a:lnTo>
                    <a:pt x="7422872" y="2672678"/>
                  </a:lnTo>
                  <a:lnTo>
                    <a:pt x="7423507" y="2672762"/>
                  </a:lnTo>
                  <a:lnTo>
                    <a:pt x="7424141" y="2673215"/>
                  </a:lnTo>
                  <a:lnTo>
                    <a:pt x="7424776" y="2673728"/>
                  </a:lnTo>
                  <a:lnTo>
                    <a:pt x="7425411" y="2674571"/>
                  </a:lnTo>
                  <a:lnTo>
                    <a:pt x="7426046" y="2675574"/>
                  </a:lnTo>
                  <a:lnTo>
                    <a:pt x="7426681" y="2676385"/>
                  </a:lnTo>
                  <a:lnTo>
                    <a:pt x="7427316" y="2676892"/>
                  </a:lnTo>
                  <a:lnTo>
                    <a:pt x="7427950" y="2677219"/>
                  </a:lnTo>
                  <a:lnTo>
                    <a:pt x="7428585" y="2677306"/>
                  </a:lnTo>
                  <a:lnTo>
                    <a:pt x="7429220" y="2677271"/>
                  </a:lnTo>
                  <a:lnTo>
                    <a:pt x="7429855" y="2677456"/>
                  </a:lnTo>
                  <a:lnTo>
                    <a:pt x="7430490" y="2678047"/>
                  </a:lnTo>
                  <a:lnTo>
                    <a:pt x="7431125" y="2678988"/>
                  </a:lnTo>
                  <a:lnTo>
                    <a:pt x="7431760" y="2679892"/>
                  </a:lnTo>
                  <a:lnTo>
                    <a:pt x="7432394" y="2680691"/>
                  </a:lnTo>
                  <a:lnTo>
                    <a:pt x="7433029" y="2681358"/>
                  </a:lnTo>
                  <a:lnTo>
                    <a:pt x="7433664" y="2682114"/>
                  </a:lnTo>
                  <a:lnTo>
                    <a:pt x="7434299" y="2682684"/>
                  </a:lnTo>
                  <a:lnTo>
                    <a:pt x="7434934" y="2683288"/>
                  </a:lnTo>
                  <a:lnTo>
                    <a:pt x="7435569" y="2684311"/>
                  </a:lnTo>
                  <a:lnTo>
                    <a:pt x="7436203" y="2685525"/>
                  </a:lnTo>
                  <a:lnTo>
                    <a:pt x="7436838" y="2686922"/>
                  </a:lnTo>
                  <a:lnTo>
                    <a:pt x="7437473" y="2687950"/>
                  </a:lnTo>
                  <a:lnTo>
                    <a:pt x="7438108" y="2688900"/>
                  </a:lnTo>
                  <a:lnTo>
                    <a:pt x="7438743" y="2689506"/>
                  </a:lnTo>
                  <a:lnTo>
                    <a:pt x="7439378" y="2689685"/>
                  </a:lnTo>
                  <a:lnTo>
                    <a:pt x="7440012" y="2689792"/>
                  </a:lnTo>
                  <a:lnTo>
                    <a:pt x="7440647" y="2689910"/>
                  </a:lnTo>
                  <a:lnTo>
                    <a:pt x="7441282" y="2689756"/>
                  </a:lnTo>
                  <a:lnTo>
                    <a:pt x="7441917" y="2689602"/>
                  </a:lnTo>
                  <a:lnTo>
                    <a:pt x="7442552" y="2689448"/>
                  </a:lnTo>
                  <a:lnTo>
                    <a:pt x="7443187" y="2689194"/>
                  </a:lnTo>
                  <a:lnTo>
                    <a:pt x="7443822" y="2688809"/>
                  </a:lnTo>
                  <a:lnTo>
                    <a:pt x="7444456" y="2688131"/>
                  </a:lnTo>
                  <a:lnTo>
                    <a:pt x="7445091" y="2687238"/>
                  </a:lnTo>
                  <a:lnTo>
                    <a:pt x="7445726" y="2686193"/>
                  </a:lnTo>
                  <a:lnTo>
                    <a:pt x="7446361" y="2684857"/>
                  </a:lnTo>
                  <a:lnTo>
                    <a:pt x="7446996" y="2683382"/>
                  </a:lnTo>
                  <a:lnTo>
                    <a:pt x="7447631" y="2681673"/>
                  </a:lnTo>
                  <a:lnTo>
                    <a:pt x="7448265" y="2680223"/>
                  </a:lnTo>
                  <a:lnTo>
                    <a:pt x="7448900" y="2679247"/>
                  </a:lnTo>
                  <a:lnTo>
                    <a:pt x="7449535" y="2678143"/>
                  </a:lnTo>
                  <a:lnTo>
                    <a:pt x="7450170" y="2676999"/>
                  </a:lnTo>
                  <a:lnTo>
                    <a:pt x="7450805" y="2675810"/>
                  </a:lnTo>
                  <a:lnTo>
                    <a:pt x="7451440" y="2674620"/>
                  </a:lnTo>
                  <a:lnTo>
                    <a:pt x="7452075" y="2673431"/>
                  </a:lnTo>
                  <a:lnTo>
                    <a:pt x="7452709" y="2672347"/>
                  </a:lnTo>
                  <a:lnTo>
                    <a:pt x="7453344" y="2671537"/>
                  </a:lnTo>
                  <a:lnTo>
                    <a:pt x="7453979" y="2670727"/>
                  </a:lnTo>
                  <a:lnTo>
                    <a:pt x="7454614" y="2670059"/>
                  </a:lnTo>
                  <a:lnTo>
                    <a:pt x="7455249" y="2669543"/>
                  </a:lnTo>
                  <a:lnTo>
                    <a:pt x="7455884" y="2669189"/>
                  </a:lnTo>
                  <a:lnTo>
                    <a:pt x="7456518" y="2669027"/>
                  </a:lnTo>
                  <a:lnTo>
                    <a:pt x="7457153" y="2669027"/>
                  </a:lnTo>
                  <a:lnTo>
                    <a:pt x="7457788" y="2669088"/>
                  </a:lnTo>
                  <a:lnTo>
                    <a:pt x="7458423" y="2669310"/>
                  </a:lnTo>
                  <a:lnTo>
                    <a:pt x="7459058" y="2669715"/>
                  </a:lnTo>
                  <a:lnTo>
                    <a:pt x="7459693" y="2670120"/>
                  </a:lnTo>
                  <a:lnTo>
                    <a:pt x="7460328" y="2670525"/>
                  </a:lnTo>
                  <a:lnTo>
                    <a:pt x="7460962" y="2670930"/>
                  </a:lnTo>
                  <a:lnTo>
                    <a:pt x="7461597" y="2671334"/>
                  </a:lnTo>
                  <a:lnTo>
                    <a:pt x="7462232" y="2671739"/>
                  </a:lnTo>
                  <a:lnTo>
                    <a:pt x="7462867" y="2672144"/>
                  </a:lnTo>
                  <a:lnTo>
                    <a:pt x="7463502" y="2672549"/>
                  </a:lnTo>
                  <a:lnTo>
                    <a:pt x="7464137" y="2672954"/>
                  </a:lnTo>
                  <a:lnTo>
                    <a:pt x="7464771" y="2673713"/>
                  </a:lnTo>
                  <a:lnTo>
                    <a:pt x="7465406" y="2674523"/>
                  </a:lnTo>
                  <a:lnTo>
                    <a:pt x="7466041" y="2675332"/>
                  </a:lnTo>
                  <a:lnTo>
                    <a:pt x="7466676" y="2676274"/>
                  </a:lnTo>
                  <a:lnTo>
                    <a:pt x="7467311" y="2677225"/>
                  </a:lnTo>
                  <a:lnTo>
                    <a:pt x="7467946" y="2678014"/>
                  </a:lnTo>
                  <a:lnTo>
                    <a:pt x="7468581" y="2678510"/>
                  </a:lnTo>
                  <a:lnTo>
                    <a:pt x="7469215" y="2679189"/>
                  </a:lnTo>
                  <a:lnTo>
                    <a:pt x="7469850" y="2679998"/>
                  </a:lnTo>
                  <a:lnTo>
                    <a:pt x="7470485" y="2680808"/>
                  </a:lnTo>
                  <a:lnTo>
                    <a:pt x="7471120" y="2681699"/>
                  </a:lnTo>
                  <a:lnTo>
                    <a:pt x="7471755" y="2682842"/>
                  </a:lnTo>
                  <a:lnTo>
                    <a:pt x="7472390" y="2683561"/>
                  </a:lnTo>
                  <a:lnTo>
                    <a:pt x="7473024" y="2684350"/>
                  </a:lnTo>
                  <a:lnTo>
                    <a:pt x="7473659" y="2685477"/>
                  </a:lnTo>
                  <a:lnTo>
                    <a:pt x="7474294" y="2686896"/>
                  </a:lnTo>
                  <a:lnTo>
                    <a:pt x="7474929" y="2687444"/>
                  </a:lnTo>
                  <a:lnTo>
                    <a:pt x="7475564" y="2687963"/>
                  </a:lnTo>
                  <a:lnTo>
                    <a:pt x="7476199" y="2687972"/>
                  </a:lnTo>
                  <a:lnTo>
                    <a:pt x="7476834" y="2687698"/>
                  </a:lnTo>
                  <a:lnTo>
                    <a:pt x="7477468" y="2687366"/>
                  </a:lnTo>
                  <a:lnTo>
                    <a:pt x="7478103" y="2687036"/>
                  </a:lnTo>
                  <a:lnTo>
                    <a:pt x="7478738" y="2686332"/>
                  </a:lnTo>
                  <a:lnTo>
                    <a:pt x="7479373" y="2685380"/>
                  </a:lnTo>
                  <a:lnTo>
                    <a:pt x="7480008" y="2684375"/>
                  </a:lnTo>
                  <a:lnTo>
                    <a:pt x="7480643" y="2682975"/>
                  </a:lnTo>
                  <a:lnTo>
                    <a:pt x="7481277" y="2681624"/>
                  </a:lnTo>
                  <a:lnTo>
                    <a:pt x="7481912" y="2680450"/>
                  </a:lnTo>
                  <a:lnTo>
                    <a:pt x="7482547" y="2678924"/>
                  </a:lnTo>
                  <a:lnTo>
                    <a:pt x="7483182" y="2677002"/>
                  </a:lnTo>
                  <a:lnTo>
                    <a:pt x="7483817" y="2674110"/>
                  </a:lnTo>
                  <a:lnTo>
                    <a:pt x="7484452" y="2671524"/>
                  </a:lnTo>
                  <a:lnTo>
                    <a:pt x="7485087" y="2669119"/>
                  </a:lnTo>
                  <a:lnTo>
                    <a:pt x="7485721" y="2666979"/>
                  </a:lnTo>
                  <a:lnTo>
                    <a:pt x="7486356" y="2665150"/>
                  </a:lnTo>
                  <a:lnTo>
                    <a:pt x="7486991" y="2663350"/>
                  </a:lnTo>
                  <a:lnTo>
                    <a:pt x="7487626" y="2661863"/>
                  </a:lnTo>
                  <a:lnTo>
                    <a:pt x="7488261" y="2660360"/>
                  </a:lnTo>
                  <a:lnTo>
                    <a:pt x="7488896" y="2658949"/>
                  </a:lnTo>
                  <a:lnTo>
                    <a:pt x="7489530" y="2657766"/>
                  </a:lnTo>
                  <a:lnTo>
                    <a:pt x="7490165" y="2656720"/>
                  </a:lnTo>
                  <a:lnTo>
                    <a:pt x="7490800" y="2655395"/>
                  </a:lnTo>
                  <a:lnTo>
                    <a:pt x="7491435" y="2653763"/>
                  </a:lnTo>
                  <a:lnTo>
                    <a:pt x="7492070" y="2652167"/>
                  </a:lnTo>
                  <a:lnTo>
                    <a:pt x="7492705" y="2650910"/>
                  </a:lnTo>
                  <a:lnTo>
                    <a:pt x="7493339" y="2649597"/>
                  </a:lnTo>
                  <a:lnTo>
                    <a:pt x="7493974" y="2648180"/>
                  </a:lnTo>
                  <a:lnTo>
                    <a:pt x="7494609" y="2646873"/>
                  </a:lnTo>
                  <a:lnTo>
                    <a:pt x="7495244" y="2645320"/>
                  </a:lnTo>
                  <a:lnTo>
                    <a:pt x="7495879" y="2643296"/>
                  </a:lnTo>
                  <a:lnTo>
                    <a:pt x="7496514" y="2641140"/>
                  </a:lnTo>
                  <a:lnTo>
                    <a:pt x="7497149" y="2638721"/>
                  </a:lnTo>
                  <a:lnTo>
                    <a:pt x="7497783" y="2635705"/>
                  </a:lnTo>
                  <a:lnTo>
                    <a:pt x="7498418" y="2633219"/>
                  </a:lnTo>
                  <a:lnTo>
                    <a:pt x="7499053" y="2630491"/>
                  </a:lnTo>
                  <a:lnTo>
                    <a:pt x="7499688" y="2627763"/>
                  </a:lnTo>
                  <a:lnTo>
                    <a:pt x="7500323" y="2625407"/>
                  </a:lnTo>
                  <a:lnTo>
                    <a:pt x="7500958" y="2623552"/>
                  </a:lnTo>
                  <a:lnTo>
                    <a:pt x="7501592" y="2621887"/>
                  </a:lnTo>
                  <a:lnTo>
                    <a:pt x="7502227" y="2619989"/>
                  </a:lnTo>
                  <a:lnTo>
                    <a:pt x="7502862" y="2618229"/>
                  </a:lnTo>
                  <a:lnTo>
                    <a:pt x="7503497" y="2616245"/>
                  </a:lnTo>
                  <a:lnTo>
                    <a:pt x="7504132" y="2614001"/>
                  </a:lnTo>
                  <a:lnTo>
                    <a:pt x="7504767" y="2611411"/>
                  </a:lnTo>
                  <a:lnTo>
                    <a:pt x="7505402" y="2608648"/>
                  </a:lnTo>
                  <a:lnTo>
                    <a:pt x="7506036" y="2605998"/>
                  </a:lnTo>
                  <a:lnTo>
                    <a:pt x="7506671" y="2603573"/>
                  </a:lnTo>
                  <a:lnTo>
                    <a:pt x="7507306" y="2601683"/>
                  </a:lnTo>
                  <a:lnTo>
                    <a:pt x="7507941" y="2599547"/>
                  </a:lnTo>
                  <a:lnTo>
                    <a:pt x="7508576" y="2597138"/>
                  </a:lnTo>
                  <a:lnTo>
                    <a:pt x="7509211" y="2594678"/>
                  </a:lnTo>
                  <a:lnTo>
                    <a:pt x="7509845" y="2592077"/>
                  </a:lnTo>
                  <a:lnTo>
                    <a:pt x="7510480" y="2589719"/>
                  </a:lnTo>
                  <a:lnTo>
                    <a:pt x="7511115" y="2588019"/>
                  </a:lnTo>
                  <a:lnTo>
                    <a:pt x="7511750" y="2586804"/>
                  </a:lnTo>
                  <a:lnTo>
                    <a:pt x="7512385" y="2585691"/>
                  </a:lnTo>
                  <a:lnTo>
                    <a:pt x="7513020" y="2585154"/>
                  </a:lnTo>
                  <a:lnTo>
                    <a:pt x="7513655" y="2584952"/>
                  </a:lnTo>
                  <a:lnTo>
                    <a:pt x="7514289" y="2585538"/>
                  </a:lnTo>
                  <a:lnTo>
                    <a:pt x="7514924" y="2586356"/>
                  </a:lnTo>
                  <a:lnTo>
                    <a:pt x="7515559" y="2587245"/>
                  </a:lnTo>
                  <a:lnTo>
                    <a:pt x="7516194" y="2588158"/>
                  </a:lnTo>
                  <a:lnTo>
                    <a:pt x="7516829" y="2589155"/>
                  </a:lnTo>
                  <a:lnTo>
                    <a:pt x="7517464" y="2590401"/>
                  </a:lnTo>
                  <a:lnTo>
                    <a:pt x="7518098" y="2591763"/>
                  </a:lnTo>
                  <a:lnTo>
                    <a:pt x="7518733" y="2593063"/>
                  </a:lnTo>
                  <a:lnTo>
                    <a:pt x="7519368" y="2594467"/>
                  </a:lnTo>
                  <a:lnTo>
                    <a:pt x="7520003" y="2595699"/>
                  </a:lnTo>
                  <a:lnTo>
                    <a:pt x="7520638" y="2596395"/>
                  </a:lnTo>
                  <a:lnTo>
                    <a:pt x="7521273" y="2596888"/>
                  </a:lnTo>
                  <a:lnTo>
                    <a:pt x="7521908" y="2597309"/>
                  </a:lnTo>
                  <a:lnTo>
                    <a:pt x="7522542" y="2597594"/>
                  </a:lnTo>
                  <a:lnTo>
                    <a:pt x="7523177" y="2597848"/>
                  </a:lnTo>
                  <a:lnTo>
                    <a:pt x="7523812" y="2598373"/>
                  </a:lnTo>
                  <a:lnTo>
                    <a:pt x="7524447" y="2598985"/>
                  </a:lnTo>
                  <a:lnTo>
                    <a:pt x="7525082" y="2599606"/>
                  </a:lnTo>
                  <a:lnTo>
                    <a:pt x="7525717" y="2600214"/>
                  </a:lnTo>
                  <a:lnTo>
                    <a:pt x="7526351" y="2600821"/>
                  </a:lnTo>
                  <a:lnTo>
                    <a:pt x="7526986" y="2601428"/>
                  </a:lnTo>
                  <a:lnTo>
                    <a:pt x="7527621" y="2602242"/>
                  </a:lnTo>
                  <a:lnTo>
                    <a:pt x="7528256" y="2603168"/>
                  </a:lnTo>
                  <a:lnTo>
                    <a:pt x="7528891" y="2604155"/>
                  </a:lnTo>
                  <a:lnTo>
                    <a:pt x="7529526" y="2605155"/>
                  </a:lnTo>
                  <a:lnTo>
                    <a:pt x="7530161" y="2606333"/>
                  </a:lnTo>
                  <a:lnTo>
                    <a:pt x="7530795" y="2607552"/>
                  </a:lnTo>
                  <a:lnTo>
                    <a:pt x="7531430" y="2608902"/>
                  </a:lnTo>
                  <a:lnTo>
                    <a:pt x="7532065" y="2610323"/>
                  </a:lnTo>
                  <a:lnTo>
                    <a:pt x="7532700" y="2611792"/>
                  </a:lnTo>
                  <a:lnTo>
                    <a:pt x="7533335" y="2612977"/>
                  </a:lnTo>
                  <a:lnTo>
                    <a:pt x="7533970" y="2614082"/>
                  </a:lnTo>
                  <a:lnTo>
                    <a:pt x="7534604" y="2615260"/>
                  </a:lnTo>
                  <a:lnTo>
                    <a:pt x="7535239" y="2616032"/>
                  </a:lnTo>
                  <a:lnTo>
                    <a:pt x="7535874" y="2616778"/>
                  </a:lnTo>
                  <a:lnTo>
                    <a:pt x="7536509" y="2617525"/>
                  </a:lnTo>
                  <a:lnTo>
                    <a:pt x="7537144" y="2618156"/>
                  </a:lnTo>
                  <a:lnTo>
                    <a:pt x="7537779" y="2618765"/>
                  </a:lnTo>
                  <a:lnTo>
                    <a:pt x="7538414" y="2619275"/>
                  </a:lnTo>
                  <a:lnTo>
                    <a:pt x="7539048" y="2619722"/>
                  </a:lnTo>
                  <a:lnTo>
                    <a:pt x="7539683" y="2620039"/>
                  </a:lnTo>
                  <a:lnTo>
                    <a:pt x="7540318" y="2620465"/>
                  </a:lnTo>
                  <a:lnTo>
                    <a:pt x="7540953" y="2620807"/>
                  </a:lnTo>
                  <a:lnTo>
                    <a:pt x="7541588" y="2621299"/>
                  </a:lnTo>
                  <a:lnTo>
                    <a:pt x="7542223" y="2621618"/>
                  </a:lnTo>
                  <a:lnTo>
                    <a:pt x="7542857" y="2621648"/>
                  </a:lnTo>
                  <a:lnTo>
                    <a:pt x="7543492" y="2622026"/>
                  </a:lnTo>
                  <a:lnTo>
                    <a:pt x="7544127" y="2622331"/>
                  </a:lnTo>
                  <a:lnTo>
                    <a:pt x="7544762" y="2622558"/>
                  </a:lnTo>
                  <a:lnTo>
                    <a:pt x="7545397" y="2622693"/>
                  </a:lnTo>
                  <a:lnTo>
                    <a:pt x="7546032" y="2622695"/>
                  </a:lnTo>
                  <a:lnTo>
                    <a:pt x="7546666" y="2622626"/>
                  </a:lnTo>
                  <a:lnTo>
                    <a:pt x="7547301" y="2622877"/>
                  </a:lnTo>
                  <a:lnTo>
                    <a:pt x="7547936" y="2623145"/>
                  </a:lnTo>
                  <a:lnTo>
                    <a:pt x="7548571" y="2623553"/>
                  </a:lnTo>
                  <a:lnTo>
                    <a:pt x="7549206" y="2623738"/>
                  </a:lnTo>
                  <a:lnTo>
                    <a:pt x="7549841" y="2623576"/>
                  </a:lnTo>
                  <a:lnTo>
                    <a:pt x="7550476" y="2623326"/>
                  </a:lnTo>
                  <a:lnTo>
                    <a:pt x="7551110" y="2623081"/>
                  </a:lnTo>
                  <a:lnTo>
                    <a:pt x="7551745" y="2622728"/>
                  </a:lnTo>
                  <a:lnTo>
                    <a:pt x="7552380" y="2622466"/>
                  </a:lnTo>
                  <a:lnTo>
                    <a:pt x="7553015" y="2621913"/>
                  </a:lnTo>
                  <a:lnTo>
                    <a:pt x="7553650" y="2621392"/>
                  </a:lnTo>
                  <a:lnTo>
                    <a:pt x="7554285" y="2620522"/>
                  </a:lnTo>
                  <a:lnTo>
                    <a:pt x="7554919" y="2619692"/>
                  </a:lnTo>
                  <a:lnTo>
                    <a:pt x="7555554" y="2618996"/>
                  </a:lnTo>
                  <a:lnTo>
                    <a:pt x="7556189" y="2618399"/>
                  </a:lnTo>
                  <a:lnTo>
                    <a:pt x="7556824" y="2617748"/>
                  </a:lnTo>
                  <a:lnTo>
                    <a:pt x="7557459" y="2617081"/>
                  </a:lnTo>
                  <a:lnTo>
                    <a:pt x="7558094" y="2616274"/>
                  </a:lnTo>
                  <a:lnTo>
                    <a:pt x="7558729" y="2615689"/>
                  </a:lnTo>
                  <a:lnTo>
                    <a:pt x="7559363" y="2615279"/>
                  </a:lnTo>
                  <a:lnTo>
                    <a:pt x="7559998" y="2614928"/>
                  </a:lnTo>
                  <a:lnTo>
                    <a:pt x="7560633" y="2614581"/>
                  </a:lnTo>
                  <a:lnTo>
                    <a:pt x="7561268" y="2614293"/>
                  </a:lnTo>
                  <a:lnTo>
                    <a:pt x="7561903" y="2613888"/>
                  </a:lnTo>
                  <a:lnTo>
                    <a:pt x="7562538" y="2613453"/>
                  </a:lnTo>
                  <a:lnTo>
                    <a:pt x="7563172" y="2613048"/>
                  </a:lnTo>
                  <a:lnTo>
                    <a:pt x="7563807" y="2612775"/>
                  </a:lnTo>
                  <a:lnTo>
                    <a:pt x="7564442" y="2612744"/>
                  </a:lnTo>
                  <a:lnTo>
                    <a:pt x="7565077" y="2612795"/>
                  </a:lnTo>
                  <a:lnTo>
                    <a:pt x="7565712" y="2613129"/>
                  </a:lnTo>
                  <a:lnTo>
                    <a:pt x="7566347" y="2613938"/>
                  </a:lnTo>
                  <a:lnTo>
                    <a:pt x="7566982" y="2614779"/>
                  </a:lnTo>
                  <a:lnTo>
                    <a:pt x="7567616" y="2615588"/>
                  </a:lnTo>
                  <a:lnTo>
                    <a:pt x="7568251" y="2616307"/>
                  </a:lnTo>
                  <a:lnTo>
                    <a:pt x="7568886" y="2616914"/>
                  </a:lnTo>
                  <a:lnTo>
                    <a:pt x="7569521" y="2617521"/>
                  </a:lnTo>
                  <a:lnTo>
                    <a:pt x="7570156" y="2618539"/>
                  </a:lnTo>
                  <a:lnTo>
                    <a:pt x="7570791" y="2619495"/>
                  </a:lnTo>
                  <a:lnTo>
                    <a:pt x="7571425" y="2620439"/>
                  </a:lnTo>
                  <a:lnTo>
                    <a:pt x="7572060" y="2621661"/>
                  </a:lnTo>
                  <a:lnTo>
                    <a:pt x="7572695" y="2622994"/>
                  </a:lnTo>
                  <a:lnTo>
                    <a:pt x="7573330" y="2624382"/>
                  </a:lnTo>
                  <a:lnTo>
                    <a:pt x="7573965" y="2625601"/>
                  </a:lnTo>
                  <a:lnTo>
                    <a:pt x="7574600" y="2626764"/>
                  </a:lnTo>
                  <a:lnTo>
                    <a:pt x="7575235" y="2627586"/>
                  </a:lnTo>
                  <a:lnTo>
                    <a:pt x="7575869" y="2627845"/>
                  </a:lnTo>
                  <a:lnTo>
                    <a:pt x="7576504" y="2627907"/>
                  </a:lnTo>
                  <a:lnTo>
                    <a:pt x="7577139" y="2627776"/>
                  </a:lnTo>
                  <a:lnTo>
                    <a:pt x="7577774" y="2627608"/>
                  </a:lnTo>
                  <a:lnTo>
                    <a:pt x="7578409" y="2627521"/>
                  </a:lnTo>
                  <a:lnTo>
                    <a:pt x="7579044" y="2627433"/>
                  </a:lnTo>
                  <a:lnTo>
                    <a:pt x="7579678" y="2627247"/>
                  </a:lnTo>
                  <a:lnTo>
                    <a:pt x="7580313" y="2626903"/>
                  </a:lnTo>
                  <a:lnTo>
                    <a:pt x="7580948" y="2626278"/>
                  </a:lnTo>
                  <a:lnTo>
                    <a:pt x="7581583" y="2625625"/>
                  </a:lnTo>
                  <a:lnTo>
                    <a:pt x="7582218" y="2624522"/>
                  </a:lnTo>
                  <a:lnTo>
                    <a:pt x="7582853" y="2623408"/>
                  </a:lnTo>
                  <a:lnTo>
                    <a:pt x="7583488" y="2622244"/>
                  </a:lnTo>
                  <a:lnTo>
                    <a:pt x="7584122" y="2621030"/>
                  </a:lnTo>
                  <a:lnTo>
                    <a:pt x="7584757" y="2619896"/>
                  </a:lnTo>
                  <a:lnTo>
                    <a:pt x="7585392" y="2618884"/>
                  </a:lnTo>
                  <a:lnTo>
                    <a:pt x="7586027" y="2618054"/>
                  </a:lnTo>
                  <a:lnTo>
                    <a:pt x="7586662" y="2617508"/>
                  </a:lnTo>
                  <a:lnTo>
                    <a:pt x="7587297" y="2617103"/>
                  </a:lnTo>
                  <a:lnTo>
                    <a:pt x="7587931" y="2616698"/>
                  </a:lnTo>
                  <a:lnTo>
                    <a:pt x="7588566" y="2616293"/>
                  </a:lnTo>
                  <a:lnTo>
                    <a:pt x="7589201" y="2615888"/>
                  </a:lnTo>
                  <a:lnTo>
                    <a:pt x="7589836" y="2615686"/>
                  </a:lnTo>
                  <a:lnTo>
                    <a:pt x="7590471" y="2615483"/>
                  </a:lnTo>
                  <a:lnTo>
                    <a:pt x="7591106" y="2615281"/>
                  </a:lnTo>
                  <a:lnTo>
                    <a:pt x="7591741" y="2615078"/>
                  </a:lnTo>
                  <a:lnTo>
                    <a:pt x="7592375" y="2614876"/>
                  </a:lnTo>
                  <a:lnTo>
                    <a:pt x="7593010" y="2614795"/>
                  </a:lnTo>
                  <a:lnTo>
                    <a:pt x="7593645" y="2614795"/>
                  </a:lnTo>
                  <a:lnTo>
                    <a:pt x="7594280" y="2614795"/>
                  </a:lnTo>
                  <a:lnTo>
                    <a:pt x="7594915" y="2614795"/>
                  </a:lnTo>
                  <a:lnTo>
                    <a:pt x="7595550" y="2614906"/>
                  </a:lnTo>
                  <a:lnTo>
                    <a:pt x="7596184" y="2615109"/>
                  </a:lnTo>
                  <a:lnTo>
                    <a:pt x="7596819" y="2615311"/>
                  </a:lnTo>
                  <a:lnTo>
                    <a:pt x="7597454" y="2615514"/>
                  </a:lnTo>
                  <a:lnTo>
                    <a:pt x="7598089" y="2615615"/>
                  </a:lnTo>
                  <a:lnTo>
                    <a:pt x="7598724" y="2615574"/>
                  </a:lnTo>
                  <a:lnTo>
                    <a:pt x="7599359" y="2615888"/>
                  </a:lnTo>
                  <a:lnTo>
                    <a:pt x="7599994" y="2616465"/>
                  </a:lnTo>
                  <a:lnTo>
                    <a:pt x="7600628" y="2617069"/>
                  </a:lnTo>
                  <a:lnTo>
                    <a:pt x="7601263" y="2617715"/>
                  </a:lnTo>
                  <a:lnTo>
                    <a:pt x="7601898" y="2618712"/>
                  </a:lnTo>
                  <a:lnTo>
                    <a:pt x="7602533" y="2619841"/>
                  </a:lnTo>
                  <a:lnTo>
                    <a:pt x="7603168" y="2621261"/>
                  </a:lnTo>
                  <a:lnTo>
                    <a:pt x="7603803" y="2623046"/>
                  </a:lnTo>
                  <a:lnTo>
                    <a:pt x="7604437" y="2624915"/>
                  </a:lnTo>
                  <a:lnTo>
                    <a:pt x="7605072" y="2626699"/>
                  </a:lnTo>
                  <a:lnTo>
                    <a:pt x="7605707" y="2628514"/>
                  </a:lnTo>
                  <a:lnTo>
                    <a:pt x="7606342" y="2630447"/>
                  </a:lnTo>
                  <a:lnTo>
                    <a:pt x="7606977" y="2632251"/>
                  </a:lnTo>
                  <a:lnTo>
                    <a:pt x="7607612" y="2634484"/>
                  </a:lnTo>
                  <a:lnTo>
                    <a:pt x="7608246" y="2636571"/>
                  </a:lnTo>
                  <a:lnTo>
                    <a:pt x="7608881" y="2638398"/>
                  </a:lnTo>
                  <a:lnTo>
                    <a:pt x="7609516" y="2640377"/>
                  </a:lnTo>
                  <a:lnTo>
                    <a:pt x="7610151" y="2642545"/>
                  </a:lnTo>
                  <a:lnTo>
                    <a:pt x="7610786" y="2644933"/>
                  </a:lnTo>
                  <a:lnTo>
                    <a:pt x="7611421" y="2646832"/>
                  </a:lnTo>
                  <a:lnTo>
                    <a:pt x="7612056" y="2648225"/>
                  </a:lnTo>
                  <a:lnTo>
                    <a:pt x="7612690" y="2649430"/>
                  </a:lnTo>
                  <a:lnTo>
                    <a:pt x="7613325" y="2650184"/>
                  </a:lnTo>
                  <a:lnTo>
                    <a:pt x="7613960" y="2650883"/>
                  </a:lnTo>
                  <a:lnTo>
                    <a:pt x="7614595" y="2651351"/>
                  </a:lnTo>
                  <a:lnTo>
                    <a:pt x="7615230" y="2651956"/>
                  </a:lnTo>
                  <a:lnTo>
                    <a:pt x="7615865" y="2652489"/>
                  </a:lnTo>
                  <a:lnTo>
                    <a:pt x="7616499" y="2652977"/>
                  </a:lnTo>
                  <a:lnTo>
                    <a:pt x="7617134" y="2653327"/>
                  </a:lnTo>
                  <a:lnTo>
                    <a:pt x="7617769" y="2653997"/>
                  </a:lnTo>
                  <a:lnTo>
                    <a:pt x="7618404" y="2655136"/>
                  </a:lnTo>
                  <a:lnTo>
                    <a:pt x="7619039" y="2656164"/>
                  </a:lnTo>
                  <a:lnTo>
                    <a:pt x="7619674" y="2656761"/>
                  </a:lnTo>
                  <a:lnTo>
                    <a:pt x="7620309" y="2657439"/>
                  </a:lnTo>
                  <a:lnTo>
                    <a:pt x="7620943" y="2658419"/>
                  </a:lnTo>
                  <a:lnTo>
                    <a:pt x="7621578" y="2659636"/>
                  </a:lnTo>
                  <a:lnTo>
                    <a:pt x="7622213" y="2661188"/>
                  </a:lnTo>
                  <a:lnTo>
                    <a:pt x="7622848" y="2663212"/>
                  </a:lnTo>
                  <a:lnTo>
                    <a:pt x="7623483" y="2665368"/>
                  </a:lnTo>
                  <a:lnTo>
                    <a:pt x="7624118" y="2667787"/>
                  </a:lnTo>
                  <a:lnTo>
                    <a:pt x="7624752" y="2670803"/>
                  </a:lnTo>
                  <a:lnTo>
                    <a:pt x="7625387" y="2673289"/>
                  </a:lnTo>
                  <a:lnTo>
                    <a:pt x="7626022" y="2676017"/>
                  </a:lnTo>
                  <a:lnTo>
                    <a:pt x="7626657" y="2678745"/>
                  </a:lnTo>
                  <a:lnTo>
                    <a:pt x="7627292" y="2681031"/>
                  </a:lnTo>
                  <a:lnTo>
                    <a:pt x="7627927" y="2682683"/>
                  </a:lnTo>
                  <a:lnTo>
                    <a:pt x="7628562" y="2684303"/>
                  </a:lnTo>
                  <a:lnTo>
                    <a:pt x="7629196" y="2686073"/>
                  </a:lnTo>
                  <a:lnTo>
                    <a:pt x="7629831" y="2687719"/>
                  </a:lnTo>
                  <a:lnTo>
                    <a:pt x="7630466" y="2689761"/>
                  </a:lnTo>
                  <a:lnTo>
                    <a:pt x="7631101" y="2692062"/>
                  </a:lnTo>
                  <a:lnTo>
                    <a:pt x="7631736" y="2694709"/>
                  </a:lnTo>
                  <a:lnTo>
                    <a:pt x="7632371" y="2697529"/>
                  </a:lnTo>
                  <a:lnTo>
                    <a:pt x="7633005" y="2700143"/>
                  </a:lnTo>
                  <a:lnTo>
                    <a:pt x="7633640" y="2702329"/>
                  </a:lnTo>
                  <a:lnTo>
                    <a:pt x="7634275" y="2703820"/>
                  </a:lnTo>
                  <a:lnTo>
                    <a:pt x="7634910" y="2705435"/>
                  </a:lnTo>
                  <a:lnTo>
                    <a:pt x="7635545" y="2707323"/>
                  </a:lnTo>
                  <a:lnTo>
                    <a:pt x="7636180" y="2709423"/>
                  </a:lnTo>
                  <a:lnTo>
                    <a:pt x="7636815" y="2712131"/>
                  </a:lnTo>
                  <a:lnTo>
                    <a:pt x="7637449" y="2714993"/>
                  </a:lnTo>
                  <a:lnTo>
                    <a:pt x="7638084" y="2717649"/>
                  </a:lnTo>
                  <a:lnTo>
                    <a:pt x="7638719" y="2719704"/>
                  </a:lnTo>
                  <a:lnTo>
                    <a:pt x="7639354" y="2721830"/>
                  </a:lnTo>
                  <a:lnTo>
                    <a:pt x="7639989" y="2723146"/>
                  </a:lnTo>
                  <a:lnTo>
                    <a:pt x="7640624" y="2724158"/>
                  </a:lnTo>
                  <a:lnTo>
                    <a:pt x="7641258" y="2724382"/>
                  </a:lnTo>
                  <a:lnTo>
                    <a:pt x="7641893" y="2724374"/>
                  </a:lnTo>
                  <a:lnTo>
                    <a:pt x="7642528" y="2724426"/>
                  </a:lnTo>
                  <a:lnTo>
                    <a:pt x="7643163" y="2724737"/>
                  </a:lnTo>
                  <a:lnTo>
                    <a:pt x="7643798" y="2725188"/>
                  </a:lnTo>
                  <a:lnTo>
                    <a:pt x="7644433" y="2725561"/>
                  </a:lnTo>
                  <a:lnTo>
                    <a:pt x="7645068" y="2725819"/>
                  </a:lnTo>
                  <a:lnTo>
                    <a:pt x="7645702" y="2725976"/>
                  </a:lnTo>
                  <a:lnTo>
                    <a:pt x="7646337" y="2725736"/>
                  </a:lnTo>
                  <a:lnTo>
                    <a:pt x="7646972" y="2725445"/>
                  </a:lnTo>
                  <a:lnTo>
                    <a:pt x="7647607" y="2725296"/>
                  </a:lnTo>
                  <a:lnTo>
                    <a:pt x="7648242" y="2725410"/>
                  </a:lnTo>
                  <a:lnTo>
                    <a:pt x="7648877" y="2725424"/>
                  </a:lnTo>
                  <a:lnTo>
                    <a:pt x="7649511" y="2725291"/>
                  </a:lnTo>
                  <a:lnTo>
                    <a:pt x="7650146" y="2725204"/>
                  </a:lnTo>
                  <a:lnTo>
                    <a:pt x="7650781" y="2724995"/>
                  </a:lnTo>
                  <a:lnTo>
                    <a:pt x="7651416" y="2724877"/>
                  </a:lnTo>
                  <a:lnTo>
                    <a:pt x="7652051" y="2724779"/>
                  </a:lnTo>
                  <a:lnTo>
                    <a:pt x="7652686" y="2724867"/>
                  </a:lnTo>
                  <a:lnTo>
                    <a:pt x="7653321" y="2724956"/>
                  </a:lnTo>
                  <a:lnTo>
                    <a:pt x="7653955" y="2724953"/>
                  </a:lnTo>
                  <a:lnTo>
                    <a:pt x="7654590" y="2724668"/>
                  </a:lnTo>
                  <a:lnTo>
                    <a:pt x="7655225" y="2724105"/>
                  </a:lnTo>
                  <a:lnTo>
                    <a:pt x="7655860" y="2723416"/>
                  </a:lnTo>
                  <a:lnTo>
                    <a:pt x="7656495" y="2722763"/>
                  </a:lnTo>
                  <a:lnTo>
                    <a:pt x="7657130" y="2722086"/>
                  </a:lnTo>
                  <a:lnTo>
                    <a:pt x="7657764" y="2721271"/>
                  </a:lnTo>
                  <a:lnTo>
                    <a:pt x="7658399" y="2720456"/>
                  </a:lnTo>
                  <a:lnTo>
                    <a:pt x="7659034" y="2719700"/>
                  </a:lnTo>
                  <a:lnTo>
                    <a:pt x="7659669" y="2718989"/>
                  </a:lnTo>
                  <a:lnTo>
                    <a:pt x="7660304" y="2718361"/>
                  </a:lnTo>
                  <a:lnTo>
                    <a:pt x="7660939" y="2717531"/>
                  </a:lnTo>
                  <a:lnTo>
                    <a:pt x="7661573" y="2716758"/>
                  </a:lnTo>
                  <a:lnTo>
                    <a:pt x="7662208" y="2716094"/>
                  </a:lnTo>
                  <a:lnTo>
                    <a:pt x="7662843" y="2715280"/>
                  </a:lnTo>
                  <a:lnTo>
                    <a:pt x="7663478" y="2714417"/>
                  </a:lnTo>
                  <a:lnTo>
                    <a:pt x="7664113" y="2713417"/>
                  </a:lnTo>
                  <a:lnTo>
                    <a:pt x="7664748" y="2712475"/>
                  </a:lnTo>
                  <a:lnTo>
                    <a:pt x="7665383" y="2711533"/>
                  </a:lnTo>
                  <a:lnTo>
                    <a:pt x="7666017" y="2710631"/>
                  </a:lnTo>
                  <a:lnTo>
                    <a:pt x="7666652" y="2709758"/>
                  </a:lnTo>
                  <a:lnTo>
                    <a:pt x="7667287" y="2708742"/>
                  </a:lnTo>
                  <a:lnTo>
                    <a:pt x="7667922" y="2707726"/>
                  </a:lnTo>
                  <a:lnTo>
                    <a:pt x="7668557" y="2706709"/>
                  </a:lnTo>
                  <a:lnTo>
                    <a:pt x="7669192" y="2705991"/>
                  </a:lnTo>
                  <a:lnTo>
                    <a:pt x="7669826" y="2705586"/>
                  </a:lnTo>
                  <a:lnTo>
                    <a:pt x="7670461" y="2704941"/>
                  </a:lnTo>
                  <a:lnTo>
                    <a:pt x="7671096" y="2704236"/>
                  </a:lnTo>
                  <a:lnTo>
                    <a:pt x="7671731" y="2703520"/>
                  </a:lnTo>
                  <a:lnTo>
                    <a:pt x="7672366" y="2703070"/>
                  </a:lnTo>
                  <a:lnTo>
                    <a:pt x="7673001" y="2702723"/>
                  </a:lnTo>
                  <a:lnTo>
                    <a:pt x="7673636" y="2702789"/>
                  </a:lnTo>
                  <a:lnTo>
                    <a:pt x="7674270" y="2702902"/>
                  </a:lnTo>
                  <a:lnTo>
                    <a:pt x="7674905" y="2703130"/>
                  </a:lnTo>
                  <a:lnTo>
                    <a:pt x="7675540" y="2703633"/>
                  </a:lnTo>
                  <a:lnTo>
                    <a:pt x="7676175" y="2704460"/>
                  </a:lnTo>
                  <a:lnTo>
                    <a:pt x="7676810" y="2705340"/>
                  </a:lnTo>
                  <a:lnTo>
                    <a:pt x="7677445" y="2706198"/>
                  </a:lnTo>
                  <a:lnTo>
                    <a:pt x="7678079" y="2706797"/>
                  </a:lnTo>
                  <a:lnTo>
                    <a:pt x="7678714" y="2707352"/>
                  </a:lnTo>
                  <a:lnTo>
                    <a:pt x="7679349" y="2707787"/>
                  </a:lnTo>
                  <a:lnTo>
                    <a:pt x="7679984" y="2708350"/>
                  </a:lnTo>
                  <a:lnTo>
                    <a:pt x="7680619" y="2709073"/>
                  </a:lnTo>
                  <a:lnTo>
                    <a:pt x="7681254" y="2710146"/>
                  </a:lnTo>
                  <a:lnTo>
                    <a:pt x="7681889" y="2711178"/>
                  </a:lnTo>
                  <a:lnTo>
                    <a:pt x="7682523" y="2712279"/>
                  </a:lnTo>
                  <a:lnTo>
                    <a:pt x="7683158" y="2713291"/>
                  </a:lnTo>
                  <a:lnTo>
                    <a:pt x="7683793" y="2714387"/>
                  </a:lnTo>
                  <a:lnTo>
                    <a:pt x="7684428" y="2715449"/>
                  </a:lnTo>
                  <a:lnTo>
                    <a:pt x="7685063" y="2716357"/>
                  </a:lnTo>
                  <a:lnTo>
                    <a:pt x="7685698" y="2716942"/>
                  </a:lnTo>
                  <a:lnTo>
                    <a:pt x="7686332" y="2717392"/>
                  </a:lnTo>
                  <a:lnTo>
                    <a:pt x="7686967" y="2717744"/>
                  </a:lnTo>
                  <a:lnTo>
                    <a:pt x="7687602" y="2718030"/>
                  </a:lnTo>
                  <a:lnTo>
                    <a:pt x="7688237" y="2718308"/>
                  </a:lnTo>
                  <a:lnTo>
                    <a:pt x="7688872" y="2718713"/>
                  </a:lnTo>
                  <a:lnTo>
                    <a:pt x="7689507" y="2719138"/>
                  </a:lnTo>
                  <a:lnTo>
                    <a:pt x="7690142" y="2719340"/>
                  </a:lnTo>
                  <a:lnTo>
                    <a:pt x="7690776" y="2719411"/>
                  </a:lnTo>
                  <a:lnTo>
                    <a:pt x="7691411" y="2719411"/>
                  </a:lnTo>
                  <a:lnTo>
                    <a:pt x="7692046" y="2719411"/>
                  </a:lnTo>
                  <a:lnTo>
                    <a:pt x="7692681" y="2719290"/>
                  </a:lnTo>
                  <a:lnTo>
                    <a:pt x="7693316" y="2719087"/>
                  </a:lnTo>
                  <a:lnTo>
                    <a:pt x="7693951" y="2719006"/>
                  </a:lnTo>
                  <a:lnTo>
                    <a:pt x="7694585" y="2718784"/>
                  </a:lnTo>
                  <a:lnTo>
                    <a:pt x="7695220" y="2718419"/>
                  </a:lnTo>
                  <a:lnTo>
                    <a:pt x="7695855" y="2718095"/>
                  </a:lnTo>
                  <a:lnTo>
                    <a:pt x="7696490" y="2717863"/>
                  </a:lnTo>
                  <a:lnTo>
                    <a:pt x="7697125" y="2716905"/>
                  </a:lnTo>
                  <a:lnTo>
                    <a:pt x="7697760" y="2715818"/>
                  </a:lnTo>
                  <a:lnTo>
                    <a:pt x="7698395" y="2714469"/>
                  </a:lnTo>
                  <a:lnTo>
                    <a:pt x="7699029" y="2712853"/>
                  </a:lnTo>
                  <a:lnTo>
                    <a:pt x="7699664" y="2711205"/>
                  </a:lnTo>
                  <a:lnTo>
                    <a:pt x="7700299" y="2709474"/>
                  </a:lnTo>
                  <a:lnTo>
                    <a:pt x="7700934" y="2707819"/>
                  </a:lnTo>
                  <a:lnTo>
                    <a:pt x="7701569" y="2706069"/>
                  </a:lnTo>
                  <a:lnTo>
                    <a:pt x="7702204" y="2704427"/>
                  </a:lnTo>
                  <a:lnTo>
                    <a:pt x="7702838" y="2702721"/>
                  </a:lnTo>
                  <a:lnTo>
                    <a:pt x="7703473" y="2700777"/>
                  </a:lnTo>
                  <a:lnTo>
                    <a:pt x="7704108" y="2699107"/>
                  </a:lnTo>
                  <a:lnTo>
                    <a:pt x="7704743" y="2697705"/>
                  </a:lnTo>
                  <a:lnTo>
                    <a:pt x="7705378" y="2696376"/>
                  </a:lnTo>
                  <a:lnTo>
                    <a:pt x="7706013" y="2695067"/>
                  </a:lnTo>
                  <a:lnTo>
                    <a:pt x="7706648" y="2694038"/>
                  </a:lnTo>
                  <a:lnTo>
                    <a:pt x="7707282" y="2693127"/>
                  </a:lnTo>
                  <a:lnTo>
                    <a:pt x="7707917" y="2692538"/>
                  </a:lnTo>
                  <a:lnTo>
                    <a:pt x="7708552" y="2691966"/>
                  </a:lnTo>
                  <a:lnTo>
                    <a:pt x="7709187" y="2691683"/>
                  </a:lnTo>
                  <a:lnTo>
                    <a:pt x="7709822" y="2691318"/>
                  </a:lnTo>
                  <a:lnTo>
                    <a:pt x="7710457" y="2691323"/>
                  </a:lnTo>
                  <a:lnTo>
                    <a:pt x="7711091" y="2691444"/>
                  </a:lnTo>
                  <a:lnTo>
                    <a:pt x="7711726" y="2691525"/>
                  </a:lnTo>
                  <a:lnTo>
                    <a:pt x="7712361" y="2691609"/>
                  </a:lnTo>
                  <a:lnTo>
                    <a:pt x="7712996" y="2691586"/>
                  </a:lnTo>
                  <a:lnTo>
                    <a:pt x="7713631" y="2691354"/>
                  </a:lnTo>
                  <a:lnTo>
                    <a:pt x="7714266" y="2690789"/>
                  </a:lnTo>
                  <a:lnTo>
                    <a:pt x="7714900" y="2689826"/>
                  </a:lnTo>
                  <a:lnTo>
                    <a:pt x="7715535" y="2688796"/>
                  </a:lnTo>
                  <a:lnTo>
                    <a:pt x="7716170" y="2687924"/>
                  </a:lnTo>
                  <a:lnTo>
                    <a:pt x="7716805" y="2686975"/>
                  </a:lnTo>
                  <a:lnTo>
                    <a:pt x="7717440" y="2686066"/>
                  </a:lnTo>
                  <a:lnTo>
                    <a:pt x="7718075" y="2685009"/>
                  </a:lnTo>
                  <a:lnTo>
                    <a:pt x="7718710" y="2683951"/>
                  </a:lnTo>
                  <a:lnTo>
                    <a:pt x="7719344" y="2682677"/>
                  </a:lnTo>
                  <a:lnTo>
                    <a:pt x="7719979" y="2680808"/>
                  </a:lnTo>
                  <a:lnTo>
                    <a:pt x="7720614" y="2678657"/>
                  </a:lnTo>
                  <a:lnTo>
                    <a:pt x="7721249" y="2675955"/>
                  </a:lnTo>
                  <a:lnTo>
                    <a:pt x="7721884" y="2673333"/>
                  </a:lnTo>
                  <a:lnTo>
                    <a:pt x="7722519" y="2670904"/>
                  </a:lnTo>
                  <a:lnTo>
                    <a:pt x="7723153" y="2668475"/>
                  </a:lnTo>
                  <a:lnTo>
                    <a:pt x="7723788" y="2666177"/>
                  </a:lnTo>
                  <a:lnTo>
                    <a:pt x="7724423" y="2664265"/>
                  </a:lnTo>
                  <a:lnTo>
                    <a:pt x="7725058" y="2662544"/>
                  </a:lnTo>
                  <a:lnTo>
                    <a:pt x="7725693" y="2661006"/>
                  </a:lnTo>
                  <a:lnTo>
                    <a:pt x="7726328" y="2659619"/>
                  </a:lnTo>
                  <a:lnTo>
                    <a:pt x="7726963" y="2658404"/>
                  </a:lnTo>
                  <a:lnTo>
                    <a:pt x="7727597" y="2657372"/>
                  </a:lnTo>
                  <a:lnTo>
                    <a:pt x="7728232" y="2656421"/>
                  </a:lnTo>
                  <a:lnTo>
                    <a:pt x="7728867" y="2655854"/>
                  </a:lnTo>
                  <a:lnTo>
                    <a:pt x="7729502" y="2655712"/>
                  </a:lnTo>
                  <a:lnTo>
                    <a:pt x="7730137" y="2655763"/>
                  </a:lnTo>
                  <a:lnTo>
                    <a:pt x="7730772" y="2655965"/>
                  </a:lnTo>
                  <a:lnTo>
                    <a:pt x="7731406" y="2656168"/>
                  </a:lnTo>
                  <a:lnTo>
                    <a:pt x="7732041" y="2656451"/>
                  </a:lnTo>
                  <a:lnTo>
                    <a:pt x="7732676" y="2656856"/>
                  </a:lnTo>
                  <a:lnTo>
                    <a:pt x="7733311" y="2657382"/>
                  </a:lnTo>
                  <a:lnTo>
                    <a:pt x="7733946" y="2658192"/>
                  </a:lnTo>
                  <a:lnTo>
                    <a:pt x="7734581" y="2658900"/>
                  </a:lnTo>
                  <a:lnTo>
                    <a:pt x="7735216" y="2659467"/>
                  </a:lnTo>
                  <a:lnTo>
                    <a:pt x="7735850" y="2660074"/>
                  </a:lnTo>
                  <a:lnTo>
                    <a:pt x="7736485" y="2660682"/>
                  </a:lnTo>
                  <a:lnTo>
                    <a:pt x="7737120" y="2661289"/>
                  </a:lnTo>
                  <a:lnTo>
                    <a:pt x="7737755" y="2662028"/>
                  </a:lnTo>
                  <a:lnTo>
                    <a:pt x="7738390" y="2662959"/>
                  </a:lnTo>
                  <a:lnTo>
                    <a:pt x="7739025" y="2664082"/>
                  </a:lnTo>
                  <a:lnTo>
                    <a:pt x="7739659" y="2665297"/>
                  </a:lnTo>
                  <a:lnTo>
                    <a:pt x="7740294" y="2666511"/>
                  </a:lnTo>
                  <a:lnTo>
                    <a:pt x="7740929" y="2667726"/>
                  </a:lnTo>
                  <a:lnTo>
                    <a:pt x="7741564" y="2668860"/>
                  </a:lnTo>
                  <a:lnTo>
                    <a:pt x="7742199" y="2669872"/>
                  </a:lnTo>
                  <a:lnTo>
                    <a:pt x="7742834" y="2670661"/>
                  </a:lnTo>
                  <a:lnTo>
                    <a:pt x="7743469" y="2671177"/>
                  </a:lnTo>
                  <a:lnTo>
                    <a:pt x="7744103" y="2671582"/>
                  </a:lnTo>
                  <a:lnTo>
                    <a:pt x="7744738" y="2671815"/>
                  </a:lnTo>
                  <a:lnTo>
                    <a:pt x="7745373" y="2671734"/>
                  </a:lnTo>
                  <a:lnTo>
                    <a:pt x="7746008" y="2671532"/>
                  </a:lnTo>
                  <a:lnTo>
                    <a:pt x="7746643" y="2671258"/>
                  </a:lnTo>
                  <a:lnTo>
                    <a:pt x="7747278" y="2670519"/>
                  </a:lnTo>
                  <a:lnTo>
                    <a:pt x="7747912" y="2669588"/>
                  </a:lnTo>
                  <a:lnTo>
                    <a:pt x="7748547" y="2668465"/>
                  </a:lnTo>
                  <a:lnTo>
                    <a:pt x="7749182" y="2667250"/>
                  </a:lnTo>
                  <a:lnTo>
                    <a:pt x="7749817" y="2666036"/>
                  </a:lnTo>
                  <a:lnTo>
                    <a:pt x="7750452" y="2664659"/>
                  </a:lnTo>
                  <a:lnTo>
                    <a:pt x="7751087" y="2662929"/>
                  </a:lnTo>
                  <a:lnTo>
                    <a:pt x="7751722" y="2661026"/>
                  </a:lnTo>
                  <a:lnTo>
                    <a:pt x="7752356" y="2659437"/>
                  </a:lnTo>
                  <a:lnTo>
                    <a:pt x="7752991" y="2657859"/>
                  </a:lnTo>
                  <a:lnTo>
                    <a:pt x="7753626" y="2656307"/>
                  </a:lnTo>
                  <a:lnTo>
                    <a:pt x="7754261" y="2654877"/>
                  </a:lnTo>
                  <a:lnTo>
                    <a:pt x="7754896" y="2653612"/>
                  </a:lnTo>
                  <a:lnTo>
                    <a:pt x="7755531" y="2651715"/>
                  </a:lnTo>
                  <a:lnTo>
                    <a:pt x="7756165" y="2649794"/>
                  </a:lnTo>
                  <a:lnTo>
                    <a:pt x="7756800" y="2647967"/>
                  </a:lnTo>
                  <a:lnTo>
                    <a:pt x="7757435" y="2645811"/>
                  </a:lnTo>
                  <a:lnTo>
                    <a:pt x="7758070" y="2643647"/>
                  </a:lnTo>
                  <a:lnTo>
                    <a:pt x="7758705" y="2641482"/>
                  </a:lnTo>
                  <a:lnTo>
                    <a:pt x="7759340" y="2639318"/>
                  </a:lnTo>
                  <a:lnTo>
                    <a:pt x="7759975" y="2637380"/>
                  </a:lnTo>
                  <a:lnTo>
                    <a:pt x="7760609" y="2635936"/>
                  </a:lnTo>
                  <a:lnTo>
                    <a:pt x="7761244" y="2634791"/>
                  </a:lnTo>
                  <a:lnTo>
                    <a:pt x="7761879" y="2633984"/>
                  </a:lnTo>
                  <a:lnTo>
                    <a:pt x="7762514" y="2633230"/>
                  </a:lnTo>
                  <a:lnTo>
                    <a:pt x="7763149" y="2632518"/>
                  </a:lnTo>
                  <a:lnTo>
                    <a:pt x="7763784" y="2631571"/>
                  </a:lnTo>
                  <a:lnTo>
                    <a:pt x="7764418" y="2630642"/>
                  </a:lnTo>
                  <a:lnTo>
                    <a:pt x="7765053" y="2630497"/>
                  </a:lnTo>
                  <a:lnTo>
                    <a:pt x="7765688" y="2630870"/>
                  </a:lnTo>
                  <a:lnTo>
                    <a:pt x="7766323" y="2631446"/>
                  </a:lnTo>
                  <a:lnTo>
                    <a:pt x="7766958" y="2632651"/>
                  </a:lnTo>
                  <a:lnTo>
                    <a:pt x="7767593" y="2633865"/>
                  </a:lnTo>
                  <a:lnTo>
                    <a:pt x="7768227" y="2635080"/>
                  </a:lnTo>
                  <a:lnTo>
                    <a:pt x="7768862" y="2636294"/>
                  </a:lnTo>
                  <a:lnTo>
                    <a:pt x="7769497" y="2637377"/>
                  </a:lnTo>
                  <a:lnTo>
                    <a:pt x="7770132" y="2638177"/>
                  </a:lnTo>
                  <a:lnTo>
                    <a:pt x="7770767" y="2638754"/>
                  </a:lnTo>
                  <a:lnTo>
                    <a:pt x="7771402" y="2639159"/>
                  </a:lnTo>
                  <a:lnTo>
                    <a:pt x="7772037" y="2639523"/>
                  </a:lnTo>
                  <a:lnTo>
                    <a:pt x="7772671" y="2639725"/>
                  </a:lnTo>
                  <a:lnTo>
                    <a:pt x="7773306" y="2639928"/>
                  </a:lnTo>
                  <a:lnTo>
                    <a:pt x="7773941" y="2639978"/>
                  </a:lnTo>
                  <a:lnTo>
                    <a:pt x="7774576" y="2639837"/>
                  </a:lnTo>
                  <a:lnTo>
                    <a:pt x="7775211" y="2639432"/>
                  </a:lnTo>
                  <a:lnTo>
                    <a:pt x="7775846" y="2638926"/>
                  </a:lnTo>
                  <a:lnTo>
                    <a:pt x="7776480" y="2638400"/>
                  </a:lnTo>
                  <a:lnTo>
                    <a:pt x="7777115" y="2637828"/>
                  </a:lnTo>
                  <a:lnTo>
                    <a:pt x="7777750" y="2637390"/>
                  </a:lnTo>
                  <a:lnTo>
                    <a:pt x="7778385" y="2636896"/>
                  </a:lnTo>
                  <a:lnTo>
                    <a:pt x="7779020" y="2636383"/>
                  </a:lnTo>
                  <a:lnTo>
                    <a:pt x="7779655" y="2635687"/>
                  </a:lnTo>
                  <a:lnTo>
                    <a:pt x="7780290" y="2634992"/>
                  </a:lnTo>
                  <a:lnTo>
                    <a:pt x="7780924" y="2634388"/>
                  </a:lnTo>
                  <a:lnTo>
                    <a:pt x="7781559" y="2633899"/>
                  </a:lnTo>
                  <a:lnTo>
                    <a:pt x="7782194" y="2633738"/>
                  </a:lnTo>
                  <a:lnTo>
                    <a:pt x="7782829" y="2633643"/>
                  </a:lnTo>
                  <a:lnTo>
                    <a:pt x="7783464" y="2633742"/>
                  </a:lnTo>
                  <a:lnTo>
                    <a:pt x="7784099" y="2634010"/>
                  </a:lnTo>
                  <a:lnTo>
                    <a:pt x="7784733" y="2634415"/>
                  </a:lnTo>
                  <a:lnTo>
                    <a:pt x="7785368" y="2634922"/>
                  </a:lnTo>
                  <a:lnTo>
                    <a:pt x="7786003" y="2635473"/>
                  </a:lnTo>
                  <a:lnTo>
                    <a:pt x="7786638" y="2635928"/>
                  </a:lnTo>
                  <a:lnTo>
                    <a:pt x="7787273" y="2636302"/>
                  </a:lnTo>
                  <a:lnTo>
                    <a:pt x="7787908" y="2636878"/>
                  </a:lnTo>
                  <a:lnTo>
                    <a:pt x="7788543" y="2637475"/>
                  </a:lnTo>
                  <a:lnTo>
                    <a:pt x="7789177" y="2638253"/>
                  </a:lnTo>
                  <a:lnTo>
                    <a:pt x="7789812" y="2639181"/>
                  </a:lnTo>
                  <a:lnTo>
                    <a:pt x="7790447" y="2640159"/>
                  </a:lnTo>
                  <a:lnTo>
                    <a:pt x="7791082" y="2641328"/>
                  </a:lnTo>
                  <a:lnTo>
                    <a:pt x="7791717" y="2642438"/>
                  </a:lnTo>
                  <a:lnTo>
                    <a:pt x="7792352" y="2643549"/>
                  </a:lnTo>
                  <a:lnTo>
                    <a:pt x="7792986" y="2644542"/>
                  </a:lnTo>
                  <a:lnTo>
                    <a:pt x="7793621" y="2645279"/>
                  </a:lnTo>
                  <a:lnTo>
                    <a:pt x="7794256" y="2646089"/>
                  </a:lnTo>
                  <a:lnTo>
                    <a:pt x="7794891" y="2646727"/>
                  </a:lnTo>
                  <a:lnTo>
                    <a:pt x="7795526" y="2647334"/>
                  </a:lnTo>
                  <a:lnTo>
                    <a:pt x="7796161" y="2647941"/>
                  </a:lnTo>
                  <a:lnTo>
                    <a:pt x="7796796" y="2648548"/>
                  </a:lnTo>
                  <a:lnTo>
                    <a:pt x="7797430" y="2649156"/>
                  </a:lnTo>
                  <a:lnTo>
                    <a:pt x="7798065" y="2649631"/>
                  </a:lnTo>
                  <a:lnTo>
                    <a:pt x="7798700" y="2649834"/>
                  </a:lnTo>
                  <a:lnTo>
                    <a:pt x="7799335" y="2649854"/>
                  </a:lnTo>
                  <a:lnTo>
                    <a:pt x="7799970" y="2649905"/>
                  </a:lnTo>
                  <a:lnTo>
                    <a:pt x="7800605" y="2649642"/>
                  </a:lnTo>
                  <a:lnTo>
                    <a:pt x="7801239" y="2649439"/>
                  </a:lnTo>
                  <a:lnTo>
                    <a:pt x="7801874" y="2649338"/>
                  </a:lnTo>
                  <a:lnTo>
                    <a:pt x="7802509" y="2649135"/>
                  </a:lnTo>
                  <a:lnTo>
                    <a:pt x="7803144" y="2648943"/>
                  </a:lnTo>
                  <a:lnTo>
                    <a:pt x="7803779" y="2648862"/>
                  </a:lnTo>
                  <a:lnTo>
                    <a:pt x="7804414" y="2649034"/>
                  </a:lnTo>
                  <a:lnTo>
                    <a:pt x="7805049" y="2649237"/>
                  </a:lnTo>
                  <a:lnTo>
                    <a:pt x="7805683" y="2649237"/>
                  </a:lnTo>
                  <a:lnTo>
                    <a:pt x="7806318" y="2649115"/>
                  </a:lnTo>
                  <a:lnTo>
                    <a:pt x="7806953" y="2648913"/>
                  </a:lnTo>
                  <a:lnTo>
                    <a:pt x="7807588" y="2648812"/>
                  </a:lnTo>
                  <a:lnTo>
                    <a:pt x="7808223" y="2648812"/>
                  </a:lnTo>
                  <a:lnTo>
                    <a:pt x="7808858" y="2648812"/>
                  </a:lnTo>
                  <a:lnTo>
                    <a:pt x="7809492" y="2648407"/>
                  </a:lnTo>
                  <a:lnTo>
                    <a:pt x="7810127" y="2647992"/>
                  </a:lnTo>
                  <a:lnTo>
                    <a:pt x="7810762" y="2647385"/>
                  </a:lnTo>
                  <a:lnTo>
                    <a:pt x="7811397" y="2646595"/>
                  </a:lnTo>
                  <a:lnTo>
                    <a:pt x="7812032" y="2645785"/>
                  </a:lnTo>
                  <a:lnTo>
                    <a:pt x="7812667" y="2645097"/>
                  </a:lnTo>
                  <a:lnTo>
                    <a:pt x="7813302" y="2644449"/>
                  </a:lnTo>
                  <a:lnTo>
                    <a:pt x="7813936" y="2643842"/>
                  </a:lnTo>
                  <a:lnTo>
                    <a:pt x="7814571" y="2643296"/>
                  </a:lnTo>
                  <a:lnTo>
                    <a:pt x="7815206" y="2643333"/>
                  </a:lnTo>
                  <a:lnTo>
                    <a:pt x="7815841" y="2643500"/>
                  </a:lnTo>
                  <a:lnTo>
                    <a:pt x="7816476" y="2643736"/>
                  </a:lnTo>
                  <a:lnTo>
                    <a:pt x="7817111" y="2643998"/>
                  </a:lnTo>
                  <a:lnTo>
                    <a:pt x="7817745" y="2644407"/>
                  </a:lnTo>
                  <a:lnTo>
                    <a:pt x="7818380" y="2644816"/>
                  </a:lnTo>
                  <a:lnTo>
                    <a:pt x="7819015" y="2645397"/>
                  </a:lnTo>
                  <a:lnTo>
                    <a:pt x="7819650" y="2646049"/>
                  </a:lnTo>
                  <a:lnTo>
                    <a:pt x="7820285" y="2646660"/>
                  </a:lnTo>
                  <a:lnTo>
                    <a:pt x="7820920" y="2647317"/>
                  </a:lnTo>
                  <a:lnTo>
                    <a:pt x="7821555" y="2648133"/>
                  </a:lnTo>
                  <a:lnTo>
                    <a:pt x="7822189" y="2649015"/>
                  </a:lnTo>
                  <a:lnTo>
                    <a:pt x="7822824" y="2649868"/>
                  </a:lnTo>
                  <a:lnTo>
                    <a:pt x="7823459" y="2650556"/>
                  </a:lnTo>
                  <a:lnTo>
                    <a:pt x="7824094" y="2651422"/>
                  </a:lnTo>
                  <a:lnTo>
                    <a:pt x="7824729" y="2652011"/>
                  </a:lnTo>
                  <a:lnTo>
                    <a:pt x="7825364" y="2652548"/>
                  </a:lnTo>
                  <a:lnTo>
                    <a:pt x="7825998" y="2653267"/>
                  </a:lnTo>
                  <a:lnTo>
                    <a:pt x="7826633" y="2653888"/>
                  </a:lnTo>
                  <a:lnTo>
                    <a:pt x="7827268" y="2654606"/>
                  </a:lnTo>
                  <a:lnTo>
                    <a:pt x="7827903" y="2655595"/>
                  </a:lnTo>
                  <a:lnTo>
                    <a:pt x="7828538" y="2656848"/>
                  </a:lnTo>
                  <a:lnTo>
                    <a:pt x="7829173" y="2658085"/>
                  </a:lnTo>
                  <a:lnTo>
                    <a:pt x="7829807" y="2659554"/>
                  </a:lnTo>
                  <a:lnTo>
                    <a:pt x="7830442" y="2661150"/>
                  </a:lnTo>
                  <a:lnTo>
                    <a:pt x="7831077" y="2662593"/>
                  </a:lnTo>
                  <a:lnTo>
                    <a:pt x="7831712" y="2663804"/>
                  </a:lnTo>
                  <a:lnTo>
                    <a:pt x="7832347" y="2664662"/>
                  </a:lnTo>
                  <a:lnTo>
                    <a:pt x="7832982" y="2665263"/>
                  </a:lnTo>
                  <a:lnTo>
                    <a:pt x="7833617" y="2665498"/>
                  </a:lnTo>
                  <a:lnTo>
                    <a:pt x="7834251" y="2665840"/>
                  </a:lnTo>
                  <a:lnTo>
                    <a:pt x="7834886" y="2665982"/>
                  </a:lnTo>
                  <a:lnTo>
                    <a:pt x="7835521" y="2666018"/>
                  </a:lnTo>
                  <a:lnTo>
                    <a:pt x="7836156" y="2665823"/>
                  </a:lnTo>
                  <a:lnTo>
                    <a:pt x="7836791" y="2665840"/>
                  </a:lnTo>
                  <a:lnTo>
                    <a:pt x="7837426" y="2664598"/>
                  </a:lnTo>
                  <a:lnTo>
                    <a:pt x="7838060" y="2662656"/>
                  </a:lnTo>
                  <a:lnTo>
                    <a:pt x="7838695" y="2660439"/>
                  </a:lnTo>
                  <a:lnTo>
                    <a:pt x="7839330" y="2657703"/>
                  </a:lnTo>
                  <a:lnTo>
                    <a:pt x="7839965" y="2654710"/>
                  </a:lnTo>
                  <a:lnTo>
                    <a:pt x="7840600" y="2651622"/>
                  </a:lnTo>
                  <a:lnTo>
                    <a:pt x="7841235" y="2648645"/>
                  </a:lnTo>
                  <a:lnTo>
                    <a:pt x="7841870" y="2646349"/>
                  </a:lnTo>
                  <a:lnTo>
                    <a:pt x="7842504" y="2644605"/>
                  </a:lnTo>
                  <a:lnTo>
                    <a:pt x="7843139" y="2642967"/>
                  </a:lnTo>
                  <a:lnTo>
                    <a:pt x="7843774" y="2641194"/>
                  </a:lnTo>
                  <a:lnTo>
                    <a:pt x="7844409" y="2639451"/>
                  </a:lnTo>
                  <a:lnTo>
                    <a:pt x="7845044" y="2637948"/>
                  </a:lnTo>
                  <a:lnTo>
                    <a:pt x="7845679" y="2636485"/>
                  </a:lnTo>
                  <a:lnTo>
                    <a:pt x="7846313" y="2634874"/>
                  </a:lnTo>
                  <a:lnTo>
                    <a:pt x="7846948" y="2633707"/>
                  </a:lnTo>
                  <a:lnTo>
                    <a:pt x="7847583" y="2632822"/>
                  </a:lnTo>
                  <a:lnTo>
                    <a:pt x="7848218" y="2632508"/>
                  </a:lnTo>
                  <a:lnTo>
                    <a:pt x="7848853" y="2632103"/>
                  </a:lnTo>
                  <a:lnTo>
                    <a:pt x="7849488" y="2631496"/>
                  </a:lnTo>
                  <a:lnTo>
                    <a:pt x="7850123" y="2631040"/>
                  </a:lnTo>
                  <a:lnTo>
                    <a:pt x="7850757" y="2630737"/>
                  </a:lnTo>
                  <a:lnTo>
                    <a:pt x="7851392" y="2630221"/>
                  </a:lnTo>
                  <a:lnTo>
                    <a:pt x="7852027" y="2629603"/>
                  </a:lnTo>
                  <a:lnTo>
                    <a:pt x="7852662" y="2628966"/>
                  </a:lnTo>
                  <a:lnTo>
                    <a:pt x="7853297" y="2628480"/>
                  </a:lnTo>
                  <a:lnTo>
                    <a:pt x="7853932" y="2628065"/>
                  </a:lnTo>
                  <a:lnTo>
                    <a:pt x="7854566" y="2627680"/>
                  </a:lnTo>
                  <a:lnTo>
                    <a:pt x="7855201" y="2627306"/>
                  </a:lnTo>
                  <a:lnTo>
                    <a:pt x="7855836" y="2626941"/>
                  </a:lnTo>
                  <a:lnTo>
                    <a:pt x="7856471" y="2626476"/>
                  </a:lnTo>
                  <a:lnTo>
                    <a:pt x="7857106" y="2625818"/>
                  </a:lnTo>
                  <a:lnTo>
                    <a:pt x="7857741" y="2625221"/>
                  </a:lnTo>
                  <a:lnTo>
                    <a:pt x="7858376" y="2625028"/>
                  </a:lnTo>
                  <a:lnTo>
                    <a:pt x="7859010" y="2625028"/>
                  </a:lnTo>
                  <a:lnTo>
                    <a:pt x="7859645" y="2624917"/>
                  </a:lnTo>
                  <a:lnTo>
                    <a:pt x="7860280" y="2624522"/>
                  </a:lnTo>
                  <a:lnTo>
                    <a:pt x="7860915" y="2623834"/>
                  </a:lnTo>
                  <a:lnTo>
                    <a:pt x="7861550" y="2623035"/>
                  </a:lnTo>
                  <a:lnTo>
                    <a:pt x="7862185" y="2622427"/>
                  </a:lnTo>
                  <a:lnTo>
                    <a:pt x="7862819" y="2621820"/>
                  </a:lnTo>
                  <a:lnTo>
                    <a:pt x="7863454" y="2621213"/>
                  </a:lnTo>
                  <a:lnTo>
                    <a:pt x="7864089" y="2620605"/>
                  </a:lnTo>
                  <a:lnTo>
                    <a:pt x="7864724" y="2619998"/>
                  </a:lnTo>
                  <a:lnTo>
                    <a:pt x="7865359" y="2619330"/>
                  </a:lnTo>
                  <a:lnTo>
                    <a:pt x="7865994" y="2618440"/>
                  </a:lnTo>
                  <a:lnTo>
                    <a:pt x="7866629" y="2617114"/>
                  </a:lnTo>
                  <a:lnTo>
                    <a:pt x="7867263" y="2615565"/>
                  </a:lnTo>
                  <a:lnTo>
                    <a:pt x="7867898" y="2613946"/>
                  </a:lnTo>
                  <a:lnTo>
                    <a:pt x="7868533" y="2612326"/>
                  </a:lnTo>
                  <a:lnTo>
                    <a:pt x="7869168" y="2610747"/>
                  </a:lnTo>
                  <a:lnTo>
                    <a:pt x="7869803" y="2609219"/>
                  </a:lnTo>
                  <a:lnTo>
                    <a:pt x="7870438" y="2607843"/>
                  </a:lnTo>
                  <a:lnTo>
                    <a:pt x="7871072" y="2606173"/>
                  </a:lnTo>
                  <a:lnTo>
                    <a:pt x="7871707" y="2604371"/>
                  </a:lnTo>
                  <a:lnTo>
                    <a:pt x="7872342" y="2602326"/>
                  </a:lnTo>
                  <a:lnTo>
                    <a:pt x="7872977" y="2599958"/>
                  </a:lnTo>
                  <a:lnTo>
                    <a:pt x="7873612" y="2597418"/>
                  </a:lnTo>
                  <a:lnTo>
                    <a:pt x="7874247" y="2595120"/>
                  </a:lnTo>
                  <a:lnTo>
                    <a:pt x="7874882" y="2592752"/>
                  </a:lnTo>
                  <a:lnTo>
                    <a:pt x="7875516" y="2590606"/>
                  </a:lnTo>
                  <a:lnTo>
                    <a:pt x="7876151" y="2588896"/>
                  </a:lnTo>
                  <a:lnTo>
                    <a:pt x="7876786" y="2587185"/>
                  </a:lnTo>
                  <a:lnTo>
                    <a:pt x="7877421" y="2585515"/>
                  </a:lnTo>
                  <a:lnTo>
                    <a:pt x="7878056" y="2583865"/>
                  </a:lnTo>
                  <a:lnTo>
                    <a:pt x="7878691" y="2582337"/>
                  </a:lnTo>
                  <a:lnTo>
                    <a:pt x="7879325" y="2580686"/>
                  </a:lnTo>
                  <a:lnTo>
                    <a:pt x="7879960" y="2579157"/>
                  </a:lnTo>
                  <a:lnTo>
                    <a:pt x="7880595" y="2577987"/>
                  </a:lnTo>
                  <a:lnTo>
                    <a:pt x="7881230" y="2576765"/>
                  </a:lnTo>
                  <a:lnTo>
                    <a:pt x="7881865" y="2575905"/>
                  </a:lnTo>
                  <a:lnTo>
                    <a:pt x="7882500" y="2575964"/>
                  </a:lnTo>
                  <a:lnTo>
                    <a:pt x="7883134" y="2576231"/>
                  </a:lnTo>
                  <a:lnTo>
                    <a:pt x="7883769" y="2576391"/>
                  </a:lnTo>
                  <a:lnTo>
                    <a:pt x="7884404" y="2576668"/>
                  </a:lnTo>
                  <a:lnTo>
                    <a:pt x="7885039" y="2576954"/>
                  </a:lnTo>
                  <a:lnTo>
                    <a:pt x="7885674" y="2577239"/>
                  </a:lnTo>
                  <a:lnTo>
                    <a:pt x="7886309" y="2577747"/>
                  </a:lnTo>
                  <a:lnTo>
                    <a:pt x="7886944" y="2578314"/>
                  </a:lnTo>
                  <a:lnTo>
                    <a:pt x="7887578" y="2578925"/>
                  </a:lnTo>
                  <a:lnTo>
                    <a:pt x="7888213" y="2579516"/>
                  </a:lnTo>
                  <a:lnTo>
                    <a:pt x="7888848" y="2580035"/>
                  </a:lnTo>
                  <a:lnTo>
                    <a:pt x="7889483" y="2580430"/>
                  </a:lnTo>
                  <a:lnTo>
                    <a:pt x="7890118" y="2580793"/>
                  </a:lnTo>
                  <a:lnTo>
                    <a:pt x="7890753" y="2581410"/>
                  </a:lnTo>
                  <a:lnTo>
                    <a:pt x="7891387" y="2581853"/>
                  </a:lnTo>
                  <a:lnTo>
                    <a:pt x="7892022" y="2581323"/>
                  </a:lnTo>
                  <a:lnTo>
                    <a:pt x="7892657" y="2580642"/>
                  </a:lnTo>
                  <a:lnTo>
                    <a:pt x="7893292" y="2579701"/>
                  </a:lnTo>
                  <a:lnTo>
                    <a:pt x="7893927" y="2578434"/>
                  </a:lnTo>
                  <a:lnTo>
                    <a:pt x="7894562" y="2577463"/>
                  </a:lnTo>
                  <a:lnTo>
                    <a:pt x="7895197" y="2576507"/>
                  </a:lnTo>
                  <a:lnTo>
                    <a:pt x="7895831" y="2575753"/>
                  </a:lnTo>
                  <a:lnTo>
                    <a:pt x="7896466" y="2574886"/>
                  </a:lnTo>
                  <a:lnTo>
                    <a:pt x="7897101" y="2573817"/>
                  </a:lnTo>
                  <a:lnTo>
                    <a:pt x="7897736" y="2572449"/>
                  </a:lnTo>
                  <a:lnTo>
                    <a:pt x="7898371" y="2570994"/>
                  </a:lnTo>
                  <a:lnTo>
                    <a:pt x="7899006" y="2570238"/>
                  </a:lnTo>
                  <a:lnTo>
                    <a:pt x="7899640" y="2570132"/>
                  </a:lnTo>
                  <a:lnTo>
                    <a:pt x="7900275" y="2570138"/>
                  </a:lnTo>
                  <a:lnTo>
                    <a:pt x="7900910" y="2570387"/>
                  </a:lnTo>
                  <a:lnTo>
                    <a:pt x="7901545" y="2570716"/>
                  </a:lnTo>
                  <a:lnTo>
                    <a:pt x="7902180" y="2570913"/>
                  </a:lnTo>
                  <a:lnTo>
                    <a:pt x="7902815" y="2571163"/>
                  </a:lnTo>
                  <a:lnTo>
                    <a:pt x="7903450" y="2571396"/>
                  </a:lnTo>
                  <a:lnTo>
                    <a:pt x="7904084" y="2571545"/>
                  </a:lnTo>
                  <a:lnTo>
                    <a:pt x="7904719" y="2571723"/>
                  </a:lnTo>
                  <a:lnTo>
                    <a:pt x="7905354" y="2571857"/>
                  </a:lnTo>
                  <a:lnTo>
                    <a:pt x="7905989" y="2571915"/>
                  </a:lnTo>
                  <a:lnTo>
                    <a:pt x="7906624" y="2572084"/>
                  </a:lnTo>
                  <a:lnTo>
                    <a:pt x="7907259" y="2572257"/>
                  </a:lnTo>
                  <a:lnTo>
                    <a:pt x="7907893" y="2572470"/>
                  </a:lnTo>
                  <a:lnTo>
                    <a:pt x="7908528" y="2572719"/>
                  </a:lnTo>
                  <a:lnTo>
                    <a:pt x="7909163" y="2572887"/>
                  </a:lnTo>
                  <a:lnTo>
                    <a:pt x="7909798" y="2573044"/>
                  </a:lnTo>
                  <a:lnTo>
                    <a:pt x="7910433" y="2573079"/>
                  </a:lnTo>
                  <a:lnTo>
                    <a:pt x="7911068" y="2573106"/>
                  </a:lnTo>
                  <a:lnTo>
                    <a:pt x="7911703" y="2573209"/>
                  </a:lnTo>
                  <a:lnTo>
                    <a:pt x="7912337" y="2573342"/>
                  </a:lnTo>
                  <a:lnTo>
                    <a:pt x="7912972" y="2573467"/>
                  </a:lnTo>
                  <a:lnTo>
                    <a:pt x="7913607" y="2573529"/>
                  </a:lnTo>
                  <a:lnTo>
                    <a:pt x="7914242" y="2573524"/>
                  </a:lnTo>
                  <a:lnTo>
                    <a:pt x="7914877" y="2573426"/>
                  </a:lnTo>
                  <a:lnTo>
                    <a:pt x="7915512" y="2573459"/>
                  </a:lnTo>
                  <a:lnTo>
                    <a:pt x="7916146" y="2573304"/>
                  </a:lnTo>
                  <a:lnTo>
                    <a:pt x="7916781" y="2573113"/>
                  </a:lnTo>
                  <a:lnTo>
                    <a:pt x="7917416" y="2572885"/>
                  </a:lnTo>
                  <a:lnTo>
                    <a:pt x="7918051" y="2572520"/>
                  </a:lnTo>
                  <a:lnTo>
                    <a:pt x="7918686" y="2572041"/>
                  </a:lnTo>
                  <a:lnTo>
                    <a:pt x="7919321" y="2571510"/>
                  </a:lnTo>
                  <a:lnTo>
                    <a:pt x="7919956" y="2570926"/>
                  </a:lnTo>
                  <a:lnTo>
                    <a:pt x="7920590" y="2570491"/>
                  </a:lnTo>
                  <a:lnTo>
                    <a:pt x="7921225" y="2570144"/>
                  </a:lnTo>
                  <a:lnTo>
                    <a:pt x="7921860" y="2570017"/>
                  </a:lnTo>
                  <a:lnTo>
                    <a:pt x="7922495" y="2569911"/>
                  </a:lnTo>
                  <a:lnTo>
                    <a:pt x="7923130" y="2569882"/>
                  </a:lnTo>
                  <a:lnTo>
                    <a:pt x="7923765" y="2569923"/>
                  </a:lnTo>
                  <a:lnTo>
                    <a:pt x="7924399" y="2569989"/>
                  </a:lnTo>
                  <a:lnTo>
                    <a:pt x="7925034" y="2570203"/>
                  </a:lnTo>
                  <a:lnTo>
                    <a:pt x="7925669" y="2570711"/>
                  </a:lnTo>
                  <a:lnTo>
                    <a:pt x="7926304" y="2571301"/>
                  </a:lnTo>
                  <a:lnTo>
                    <a:pt x="7926939" y="2571803"/>
                  </a:lnTo>
                  <a:lnTo>
                    <a:pt x="7927574" y="2572381"/>
                  </a:lnTo>
                  <a:lnTo>
                    <a:pt x="7928209" y="2572869"/>
                  </a:lnTo>
                  <a:lnTo>
                    <a:pt x="7928843" y="2573203"/>
                  </a:lnTo>
                  <a:lnTo>
                    <a:pt x="7929478" y="2573541"/>
                  </a:lnTo>
                  <a:lnTo>
                    <a:pt x="7930113" y="2574141"/>
                  </a:lnTo>
                  <a:lnTo>
                    <a:pt x="7930748" y="2574748"/>
                  </a:lnTo>
                  <a:lnTo>
                    <a:pt x="7931383" y="2575183"/>
                  </a:lnTo>
                  <a:lnTo>
                    <a:pt x="7932018" y="2575588"/>
                  </a:lnTo>
                  <a:lnTo>
                    <a:pt x="7932652" y="2576195"/>
                  </a:lnTo>
                  <a:lnTo>
                    <a:pt x="7933287" y="2576924"/>
                  </a:lnTo>
                  <a:lnTo>
                    <a:pt x="7933922" y="2577734"/>
                  </a:lnTo>
                  <a:lnTo>
                    <a:pt x="7934557" y="2578604"/>
                  </a:lnTo>
                  <a:lnTo>
                    <a:pt x="7935192" y="2579414"/>
                  </a:lnTo>
                  <a:lnTo>
                    <a:pt x="7935827" y="2580102"/>
                  </a:lnTo>
                  <a:lnTo>
                    <a:pt x="7936461" y="2580821"/>
                  </a:lnTo>
                  <a:lnTo>
                    <a:pt x="7937096" y="2581428"/>
                  </a:lnTo>
                  <a:lnTo>
                    <a:pt x="7937731" y="2582035"/>
                  </a:lnTo>
                  <a:lnTo>
                    <a:pt x="7938366" y="2582643"/>
                  </a:lnTo>
                  <a:lnTo>
                    <a:pt x="7939001" y="2583250"/>
                  </a:lnTo>
                  <a:lnTo>
                    <a:pt x="7939636" y="2583736"/>
                  </a:lnTo>
                  <a:lnTo>
                    <a:pt x="7940271" y="2584141"/>
                  </a:lnTo>
                  <a:lnTo>
                    <a:pt x="7940905" y="2584546"/>
                  </a:lnTo>
                  <a:lnTo>
                    <a:pt x="7941540" y="2584950"/>
                  </a:lnTo>
                  <a:lnTo>
                    <a:pt x="7942175" y="2584913"/>
                  </a:lnTo>
                  <a:lnTo>
                    <a:pt x="7942810" y="2584746"/>
                  </a:lnTo>
                  <a:lnTo>
                    <a:pt x="7943445" y="2584510"/>
                  </a:lnTo>
                  <a:lnTo>
                    <a:pt x="7944080" y="2584248"/>
                  </a:lnTo>
                  <a:lnTo>
                    <a:pt x="7944714" y="2583839"/>
                  </a:lnTo>
                  <a:lnTo>
                    <a:pt x="7945349" y="2583552"/>
                  </a:lnTo>
                  <a:lnTo>
                    <a:pt x="7945984" y="2583264"/>
                  </a:lnTo>
                  <a:lnTo>
                    <a:pt x="7946619" y="2583138"/>
                  </a:lnTo>
                  <a:lnTo>
                    <a:pt x="7947254" y="2583134"/>
                  </a:lnTo>
                  <a:lnTo>
                    <a:pt x="7947889" y="2583095"/>
                  </a:lnTo>
                  <a:lnTo>
                    <a:pt x="7948524" y="2583109"/>
                  </a:lnTo>
                  <a:lnTo>
                    <a:pt x="7949158" y="2583290"/>
                  </a:lnTo>
                  <a:lnTo>
                    <a:pt x="7949793" y="2583570"/>
                  </a:lnTo>
                  <a:lnTo>
                    <a:pt x="7950428" y="2583925"/>
                  </a:lnTo>
                  <a:lnTo>
                    <a:pt x="7951063" y="2584496"/>
                  </a:lnTo>
                  <a:lnTo>
                    <a:pt x="7951698" y="2585465"/>
                  </a:lnTo>
                  <a:lnTo>
                    <a:pt x="7952333" y="2586750"/>
                  </a:lnTo>
                  <a:lnTo>
                    <a:pt x="7952967" y="2587984"/>
                  </a:lnTo>
                  <a:lnTo>
                    <a:pt x="7953602" y="2589388"/>
                  </a:lnTo>
                  <a:lnTo>
                    <a:pt x="7954237" y="2590886"/>
                  </a:lnTo>
                  <a:lnTo>
                    <a:pt x="7954872" y="2592226"/>
                  </a:lnTo>
                  <a:lnTo>
                    <a:pt x="7955507" y="2593533"/>
                  </a:lnTo>
                  <a:lnTo>
                    <a:pt x="7956142" y="2594806"/>
                  </a:lnTo>
                  <a:lnTo>
                    <a:pt x="7956777" y="2595999"/>
                  </a:lnTo>
                  <a:lnTo>
                    <a:pt x="7957411" y="2597339"/>
                  </a:lnTo>
                  <a:lnTo>
                    <a:pt x="7958046" y="2598709"/>
                  </a:lnTo>
                  <a:lnTo>
                    <a:pt x="7958681" y="2600079"/>
                  </a:lnTo>
                  <a:lnTo>
                    <a:pt x="7959316" y="2601650"/>
                  </a:lnTo>
                  <a:lnTo>
                    <a:pt x="7959951" y="2603457"/>
                  </a:lnTo>
                  <a:lnTo>
                    <a:pt x="7960586" y="2605369"/>
                  </a:lnTo>
                  <a:lnTo>
                    <a:pt x="7961220" y="2607092"/>
                  </a:lnTo>
                  <a:lnTo>
                    <a:pt x="7961855" y="2608973"/>
                  </a:lnTo>
                  <a:lnTo>
                    <a:pt x="7962490" y="2610830"/>
                  </a:lnTo>
                  <a:lnTo>
                    <a:pt x="7963125" y="2612928"/>
                  </a:lnTo>
                  <a:lnTo>
                    <a:pt x="7963760" y="2614743"/>
                  </a:lnTo>
                  <a:lnTo>
                    <a:pt x="7964395" y="2617306"/>
                  </a:lnTo>
                  <a:lnTo>
                    <a:pt x="7965030" y="2620342"/>
                  </a:lnTo>
                  <a:lnTo>
                    <a:pt x="7965664" y="2623611"/>
                  </a:lnTo>
                  <a:lnTo>
                    <a:pt x="7966299" y="2627275"/>
                  </a:lnTo>
                  <a:lnTo>
                    <a:pt x="7966934" y="2631121"/>
                  </a:lnTo>
                  <a:lnTo>
                    <a:pt x="7967569" y="2634988"/>
                  </a:lnTo>
                  <a:lnTo>
                    <a:pt x="7968204" y="2638935"/>
                  </a:lnTo>
                  <a:lnTo>
                    <a:pt x="7968839" y="2642599"/>
                  </a:lnTo>
                  <a:lnTo>
                    <a:pt x="7969473" y="2645777"/>
                  </a:lnTo>
                  <a:lnTo>
                    <a:pt x="7970108" y="2648692"/>
                  </a:lnTo>
                  <a:lnTo>
                    <a:pt x="7970743" y="2651617"/>
                  </a:lnTo>
                  <a:lnTo>
                    <a:pt x="7971378" y="2654471"/>
                  </a:lnTo>
                  <a:lnTo>
                    <a:pt x="7972013" y="2657234"/>
                  </a:lnTo>
                  <a:lnTo>
                    <a:pt x="7972648" y="2659957"/>
                  </a:lnTo>
                  <a:lnTo>
                    <a:pt x="7973283" y="2663044"/>
                  </a:lnTo>
                  <a:lnTo>
                    <a:pt x="7973917" y="2666161"/>
                  </a:lnTo>
                  <a:lnTo>
                    <a:pt x="7974552" y="2669197"/>
                  </a:lnTo>
                  <a:lnTo>
                    <a:pt x="7975187" y="2672214"/>
                  </a:lnTo>
                  <a:lnTo>
                    <a:pt x="7975822" y="2675240"/>
                  </a:lnTo>
                  <a:lnTo>
                    <a:pt x="7976457" y="2678276"/>
                  </a:lnTo>
                  <a:lnTo>
                    <a:pt x="7977092" y="2681161"/>
                  </a:lnTo>
                  <a:lnTo>
                    <a:pt x="7977726" y="2683762"/>
                  </a:lnTo>
                  <a:lnTo>
                    <a:pt x="7978361" y="2686191"/>
                  </a:lnTo>
                  <a:lnTo>
                    <a:pt x="7978996" y="2688630"/>
                  </a:lnTo>
                  <a:lnTo>
                    <a:pt x="7979631" y="2691090"/>
                  </a:lnTo>
                  <a:lnTo>
                    <a:pt x="7980266" y="2693367"/>
                  </a:lnTo>
                  <a:lnTo>
                    <a:pt x="7980901" y="2695401"/>
                  </a:lnTo>
                  <a:lnTo>
                    <a:pt x="7981536" y="2697223"/>
                  </a:lnTo>
                  <a:lnTo>
                    <a:pt x="7982170" y="2698954"/>
                  </a:lnTo>
                  <a:lnTo>
                    <a:pt x="7982805" y="2700455"/>
                  </a:lnTo>
                  <a:lnTo>
                    <a:pt x="7983440" y="2701686"/>
                  </a:lnTo>
                  <a:lnTo>
                    <a:pt x="7984075" y="2702916"/>
                  </a:lnTo>
                  <a:lnTo>
                    <a:pt x="7984710" y="2703933"/>
                  </a:lnTo>
                  <a:lnTo>
                    <a:pt x="7985345" y="2704546"/>
                  </a:lnTo>
                  <a:lnTo>
                    <a:pt x="7985979" y="2704967"/>
                  </a:lnTo>
                  <a:lnTo>
                    <a:pt x="7986614" y="2705498"/>
                  </a:lnTo>
                  <a:lnTo>
                    <a:pt x="7987249" y="2706212"/>
                  </a:lnTo>
                  <a:lnTo>
                    <a:pt x="7987884" y="2707119"/>
                  </a:lnTo>
                  <a:lnTo>
                    <a:pt x="7988519" y="2708136"/>
                  </a:lnTo>
                  <a:lnTo>
                    <a:pt x="7989154" y="2708962"/>
                  </a:lnTo>
                  <a:lnTo>
                    <a:pt x="7989788" y="2709787"/>
                  </a:lnTo>
                  <a:lnTo>
                    <a:pt x="7990423" y="2710612"/>
                  </a:lnTo>
                  <a:lnTo>
                    <a:pt x="7991058" y="2711437"/>
                  </a:lnTo>
                  <a:lnTo>
                    <a:pt x="7991693" y="2712263"/>
                  </a:lnTo>
                  <a:lnTo>
                    <a:pt x="7992328" y="2713108"/>
                  </a:lnTo>
                  <a:lnTo>
                    <a:pt x="7992963" y="2713998"/>
                  </a:lnTo>
                  <a:lnTo>
                    <a:pt x="7993598" y="2715324"/>
                  </a:lnTo>
                  <a:lnTo>
                    <a:pt x="7994232" y="2716873"/>
                  </a:lnTo>
                  <a:lnTo>
                    <a:pt x="7994867" y="2718492"/>
                  </a:lnTo>
                  <a:lnTo>
                    <a:pt x="7995502" y="2720112"/>
                  </a:lnTo>
                  <a:lnTo>
                    <a:pt x="7996137" y="2721691"/>
                  </a:lnTo>
                  <a:lnTo>
                    <a:pt x="7996772" y="2723421"/>
                  </a:lnTo>
                  <a:lnTo>
                    <a:pt x="7997407" y="2725091"/>
                  </a:lnTo>
                  <a:lnTo>
                    <a:pt x="7998041" y="2727166"/>
                  </a:lnTo>
                  <a:lnTo>
                    <a:pt x="7998676" y="2729504"/>
                  </a:lnTo>
                  <a:lnTo>
                    <a:pt x="7999311" y="2732237"/>
                  </a:lnTo>
                  <a:lnTo>
                    <a:pt x="7999946" y="2735415"/>
                  </a:lnTo>
                  <a:lnTo>
                    <a:pt x="8000581" y="2738836"/>
                  </a:lnTo>
                  <a:lnTo>
                    <a:pt x="8001216" y="2742348"/>
                  </a:lnTo>
                  <a:lnTo>
                    <a:pt x="8001851" y="2745931"/>
                  </a:lnTo>
                  <a:lnTo>
                    <a:pt x="8002485" y="2749291"/>
                  </a:lnTo>
                  <a:lnTo>
                    <a:pt x="8003120" y="2752216"/>
                  </a:lnTo>
                  <a:lnTo>
                    <a:pt x="8003755" y="2755141"/>
                  </a:lnTo>
                  <a:lnTo>
                    <a:pt x="8004390" y="2758188"/>
                  </a:lnTo>
                  <a:lnTo>
                    <a:pt x="8005025" y="2761568"/>
                  </a:lnTo>
                  <a:lnTo>
                    <a:pt x="8005660" y="2764999"/>
                  </a:lnTo>
                  <a:lnTo>
                    <a:pt x="8006294" y="2768238"/>
                  </a:lnTo>
                  <a:lnTo>
                    <a:pt x="8006929" y="2771345"/>
                  </a:lnTo>
                  <a:lnTo>
                    <a:pt x="8007564" y="2773876"/>
                  </a:lnTo>
                  <a:lnTo>
                    <a:pt x="8008199" y="2776396"/>
                  </a:lnTo>
                  <a:lnTo>
                    <a:pt x="8008834" y="2778481"/>
                  </a:lnTo>
                  <a:lnTo>
                    <a:pt x="8009469" y="2779959"/>
                  </a:lnTo>
                  <a:lnTo>
                    <a:pt x="8010104" y="2781335"/>
                  </a:lnTo>
                  <a:lnTo>
                    <a:pt x="8010738" y="2782712"/>
                  </a:lnTo>
                  <a:lnTo>
                    <a:pt x="8011373" y="2784129"/>
                  </a:lnTo>
                  <a:lnTo>
                    <a:pt x="8012008" y="2785546"/>
                  </a:lnTo>
                  <a:lnTo>
                    <a:pt x="8012643" y="2786963"/>
                  </a:lnTo>
                  <a:lnTo>
                    <a:pt x="8013278" y="2788157"/>
                  </a:lnTo>
                  <a:lnTo>
                    <a:pt x="8013913" y="2789159"/>
                  </a:lnTo>
                  <a:lnTo>
                    <a:pt x="8014547" y="2789827"/>
                  </a:lnTo>
                  <a:lnTo>
                    <a:pt x="8015182" y="2790373"/>
                  </a:lnTo>
                  <a:lnTo>
                    <a:pt x="8015817" y="2790778"/>
                  </a:lnTo>
                  <a:lnTo>
                    <a:pt x="8016452" y="2791254"/>
                  </a:lnTo>
                  <a:lnTo>
                    <a:pt x="8017087" y="2791912"/>
                  </a:lnTo>
                  <a:lnTo>
                    <a:pt x="8017722" y="2792509"/>
                  </a:lnTo>
                  <a:lnTo>
                    <a:pt x="8018357" y="2793210"/>
                  </a:lnTo>
                  <a:lnTo>
                    <a:pt x="8018991" y="2794348"/>
                  </a:lnTo>
                  <a:lnTo>
                    <a:pt x="8019626" y="2795433"/>
                  </a:lnTo>
                  <a:lnTo>
                    <a:pt x="8020261" y="2796577"/>
                  </a:lnTo>
                  <a:lnTo>
                    <a:pt x="8020896" y="2797853"/>
                  </a:lnTo>
                  <a:lnTo>
                    <a:pt x="8021531" y="2798825"/>
                  </a:lnTo>
                  <a:lnTo>
                    <a:pt x="8022166" y="2799780"/>
                  </a:lnTo>
                  <a:lnTo>
                    <a:pt x="8022800" y="2800535"/>
                  </a:lnTo>
                  <a:lnTo>
                    <a:pt x="8023435" y="2801402"/>
                  </a:lnTo>
                  <a:lnTo>
                    <a:pt x="8024070" y="2802471"/>
                  </a:lnTo>
                  <a:lnTo>
                    <a:pt x="8024705" y="2803839"/>
                  </a:lnTo>
                  <a:lnTo>
                    <a:pt x="8025340" y="2805294"/>
                  </a:lnTo>
                  <a:lnTo>
                    <a:pt x="8025975" y="2806090"/>
                  </a:lnTo>
                  <a:lnTo>
                    <a:pt x="8026610" y="2806399"/>
                  </a:lnTo>
                  <a:lnTo>
                    <a:pt x="8027244" y="2806595"/>
                  </a:lnTo>
                  <a:lnTo>
                    <a:pt x="8027879" y="2806700"/>
                  </a:lnTo>
                  <a:lnTo>
                    <a:pt x="8028514" y="2806776"/>
                  </a:lnTo>
                  <a:lnTo>
                    <a:pt x="8029149" y="2806984"/>
                  </a:lnTo>
                  <a:lnTo>
                    <a:pt x="8029784" y="2807240"/>
                  </a:lnTo>
                  <a:lnTo>
                    <a:pt x="8030419" y="2807614"/>
                  </a:lnTo>
                  <a:lnTo>
                    <a:pt x="8031053" y="2808072"/>
                  </a:lnTo>
                  <a:lnTo>
                    <a:pt x="8031688" y="2808502"/>
                  </a:lnTo>
                  <a:lnTo>
                    <a:pt x="8032323" y="2808976"/>
                  </a:lnTo>
                  <a:lnTo>
                    <a:pt x="8032958" y="2809545"/>
                  </a:lnTo>
                  <a:lnTo>
                    <a:pt x="8033593" y="2810185"/>
                  </a:lnTo>
                  <a:lnTo>
                    <a:pt x="8034228" y="2810822"/>
                  </a:lnTo>
                  <a:lnTo>
                    <a:pt x="8034863" y="2811419"/>
                  </a:lnTo>
                  <a:lnTo>
                    <a:pt x="8035497" y="2811939"/>
                  </a:lnTo>
                  <a:lnTo>
                    <a:pt x="8036132" y="2812378"/>
                  </a:lnTo>
                  <a:lnTo>
                    <a:pt x="8036767" y="2812828"/>
                  </a:lnTo>
                  <a:lnTo>
                    <a:pt x="8037402" y="2813249"/>
                  </a:lnTo>
                  <a:lnTo>
                    <a:pt x="8038037" y="2813627"/>
                  </a:lnTo>
                  <a:lnTo>
                    <a:pt x="8038672" y="2813929"/>
                  </a:lnTo>
                  <a:lnTo>
                    <a:pt x="8039306" y="2814099"/>
                  </a:lnTo>
                  <a:lnTo>
                    <a:pt x="8039941" y="2814177"/>
                  </a:lnTo>
                  <a:lnTo>
                    <a:pt x="8040576" y="2814317"/>
                  </a:lnTo>
                  <a:lnTo>
                    <a:pt x="8041211" y="2814525"/>
                  </a:lnTo>
                  <a:lnTo>
                    <a:pt x="8041846" y="2814825"/>
                  </a:lnTo>
                  <a:lnTo>
                    <a:pt x="8042481" y="2814974"/>
                  </a:lnTo>
                  <a:lnTo>
                    <a:pt x="8043116" y="2815129"/>
                  </a:lnTo>
                  <a:lnTo>
                    <a:pt x="8043750" y="2815320"/>
                  </a:lnTo>
                  <a:lnTo>
                    <a:pt x="8044385" y="2815548"/>
                  </a:lnTo>
                  <a:lnTo>
                    <a:pt x="8045020" y="2815914"/>
                  </a:lnTo>
                  <a:lnTo>
                    <a:pt x="8045655" y="2816392"/>
                  </a:lnTo>
                  <a:lnTo>
                    <a:pt x="8046290" y="2816923"/>
                  </a:lnTo>
                  <a:lnTo>
                    <a:pt x="8046925" y="2817507"/>
                  </a:lnTo>
                  <a:lnTo>
                    <a:pt x="8047559" y="2818073"/>
                  </a:lnTo>
                  <a:lnTo>
                    <a:pt x="8048194" y="2818623"/>
                  </a:lnTo>
                  <a:lnTo>
                    <a:pt x="8048829" y="2819125"/>
                  </a:lnTo>
                  <a:lnTo>
                    <a:pt x="8049464" y="2819636"/>
                  </a:lnTo>
                  <a:lnTo>
                    <a:pt x="8050099" y="2820069"/>
                  </a:lnTo>
                  <a:lnTo>
                    <a:pt x="8050734" y="2820433"/>
                  </a:lnTo>
                  <a:lnTo>
                    <a:pt x="8051368" y="2820772"/>
                  </a:lnTo>
                  <a:lnTo>
                    <a:pt x="8052003" y="2821094"/>
                  </a:lnTo>
                  <a:lnTo>
                    <a:pt x="8052638" y="2821396"/>
                  </a:lnTo>
                  <a:lnTo>
                    <a:pt x="8053273" y="2821616"/>
                  </a:lnTo>
                  <a:lnTo>
                    <a:pt x="8053908" y="2821924"/>
                  </a:lnTo>
                  <a:lnTo>
                    <a:pt x="8054543" y="2822156"/>
                  </a:lnTo>
                  <a:lnTo>
                    <a:pt x="8055178" y="2822477"/>
                  </a:lnTo>
                  <a:lnTo>
                    <a:pt x="8055812" y="2822953"/>
                  </a:lnTo>
                  <a:lnTo>
                    <a:pt x="8056447" y="2823424"/>
                  </a:lnTo>
                  <a:lnTo>
                    <a:pt x="8057082" y="2823482"/>
                  </a:lnTo>
                  <a:lnTo>
                    <a:pt x="8057717" y="2823482"/>
                  </a:lnTo>
                  <a:lnTo>
                    <a:pt x="8058352" y="2823482"/>
                  </a:lnTo>
                  <a:lnTo>
                    <a:pt x="8058987" y="2823371"/>
                  </a:lnTo>
                  <a:lnTo>
                    <a:pt x="8059621" y="2823169"/>
                  </a:lnTo>
                  <a:lnTo>
                    <a:pt x="8060256" y="2822895"/>
                  </a:lnTo>
                  <a:lnTo>
                    <a:pt x="8060891" y="2822399"/>
                  </a:lnTo>
                  <a:lnTo>
                    <a:pt x="8061526" y="2821630"/>
                  </a:lnTo>
                  <a:lnTo>
                    <a:pt x="8062161" y="2821076"/>
                  </a:lnTo>
                  <a:lnTo>
                    <a:pt x="8062796" y="2820683"/>
                  </a:lnTo>
                  <a:lnTo>
                    <a:pt x="8063431" y="2820462"/>
                  </a:lnTo>
                  <a:lnTo>
                    <a:pt x="8064065" y="2820352"/>
                  </a:lnTo>
                  <a:lnTo>
                    <a:pt x="8064700" y="2820242"/>
                  </a:lnTo>
                  <a:lnTo>
                    <a:pt x="8065335" y="2820133"/>
                  </a:lnTo>
                  <a:lnTo>
                    <a:pt x="8065970" y="2820023"/>
                  </a:lnTo>
                  <a:lnTo>
                    <a:pt x="8066605" y="2820034"/>
                  </a:lnTo>
                  <a:lnTo>
                    <a:pt x="8067240" y="2820143"/>
                  </a:lnTo>
                  <a:lnTo>
                    <a:pt x="8067874" y="2820267"/>
                  </a:lnTo>
                  <a:lnTo>
                    <a:pt x="8068509" y="2820483"/>
                  </a:lnTo>
                  <a:lnTo>
                    <a:pt x="8069144" y="2820774"/>
                  </a:lnTo>
                  <a:lnTo>
                    <a:pt x="8069779" y="2821123"/>
                  </a:lnTo>
                  <a:lnTo>
                    <a:pt x="8070414" y="2821654"/>
                  </a:lnTo>
                  <a:lnTo>
                    <a:pt x="8071049" y="2822277"/>
                  </a:lnTo>
                  <a:lnTo>
                    <a:pt x="8071684" y="2822889"/>
                  </a:lnTo>
                  <a:lnTo>
                    <a:pt x="8072318" y="2823350"/>
                  </a:lnTo>
                  <a:lnTo>
                    <a:pt x="8072953" y="2823638"/>
                  </a:lnTo>
                  <a:lnTo>
                    <a:pt x="8073588" y="2823815"/>
                  </a:lnTo>
                  <a:lnTo>
                    <a:pt x="8074223" y="2823992"/>
                  </a:lnTo>
                  <a:lnTo>
                    <a:pt x="8074858" y="2824169"/>
                  </a:lnTo>
                  <a:lnTo>
                    <a:pt x="8075493" y="2824346"/>
                  </a:lnTo>
                  <a:lnTo>
                    <a:pt x="8076127" y="2824523"/>
                  </a:lnTo>
                  <a:lnTo>
                    <a:pt x="8076762" y="2824683"/>
                  </a:lnTo>
                  <a:lnTo>
                    <a:pt x="8077397" y="2824848"/>
                  </a:lnTo>
                  <a:lnTo>
                    <a:pt x="8078032" y="2825025"/>
                  </a:lnTo>
                  <a:lnTo>
                    <a:pt x="8078667" y="2825243"/>
                  </a:lnTo>
                  <a:lnTo>
                    <a:pt x="8079302" y="2825462"/>
                  </a:lnTo>
                  <a:lnTo>
                    <a:pt x="8079937" y="2825680"/>
                  </a:lnTo>
                  <a:lnTo>
                    <a:pt x="8080571" y="2825898"/>
                  </a:lnTo>
                  <a:lnTo>
                    <a:pt x="8081206" y="2826116"/>
                  </a:lnTo>
                  <a:lnTo>
                    <a:pt x="8081841" y="2826334"/>
                  </a:lnTo>
                  <a:lnTo>
                    <a:pt x="8082476" y="2826552"/>
                  </a:lnTo>
                  <a:lnTo>
                    <a:pt x="8083111" y="2826770"/>
                  </a:lnTo>
                  <a:lnTo>
                    <a:pt x="8083746" y="2826988"/>
                  </a:lnTo>
                  <a:lnTo>
                    <a:pt x="8084380" y="2827206"/>
                  </a:lnTo>
                  <a:lnTo>
                    <a:pt x="8085015" y="2827424"/>
                  </a:lnTo>
                  <a:lnTo>
                    <a:pt x="8085650" y="2827642"/>
                  </a:lnTo>
                  <a:lnTo>
                    <a:pt x="8086285" y="2827860"/>
                  </a:lnTo>
                  <a:lnTo>
                    <a:pt x="8086920" y="2828037"/>
                  </a:lnTo>
                  <a:lnTo>
                    <a:pt x="8087555" y="2828202"/>
                  </a:lnTo>
                  <a:lnTo>
                    <a:pt x="8088190" y="2828202"/>
                  </a:lnTo>
                  <a:lnTo>
                    <a:pt x="8088824" y="2828202"/>
                  </a:lnTo>
                  <a:lnTo>
                    <a:pt x="8089459" y="2828202"/>
                  </a:lnTo>
                  <a:lnTo>
                    <a:pt x="8090094" y="2828202"/>
                  </a:lnTo>
                  <a:lnTo>
                    <a:pt x="8090729" y="2828202"/>
                  </a:lnTo>
                  <a:lnTo>
                    <a:pt x="8091364" y="2828202"/>
                  </a:lnTo>
                  <a:lnTo>
                    <a:pt x="8091999" y="2828202"/>
                  </a:lnTo>
                  <a:lnTo>
                    <a:pt x="8092633" y="2828202"/>
                  </a:lnTo>
                  <a:lnTo>
                    <a:pt x="8093268" y="2828202"/>
                  </a:lnTo>
                  <a:lnTo>
                    <a:pt x="8093903" y="2828202"/>
                  </a:lnTo>
                  <a:lnTo>
                    <a:pt x="8094538" y="2828202"/>
                  </a:lnTo>
                  <a:lnTo>
                    <a:pt x="8095173" y="2828202"/>
                  </a:lnTo>
                  <a:lnTo>
                    <a:pt x="8095808" y="2828202"/>
                  </a:lnTo>
                  <a:lnTo>
                    <a:pt x="8096443" y="2828202"/>
                  </a:lnTo>
                  <a:lnTo>
                    <a:pt x="8097077" y="2828202"/>
                  </a:lnTo>
                  <a:lnTo>
                    <a:pt x="8097712" y="2828202"/>
                  </a:lnTo>
                  <a:lnTo>
                    <a:pt x="8098347" y="2828202"/>
                  </a:lnTo>
                  <a:lnTo>
                    <a:pt x="8098982" y="2828202"/>
                  </a:lnTo>
                  <a:lnTo>
                    <a:pt x="8099617" y="2828202"/>
                  </a:lnTo>
                  <a:lnTo>
                    <a:pt x="8100252" y="2828202"/>
                  </a:lnTo>
                  <a:lnTo>
                    <a:pt x="8100886" y="2828379"/>
                  </a:lnTo>
                  <a:lnTo>
                    <a:pt x="8101521" y="2828698"/>
                  </a:lnTo>
                  <a:lnTo>
                    <a:pt x="8102156" y="2828980"/>
                  </a:lnTo>
                  <a:lnTo>
                    <a:pt x="8102791" y="2829182"/>
                  </a:lnTo>
                  <a:lnTo>
                    <a:pt x="8103426" y="2829384"/>
                  </a:lnTo>
                  <a:lnTo>
                    <a:pt x="8104061" y="2829449"/>
                  </a:lnTo>
                  <a:lnTo>
                    <a:pt x="8104695" y="2829506"/>
                  </a:lnTo>
                  <a:lnTo>
                    <a:pt x="8105330" y="2829563"/>
                  </a:lnTo>
                  <a:lnTo>
                    <a:pt x="8105965" y="2829621"/>
                  </a:lnTo>
                  <a:lnTo>
                    <a:pt x="8106600" y="2829678"/>
                  </a:lnTo>
                  <a:lnTo>
                    <a:pt x="8107235" y="2829735"/>
                  </a:lnTo>
                  <a:lnTo>
                    <a:pt x="8107870" y="2829793"/>
                  </a:lnTo>
                  <a:lnTo>
                    <a:pt x="8108505" y="2829850"/>
                  </a:lnTo>
                  <a:lnTo>
                    <a:pt x="8109139" y="2830021"/>
                  </a:lnTo>
                  <a:lnTo>
                    <a:pt x="8109774" y="2830027"/>
                  </a:lnTo>
                  <a:lnTo>
                    <a:pt x="8110409" y="2829980"/>
                  </a:lnTo>
                  <a:lnTo>
                    <a:pt x="8111044" y="2829811"/>
                  </a:lnTo>
                  <a:lnTo>
                    <a:pt x="8111679" y="2829553"/>
                  </a:lnTo>
                  <a:lnTo>
                    <a:pt x="8112314" y="2829387"/>
                  </a:lnTo>
                  <a:lnTo>
                    <a:pt x="8112948" y="2829221"/>
                  </a:lnTo>
                  <a:lnTo>
                    <a:pt x="8113583" y="2829213"/>
                  </a:lnTo>
                  <a:lnTo>
                    <a:pt x="8114218" y="2829213"/>
                  </a:lnTo>
                  <a:lnTo>
                    <a:pt x="8114853" y="2829213"/>
                  </a:lnTo>
                  <a:lnTo>
                    <a:pt x="8115488" y="2829213"/>
                  </a:lnTo>
                  <a:lnTo>
                    <a:pt x="8116123" y="2829213"/>
                  </a:lnTo>
                  <a:lnTo>
                    <a:pt x="8116758" y="2829213"/>
                  </a:lnTo>
                  <a:lnTo>
                    <a:pt x="8117392" y="2829213"/>
                  </a:lnTo>
                  <a:lnTo>
                    <a:pt x="8118027" y="2829202"/>
                  </a:lnTo>
                  <a:lnTo>
                    <a:pt x="8118662" y="2829161"/>
                  </a:lnTo>
                  <a:lnTo>
                    <a:pt x="8119297" y="2829149"/>
                  </a:lnTo>
                  <a:lnTo>
                    <a:pt x="8119932" y="2829149"/>
                  </a:lnTo>
                  <a:lnTo>
                    <a:pt x="8120567" y="2829149"/>
                  </a:lnTo>
                  <a:lnTo>
                    <a:pt x="8121201" y="2829149"/>
                  </a:lnTo>
                  <a:lnTo>
                    <a:pt x="8121836" y="2829149"/>
                  </a:lnTo>
                  <a:lnTo>
                    <a:pt x="8122471" y="2829149"/>
                  </a:lnTo>
                  <a:lnTo>
                    <a:pt x="8123106" y="2829149"/>
                  </a:lnTo>
                  <a:lnTo>
                    <a:pt x="8123741" y="2829149"/>
                  </a:lnTo>
                  <a:lnTo>
                    <a:pt x="8124376" y="2829149"/>
                  </a:lnTo>
                  <a:lnTo>
                    <a:pt x="8125011" y="2829149"/>
                  </a:lnTo>
                  <a:lnTo>
                    <a:pt x="8125645" y="2829149"/>
                  </a:lnTo>
                  <a:lnTo>
                    <a:pt x="8126280" y="2829149"/>
                  </a:lnTo>
                  <a:lnTo>
                    <a:pt x="8126915" y="2829149"/>
                  </a:lnTo>
                  <a:lnTo>
                    <a:pt x="8127550" y="2829149"/>
                  </a:lnTo>
                  <a:lnTo>
                    <a:pt x="8128185" y="2829149"/>
                  </a:lnTo>
                  <a:lnTo>
                    <a:pt x="8128820" y="2829149"/>
                  </a:lnTo>
                  <a:lnTo>
                    <a:pt x="8129454" y="2829149"/>
                  </a:lnTo>
                  <a:lnTo>
                    <a:pt x="8130089" y="2829149"/>
                  </a:lnTo>
                  <a:lnTo>
                    <a:pt x="8130724" y="2829149"/>
                  </a:lnTo>
                  <a:lnTo>
                    <a:pt x="8131359" y="2829149"/>
                  </a:lnTo>
                  <a:lnTo>
                    <a:pt x="8131994" y="2829149"/>
                  </a:lnTo>
                  <a:lnTo>
                    <a:pt x="8132629" y="2829149"/>
                  </a:lnTo>
                  <a:lnTo>
                    <a:pt x="8133264" y="2829149"/>
                  </a:lnTo>
                  <a:lnTo>
                    <a:pt x="8133898" y="2829149"/>
                  </a:lnTo>
                  <a:lnTo>
                    <a:pt x="8134533" y="2829342"/>
                  </a:lnTo>
                  <a:lnTo>
                    <a:pt x="8135168" y="2829544"/>
                  </a:lnTo>
                  <a:lnTo>
                    <a:pt x="8135803" y="2829787"/>
                  </a:lnTo>
                  <a:lnTo>
                    <a:pt x="8136438" y="2830162"/>
                  </a:lnTo>
                  <a:lnTo>
                    <a:pt x="8137073" y="2830313"/>
                  </a:lnTo>
                  <a:lnTo>
                    <a:pt x="8137707" y="2830341"/>
                  </a:lnTo>
                  <a:lnTo>
                    <a:pt x="8138342" y="2830344"/>
                  </a:lnTo>
                  <a:lnTo>
                    <a:pt x="8138977" y="2830285"/>
                  </a:lnTo>
                  <a:lnTo>
                    <a:pt x="8139612" y="2830243"/>
                  </a:lnTo>
                  <a:lnTo>
                    <a:pt x="8140247" y="2830202"/>
                  </a:lnTo>
                  <a:lnTo>
                    <a:pt x="8140882" y="2830160"/>
                  </a:lnTo>
                  <a:lnTo>
                    <a:pt x="8141517" y="2830119"/>
                  </a:lnTo>
                  <a:lnTo>
                    <a:pt x="8142151" y="2830077"/>
                  </a:lnTo>
                  <a:lnTo>
                    <a:pt x="8142786" y="2830036"/>
                  </a:lnTo>
                  <a:lnTo>
                    <a:pt x="8143421" y="2829994"/>
                  </a:lnTo>
                  <a:lnTo>
                    <a:pt x="8144056" y="2829761"/>
                  </a:lnTo>
                  <a:lnTo>
                    <a:pt x="8144691" y="2829517"/>
                  </a:lnTo>
                  <a:lnTo>
                    <a:pt x="8144701" y="28336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649591" y="397479"/>
              <a:ext cx="8285430" cy="2833682"/>
            </a:xfrm>
            <a:custGeom>
              <a:avLst/>
              <a:pathLst>
                <a:path w="8285430" h="2833682">
                  <a:moveTo>
                    <a:pt x="0" y="2833682"/>
                  </a:moveTo>
                  <a:lnTo>
                    <a:pt x="53" y="2811213"/>
                  </a:lnTo>
                  <a:lnTo>
                    <a:pt x="688" y="2811203"/>
                  </a:lnTo>
                  <a:lnTo>
                    <a:pt x="1323" y="2811000"/>
                  </a:lnTo>
                  <a:lnTo>
                    <a:pt x="1958" y="2810697"/>
                  </a:lnTo>
                  <a:lnTo>
                    <a:pt x="2593" y="2810292"/>
                  </a:lnTo>
                  <a:lnTo>
                    <a:pt x="3227" y="2809887"/>
                  </a:lnTo>
                  <a:lnTo>
                    <a:pt x="3862" y="2809482"/>
                  </a:lnTo>
                  <a:lnTo>
                    <a:pt x="4497" y="2809077"/>
                  </a:lnTo>
                  <a:lnTo>
                    <a:pt x="5132" y="2808672"/>
                  </a:lnTo>
                  <a:lnTo>
                    <a:pt x="5767" y="2808267"/>
                  </a:lnTo>
                  <a:lnTo>
                    <a:pt x="6402" y="2807863"/>
                  </a:lnTo>
                  <a:lnTo>
                    <a:pt x="7037" y="2807458"/>
                  </a:lnTo>
                  <a:lnTo>
                    <a:pt x="7671" y="2807053"/>
                  </a:lnTo>
                  <a:lnTo>
                    <a:pt x="8306" y="2806648"/>
                  </a:lnTo>
                  <a:lnTo>
                    <a:pt x="8941" y="2806243"/>
                  </a:lnTo>
                  <a:lnTo>
                    <a:pt x="9576" y="2805838"/>
                  </a:lnTo>
                  <a:lnTo>
                    <a:pt x="10211" y="2805585"/>
                  </a:lnTo>
                  <a:lnTo>
                    <a:pt x="10846" y="2805383"/>
                  </a:lnTo>
                  <a:lnTo>
                    <a:pt x="11480" y="2805282"/>
                  </a:lnTo>
                  <a:lnTo>
                    <a:pt x="12115" y="2805282"/>
                  </a:lnTo>
                  <a:lnTo>
                    <a:pt x="12750" y="2805282"/>
                  </a:lnTo>
                  <a:lnTo>
                    <a:pt x="13385" y="2805282"/>
                  </a:lnTo>
                  <a:lnTo>
                    <a:pt x="14020" y="2805282"/>
                  </a:lnTo>
                  <a:lnTo>
                    <a:pt x="14655" y="2805282"/>
                  </a:lnTo>
                  <a:lnTo>
                    <a:pt x="15290" y="2805282"/>
                  </a:lnTo>
                  <a:lnTo>
                    <a:pt x="15924" y="2805282"/>
                  </a:lnTo>
                  <a:lnTo>
                    <a:pt x="16559" y="2805282"/>
                  </a:lnTo>
                  <a:lnTo>
                    <a:pt x="17194" y="2805282"/>
                  </a:lnTo>
                  <a:lnTo>
                    <a:pt x="17829" y="2805282"/>
                  </a:lnTo>
                  <a:lnTo>
                    <a:pt x="18464" y="2805282"/>
                  </a:lnTo>
                  <a:lnTo>
                    <a:pt x="19099" y="2805282"/>
                  </a:lnTo>
                  <a:lnTo>
                    <a:pt x="19733" y="2805282"/>
                  </a:lnTo>
                  <a:lnTo>
                    <a:pt x="20368" y="2805282"/>
                  </a:lnTo>
                  <a:lnTo>
                    <a:pt x="21003" y="2805282"/>
                  </a:lnTo>
                  <a:lnTo>
                    <a:pt x="21638" y="2805282"/>
                  </a:lnTo>
                  <a:lnTo>
                    <a:pt x="22273" y="2805282"/>
                  </a:lnTo>
                  <a:lnTo>
                    <a:pt x="22908" y="2805282"/>
                  </a:lnTo>
                  <a:lnTo>
                    <a:pt x="23543" y="2805282"/>
                  </a:lnTo>
                  <a:lnTo>
                    <a:pt x="24177" y="2805282"/>
                  </a:lnTo>
                  <a:lnTo>
                    <a:pt x="24812" y="2805282"/>
                  </a:lnTo>
                  <a:lnTo>
                    <a:pt x="25447" y="2805282"/>
                  </a:lnTo>
                  <a:lnTo>
                    <a:pt x="26082" y="2805282"/>
                  </a:lnTo>
                  <a:lnTo>
                    <a:pt x="26717" y="2805282"/>
                  </a:lnTo>
                  <a:lnTo>
                    <a:pt x="27352" y="2805282"/>
                  </a:lnTo>
                  <a:lnTo>
                    <a:pt x="27986" y="2805282"/>
                  </a:lnTo>
                  <a:lnTo>
                    <a:pt x="28621" y="2805282"/>
                  </a:lnTo>
                  <a:lnTo>
                    <a:pt x="29256" y="2805282"/>
                  </a:lnTo>
                  <a:lnTo>
                    <a:pt x="29891" y="2805282"/>
                  </a:lnTo>
                  <a:lnTo>
                    <a:pt x="30526" y="2805282"/>
                  </a:lnTo>
                  <a:lnTo>
                    <a:pt x="31161" y="2805282"/>
                  </a:lnTo>
                  <a:lnTo>
                    <a:pt x="31796" y="2805282"/>
                  </a:lnTo>
                  <a:lnTo>
                    <a:pt x="32430" y="2805282"/>
                  </a:lnTo>
                  <a:lnTo>
                    <a:pt x="33065" y="2805282"/>
                  </a:lnTo>
                  <a:lnTo>
                    <a:pt x="33700" y="2805282"/>
                  </a:lnTo>
                  <a:lnTo>
                    <a:pt x="34335" y="2805282"/>
                  </a:lnTo>
                  <a:lnTo>
                    <a:pt x="34970" y="2805282"/>
                  </a:lnTo>
                  <a:lnTo>
                    <a:pt x="35605" y="2805282"/>
                  </a:lnTo>
                  <a:lnTo>
                    <a:pt x="36239" y="2805282"/>
                  </a:lnTo>
                  <a:lnTo>
                    <a:pt x="36874" y="2805282"/>
                  </a:lnTo>
                  <a:lnTo>
                    <a:pt x="37509" y="2805282"/>
                  </a:lnTo>
                  <a:lnTo>
                    <a:pt x="38144" y="2805282"/>
                  </a:lnTo>
                  <a:lnTo>
                    <a:pt x="38779" y="2805282"/>
                  </a:lnTo>
                  <a:lnTo>
                    <a:pt x="39414" y="2805282"/>
                  </a:lnTo>
                  <a:lnTo>
                    <a:pt x="40049" y="2805282"/>
                  </a:lnTo>
                  <a:lnTo>
                    <a:pt x="40683" y="2805282"/>
                  </a:lnTo>
                  <a:lnTo>
                    <a:pt x="41318" y="2805282"/>
                  </a:lnTo>
                  <a:lnTo>
                    <a:pt x="41953" y="2805282"/>
                  </a:lnTo>
                  <a:lnTo>
                    <a:pt x="42588" y="2805282"/>
                  </a:lnTo>
                  <a:lnTo>
                    <a:pt x="43223" y="2805282"/>
                  </a:lnTo>
                  <a:lnTo>
                    <a:pt x="43858" y="2805282"/>
                  </a:lnTo>
                  <a:lnTo>
                    <a:pt x="44492" y="2805282"/>
                  </a:lnTo>
                  <a:lnTo>
                    <a:pt x="45127" y="2805282"/>
                  </a:lnTo>
                  <a:lnTo>
                    <a:pt x="45762" y="2805282"/>
                  </a:lnTo>
                  <a:lnTo>
                    <a:pt x="46397" y="2805282"/>
                  </a:lnTo>
                  <a:lnTo>
                    <a:pt x="47032" y="2805282"/>
                  </a:lnTo>
                  <a:lnTo>
                    <a:pt x="47667" y="2805282"/>
                  </a:lnTo>
                  <a:lnTo>
                    <a:pt x="48302" y="2805282"/>
                  </a:lnTo>
                  <a:lnTo>
                    <a:pt x="48936" y="2805282"/>
                  </a:lnTo>
                  <a:lnTo>
                    <a:pt x="49571" y="2805282"/>
                  </a:lnTo>
                  <a:lnTo>
                    <a:pt x="50206" y="2805447"/>
                  </a:lnTo>
                  <a:lnTo>
                    <a:pt x="50841" y="2805624"/>
                  </a:lnTo>
                  <a:lnTo>
                    <a:pt x="51476" y="2805832"/>
                  </a:lnTo>
                  <a:lnTo>
                    <a:pt x="52111" y="2806050"/>
                  </a:lnTo>
                  <a:lnTo>
                    <a:pt x="52745" y="2806268"/>
                  </a:lnTo>
                  <a:lnTo>
                    <a:pt x="53380" y="2806486"/>
                  </a:lnTo>
                  <a:lnTo>
                    <a:pt x="54015" y="2806704"/>
                  </a:lnTo>
                  <a:lnTo>
                    <a:pt x="54650" y="2806922"/>
                  </a:lnTo>
                  <a:lnTo>
                    <a:pt x="55285" y="2807140"/>
                  </a:lnTo>
                  <a:lnTo>
                    <a:pt x="55920" y="2807358"/>
                  </a:lnTo>
                  <a:lnTo>
                    <a:pt x="56554" y="2807576"/>
                  </a:lnTo>
                  <a:lnTo>
                    <a:pt x="57189" y="2807794"/>
                  </a:lnTo>
                  <a:lnTo>
                    <a:pt x="57824" y="2808012"/>
                  </a:lnTo>
                  <a:lnTo>
                    <a:pt x="58459" y="2808230"/>
                  </a:lnTo>
                  <a:lnTo>
                    <a:pt x="59094" y="2808448"/>
                  </a:lnTo>
                  <a:lnTo>
                    <a:pt x="59729" y="2808625"/>
                  </a:lnTo>
                  <a:lnTo>
                    <a:pt x="60364" y="2808994"/>
                  </a:lnTo>
                  <a:lnTo>
                    <a:pt x="60998" y="2809171"/>
                  </a:lnTo>
                  <a:lnTo>
                    <a:pt x="61633" y="2809167"/>
                  </a:lnTo>
                  <a:lnTo>
                    <a:pt x="62268" y="2809237"/>
                  </a:lnTo>
                  <a:lnTo>
                    <a:pt x="62903" y="2809334"/>
                  </a:lnTo>
                  <a:lnTo>
                    <a:pt x="63538" y="2809431"/>
                  </a:lnTo>
                  <a:lnTo>
                    <a:pt x="64173" y="2809518"/>
                  </a:lnTo>
                  <a:lnTo>
                    <a:pt x="64807" y="2809765"/>
                  </a:lnTo>
                  <a:lnTo>
                    <a:pt x="65442" y="2810122"/>
                  </a:lnTo>
                  <a:lnTo>
                    <a:pt x="66077" y="2810622"/>
                  </a:lnTo>
                  <a:lnTo>
                    <a:pt x="66712" y="2811229"/>
                  </a:lnTo>
                  <a:lnTo>
                    <a:pt x="67347" y="2811836"/>
                  </a:lnTo>
                  <a:lnTo>
                    <a:pt x="67982" y="2812443"/>
                  </a:lnTo>
                  <a:lnTo>
                    <a:pt x="68617" y="2813050"/>
                  </a:lnTo>
                  <a:lnTo>
                    <a:pt x="69251" y="2813657"/>
                  </a:lnTo>
                  <a:lnTo>
                    <a:pt x="69886" y="2814172"/>
                  </a:lnTo>
                  <a:lnTo>
                    <a:pt x="70521" y="2814877"/>
                  </a:lnTo>
                  <a:lnTo>
                    <a:pt x="71156" y="2815614"/>
                  </a:lnTo>
                  <a:lnTo>
                    <a:pt x="71791" y="2816266"/>
                  </a:lnTo>
                  <a:lnTo>
                    <a:pt x="72426" y="2816743"/>
                  </a:lnTo>
                  <a:lnTo>
                    <a:pt x="73060" y="2817224"/>
                  </a:lnTo>
                  <a:lnTo>
                    <a:pt x="73695" y="2817705"/>
                  </a:lnTo>
                  <a:lnTo>
                    <a:pt x="74330" y="2818043"/>
                  </a:lnTo>
                  <a:lnTo>
                    <a:pt x="74965" y="2818126"/>
                  </a:lnTo>
                  <a:lnTo>
                    <a:pt x="75600" y="2818191"/>
                  </a:lnTo>
                  <a:lnTo>
                    <a:pt x="76235" y="2818134"/>
                  </a:lnTo>
                  <a:lnTo>
                    <a:pt x="76870" y="2818077"/>
                  </a:lnTo>
                  <a:lnTo>
                    <a:pt x="77504" y="2818019"/>
                  </a:lnTo>
                  <a:lnTo>
                    <a:pt x="78139" y="2817962"/>
                  </a:lnTo>
                  <a:lnTo>
                    <a:pt x="78774" y="2817905"/>
                  </a:lnTo>
                  <a:lnTo>
                    <a:pt x="79409" y="2817820"/>
                  </a:lnTo>
                  <a:lnTo>
                    <a:pt x="80044" y="2817516"/>
                  </a:lnTo>
                  <a:lnTo>
                    <a:pt x="80679" y="2817298"/>
                  </a:lnTo>
                  <a:lnTo>
                    <a:pt x="81313" y="2817091"/>
                  </a:lnTo>
                  <a:lnTo>
                    <a:pt x="81948" y="2816914"/>
                  </a:lnTo>
                  <a:lnTo>
                    <a:pt x="82583" y="2816737"/>
                  </a:lnTo>
                  <a:lnTo>
                    <a:pt x="83218" y="2816571"/>
                  </a:lnTo>
                  <a:lnTo>
                    <a:pt x="83853" y="2816571"/>
                  </a:lnTo>
                  <a:lnTo>
                    <a:pt x="84488" y="2816571"/>
                  </a:lnTo>
                  <a:lnTo>
                    <a:pt x="85123" y="2816571"/>
                  </a:lnTo>
                  <a:lnTo>
                    <a:pt x="85757" y="2816571"/>
                  </a:lnTo>
                  <a:lnTo>
                    <a:pt x="86392" y="2816751"/>
                  </a:lnTo>
                  <a:lnTo>
                    <a:pt x="87027" y="2817131"/>
                  </a:lnTo>
                  <a:lnTo>
                    <a:pt x="87662" y="2817551"/>
                  </a:lnTo>
                  <a:lnTo>
                    <a:pt x="88297" y="2818083"/>
                  </a:lnTo>
                  <a:lnTo>
                    <a:pt x="88932" y="2818706"/>
                  </a:lnTo>
                  <a:lnTo>
                    <a:pt x="89566" y="2819400"/>
                  </a:lnTo>
                  <a:lnTo>
                    <a:pt x="90201" y="2820225"/>
                  </a:lnTo>
                  <a:lnTo>
                    <a:pt x="90836" y="2821131"/>
                  </a:lnTo>
                  <a:lnTo>
                    <a:pt x="91471" y="2822159"/>
                  </a:lnTo>
                  <a:lnTo>
                    <a:pt x="92106" y="2823187"/>
                  </a:lnTo>
                  <a:lnTo>
                    <a:pt x="92741" y="2824214"/>
                  </a:lnTo>
                  <a:lnTo>
                    <a:pt x="93376" y="2825242"/>
                  </a:lnTo>
                  <a:lnTo>
                    <a:pt x="94010" y="2826270"/>
                  </a:lnTo>
                  <a:lnTo>
                    <a:pt x="94645" y="2827298"/>
                  </a:lnTo>
                  <a:lnTo>
                    <a:pt x="95280" y="2828325"/>
                  </a:lnTo>
                  <a:lnTo>
                    <a:pt x="95915" y="2829464"/>
                  </a:lnTo>
                  <a:lnTo>
                    <a:pt x="96550" y="2830079"/>
                  </a:lnTo>
                  <a:lnTo>
                    <a:pt x="97185" y="2830531"/>
                  </a:lnTo>
                  <a:lnTo>
                    <a:pt x="97819" y="2830983"/>
                  </a:lnTo>
                  <a:lnTo>
                    <a:pt x="98454" y="2831081"/>
                  </a:lnTo>
                  <a:lnTo>
                    <a:pt x="99089" y="2831047"/>
                  </a:lnTo>
                  <a:lnTo>
                    <a:pt x="99724" y="2830812"/>
                  </a:lnTo>
                  <a:lnTo>
                    <a:pt x="100359" y="2830564"/>
                  </a:lnTo>
                  <a:lnTo>
                    <a:pt x="100994" y="2830276"/>
                  </a:lnTo>
                  <a:lnTo>
                    <a:pt x="101629" y="2829987"/>
                  </a:lnTo>
                  <a:lnTo>
                    <a:pt x="102263" y="2829699"/>
                  </a:lnTo>
                  <a:lnTo>
                    <a:pt x="102898" y="2829411"/>
                  </a:lnTo>
                  <a:lnTo>
                    <a:pt x="103533" y="2829123"/>
                  </a:lnTo>
                  <a:lnTo>
                    <a:pt x="104168" y="2828835"/>
                  </a:lnTo>
                  <a:lnTo>
                    <a:pt x="104803" y="2828547"/>
                  </a:lnTo>
                  <a:lnTo>
                    <a:pt x="105438" y="2828213"/>
                  </a:lnTo>
                  <a:lnTo>
                    <a:pt x="106072" y="2827782"/>
                  </a:lnTo>
                  <a:lnTo>
                    <a:pt x="106707" y="2827181"/>
                  </a:lnTo>
                  <a:lnTo>
                    <a:pt x="107342" y="2826287"/>
                  </a:lnTo>
                  <a:lnTo>
                    <a:pt x="107977" y="2825338"/>
                  </a:lnTo>
                  <a:lnTo>
                    <a:pt x="108612" y="2824474"/>
                  </a:lnTo>
                  <a:lnTo>
                    <a:pt x="109247" y="2823751"/>
                  </a:lnTo>
                  <a:lnTo>
                    <a:pt x="109881" y="2823169"/>
                  </a:lnTo>
                  <a:lnTo>
                    <a:pt x="110516" y="2822764"/>
                  </a:lnTo>
                  <a:lnTo>
                    <a:pt x="111151" y="2822359"/>
                  </a:lnTo>
                  <a:lnTo>
                    <a:pt x="111786" y="2821955"/>
                  </a:lnTo>
                  <a:lnTo>
                    <a:pt x="112421" y="2821373"/>
                  </a:lnTo>
                  <a:lnTo>
                    <a:pt x="113056" y="2820791"/>
                  </a:lnTo>
                  <a:lnTo>
                    <a:pt x="113691" y="2820168"/>
                  </a:lnTo>
                  <a:lnTo>
                    <a:pt x="114325" y="2819545"/>
                  </a:lnTo>
                  <a:lnTo>
                    <a:pt x="114960" y="2819047"/>
                  </a:lnTo>
                  <a:lnTo>
                    <a:pt x="115595" y="2818764"/>
                  </a:lnTo>
                  <a:lnTo>
                    <a:pt x="116230" y="2818744"/>
                  </a:lnTo>
                  <a:lnTo>
                    <a:pt x="116865" y="2819194"/>
                  </a:lnTo>
                  <a:lnTo>
                    <a:pt x="117500" y="2819807"/>
                  </a:lnTo>
                  <a:lnTo>
                    <a:pt x="118134" y="2820419"/>
                  </a:lnTo>
                  <a:lnTo>
                    <a:pt x="118769" y="2821031"/>
                  </a:lnTo>
                  <a:lnTo>
                    <a:pt x="119404" y="2821644"/>
                  </a:lnTo>
                  <a:lnTo>
                    <a:pt x="120039" y="2822256"/>
                  </a:lnTo>
                  <a:lnTo>
                    <a:pt x="120674" y="2822869"/>
                  </a:lnTo>
                  <a:lnTo>
                    <a:pt x="121309" y="2823481"/>
                  </a:lnTo>
                  <a:lnTo>
                    <a:pt x="121944" y="2824169"/>
                  </a:lnTo>
                  <a:lnTo>
                    <a:pt x="122578" y="2824856"/>
                  </a:lnTo>
                  <a:lnTo>
                    <a:pt x="123213" y="2825868"/>
                  </a:lnTo>
                  <a:lnTo>
                    <a:pt x="123848" y="2826880"/>
                  </a:lnTo>
                  <a:lnTo>
                    <a:pt x="124483" y="2827741"/>
                  </a:lnTo>
                  <a:lnTo>
                    <a:pt x="125118" y="2828338"/>
                  </a:lnTo>
                  <a:lnTo>
                    <a:pt x="125753" y="2828702"/>
                  </a:lnTo>
                  <a:lnTo>
                    <a:pt x="126387" y="2828702"/>
                  </a:lnTo>
                  <a:lnTo>
                    <a:pt x="127022" y="2828702"/>
                  </a:lnTo>
                  <a:lnTo>
                    <a:pt x="127657" y="2828854"/>
                  </a:lnTo>
                  <a:lnTo>
                    <a:pt x="128292" y="2829057"/>
                  </a:lnTo>
                  <a:lnTo>
                    <a:pt x="128927" y="2829360"/>
                  </a:lnTo>
                  <a:lnTo>
                    <a:pt x="129562" y="2829765"/>
                  </a:lnTo>
                  <a:lnTo>
                    <a:pt x="130197" y="2830170"/>
                  </a:lnTo>
                  <a:lnTo>
                    <a:pt x="130831" y="2830575"/>
                  </a:lnTo>
                  <a:lnTo>
                    <a:pt x="131466" y="2830980"/>
                  </a:lnTo>
                  <a:lnTo>
                    <a:pt x="132101" y="2831384"/>
                  </a:lnTo>
                  <a:lnTo>
                    <a:pt x="132736" y="2831789"/>
                  </a:lnTo>
                  <a:lnTo>
                    <a:pt x="133371" y="2832194"/>
                  </a:lnTo>
                  <a:lnTo>
                    <a:pt x="134006" y="2832599"/>
                  </a:lnTo>
                  <a:lnTo>
                    <a:pt x="134640" y="2833004"/>
                  </a:lnTo>
                  <a:lnTo>
                    <a:pt x="135275" y="2833409"/>
                  </a:lnTo>
                  <a:lnTo>
                    <a:pt x="135705" y="2833682"/>
                  </a:lnTo>
                  <a:lnTo>
                    <a:pt x="140728" y="2833682"/>
                  </a:lnTo>
                  <a:lnTo>
                    <a:pt x="140989" y="2833432"/>
                  </a:lnTo>
                  <a:lnTo>
                    <a:pt x="141624" y="2832822"/>
                  </a:lnTo>
                  <a:lnTo>
                    <a:pt x="142259" y="2832212"/>
                  </a:lnTo>
                  <a:lnTo>
                    <a:pt x="142893" y="2831602"/>
                  </a:lnTo>
                  <a:lnTo>
                    <a:pt x="143528" y="2830925"/>
                  </a:lnTo>
                  <a:lnTo>
                    <a:pt x="144163" y="2830194"/>
                  </a:lnTo>
                  <a:lnTo>
                    <a:pt x="144798" y="2829462"/>
                  </a:lnTo>
                  <a:lnTo>
                    <a:pt x="145433" y="2828731"/>
                  </a:lnTo>
                  <a:lnTo>
                    <a:pt x="146068" y="2828066"/>
                  </a:lnTo>
                  <a:lnTo>
                    <a:pt x="146703" y="2827375"/>
                  </a:lnTo>
                  <a:lnTo>
                    <a:pt x="147337" y="2826763"/>
                  </a:lnTo>
                  <a:lnTo>
                    <a:pt x="147972" y="2826083"/>
                  </a:lnTo>
                  <a:lnTo>
                    <a:pt x="148607" y="2825461"/>
                  </a:lnTo>
                  <a:lnTo>
                    <a:pt x="149242" y="2825049"/>
                  </a:lnTo>
                  <a:lnTo>
                    <a:pt x="149877" y="2824724"/>
                  </a:lnTo>
                  <a:lnTo>
                    <a:pt x="150512" y="2824708"/>
                  </a:lnTo>
                  <a:lnTo>
                    <a:pt x="151146" y="2824506"/>
                  </a:lnTo>
                  <a:lnTo>
                    <a:pt x="151781" y="2824304"/>
                  </a:lnTo>
                  <a:lnTo>
                    <a:pt x="152416" y="2824101"/>
                  </a:lnTo>
                  <a:lnTo>
                    <a:pt x="153051" y="2824010"/>
                  </a:lnTo>
                  <a:lnTo>
                    <a:pt x="153686" y="2824010"/>
                  </a:lnTo>
                  <a:lnTo>
                    <a:pt x="154321" y="2824010"/>
                  </a:lnTo>
                  <a:lnTo>
                    <a:pt x="154956" y="2824010"/>
                  </a:lnTo>
                  <a:lnTo>
                    <a:pt x="155590" y="2824010"/>
                  </a:lnTo>
                  <a:lnTo>
                    <a:pt x="156225" y="2824010"/>
                  </a:lnTo>
                  <a:lnTo>
                    <a:pt x="156860" y="2824010"/>
                  </a:lnTo>
                  <a:lnTo>
                    <a:pt x="157495" y="2824010"/>
                  </a:lnTo>
                  <a:lnTo>
                    <a:pt x="158130" y="2824010"/>
                  </a:lnTo>
                  <a:lnTo>
                    <a:pt x="158765" y="2824010"/>
                  </a:lnTo>
                  <a:lnTo>
                    <a:pt x="159399" y="2824010"/>
                  </a:lnTo>
                  <a:lnTo>
                    <a:pt x="160034" y="2824010"/>
                  </a:lnTo>
                  <a:lnTo>
                    <a:pt x="160669" y="2824010"/>
                  </a:lnTo>
                  <a:lnTo>
                    <a:pt x="161304" y="2824010"/>
                  </a:lnTo>
                  <a:lnTo>
                    <a:pt x="161939" y="2824010"/>
                  </a:lnTo>
                  <a:lnTo>
                    <a:pt x="162574" y="2824010"/>
                  </a:lnTo>
                  <a:lnTo>
                    <a:pt x="163208" y="2824010"/>
                  </a:lnTo>
                  <a:lnTo>
                    <a:pt x="163843" y="2824010"/>
                  </a:lnTo>
                  <a:lnTo>
                    <a:pt x="164478" y="2824010"/>
                  </a:lnTo>
                  <a:lnTo>
                    <a:pt x="165113" y="2824010"/>
                  </a:lnTo>
                  <a:lnTo>
                    <a:pt x="165748" y="2824010"/>
                  </a:lnTo>
                  <a:lnTo>
                    <a:pt x="166383" y="2824010"/>
                  </a:lnTo>
                  <a:lnTo>
                    <a:pt x="167018" y="2824010"/>
                  </a:lnTo>
                  <a:lnTo>
                    <a:pt x="167652" y="2824010"/>
                  </a:lnTo>
                  <a:lnTo>
                    <a:pt x="168287" y="2824010"/>
                  </a:lnTo>
                  <a:lnTo>
                    <a:pt x="168922" y="2824010"/>
                  </a:lnTo>
                  <a:lnTo>
                    <a:pt x="169557" y="2824010"/>
                  </a:lnTo>
                  <a:lnTo>
                    <a:pt x="170192" y="2824010"/>
                  </a:lnTo>
                  <a:lnTo>
                    <a:pt x="170827" y="2823949"/>
                  </a:lnTo>
                  <a:lnTo>
                    <a:pt x="171461" y="2823747"/>
                  </a:lnTo>
                  <a:lnTo>
                    <a:pt x="172096" y="2823524"/>
                  </a:lnTo>
                  <a:lnTo>
                    <a:pt x="172731" y="2823119"/>
                  </a:lnTo>
                  <a:lnTo>
                    <a:pt x="173366" y="2822715"/>
                  </a:lnTo>
                  <a:lnTo>
                    <a:pt x="174001" y="2822310"/>
                  </a:lnTo>
                  <a:lnTo>
                    <a:pt x="174636" y="2821905"/>
                  </a:lnTo>
                  <a:lnTo>
                    <a:pt x="175271" y="2821500"/>
                  </a:lnTo>
                  <a:lnTo>
                    <a:pt x="175905" y="2821159"/>
                  </a:lnTo>
                  <a:lnTo>
                    <a:pt x="176540" y="2820845"/>
                  </a:lnTo>
                  <a:lnTo>
                    <a:pt x="177175" y="2820342"/>
                  </a:lnTo>
                  <a:lnTo>
                    <a:pt x="177810" y="2819675"/>
                  </a:lnTo>
                  <a:lnTo>
                    <a:pt x="178445" y="2818933"/>
                  </a:lnTo>
                  <a:lnTo>
                    <a:pt x="179080" y="2818173"/>
                  </a:lnTo>
                  <a:lnTo>
                    <a:pt x="179714" y="2817260"/>
                  </a:lnTo>
                  <a:lnTo>
                    <a:pt x="180349" y="2816181"/>
                  </a:lnTo>
                  <a:lnTo>
                    <a:pt x="180984" y="2815131"/>
                  </a:lnTo>
                  <a:lnTo>
                    <a:pt x="181619" y="2813950"/>
                  </a:lnTo>
                  <a:lnTo>
                    <a:pt x="182254" y="2812826"/>
                  </a:lnTo>
                  <a:lnTo>
                    <a:pt x="182889" y="2811983"/>
                  </a:lnTo>
                  <a:lnTo>
                    <a:pt x="183524" y="2811250"/>
                  </a:lnTo>
                  <a:lnTo>
                    <a:pt x="184158" y="2810589"/>
                  </a:lnTo>
                  <a:lnTo>
                    <a:pt x="184793" y="2810191"/>
                  </a:lnTo>
                  <a:lnTo>
                    <a:pt x="185428" y="2809932"/>
                  </a:lnTo>
                  <a:lnTo>
                    <a:pt x="186063" y="2809716"/>
                  </a:lnTo>
                  <a:lnTo>
                    <a:pt x="186698" y="2809637"/>
                  </a:lnTo>
                  <a:lnTo>
                    <a:pt x="187333" y="2809566"/>
                  </a:lnTo>
                  <a:lnTo>
                    <a:pt x="187967" y="2809623"/>
                  </a:lnTo>
                  <a:lnTo>
                    <a:pt x="188602" y="2809804"/>
                  </a:lnTo>
                  <a:lnTo>
                    <a:pt x="189237" y="2809991"/>
                  </a:lnTo>
                  <a:lnTo>
                    <a:pt x="189872" y="2810174"/>
                  </a:lnTo>
                  <a:lnTo>
                    <a:pt x="190507" y="2810292"/>
                  </a:lnTo>
                  <a:lnTo>
                    <a:pt x="191142" y="2810265"/>
                  </a:lnTo>
                  <a:lnTo>
                    <a:pt x="191777" y="2810170"/>
                  </a:lnTo>
                  <a:lnTo>
                    <a:pt x="192411" y="2810021"/>
                  </a:lnTo>
                  <a:lnTo>
                    <a:pt x="193046" y="2809932"/>
                  </a:lnTo>
                  <a:lnTo>
                    <a:pt x="193681" y="2809761"/>
                  </a:lnTo>
                  <a:lnTo>
                    <a:pt x="194316" y="2809550"/>
                  </a:lnTo>
                  <a:lnTo>
                    <a:pt x="194951" y="2809258"/>
                  </a:lnTo>
                  <a:lnTo>
                    <a:pt x="195586" y="2808847"/>
                  </a:lnTo>
                  <a:lnTo>
                    <a:pt x="196220" y="2808242"/>
                  </a:lnTo>
                  <a:lnTo>
                    <a:pt x="196855" y="2807481"/>
                  </a:lnTo>
                  <a:lnTo>
                    <a:pt x="197490" y="2806570"/>
                  </a:lnTo>
                  <a:lnTo>
                    <a:pt x="198125" y="2805486"/>
                  </a:lnTo>
                  <a:lnTo>
                    <a:pt x="198760" y="2804496"/>
                  </a:lnTo>
                  <a:lnTo>
                    <a:pt x="199395" y="2803455"/>
                  </a:lnTo>
                  <a:lnTo>
                    <a:pt x="200030" y="2802562"/>
                  </a:lnTo>
                  <a:lnTo>
                    <a:pt x="200664" y="2801865"/>
                  </a:lnTo>
                  <a:lnTo>
                    <a:pt x="201299" y="2801238"/>
                  </a:lnTo>
                  <a:lnTo>
                    <a:pt x="201934" y="2800739"/>
                  </a:lnTo>
                  <a:lnTo>
                    <a:pt x="202569" y="2800316"/>
                  </a:lnTo>
                  <a:lnTo>
                    <a:pt x="203204" y="2799814"/>
                  </a:lnTo>
                  <a:lnTo>
                    <a:pt x="203839" y="2799226"/>
                  </a:lnTo>
                  <a:lnTo>
                    <a:pt x="204473" y="2798574"/>
                  </a:lnTo>
                  <a:lnTo>
                    <a:pt x="205108" y="2797804"/>
                  </a:lnTo>
                  <a:lnTo>
                    <a:pt x="205743" y="2797123"/>
                  </a:lnTo>
                  <a:lnTo>
                    <a:pt x="206378" y="2796363"/>
                  </a:lnTo>
                  <a:lnTo>
                    <a:pt x="207013" y="2795653"/>
                  </a:lnTo>
                  <a:lnTo>
                    <a:pt x="207648" y="2794838"/>
                  </a:lnTo>
                  <a:lnTo>
                    <a:pt x="208283" y="2793993"/>
                  </a:lnTo>
                  <a:lnTo>
                    <a:pt x="208917" y="2793184"/>
                  </a:lnTo>
                  <a:lnTo>
                    <a:pt x="209552" y="2792294"/>
                  </a:lnTo>
                  <a:lnTo>
                    <a:pt x="210187" y="2791366"/>
                  </a:lnTo>
                  <a:lnTo>
                    <a:pt x="210822" y="2790465"/>
                  </a:lnTo>
                  <a:lnTo>
                    <a:pt x="211457" y="2789569"/>
                  </a:lnTo>
                  <a:lnTo>
                    <a:pt x="212092" y="2788563"/>
                  </a:lnTo>
                  <a:lnTo>
                    <a:pt x="212726" y="2787646"/>
                  </a:lnTo>
                  <a:lnTo>
                    <a:pt x="213361" y="2786632"/>
                  </a:lnTo>
                  <a:lnTo>
                    <a:pt x="213996" y="2785797"/>
                  </a:lnTo>
                  <a:lnTo>
                    <a:pt x="214631" y="2785021"/>
                  </a:lnTo>
                  <a:lnTo>
                    <a:pt x="215266" y="2784190"/>
                  </a:lnTo>
                  <a:lnTo>
                    <a:pt x="215901" y="2783358"/>
                  </a:lnTo>
                  <a:lnTo>
                    <a:pt x="216536" y="2782567"/>
                  </a:lnTo>
                  <a:lnTo>
                    <a:pt x="217170" y="2781906"/>
                  </a:lnTo>
                  <a:lnTo>
                    <a:pt x="217805" y="2781251"/>
                  </a:lnTo>
                  <a:lnTo>
                    <a:pt x="218440" y="2780638"/>
                  </a:lnTo>
                  <a:lnTo>
                    <a:pt x="219075" y="2780133"/>
                  </a:lnTo>
                  <a:lnTo>
                    <a:pt x="219710" y="2779653"/>
                  </a:lnTo>
                  <a:lnTo>
                    <a:pt x="220345" y="2778908"/>
                  </a:lnTo>
                  <a:lnTo>
                    <a:pt x="220979" y="2777795"/>
                  </a:lnTo>
                  <a:lnTo>
                    <a:pt x="221614" y="2776687"/>
                  </a:lnTo>
                  <a:lnTo>
                    <a:pt x="222249" y="2775548"/>
                  </a:lnTo>
                  <a:lnTo>
                    <a:pt x="222884" y="2774489"/>
                  </a:lnTo>
                  <a:lnTo>
                    <a:pt x="223519" y="2773406"/>
                  </a:lnTo>
                  <a:lnTo>
                    <a:pt x="224154" y="2772551"/>
                  </a:lnTo>
                  <a:lnTo>
                    <a:pt x="224788" y="2771769"/>
                  </a:lnTo>
                  <a:lnTo>
                    <a:pt x="225423" y="2771089"/>
                  </a:lnTo>
                  <a:lnTo>
                    <a:pt x="226058" y="2770646"/>
                  </a:lnTo>
                  <a:lnTo>
                    <a:pt x="226693" y="2770397"/>
                  </a:lnTo>
                  <a:lnTo>
                    <a:pt x="227328" y="2770101"/>
                  </a:lnTo>
                  <a:lnTo>
                    <a:pt x="227963" y="2769674"/>
                  </a:lnTo>
                  <a:lnTo>
                    <a:pt x="228598" y="2769418"/>
                  </a:lnTo>
                  <a:lnTo>
                    <a:pt x="229232" y="2769030"/>
                  </a:lnTo>
                  <a:lnTo>
                    <a:pt x="229867" y="2768670"/>
                  </a:lnTo>
                  <a:lnTo>
                    <a:pt x="230502" y="2768466"/>
                  </a:lnTo>
                  <a:lnTo>
                    <a:pt x="231137" y="2768332"/>
                  </a:lnTo>
                  <a:lnTo>
                    <a:pt x="231772" y="2768140"/>
                  </a:lnTo>
                  <a:lnTo>
                    <a:pt x="232407" y="2767644"/>
                  </a:lnTo>
                  <a:lnTo>
                    <a:pt x="233041" y="2767239"/>
                  </a:lnTo>
                  <a:lnTo>
                    <a:pt x="233676" y="2766905"/>
                  </a:lnTo>
                  <a:lnTo>
                    <a:pt x="234311" y="2766743"/>
                  </a:lnTo>
                  <a:lnTo>
                    <a:pt x="234946" y="2766743"/>
                  </a:lnTo>
                  <a:lnTo>
                    <a:pt x="235581" y="2766743"/>
                  </a:lnTo>
                  <a:lnTo>
                    <a:pt x="236216" y="2766743"/>
                  </a:lnTo>
                  <a:lnTo>
                    <a:pt x="236851" y="2766743"/>
                  </a:lnTo>
                  <a:lnTo>
                    <a:pt x="237485" y="2766743"/>
                  </a:lnTo>
                  <a:lnTo>
                    <a:pt x="238120" y="2766743"/>
                  </a:lnTo>
                  <a:lnTo>
                    <a:pt x="238755" y="2766743"/>
                  </a:lnTo>
                  <a:lnTo>
                    <a:pt x="239390" y="2766743"/>
                  </a:lnTo>
                  <a:lnTo>
                    <a:pt x="240025" y="2766743"/>
                  </a:lnTo>
                  <a:lnTo>
                    <a:pt x="240660" y="2766905"/>
                  </a:lnTo>
                  <a:lnTo>
                    <a:pt x="241294" y="2767108"/>
                  </a:lnTo>
                  <a:lnTo>
                    <a:pt x="241929" y="2767422"/>
                  </a:lnTo>
                  <a:lnTo>
                    <a:pt x="242564" y="2767826"/>
                  </a:lnTo>
                  <a:lnTo>
                    <a:pt x="243199" y="2768160"/>
                  </a:lnTo>
                  <a:lnTo>
                    <a:pt x="243834" y="2768322"/>
                  </a:lnTo>
                  <a:lnTo>
                    <a:pt x="244469" y="2768322"/>
                  </a:lnTo>
                  <a:lnTo>
                    <a:pt x="245104" y="2768322"/>
                  </a:lnTo>
                  <a:lnTo>
                    <a:pt x="245738" y="2768322"/>
                  </a:lnTo>
                  <a:lnTo>
                    <a:pt x="246373" y="2768322"/>
                  </a:lnTo>
                  <a:lnTo>
                    <a:pt x="247008" y="2768322"/>
                  </a:lnTo>
                  <a:lnTo>
                    <a:pt x="247643" y="2768322"/>
                  </a:lnTo>
                  <a:lnTo>
                    <a:pt x="248278" y="2768322"/>
                  </a:lnTo>
                  <a:lnTo>
                    <a:pt x="248913" y="2768322"/>
                  </a:lnTo>
                  <a:lnTo>
                    <a:pt x="249547" y="2768322"/>
                  </a:lnTo>
                  <a:lnTo>
                    <a:pt x="250182" y="2768322"/>
                  </a:lnTo>
                  <a:lnTo>
                    <a:pt x="250817" y="2768322"/>
                  </a:lnTo>
                  <a:lnTo>
                    <a:pt x="251452" y="2768322"/>
                  </a:lnTo>
                  <a:lnTo>
                    <a:pt x="252087" y="2768322"/>
                  </a:lnTo>
                  <a:lnTo>
                    <a:pt x="252722" y="2768322"/>
                  </a:lnTo>
                  <a:lnTo>
                    <a:pt x="253357" y="2768322"/>
                  </a:lnTo>
                  <a:lnTo>
                    <a:pt x="253991" y="2768322"/>
                  </a:lnTo>
                  <a:lnTo>
                    <a:pt x="254626" y="2768322"/>
                  </a:lnTo>
                  <a:lnTo>
                    <a:pt x="255261" y="2768322"/>
                  </a:lnTo>
                  <a:lnTo>
                    <a:pt x="255896" y="2768322"/>
                  </a:lnTo>
                  <a:lnTo>
                    <a:pt x="256531" y="2768322"/>
                  </a:lnTo>
                  <a:lnTo>
                    <a:pt x="257166" y="2768322"/>
                  </a:lnTo>
                  <a:lnTo>
                    <a:pt x="257800" y="2768322"/>
                  </a:lnTo>
                  <a:lnTo>
                    <a:pt x="258435" y="2768322"/>
                  </a:lnTo>
                  <a:lnTo>
                    <a:pt x="259070" y="2768322"/>
                  </a:lnTo>
                  <a:lnTo>
                    <a:pt x="259705" y="2768322"/>
                  </a:lnTo>
                  <a:lnTo>
                    <a:pt x="260340" y="2768322"/>
                  </a:lnTo>
                  <a:lnTo>
                    <a:pt x="260975" y="2768322"/>
                  </a:lnTo>
                  <a:lnTo>
                    <a:pt x="261610" y="2768322"/>
                  </a:lnTo>
                  <a:lnTo>
                    <a:pt x="262244" y="2768322"/>
                  </a:lnTo>
                  <a:lnTo>
                    <a:pt x="262879" y="2768322"/>
                  </a:lnTo>
                  <a:lnTo>
                    <a:pt x="263514" y="2768240"/>
                  </a:lnTo>
                  <a:lnTo>
                    <a:pt x="264149" y="2768247"/>
                  </a:lnTo>
                  <a:lnTo>
                    <a:pt x="264784" y="2768226"/>
                  </a:lnTo>
                  <a:lnTo>
                    <a:pt x="265419" y="2768299"/>
                  </a:lnTo>
                  <a:lnTo>
                    <a:pt x="266053" y="2768383"/>
                  </a:lnTo>
                  <a:lnTo>
                    <a:pt x="266688" y="2768414"/>
                  </a:lnTo>
                  <a:lnTo>
                    <a:pt x="267323" y="2768570"/>
                  </a:lnTo>
                  <a:lnTo>
                    <a:pt x="267958" y="2768775"/>
                  </a:lnTo>
                  <a:lnTo>
                    <a:pt x="268593" y="2769201"/>
                  </a:lnTo>
                  <a:lnTo>
                    <a:pt x="269228" y="2769696"/>
                  </a:lnTo>
                  <a:lnTo>
                    <a:pt x="269863" y="2770192"/>
                  </a:lnTo>
                  <a:lnTo>
                    <a:pt x="270497" y="2770755"/>
                  </a:lnTo>
                  <a:lnTo>
                    <a:pt x="271132" y="2771372"/>
                  </a:lnTo>
                  <a:lnTo>
                    <a:pt x="271767" y="2771990"/>
                  </a:lnTo>
                  <a:lnTo>
                    <a:pt x="272402" y="2772607"/>
                  </a:lnTo>
                  <a:lnTo>
                    <a:pt x="273037" y="2773157"/>
                  </a:lnTo>
                  <a:lnTo>
                    <a:pt x="273672" y="2773735"/>
                  </a:lnTo>
                  <a:lnTo>
                    <a:pt x="274306" y="2774232"/>
                  </a:lnTo>
                  <a:lnTo>
                    <a:pt x="274941" y="2774798"/>
                  </a:lnTo>
                  <a:lnTo>
                    <a:pt x="275576" y="2775356"/>
                  </a:lnTo>
                  <a:lnTo>
                    <a:pt x="276211" y="2775820"/>
                  </a:lnTo>
                  <a:lnTo>
                    <a:pt x="276846" y="2776213"/>
                  </a:lnTo>
                  <a:lnTo>
                    <a:pt x="277481" y="2776447"/>
                  </a:lnTo>
                  <a:lnTo>
                    <a:pt x="278115" y="2776826"/>
                  </a:lnTo>
                  <a:lnTo>
                    <a:pt x="278750" y="2777029"/>
                  </a:lnTo>
                  <a:lnTo>
                    <a:pt x="279385" y="2777231"/>
                  </a:lnTo>
                  <a:lnTo>
                    <a:pt x="280020" y="2777322"/>
                  </a:lnTo>
                  <a:lnTo>
                    <a:pt x="280655" y="2777322"/>
                  </a:lnTo>
                  <a:lnTo>
                    <a:pt x="281290" y="2777322"/>
                  </a:lnTo>
                  <a:lnTo>
                    <a:pt x="281925" y="2777322"/>
                  </a:lnTo>
                  <a:lnTo>
                    <a:pt x="282559" y="2777322"/>
                  </a:lnTo>
                  <a:lnTo>
                    <a:pt x="283194" y="2777322"/>
                  </a:lnTo>
                  <a:lnTo>
                    <a:pt x="283829" y="2777302"/>
                  </a:lnTo>
                  <a:lnTo>
                    <a:pt x="284464" y="2777100"/>
                  </a:lnTo>
                  <a:lnTo>
                    <a:pt x="285099" y="2776897"/>
                  </a:lnTo>
                  <a:lnTo>
                    <a:pt x="285734" y="2776695"/>
                  </a:lnTo>
                  <a:lnTo>
                    <a:pt x="286368" y="2776492"/>
                  </a:lnTo>
                  <a:lnTo>
                    <a:pt x="287003" y="2776290"/>
                  </a:lnTo>
                  <a:lnTo>
                    <a:pt x="287638" y="2776087"/>
                  </a:lnTo>
                  <a:lnTo>
                    <a:pt x="288273" y="2775885"/>
                  </a:lnTo>
                  <a:lnTo>
                    <a:pt x="288908" y="2775683"/>
                  </a:lnTo>
                  <a:lnTo>
                    <a:pt x="289543" y="2775480"/>
                  </a:lnTo>
                  <a:lnTo>
                    <a:pt x="290178" y="2775227"/>
                  </a:lnTo>
                  <a:lnTo>
                    <a:pt x="290812" y="2774822"/>
                  </a:lnTo>
                  <a:lnTo>
                    <a:pt x="291447" y="2774417"/>
                  </a:lnTo>
                  <a:lnTo>
                    <a:pt x="292082" y="2774013"/>
                  </a:lnTo>
                  <a:lnTo>
                    <a:pt x="292717" y="2773608"/>
                  </a:lnTo>
                  <a:lnTo>
                    <a:pt x="293352" y="2773223"/>
                  </a:lnTo>
                  <a:lnTo>
                    <a:pt x="293987" y="2773021"/>
                  </a:lnTo>
                  <a:lnTo>
                    <a:pt x="294621" y="2772818"/>
                  </a:lnTo>
                  <a:lnTo>
                    <a:pt x="295256" y="2772616"/>
                  </a:lnTo>
                  <a:lnTo>
                    <a:pt x="295891" y="2772413"/>
                  </a:lnTo>
                  <a:lnTo>
                    <a:pt x="296526" y="2772211"/>
                  </a:lnTo>
                  <a:lnTo>
                    <a:pt x="297161" y="2772009"/>
                  </a:lnTo>
                  <a:lnTo>
                    <a:pt x="297796" y="2771867"/>
                  </a:lnTo>
                  <a:lnTo>
                    <a:pt x="298431" y="2771867"/>
                  </a:lnTo>
                  <a:lnTo>
                    <a:pt x="299065" y="2771887"/>
                  </a:lnTo>
                  <a:lnTo>
                    <a:pt x="299700" y="2772140"/>
                  </a:lnTo>
                  <a:lnTo>
                    <a:pt x="300335" y="2772545"/>
                  </a:lnTo>
                  <a:lnTo>
                    <a:pt x="300970" y="2772950"/>
                  </a:lnTo>
                  <a:lnTo>
                    <a:pt x="301605" y="2773314"/>
                  </a:lnTo>
                  <a:lnTo>
                    <a:pt x="302240" y="2773405"/>
                  </a:lnTo>
                  <a:lnTo>
                    <a:pt x="302874" y="2773230"/>
                  </a:lnTo>
                  <a:lnTo>
                    <a:pt x="303509" y="2772845"/>
                  </a:lnTo>
                  <a:lnTo>
                    <a:pt x="304144" y="2772373"/>
                  </a:lnTo>
                  <a:lnTo>
                    <a:pt x="304779" y="2772054"/>
                  </a:lnTo>
                  <a:lnTo>
                    <a:pt x="305414" y="2771779"/>
                  </a:lnTo>
                  <a:lnTo>
                    <a:pt x="306049" y="2771511"/>
                  </a:lnTo>
                  <a:lnTo>
                    <a:pt x="306684" y="2771396"/>
                  </a:lnTo>
                  <a:lnTo>
                    <a:pt x="307318" y="2771447"/>
                  </a:lnTo>
                  <a:lnTo>
                    <a:pt x="307953" y="2771470"/>
                  </a:lnTo>
                  <a:lnTo>
                    <a:pt x="308588" y="2771623"/>
                  </a:lnTo>
                  <a:lnTo>
                    <a:pt x="309223" y="2771719"/>
                  </a:lnTo>
                  <a:lnTo>
                    <a:pt x="309858" y="2771534"/>
                  </a:lnTo>
                  <a:lnTo>
                    <a:pt x="310493" y="2771239"/>
                  </a:lnTo>
                  <a:lnTo>
                    <a:pt x="311127" y="2770913"/>
                  </a:lnTo>
                  <a:lnTo>
                    <a:pt x="311762" y="2770598"/>
                  </a:lnTo>
                  <a:lnTo>
                    <a:pt x="312397" y="2770345"/>
                  </a:lnTo>
                  <a:lnTo>
                    <a:pt x="313032" y="2770232"/>
                  </a:lnTo>
                  <a:lnTo>
                    <a:pt x="313667" y="2770134"/>
                  </a:lnTo>
                  <a:lnTo>
                    <a:pt x="314302" y="2770028"/>
                  </a:lnTo>
                  <a:lnTo>
                    <a:pt x="314937" y="2769818"/>
                  </a:lnTo>
                  <a:lnTo>
                    <a:pt x="315571" y="2769636"/>
                  </a:lnTo>
                  <a:lnTo>
                    <a:pt x="316206" y="2769449"/>
                  </a:lnTo>
                  <a:lnTo>
                    <a:pt x="316841" y="2769266"/>
                  </a:lnTo>
                  <a:lnTo>
                    <a:pt x="317476" y="2769148"/>
                  </a:lnTo>
                  <a:lnTo>
                    <a:pt x="318111" y="2769175"/>
                  </a:lnTo>
                  <a:lnTo>
                    <a:pt x="318746" y="2769271"/>
                  </a:lnTo>
                  <a:lnTo>
                    <a:pt x="319380" y="2769419"/>
                  </a:lnTo>
                  <a:lnTo>
                    <a:pt x="320015" y="2769458"/>
                  </a:lnTo>
                  <a:lnTo>
                    <a:pt x="320650" y="2769426"/>
                  </a:lnTo>
                  <a:lnTo>
                    <a:pt x="321285" y="2769293"/>
                  </a:lnTo>
                  <a:lnTo>
                    <a:pt x="321920" y="2769180"/>
                  </a:lnTo>
                  <a:lnTo>
                    <a:pt x="322555" y="2769186"/>
                  </a:lnTo>
                  <a:lnTo>
                    <a:pt x="323190" y="2769386"/>
                  </a:lnTo>
                  <a:lnTo>
                    <a:pt x="323824" y="2769743"/>
                  </a:lnTo>
                  <a:lnTo>
                    <a:pt x="324459" y="2770248"/>
                  </a:lnTo>
                  <a:lnTo>
                    <a:pt x="325094" y="2770928"/>
                  </a:lnTo>
                  <a:lnTo>
                    <a:pt x="325729" y="2771718"/>
                  </a:lnTo>
                  <a:lnTo>
                    <a:pt x="326364" y="2772590"/>
                  </a:lnTo>
                  <a:lnTo>
                    <a:pt x="326999" y="2773314"/>
                  </a:lnTo>
                  <a:lnTo>
                    <a:pt x="327633" y="2773897"/>
                  </a:lnTo>
                  <a:lnTo>
                    <a:pt x="328268" y="2774410"/>
                  </a:lnTo>
                  <a:lnTo>
                    <a:pt x="328903" y="2774795"/>
                  </a:lnTo>
                  <a:lnTo>
                    <a:pt x="329538" y="2775145"/>
                  </a:lnTo>
                  <a:lnTo>
                    <a:pt x="330173" y="2775699"/>
                  </a:lnTo>
                  <a:lnTo>
                    <a:pt x="330808" y="2776456"/>
                  </a:lnTo>
                  <a:lnTo>
                    <a:pt x="331442" y="2777325"/>
                  </a:lnTo>
                  <a:lnTo>
                    <a:pt x="332077" y="2778313"/>
                  </a:lnTo>
                  <a:lnTo>
                    <a:pt x="332712" y="2779212"/>
                  </a:lnTo>
                  <a:lnTo>
                    <a:pt x="333347" y="2780292"/>
                  </a:lnTo>
                  <a:lnTo>
                    <a:pt x="333982" y="2781342"/>
                  </a:lnTo>
                  <a:lnTo>
                    <a:pt x="334617" y="2782503"/>
                  </a:lnTo>
                  <a:lnTo>
                    <a:pt x="335252" y="2783695"/>
                  </a:lnTo>
                  <a:lnTo>
                    <a:pt x="335886" y="2784844"/>
                  </a:lnTo>
                  <a:lnTo>
                    <a:pt x="336521" y="2786075"/>
                  </a:lnTo>
                  <a:lnTo>
                    <a:pt x="337156" y="2787220"/>
                  </a:lnTo>
                  <a:lnTo>
                    <a:pt x="337791" y="2788339"/>
                  </a:lnTo>
                  <a:lnTo>
                    <a:pt x="338426" y="2789453"/>
                  </a:lnTo>
                  <a:lnTo>
                    <a:pt x="339061" y="2790677"/>
                  </a:lnTo>
                  <a:lnTo>
                    <a:pt x="339695" y="2791812"/>
                  </a:lnTo>
                  <a:lnTo>
                    <a:pt x="340330" y="2792885"/>
                  </a:lnTo>
                  <a:lnTo>
                    <a:pt x="340965" y="2793761"/>
                  </a:lnTo>
                  <a:lnTo>
                    <a:pt x="341600" y="2794537"/>
                  </a:lnTo>
                  <a:lnTo>
                    <a:pt x="342235" y="2795368"/>
                  </a:lnTo>
                  <a:lnTo>
                    <a:pt x="342870" y="2796188"/>
                  </a:lnTo>
                  <a:lnTo>
                    <a:pt x="343505" y="2796916"/>
                  </a:lnTo>
                  <a:lnTo>
                    <a:pt x="344139" y="2797358"/>
                  </a:lnTo>
                  <a:lnTo>
                    <a:pt x="344774" y="2797796"/>
                  </a:lnTo>
                  <a:lnTo>
                    <a:pt x="345409" y="2798191"/>
                  </a:lnTo>
                  <a:lnTo>
                    <a:pt x="346044" y="2798477"/>
                  </a:lnTo>
                  <a:lnTo>
                    <a:pt x="346679" y="2798739"/>
                  </a:lnTo>
                  <a:lnTo>
                    <a:pt x="347314" y="2799266"/>
                  </a:lnTo>
                  <a:lnTo>
                    <a:pt x="347948" y="2800161"/>
                  </a:lnTo>
                  <a:lnTo>
                    <a:pt x="348583" y="2801051"/>
                  </a:lnTo>
                  <a:lnTo>
                    <a:pt x="349218" y="2801973"/>
                  </a:lnTo>
                  <a:lnTo>
                    <a:pt x="349853" y="2802824"/>
                  </a:lnTo>
                  <a:lnTo>
                    <a:pt x="350488" y="2803741"/>
                  </a:lnTo>
                  <a:lnTo>
                    <a:pt x="351123" y="2804597"/>
                  </a:lnTo>
                  <a:lnTo>
                    <a:pt x="351758" y="2805378"/>
                  </a:lnTo>
                  <a:lnTo>
                    <a:pt x="352392" y="2806058"/>
                  </a:lnTo>
                  <a:lnTo>
                    <a:pt x="353027" y="2806501"/>
                  </a:lnTo>
                  <a:lnTo>
                    <a:pt x="353662" y="2806750"/>
                  </a:lnTo>
                  <a:lnTo>
                    <a:pt x="354297" y="2807046"/>
                  </a:lnTo>
                  <a:lnTo>
                    <a:pt x="354932" y="2807473"/>
                  </a:lnTo>
                  <a:lnTo>
                    <a:pt x="355567" y="2807729"/>
                  </a:lnTo>
                  <a:lnTo>
                    <a:pt x="356201" y="2808118"/>
                  </a:lnTo>
                  <a:lnTo>
                    <a:pt x="356836" y="2808478"/>
                  </a:lnTo>
                  <a:lnTo>
                    <a:pt x="357471" y="2808681"/>
                  </a:lnTo>
                  <a:lnTo>
                    <a:pt x="358106" y="2808815"/>
                  </a:lnTo>
                  <a:lnTo>
                    <a:pt x="358741" y="2809007"/>
                  </a:lnTo>
                  <a:lnTo>
                    <a:pt x="359376" y="2809503"/>
                  </a:lnTo>
                  <a:lnTo>
                    <a:pt x="360011" y="2809908"/>
                  </a:lnTo>
                  <a:lnTo>
                    <a:pt x="360645" y="2810313"/>
                  </a:lnTo>
                  <a:lnTo>
                    <a:pt x="361280" y="2810718"/>
                  </a:lnTo>
                  <a:lnTo>
                    <a:pt x="361915" y="2811122"/>
                  </a:lnTo>
                  <a:lnTo>
                    <a:pt x="362550" y="2811527"/>
                  </a:lnTo>
                  <a:lnTo>
                    <a:pt x="363185" y="2811932"/>
                  </a:lnTo>
                  <a:lnTo>
                    <a:pt x="363820" y="2812337"/>
                  </a:lnTo>
                  <a:lnTo>
                    <a:pt x="364454" y="2812742"/>
                  </a:lnTo>
                  <a:lnTo>
                    <a:pt x="365089" y="2813147"/>
                  </a:lnTo>
                  <a:lnTo>
                    <a:pt x="365724" y="2813551"/>
                  </a:lnTo>
                  <a:lnTo>
                    <a:pt x="366359" y="2813956"/>
                  </a:lnTo>
                  <a:lnTo>
                    <a:pt x="366994" y="2814361"/>
                  </a:lnTo>
                  <a:lnTo>
                    <a:pt x="367629" y="2814604"/>
                  </a:lnTo>
                  <a:lnTo>
                    <a:pt x="368264" y="2814807"/>
                  </a:lnTo>
                  <a:lnTo>
                    <a:pt x="368898" y="2814898"/>
                  </a:lnTo>
                  <a:lnTo>
                    <a:pt x="369533" y="2814898"/>
                  </a:lnTo>
                  <a:lnTo>
                    <a:pt x="370168" y="2814898"/>
                  </a:lnTo>
                  <a:lnTo>
                    <a:pt x="370803" y="2814898"/>
                  </a:lnTo>
                  <a:lnTo>
                    <a:pt x="371438" y="2814898"/>
                  </a:lnTo>
                  <a:lnTo>
                    <a:pt x="372073" y="2814898"/>
                  </a:lnTo>
                  <a:lnTo>
                    <a:pt x="372707" y="2814898"/>
                  </a:lnTo>
                  <a:lnTo>
                    <a:pt x="373342" y="2814898"/>
                  </a:lnTo>
                  <a:lnTo>
                    <a:pt x="373977" y="2814898"/>
                  </a:lnTo>
                  <a:lnTo>
                    <a:pt x="374612" y="2814898"/>
                  </a:lnTo>
                  <a:lnTo>
                    <a:pt x="375247" y="2814898"/>
                  </a:lnTo>
                  <a:lnTo>
                    <a:pt x="375882" y="2814898"/>
                  </a:lnTo>
                  <a:lnTo>
                    <a:pt x="376517" y="2814898"/>
                  </a:lnTo>
                  <a:lnTo>
                    <a:pt x="377151" y="2814898"/>
                  </a:lnTo>
                  <a:lnTo>
                    <a:pt x="377786" y="2814898"/>
                  </a:lnTo>
                  <a:lnTo>
                    <a:pt x="378421" y="2814898"/>
                  </a:lnTo>
                  <a:lnTo>
                    <a:pt x="379056" y="2814898"/>
                  </a:lnTo>
                  <a:lnTo>
                    <a:pt x="379691" y="2814898"/>
                  </a:lnTo>
                  <a:lnTo>
                    <a:pt x="380326" y="2814898"/>
                  </a:lnTo>
                  <a:lnTo>
                    <a:pt x="380960" y="2814898"/>
                  </a:lnTo>
                  <a:lnTo>
                    <a:pt x="381595" y="2814898"/>
                  </a:lnTo>
                  <a:lnTo>
                    <a:pt x="382230" y="2814898"/>
                  </a:lnTo>
                  <a:lnTo>
                    <a:pt x="382865" y="2814898"/>
                  </a:lnTo>
                  <a:lnTo>
                    <a:pt x="383500" y="2814898"/>
                  </a:lnTo>
                  <a:lnTo>
                    <a:pt x="384135" y="2814898"/>
                  </a:lnTo>
                  <a:lnTo>
                    <a:pt x="384770" y="2814898"/>
                  </a:lnTo>
                  <a:lnTo>
                    <a:pt x="385404" y="2814898"/>
                  </a:lnTo>
                  <a:lnTo>
                    <a:pt x="386039" y="2814898"/>
                  </a:lnTo>
                  <a:lnTo>
                    <a:pt x="386674" y="2814898"/>
                  </a:lnTo>
                  <a:lnTo>
                    <a:pt x="387309" y="2814898"/>
                  </a:lnTo>
                  <a:lnTo>
                    <a:pt x="387944" y="2814898"/>
                  </a:lnTo>
                  <a:lnTo>
                    <a:pt x="388579" y="2814898"/>
                  </a:lnTo>
                  <a:lnTo>
                    <a:pt x="389213" y="2814898"/>
                  </a:lnTo>
                  <a:lnTo>
                    <a:pt x="389848" y="2814898"/>
                  </a:lnTo>
                  <a:lnTo>
                    <a:pt x="390483" y="2814898"/>
                  </a:lnTo>
                  <a:lnTo>
                    <a:pt x="391118" y="2814898"/>
                  </a:lnTo>
                  <a:lnTo>
                    <a:pt x="391753" y="2814898"/>
                  </a:lnTo>
                  <a:lnTo>
                    <a:pt x="392388" y="2814898"/>
                  </a:lnTo>
                  <a:lnTo>
                    <a:pt x="393022" y="2814958"/>
                  </a:lnTo>
                  <a:lnTo>
                    <a:pt x="393657" y="2815161"/>
                  </a:lnTo>
                  <a:lnTo>
                    <a:pt x="394292" y="2815302"/>
                  </a:lnTo>
                  <a:lnTo>
                    <a:pt x="394927" y="2815505"/>
                  </a:lnTo>
                  <a:lnTo>
                    <a:pt x="395562" y="2815487"/>
                  </a:lnTo>
                  <a:lnTo>
                    <a:pt x="396197" y="2815247"/>
                  </a:lnTo>
                  <a:lnTo>
                    <a:pt x="396832" y="2814754"/>
                  </a:lnTo>
                  <a:lnTo>
                    <a:pt x="397466" y="2814250"/>
                  </a:lnTo>
                  <a:lnTo>
                    <a:pt x="398101" y="2813413"/>
                  </a:lnTo>
                  <a:lnTo>
                    <a:pt x="398736" y="2812515"/>
                  </a:lnTo>
                  <a:lnTo>
                    <a:pt x="399371" y="2811617"/>
                  </a:lnTo>
                  <a:lnTo>
                    <a:pt x="400006" y="2810719"/>
                  </a:lnTo>
                  <a:lnTo>
                    <a:pt x="400641" y="2809821"/>
                  </a:lnTo>
                  <a:lnTo>
                    <a:pt x="401275" y="2808903"/>
                  </a:lnTo>
                  <a:lnTo>
                    <a:pt x="401910" y="2807802"/>
                  </a:lnTo>
                  <a:lnTo>
                    <a:pt x="402545" y="2806652"/>
                  </a:lnTo>
                  <a:lnTo>
                    <a:pt x="403180" y="2805386"/>
                  </a:lnTo>
                  <a:lnTo>
                    <a:pt x="403815" y="2804183"/>
                  </a:lnTo>
                  <a:lnTo>
                    <a:pt x="404450" y="2802953"/>
                  </a:lnTo>
                  <a:lnTo>
                    <a:pt x="405085" y="2801764"/>
                  </a:lnTo>
                  <a:lnTo>
                    <a:pt x="405719" y="2800904"/>
                  </a:lnTo>
                  <a:lnTo>
                    <a:pt x="406354" y="2800297"/>
                  </a:lnTo>
                  <a:lnTo>
                    <a:pt x="406989" y="2799699"/>
                  </a:lnTo>
                  <a:lnTo>
                    <a:pt x="407624" y="2799436"/>
                  </a:lnTo>
                  <a:lnTo>
                    <a:pt x="408259" y="2799234"/>
                  </a:lnTo>
                  <a:lnTo>
                    <a:pt x="408894" y="2799031"/>
                  </a:lnTo>
                  <a:lnTo>
                    <a:pt x="409528" y="2798829"/>
                  </a:lnTo>
                  <a:lnTo>
                    <a:pt x="410163" y="2798627"/>
                  </a:lnTo>
                  <a:lnTo>
                    <a:pt x="410798" y="2798465"/>
                  </a:lnTo>
                  <a:lnTo>
                    <a:pt x="411433" y="2798667"/>
                  </a:lnTo>
                  <a:lnTo>
                    <a:pt x="412068" y="2798870"/>
                  </a:lnTo>
                  <a:lnTo>
                    <a:pt x="412703" y="2799072"/>
                  </a:lnTo>
                  <a:lnTo>
                    <a:pt x="413338" y="2799274"/>
                  </a:lnTo>
                  <a:lnTo>
                    <a:pt x="413972" y="2799477"/>
                  </a:lnTo>
                  <a:lnTo>
                    <a:pt x="414607" y="2799679"/>
                  </a:lnTo>
                  <a:lnTo>
                    <a:pt x="415242" y="2799882"/>
                  </a:lnTo>
                  <a:lnTo>
                    <a:pt x="415877" y="2800084"/>
                  </a:lnTo>
                  <a:lnTo>
                    <a:pt x="416512" y="2800286"/>
                  </a:lnTo>
                  <a:lnTo>
                    <a:pt x="417147" y="2800540"/>
                  </a:lnTo>
                  <a:lnTo>
                    <a:pt x="417781" y="2800944"/>
                  </a:lnTo>
                  <a:lnTo>
                    <a:pt x="418416" y="2801349"/>
                  </a:lnTo>
                  <a:lnTo>
                    <a:pt x="419051" y="2801754"/>
                  </a:lnTo>
                  <a:lnTo>
                    <a:pt x="419686" y="2802159"/>
                  </a:lnTo>
                  <a:lnTo>
                    <a:pt x="420321" y="2802544"/>
                  </a:lnTo>
                  <a:lnTo>
                    <a:pt x="420956" y="2802746"/>
                  </a:lnTo>
                  <a:lnTo>
                    <a:pt x="421591" y="2802948"/>
                  </a:lnTo>
                  <a:lnTo>
                    <a:pt x="422225" y="2803151"/>
                  </a:lnTo>
                  <a:lnTo>
                    <a:pt x="422860" y="2803353"/>
                  </a:lnTo>
                  <a:lnTo>
                    <a:pt x="423495" y="2803556"/>
                  </a:lnTo>
                  <a:lnTo>
                    <a:pt x="424130" y="2803758"/>
                  </a:lnTo>
                  <a:lnTo>
                    <a:pt x="424765" y="2803961"/>
                  </a:lnTo>
                  <a:lnTo>
                    <a:pt x="425400" y="2804163"/>
                  </a:lnTo>
                  <a:lnTo>
                    <a:pt x="426034" y="2804365"/>
                  </a:lnTo>
                  <a:lnTo>
                    <a:pt x="426669" y="2804517"/>
                  </a:lnTo>
                  <a:lnTo>
                    <a:pt x="427304" y="2804517"/>
                  </a:lnTo>
                  <a:lnTo>
                    <a:pt x="427939" y="2804517"/>
                  </a:lnTo>
                  <a:lnTo>
                    <a:pt x="428574" y="2804558"/>
                  </a:lnTo>
                  <a:lnTo>
                    <a:pt x="429209" y="2804871"/>
                  </a:lnTo>
                  <a:lnTo>
                    <a:pt x="429844" y="2805388"/>
                  </a:lnTo>
                  <a:lnTo>
                    <a:pt x="430478" y="2806086"/>
                  </a:lnTo>
                  <a:lnTo>
                    <a:pt x="431113" y="2806896"/>
                  </a:lnTo>
                  <a:lnTo>
                    <a:pt x="431748" y="2807523"/>
                  </a:lnTo>
                  <a:lnTo>
                    <a:pt x="432383" y="2808130"/>
                  </a:lnTo>
                  <a:lnTo>
                    <a:pt x="433018" y="2808738"/>
                  </a:lnTo>
                  <a:lnTo>
                    <a:pt x="433653" y="2809345"/>
                  </a:lnTo>
                  <a:lnTo>
                    <a:pt x="434287" y="2809952"/>
                  </a:lnTo>
                  <a:lnTo>
                    <a:pt x="434922" y="2810560"/>
                  </a:lnTo>
                  <a:lnTo>
                    <a:pt x="435557" y="2811167"/>
                  </a:lnTo>
                  <a:lnTo>
                    <a:pt x="436192" y="2811774"/>
                  </a:lnTo>
                  <a:lnTo>
                    <a:pt x="436827" y="2812381"/>
                  </a:lnTo>
                  <a:lnTo>
                    <a:pt x="437462" y="2812908"/>
                  </a:lnTo>
                  <a:lnTo>
                    <a:pt x="438097" y="2813272"/>
                  </a:lnTo>
                  <a:lnTo>
                    <a:pt x="438731" y="2813363"/>
                  </a:lnTo>
                  <a:lnTo>
                    <a:pt x="439366" y="2813252"/>
                  </a:lnTo>
                  <a:lnTo>
                    <a:pt x="440001" y="2812958"/>
                  </a:lnTo>
                  <a:lnTo>
                    <a:pt x="440636" y="2812553"/>
                  </a:lnTo>
                  <a:lnTo>
                    <a:pt x="441271" y="2812331"/>
                  </a:lnTo>
                  <a:lnTo>
                    <a:pt x="441906" y="2812128"/>
                  </a:lnTo>
                  <a:lnTo>
                    <a:pt x="442540" y="2811926"/>
                  </a:lnTo>
                  <a:lnTo>
                    <a:pt x="443175" y="2811724"/>
                  </a:lnTo>
                  <a:lnTo>
                    <a:pt x="443810" y="2811521"/>
                  </a:lnTo>
                  <a:lnTo>
                    <a:pt x="444445" y="2811319"/>
                  </a:lnTo>
                  <a:lnTo>
                    <a:pt x="445080" y="2811116"/>
                  </a:lnTo>
                  <a:lnTo>
                    <a:pt x="445715" y="2810914"/>
                  </a:lnTo>
                  <a:lnTo>
                    <a:pt x="446349" y="2810711"/>
                  </a:lnTo>
                  <a:lnTo>
                    <a:pt x="446984" y="2810641"/>
                  </a:lnTo>
                  <a:lnTo>
                    <a:pt x="447619" y="2810843"/>
                  </a:lnTo>
                  <a:lnTo>
                    <a:pt x="448254" y="2811187"/>
                  </a:lnTo>
                  <a:lnTo>
                    <a:pt x="448889" y="2811592"/>
                  </a:lnTo>
                  <a:lnTo>
                    <a:pt x="449524" y="2811997"/>
                  </a:lnTo>
                  <a:lnTo>
                    <a:pt x="450159" y="2812402"/>
                  </a:lnTo>
                  <a:lnTo>
                    <a:pt x="450793" y="2812806"/>
                  </a:lnTo>
                  <a:lnTo>
                    <a:pt x="451428" y="2813211"/>
                  </a:lnTo>
                  <a:lnTo>
                    <a:pt x="452063" y="2813616"/>
                  </a:lnTo>
                  <a:lnTo>
                    <a:pt x="452698" y="2813816"/>
                  </a:lnTo>
                  <a:lnTo>
                    <a:pt x="453333" y="2813985"/>
                  </a:lnTo>
                  <a:lnTo>
                    <a:pt x="453968" y="2814154"/>
                  </a:lnTo>
                  <a:lnTo>
                    <a:pt x="454602" y="2814268"/>
                  </a:lnTo>
                  <a:lnTo>
                    <a:pt x="455237" y="2814382"/>
                  </a:lnTo>
                  <a:lnTo>
                    <a:pt x="455872" y="2814496"/>
                  </a:lnTo>
                  <a:lnTo>
                    <a:pt x="456507" y="2814569"/>
                  </a:lnTo>
                  <a:lnTo>
                    <a:pt x="457142" y="2814517"/>
                  </a:lnTo>
                  <a:lnTo>
                    <a:pt x="457777" y="2814349"/>
                  </a:lnTo>
                  <a:lnTo>
                    <a:pt x="458412" y="2814131"/>
                  </a:lnTo>
                  <a:lnTo>
                    <a:pt x="459046" y="2813913"/>
                  </a:lnTo>
                  <a:lnTo>
                    <a:pt x="459681" y="2813695"/>
                  </a:lnTo>
                  <a:lnTo>
                    <a:pt x="460316" y="2813376"/>
                  </a:lnTo>
                  <a:lnTo>
                    <a:pt x="460951" y="2813036"/>
                  </a:lnTo>
                  <a:lnTo>
                    <a:pt x="461586" y="2812689"/>
                  </a:lnTo>
                  <a:lnTo>
                    <a:pt x="462221" y="2812342"/>
                  </a:lnTo>
                  <a:lnTo>
                    <a:pt x="462855" y="2812002"/>
                  </a:lnTo>
                  <a:lnTo>
                    <a:pt x="463490" y="2811662"/>
                  </a:lnTo>
                  <a:lnTo>
                    <a:pt x="464125" y="2811444"/>
                  </a:lnTo>
                  <a:lnTo>
                    <a:pt x="464760" y="2811226"/>
                  </a:lnTo>
                  <a:lnTo>
                    <a:pt x="465395" y="2811008"/>
                  </a:lnTo>
                  <a:lnTo>
                    <a:pt x="466030" y="2810790"/>
                  </a:lnTo>
                  <a:lnTo>
                    <a:pt x="466665" y="2810542"/>
                  </a:lnTo>
                  <a:lnTo>
                    <a:pt x="467299" y="2810121"/>
                  </a:lnTo>
                  <a:lnTo>
                    <a:pt x="467934" y="2809701"/>
                  </a:lnTo>
                  <a:lnTo>
                    <a:pt x="468569" y="2809199"/>
                  </a:lnTo>
                  <a:lnTo>
                    <a:pt x="469204" y="2808576"/>
                  </a:lnTo>
                  <a:lnTo>
                    <a:pt x="469839" y="2807964"/>
                  </a:lnTo>
                  <a:lnTo>
                    <a:pt x="470474" y="2807406"/>
                  </a:lnTo>
                  <a:lnTo>
                    <a:pt x="471108" y="2807001"/>
                  </a:lnTo>
                  <a:lnTo>
                    <a:pt x="471743" y="2806596"/>
                  </a:lnTo>
                  <a:lnTo>
                    <a:pt x="472378" y="2806191"/>
                  </a:lnTo>
                  <a:lnTo>
                    <a:pt x="473013" y="2805786"/>
                  </a:lnTo>
                  <a:lnTo>
                    <a:pt x="473648" y="2805310"/>
                  </a:lnTo>
                  <a:lnTo>
                    <a:pt x="474283" y="2804703"/>
                  </a:lnTo>
                  <a:lnTo>
                    <a:pt x="474918" y="2803985"/>
                  </a:lnTo>
                  <a:lnTo>
                    <a:pt x="475552" y="2803175"/>
                  </a:lnTo>
                  <a:lnTo>
                    <a:pt x="476187" y="2802396"/>
                  </a:lnTo>
                  <a:lnTo>
                    <a:pt x="476822" y="2801788"/>
                  </a:lnTo>
                  <a:lnTo>
                    <a:pt x="477457" y="2801181"/>
                  </a:lnTo>
                  <a:lnTo>
                    <a:pt x="478092" y="2800655"/>
                  </a:lnTo>
                  <a:lnTo>
                    <a:pt x="478727" y="2800250"/>
                  </a:lnTo>
                  <a:lnTo>
                    <a:pt x="479361" y="2799845"/>
                  </a:lnTo>
                  <a:lnTo>
                    <a:pt x="479996" y="2799440"/>
                  </a:lnTo>
                  <a:lnTo>
                    <a:pt x="480631" y="2799035"/>
                  </a:lnTo>
                  <a:lnTo>
                    <a:pt x="481266" y="2798630"/>
                  </a:lnTo>
                  <a:lnTo>
                    <a:pt x="481901" y="2798226"/>
                  </a:lnTo>
                  <a:lnTo>
                    <a:pt x="482536" y="2797821"/>
                  </a:lnTo>
                  <a:lnTo>
                    <a:pt x="483171" y="2797487"/>
                  </a:lnTo>
                  <a:lnTo>
                    <a:pt x="483805" y="2797284"/>
                  </a:lnTo>
                  <a:lnTo>
                    <a:pt x="484440" y="2797193"/>
                  </a:lnTo>
                  <a:lnTo>
                    <a:pt x="485075" y="2797193"/>
                  </a:lnTo>
                  <a:lnTo>
                    <a:pt x="485710" y="2797193"/>
                  </a:lnTo>
                  <a:lnTo>
                    <a:pt x="486345" y="2797193"/>
                  </a:lnTo>
                  <a:lnTo>
                    <a:pt x="486980" y="2797193"/>
                  </a:lnTo>
                  <a:lnTo>
                    <a:pt x="487614" y="2797193"/>
                  </a:lnTo>
                  <a:lnTo>
                    <a:pt x="488249" y="2797193"/>
                  </a:lnTo>
                  <a:lnTo>
                    <a:pt x="488884" y="2797193"/>
                  </a:lnTo>
                  <a:lnTo>
                    <a:pt x="489519" y="2797193"/>
                  </a:lnTo>
                  <a:lnTo>
                    <a:pt x="490154" y="2797193"/>
                  </a:lnTo>
                  <a:lnTo>
                    <a:pt x="490789" y="2797193"/>
                  </a:lnTo>
                  <a:lnTo>
                    <a:pt x="491424" y="2797193"/>
                  </a:lnTo>
                  <a:lnTo>
                    <a:pt x="492058" y="2797193"/>
                  </a:lnTo>
                  <a:lnTo>
                    <a:pt x="492693" y="2797193"/>
                  </a:lnTo>
                  <a:lnTo>
                    <a:pt x="493328" y="2797193"/>
                  </a:lnTo>
                  <a:lnTo>
                    <a:pt x="493963" y="2797193"/>
                  </a:lnTo>
                  <a:lnTo>
                    <a:pt x="494598" y="2797193"/>
                  </a:lnTo>
                  <a:lnTo>
                    <a:pt x="495233" y="2797193"/>
                  </a:lnTo>
                  <a:lnTo>
                    <a:pt x="495867" y="2797193"/>
                  </a:lnTo>
                  <a:lnTo>
                    <a:pt x="496502" y="2797193"/>
                  </a:lnTo>
                  <a:lnTo>
                    <a:pt x="497137" y="2797193"/>
                  </a:lnTo>
                  <a:lnTo>
                    <a:pt x="497772" y="2797193"/>
                  </a:lnTo>
                  <a:lnTo>
                    <a:pt x="498407" y="2797193"/>
                  </a:lnTo>
                  <a:lnTo>
                    <a:pt x="499042" y="2797193"/>
                  </a:lnTo>
                  <a:lnTo>
                    <a:pt x="499676" y="2797193"/>
                  </a:lnTo>
                  <a:lnTo>
                    <a:pt x="500311" y="2797193"/>
                  </a:lnTo>
                  <a:lnTo>
                    <a:pt x="500946" y="2797193"/>
                  </a:lnTo>
                  <a:lnTo>
                    <a:pt x="501581" y="2797193"/>
                  </a:lnTo>
                  <a:lnTo>
                    <a:pt x="502216" y="2797193"/>
                  </a:lnTo>
                  <a:lnTo>
                    <a:pt x="502851" y="2797193"/>
                  </a:lnTo>
                  <a:lnTo>
                    <a:pt x="503486" y="2797193"/>
                  </a:lnTo>
                  <a:lnTo>
                    <a:pt x="504120" y="2797193"/>
                  </a:lnTo>
                  <a:lnTo>
                    <a:pt x="504755" y="2797193"/>
                  </a:lnTo>
                  <a:lnTo>
                    <a:pt x="505390" y="2797193"/>
                  </a:lnTo>
                  <a:lnTo>
                    <a:pt x="506025" y="2797193"/>
                  </a:lnTo>
                  <a:lnTo>
                    <a:pt x="506660" y="2797193"/>
                  </a:lnTo>
                  <a:lnTo>
                    <a:pt x="507295" y="2797193"/>
                  </a:lnTo>
                  <a:lnTo>
                    <a:pt x="507929" y="2797193"/>
                  </a:lnTo>
                  <a:lnTo>
                    <a:pt x="508564" y="2797193"/>
                  </a:lnTo>
                  <a:lnTo>
                    <a:pt x="509199" y="2797193"/>
                  </a:lnTo>
                  <a:lnTo>
                    <a:pt x="509834" y="2797193"/>
                  </a:lnTo>
                  <a:lnTo>
                    <a:pt x="510469" y="2797193"/>
                  </a:lnTo>
                  <a:lnTo>
                    <a:pt x="511104" y="2797193"/>
                  </a:lnTo>
                  <a:lnTo>
                    <a:pt x="511739" y="2797193"/>
                  </a:lnTo>
                  <a:lnTo>
                    <a:pt x="512373" y="2797193"/>
                  </a:lnTo>
                  <a:lnTo>
                    <a:pt x="513008" y="2797193"/>
                  </a:lnTo>
                  <a:lnTo>
                    <a:pt x="513643" y="2797193"/>
                  </a:lnTo>
                  <a:lnTo>
                    <a:pt x="514278" y="2797193"/>
                  </a:lnTo>
                  <a:lnTo>
                    <a:pt x="514913" y="2797193"/>
                  </a:lnTo>
                  <a:lnTo>
                    <a:pt x="515548" y="2797193"/>
                  </a:lnTo>
                  <a:lnTo>
                    <a:pt x="516182" y="2797193"/>
                  </a:lnTo>
                  <a:lnTo>
                    <a:pt x="516817" y="2797193"/>
                  </a:lnTo>
                  <a:lnTo>
                    <a:pt x="517452" y="2797193"/>
                  </a:lnTo>
                  <a:lnTo>
                    <a:pt x="518087" y="2797193"/>
                  </a:lnTo>
                  <a:lnTo>
                    <a:pt x="518722" y="2797193"/>
                  </a:lnTo>
                  <a:lnTo>
                    <a:pt x="519357" y="2797193"/>
                  </a:lnTo>
                  <a:lnTo>
                    <a:pt x="519992" y="2797193"/>
                  </a:lnTo>
                  <a:lnTo>
                    <a:pt x="520626" y="2797193"/>
                  </a:lnTo>
                  <a:lnTo>
                    <a:pt x="521261" y="2797274"/>
                  </a:lnTo>
                  <a:lnTo>
                    <a:pt x="521896" y="2797477"/>
                  </a:lnTo>
                  <a:lnTo>
                    <a:pt x="522531" y="2797679"/>
                  </a:lnTo>
                  <a:lnTo>
                    <a:pt x="523166" y="2798033"/>
                  </a:lnTo>
                  <a:lnTo>
                    <a:pt x="523801" y="2798641"/>
                  </a:lnTo>
                  <a:lnTo>
                    <a:pt x="524435" y="2799258"/>
                  </a:lnTo>
                  <a:lnTo>
                    <a:pt x="525070" y="2800209"/>
                  </a:lnTo>
                  <a:lnTo>
                    <a:pt x="525705" y="2801222"/>
                  </a:lnTo>
                  <a:lnTo>
                    <a:pt x="526340" y="2802234"/>
                  </a:lnTo>
                  <a:lnTo>
                    <a:pt x="526975" y="2803246"/>
                  </a:lnTo>
                  <a:lnTo>
                    <a:pt x="527610" y="2804258"/>
                  </a:lnTo>
                  <a:lnTo>
                    <a:pt x="528245" y="2805290"/>
                  </a:lnTo>
                  <a:lnTo>
                    <a:pt x="528879" y="2806505"/>
                  </a:lnTo>
                  <a:lnTo>
                    <a:pt x="529514" y="2807719"/>
                  </a:lnTo>
                  <a:lnTo>
                    <a:pt x="530149" y="2808934"/>
                  </a:lnTo>
                  <a:lnTo>
                    <a:pt x="530784" y="2810067"/>
                  </a:lnTo>
                  <a:lnTo>
                    <a:pt x="531419" y="2811080"/>
                  </a:lnTo>
                  <a:lnTo>
                    <a:pt x="532054" y="2812092"/>
                  </a:lnTo>
                  <a:lnTo>
                    <a:pt x="532688" y="2812952"/>
                  </a:lnTo>
                  <a:lnTo>
                    <a:pt x="533323" y="2813559"/>
                  </a:lnTo>
                  <a:lnTo>
                    <a:pt x="533958" y="2814156"/>
                  </a:lnTo>
                  <a:lnTo>
                    <a:pt x="534593" y="2814420"/>
                  </a:lnTo>
                  <a:lnTo>
                    <a:pt x="535228" y="2814622"/>
                  </a:lnTo>
                  <a:lnTo>
                    <a:pt x="535863" y="2814824"/>
                  </a:lnTo>
                  <a:lnTo>
                    <a:pt x="536498" y="2815027"/>
                  </a:lnTo>
                  <a:lnTo>
                    <a:pt x="537132" y="2815229"/>
                  </a:lnTo>
                  <a:lnTo>
                    <a:pt x="537767" y="2815412"/>
                  </a:lnTo>
                  <a:lnTo>
                    <a:pt x="538402" y="2815412"/>
                  </a:lnTo>
                  <a:lnTo>
                    <a:pt x="539037" y="2815412"/>
                  </a:lnTo>
                  <a:lnTo>
                    <a:pt x="539672" y="2815412"/>
                  </a:lnTo>
                  <a:lnTo>
                    <a:pt x="540307" y="2815412"/>
                  </a:lnTo>
                  <a:lnTo>
                    <a:pt x="540941" y="2815412"/>
                  </a:lnTo>
                  <a:lnTo>
                    <a:pt x="541576" y="2815412"/>
                  </a:lnTo>
                  <a:lnTo>
                    <a:pt x="542211" y="2815412"/>
                  </a:lnTo>
                  <a:lnTo>
                    <a:pt x="542846" y="2815412"/>
                  </a:lnTo>
                  <a:lnTo>
                    <a:pt x="543481" y="2815412"/>
                  </a:lnTo>
                  <a:lnTo>
                    <a:pt x="544116" y="2815412"/>
                  </a:lnTo>
                  <a:lnTo>
                    <a:pt x="544751" y="2815412"/>
                  </a:lnTo>
                  <a:lnTo>
                    <a:pt x="545385" y="2815412"/>
                  </a:lnTo>
                  <a:lnTo>
                    <a:pt x="546020" y="2815412"/>
                  </a:lnTo>
                  <a:lnTo>
                    <a:pt x="546655" y="2815412"/>
                  </a:lnTo>
                  <a:lnTo>
                    <a:pt x="547290" y="2815412"/>
                  </a:lnTo>
                  <a:lnTo>
                    <a:pt x="547925" y="2815412"/>
                  </a:lnTo>
                  <a:lnTo>
                    <a:pt x="548560" y="2815412"/>
                  </a:lnTo>
                  <a:lnTo>
                    <a:pt x="549194" y="2815412"/>
                  </a:lnTo>
                  <a:lnTo>
                    <a:pt x="549829" y="2815412"/>
                  </a:lnTo>
                  <a:lnTo>
                    <a:pt x="550464" y="2815412"/>
                  </a:lnTo>
                  <a:lnTo>
                    <a:pt x="551099" y="2815412"/>
                  </a:lnTo>
                  <a:lnTo>
                    <a:pt x="551734" y="2815412"/>
                  </a:lnTo>
                  <a:lnTo>
                    <a:pt x="552369" y="2815412"/>
                  </a:lnTo>
                  <a:lnTo>
                    <a:pt x="553003" y="2815412"/>
                  </a:lnTo>
                  <a:lnTo>
                    <a:pt x="553638" y="2815412"/>
                  </a:lnTo>
                  <a:lnTo>
                    <a:pt x="554273" y="2815412"/>
                  </a:lnTo>
                  <a:lnTo>
                    <a:pt x="554908" y="2815412"/>
                  </a:lnTo>
                  <a:lnTo>
                    <a:pt x="555543" y="2815412"/>
                  </a:lnTo>
                  <a:lnTo>
                    <a:pt x="556178" y="2815412"/>
                  </a:lnTo>
                  <a:lnTo>
                    <a:pt x="556813" y="2815412"/>
                  </a:lnTo>
                  <a:lnTo>
                    <a:pt x="557447" y="2815412"/>
                  </a:lnTo>
                  <a:lnTo>
                    <a:pt x="558082" y="2815412"/>
                  </a:lnTo>
                  <a:lnTo>
                    <a:pt x="558717" y="2815594"/>
                  </a:lnTo>
                  <a:lnTo>
                    <a:pt x="559352" y="2815796"/>
                  </a:lnTo>
                  <a:lnTo>
                    <a:pt x="559987" y="2815999"/>
                  </a:lnTo>
                  <a:lnTo>
                    <a:pt x="560622" y="2816201"/>
                  </a:lnTo>
                  <a:lnTo>
                    <a:pt x="561256" y="2816403"/>
                  </a:lnTo>
                  <a:lnTo>
                    <a:pt x="561891" y="2816606"/>
                  </a:lnTo>
                  <a:lnTo>
                    <a:pt x="562526" y="2816808"/>
                  </a:lnTo>
                  <a:lnTo>
                    <a:pt x="563161" y="2817011"/>
                  </a:lnTo>
                  <a:lnTo>
                    <a:pt x="563796" y="2817213"/>
                  </a:lnTo>
                  <a:lnTo>
                    <a:pt x="564431" y="2817496"/>
                  </a:lnTo>
                  <a:lnTo>
                    <a:pt x="565066" y="2817901"/>
                  </a:lnTo>
                  <a:lnTo>
                    <a:pt x="565700" y="2818306"/>
                  </a:lnTo>
                  <a:lnTo>
                    <a:pt x="566335" y="2818711"/>
                  </a:lnTo>
                  <a:lnTo>
                    <a:pt x="566970" y="2819116"/>
                  </a:lnTo>
                  <a:lnTo>
                    <a:pt x="567605" y="2819521"/>
                  </a:lnTo>
                  <a:lnTo>
                    <a:pt x="568240" y="2819743"/>
                  </a:lnTo>
                  <a:lnTo>
                    <a:pt x="568875" y="2819946"/>
                  </a:lnTo>
                  <a:lnTo>
                    <a:pt x="569509" y="2820148"/>
                  </a:lnTo>
                  <a:lnTo>
                    <a:pt x="570144" y="2820351"/>
                  </a:lnTo>
                  <a:lnTo>
                    <a:pt x="570779" y="2820553"/>
                  </a:lnTo>
                  <a:lnTo>
                    <a:pt x="571414" y="2820756"/>
                  </a:lnTo>
                  <a:lnTo>
                    <a:pt x="572049" y="2820958"/>
                  </a:lnTo>
                  <a:lnTo>
                    <a:pt x="572684" y="2821160"/>
                  </a:lnTo>
                  <a:lnTo>
                    <a:pt x="573319" y="2821363"/>
                  </a:lnTo>
                  <a:lnTo>
                    <a:pt x="573953" y="2821484"/>
                  </a:lnTo>
                  <a:lnTo>
                    <a:pt x="574588" y="2821484"/>
                  </a:lnTo>
                  <a:lnTo>
                    <a:pt x="575223" y="2821661"/>
                  </a:lnTo>
                  <a:lnTo>
                    <a:pt x="575858" y="2821838"/>
                  </a:lnTo>
                  <a:lnTo>
                    <a:pt x="576493" y="2822056"/>
                  </a:lnTo>
                  <a:lnTo>
                    <a:pt x="577128" y="2822274"/>
                  </a:lnTo>
                  <a:lnTo>
                    <a:pt x="577762" y="2822492"/>
                  </a:lnTo>
                  <a:lnTo>
                    <a:pt x="578397" y="2822710"/>
                  </a:lnTo>
                  <a:lnTo>
                    <a:pt x="579032" y="2822928"/>
                  </a:lnTo>
                  <a:lnTo>
                    <a:pt x="579667" y="2823146"/>
                  </a:lnTo>
                  <a:lnTo>
                    <a:pt x="580302" y="2823365"/>
                  </a:lnTo>
                  <a:lnTo>
                    <a:pt x="580937" y="2823583"/>
                  </a:lnTo>
                  <a:lnTo>
                    <a:pt x="581572" y="2823801"/>
                  </a:lnTo>
                  <a:lnTo>
                    <a:pt x="582206" y="2824019"/>
                  </a:lnTo>
                  <a:lnTo>
                    <a:pt x="582841" y="2824237"/>
                  </a:lnTo>
                  <a:lnTo>
                    <a:pt x="583476" y="2824455"/>
                  </a:lnTo>
                  <a:lnTo>
                    <a:pt x="584111" y="2824673"/>
                  </a:lnTo>
                  <a:lnTo>
                    <a:pt x="584746" y="2824850"/>
                  </a:lnTo>
                  <a:lnTo>
                    <a:pt x="585381" y="2825015"/>
                  </a:lnTo>
                  <a:lnTo>
                    <a:pt x="586015" y="2825015"/>
                  </a:lnTo>
                  <a:lnTo>
                    <a:pt x="586650" y="2825015"/>
                  </a:lnTo>
                  <a:lnTo>
                    <a:pt x="587285" y="2825015"/>
                  </a:lnTo>
                  <a:lnTo>
                    <a:pt x="587920" y="2825015"/>
                  </a:lnTo>
                  <a:lnTo>
                    <a:pt x="588555" y="2825015"/>
                  </a:lnTo>
                  <a:lnTo>
                    <a:pt x="589190" y="2824965"/>
                  </a:lnTo>
                  <a:lnTo>
                    <a:pt x="589825" y="2824732"/>
                  </a:lnTo>
                  <a:lnTo>
                    <a:pt x="590459" y="2824327"/>
                  </a:lnTo>
                  <a:lnTo>
                    <a:pt x="591094" y="2823922"/>
                  </a:lnTo>
                  <a:lnTo>
                    <a:pt x="591729" y="2823517"/>
                  </a:lnTo>
                  <a:lnTo>
                    <a:pt x="592364" y="2823112"/>
                  </a:lnTo>
                  <a:lnTo>
                    <a:pt x="592999" y="2822708"/>
                  </a:lnTo>
                  <a:lnTo>
                    <a:pt x="593634" y="2822333"/>
                  </a:lnTo>
                  <a:lnTo>
                    <a:pt x="594268" y="2822131"/>
                  </a:lnTo>
                  <a:lnTo>
                    <a:pt x="594903" y="2821928"/>
                  </a:lnTo>
                  <a:lnTo>
                    <a:pt x="595538" y="2821807"/>
                  </a:lnTo>
                  <a:lnTo>
                    <a:pt x="596173" y="2821807"/>
                  </a:lnTo>
                  <a:lnTo>
                    <a:pt x="596808" y="2821807"/>
                  </a:lnTo>
                  <a:lnTo>
                    <a:pt x="597443" y="2821807"/>
                  </a:lnTo>
                  <a:lnTo>
                    <a:pt x="598078" y="2821807"/>
                  </a:lnTo>
                  <a:lnTo>
                    <a:pt x="598712" y="2821857"/>
                  </a:lnTo>
                  <a:lnTo>
                    <a:pt x="599347" y="2822090"/>
                  </a:lnTo>
                  <a:lnTo>
                    <a:pt x="599982" y="2822495"/>
                  </a:lnTo>
                  <a:lnTo>
                    <a:pt x="600617" y="2822971"/>
                  </a:lnTo>
                  <a:lnTo>
                    <a:pt x="601252" y="2823578"/>
                  </a:lnTo>
                  <a:lnTo>
                    <a:pt x="601887" y="2824297"/>
                  </a:lnTo>
                  <a:lnTo>
                    <a:pt x="602521" y="2825106"/>
                  </a:lnTo>
                  <a:lnTo>
                    <a:pt x="603156" y="2825886"/>
                  </a:lnTo>
                  <a:lnTo>
                    <a:pt x="603791" y="2826493"/>
                  </a:lnTo>
                  <a:lnTo>
                    <a:pt x="604426" y="2827100"/>
                  </a:lnTo>
                  <a:lnTo>
                    <a:pt x="605061" y="2827626"/>
                  </a:lnTo>
                  <a:lnTo>
                    <a:pt x="605696" y="2828031"/>
                  </a:lnTo>
                  <a:lnTo>
                    <a:pt x="606331" y="2828436"/>
                  </a:lnTo>
                  <a:lnTo>
                    <a:pt x="606965" y="2828841"/>
                  </a:lnTo>
                  <a:lnTo>
                    <a:pt x="607600" y="2829246"/>
                  </a:lnTo>
                  <a:lnTo>
                    <a:pt x="608235" y="2829651"/>
                  </a:lnTo>
                  <a:lnTo>
                    <a:pt x="608870" y="2830056"/>
                  </a:lnTo>
                  <a:lnTo>
                    <a:pt x="609505" y="2830460"/>
                  </a:lnTo>
                  <a:lnTo>
                    <a:pt x="610140" y="2830794"/>
                  </a:lnTo>
                  <a:lnTo>
                    <a:pt x="610774" y="2830997"/>
                  </a:lnTo>
                  <a:lnTo>
                    <a:pt x="611409" y="2831088"/>
                  </a:lnTo>
                  <a:lnTo>
                    <a:pt x="612044" y="2831088"/>
                  </a:lnTo>
                  <a:lnTo>
                    <a:pt x="612679" y="2831088"/>
                  </a:lnTo>
                  <a:lnTo>
                    <a:pt x="613314" y="2831088"/>
                  </a:lnTo>
                  <a:lnTo>
                    <a:pt x="613949" y="2831088"/>
                  </a:lnTo>
                  <a:lnTo>
                    <a:pt x="614583" y="2831088"/>
                  </a:lnTo>
                  <a:lnTo>
                    <a:pt x="615218" y="2831088"/>
                  </a:lnTo>
                  <a:lnTo>
                    <a:pt x="615853" y="2831088"/>
                  </a:lnTo>
                  <a:lnTo>
                    <a:pt x="616488" y="2831088"/>
                  </a:lnTo>
                  <a:lnTo>
                    <a:pt x="617123" y="2831088"/>
                  </a:lnTo>
                  <a:lnTo>
                    <a:pt x="617758" y="2831088"/>
                  </a:lnTo>
                  <a:lnTo>
                    <a:pt x="618393" y="2831088"/>
                  </a:lnTo>
                  <a:lnTo>
                    <a:pt x="619027" y="2831088"/>
                  </a:lnTo>
                  <a:lnTo>
                    <a:pt x="619662" y="2831088"/>
                  </a:lnTo>
                  <a:lnTo>
                    <a:pt x="620297" y="2831088"/>
                  </a:lnTo>
                  <a:lnTo>
                    <a:pt x="620932" y="2831088"/>
                  </a:lnTo>
                  <a:lnTo>
                    <a:pt x="621567" y="2831088"/>
                  </a:lnTo>
                  <a:lnTo>
                    <a:pt x="622202" y="2831088"/>
                  </a:lnTo>
                  <a:lnTo>
                    <a:pt x="622836" y="2831058"/>
                  </a:lnTo>
                  <a:lnTo>
                    <a:pt x="623471" y="2830855"/>
                  </a:lnTo>
                  <a:lnTo>
                    <a:pt x="624106" y="2830653"/>
                  </a:lnTo>
                  <a:lnTo>
                    <a:pt x="624741" y="2830187"/>
                  </a:lnTo>
                  <a:lnTo>
                    <a:pt x="625376" y="2829580"/>
                  </a:lnTo>
                  <a:lnTo>
                    <a:pt x="626011" y="2829221"/>
                  </a:lnTo>
                  <a:lnTo>
                    <a:pt x="626646" y="2828862"/>
                  </a:lnTo>
                  <a:lnTo>
                    <a:pt x="627280" y="2828415"/>
                  </a:lnTo>
                  <a:lnTo>
                    <a:pt x="627915" y="2827969"/>
                  </a:lnTo>
                  <a:lnTo>
                    <a:pt x="628550" y="2827523"/>
                  </a:lnTo>
                  <a:lnTo>
                    <a:pt x="629185" y="2827076"/>
                  </a:lnTo>
                  <a:lnTo>
                    <a:pt x="629820" y="2826834"/>
                  </a:lnTo>
                  <a:lnTo>
                    <a:pt x="630455" y="2826591"/>
                  </a:lnTo>
                  <a:lnTo>
                    <a:pt x="631089" y="2826359"/>
                  </a:lnTo>
                  <a:lnTo>
                    <a:pt x="631724" y="2826127"/>
                  </a:lnTo>
                  <a:lnTo>
                    <a:pt x="632359" y="2825916"/>
                  </a:lnTo>
                  <a:lnTo>
                    <a:pt x="632994" y="2825829"/>
                  </a:lnTo>
                  <a:lnTo>
                    <a:pt x="633629" y="2825742"/>
                  </a:lnTo>
                  <a:lnTo>
                    <a:pt x="634264" y="2825843"/>
                  </a:lnTo>
                  <a:lnTo>
                    <a:pt x="634899" y="2826045"/>
                  </a:lnTo>
                  <a:lnTo>
                    <a:pt x="635533" y="2826239"/>
                  </a:lnTo>
                  <a:lnTo>
                    <a:pt x="636168" y="2826424"/>
                  </a:lnTo>
                  <a:lnTo>
                    <a:pt x="636803" y="2826642"/>
                  </a:lnTo>
                  <a:lnTo>
                    <a:pt x="637438" y="2826860"/>
                  </a:lnTo>
                  <a:lnTo>
                    <a:pt x="638073" y="2827078"/>
                  </a:lnTo>
                  <a:lnTo>
                    <a:pt x="638708" y="2827285"/>
                  </a:lnTo>
                  <a:lnTo>
                    <a:pt x="639342" y="2827462"/>
                  </a:lnTo>
                  <a:lnTo>
                    <a:pt x="639977" y="2827616"/>
                  </a:lnTo>
                  <a:lnTo>
                    <a:pt x="640612" y="2827616"/>
                  </a:lnTo>
                  <a:lnTo>
                    <a:pt x="641247" y="2827616"/>
                  </a:lnTo>
                  <a:lnTo>
                    <a:pt x="641882" y="2827616"/>
                  </a:lnTo>
                  <a:lnTo>
                    <a:pt x="642517" y="2827616"/>
                  </a:lnTo>
                  <a:lnTo>
                    <a:pt x="643152" y="2827616"/>
                  </a:lnTo>
                  <a:lnTo>
                    <a:pt x="643786" y="2827616"/>
                  </a:lnTo>
                  <a:lnTo>
                    <a:pt x="644421" y="2827616"/>
                  </a:lnTo>
                  <a:lnTo>
                    <a:pt x="645056" y="2827616"/>
                  </a:lnTo>
                  <a:lnTo>
                    <a:pt x="645691" y="2827616"/>
                  </a:lnTo>
                  <a:lnTo>
                    <a:pt x="646326" y="2827616"/>
                  </a:lnTo>
                  <a:lnTo>
                    <a:pt x="646961" y="2827616"/>
                  </a:lnTo>
                  <a:lnTo>
                    <a:pt x="647595" y="2827616"/>
                  </a:lnTo>
                  <a:lnTo>
                    <a:pt x="648230" y="2827616"/>
                  </a:lnTo>
                  <a:lnTo>
                    <a:pt x="648865" y="2827616"/>
                  </a:lnTo>
                  <a:lnTo>
                    <a:pt x="649500" y="2827616"/>
                  </a:lnTo>
                  <a:lnTo>
                    <a:pt x="650135" y="2827616"/>
                  </a:lnTo>
                  <a:lnTo>
                    <a:pt x="650770" y="2827616"/>
                  </a:lnTo>
                  <a:lnTo>
                    <a:pt x="651405" y="2827616"/>
                  </a:lnTo>
                  <a:lnTo>
                    <a:pt x="652039" y="2827616"/>
                  </a:lnTo>
                  <a:lnTo>
                    <a:pt x="652674" y="2827616"/>
                  </a:lnTo>
                  <a:lnTo>
                    <a:pt x="653309" y="2827616"/>
                  </a:lnTo>
                  <a:lnTo>
                    <a:pt x="653944" y="2827616"/>
                  </a:lnTo>
                  <a:lnTo>
                    <a:pt x="654579" y="2827616"/>
                  </a:lnTo>
                  <a:lnTo>
                    <a:pt x="655214" y="2827616"/>
                  </a:lnTo>
                  <a:lnTo>
                    <a:pt x="655848" y="2827616"/>
                  </a:lnTo>
                  <a:lnTo>
                    <a:pt x="656483" y="2827616"/>
                  </a:lnTo>
                  <a:lnTo>
                    <a:pt x="657118" y="2827616"/>
                  </a:lnTo>
                  <a:lnTo>
                    <a:pt x="657753" y="2827616"/>
                  </a:lnTo>
                  <a:lnTo>
                    <a:pt x="658388" y="2827616"/>
                  </a:lnTo>
                  <a:lnTo>
                    <a:pt x="659023" y="2827616"/>
                  </a:lnTo>
                  <a:lnTo>
                    <a:pt x="659658" y="2827616"/>
                  </a:lnTo>
                  <a:lnTo>
                    <a:pt x="660292" y="2827616"/>
                  </a:lnTo>
                  <a:lnTo>
                    <a:pt x="660927" y="2827616"/>
                  </a:lnTo>
                  <a:lnTo>
                    <a:pt x="661562" y="2827776"/>
                  </a:lnTo>
                  <a:lnTo>
                    <a:pt x="662197" y="2827953"/>
                  </a:lnTo>
                  <a:lnTo>
                    <a:pt x="662832" y="2828171"/>
                  </a:lnTo>
                  <a:lnTo>
                    <a:pt x="663467" y="2828389"/>
                  </a:lnTo>
                  <a:lnTo>
                    <a:pt x="664101" y="2828607"/>
                  </a:lnTo>
                  <a:lnTo>
                    <a:pt x="664736" y="2828825"/>
                  </a:lnTo>
                  <a:lnTo>
                    <a:pt x="665371" y="2829043"/>
                  </a:lnTo>
                  <a:lnTo>
                    <a:pt x="666006" y="2829261"/>
                  </a:lnTo>
                  <a:lnTo>
                    <a:pt x="666641" y="2829479"/>
                  </a:lnTo>
                  <a:lnTo>
                    <a:pt x="667276" y="2829697"/>
                  </a:lnTo>
                  <a:lnTo>
                    <a:pt x="667910" y="2829915"/>
                  </a:lnTo>
                  <a:lnTo>
                    <a:pt x="668545" y="2830133"/>
                  </a:lnTo>
                  <a:lnTo>
                    <a:pt x="669180" y="2830351"/>
                  </a:lnTo>
                  <a:lnTo>
                    <a:pt x="669815" y="2830569"/>
                  </a:lnTo>
                  <a:lnTo>
                    <a:pt x="670450" y="2830787"/>
                  </a:lnTo>
                  <a:lnTo>
                    <a:pt x="671085" y="2830995"/>
                  </a:lnTo>
                  <a:lnTo>
                    <a:pt x="671720" y="2831160"/>
                  </a:lnTo>
                  <a:lnTo>
                    <a:pt x="672354" y="2831089"/>
                  </a:lnTo>
                  <a:lnTo>
                    <a:pt x="672989" y="2830887"/>
                  </a:lnTo>
                  <a:lnTo>
                    <a:pt x="673624" y="2830664"/>
                  </a:lnTo>
                  <a:lnTo>
                    <a:pt x="674259" y="2830259"/>
                  </a:lnTo>
                  <a:lnTo>
                    <a:pt x="674894" y="2829713"/>
                  </a:lnTo>
                  <a:lnTo>
                    <a:pt x="675529" y="2829105"/>
                  </a:lnTo>
                  <a:lnTo>
                    <a:pt x="676163" y="2828498"/>
                  </a:lnTo>
                  <a:lnTo>
                    <a:pt x="676798" y="2827891"/>
                  </a:lnTo>
                  <a:lnTo>
                    <a:pt x="677433" y="2827213"/>
                  </a:lnTo>
                  <a:lnTo>
                    <a:pt x="678068" y="2826403"/>
                  </a:lnTo>
                  <a:lnTo>
                    <a:pt x="678703" y="2825593"/>
                  </a:lnTo>
                  <a:lnTo>
                    <a:pt x="679338" y="2824784"/>
                  </a:lnTo>
                  <a:lnTo>
                    <a:pt x="679973" y="2823974"/>
                  </a:lnTo>
                  <a:lnTo>
                    <a:pt x="680607" y="2823164"/>
                  </a:lnTo>
                  <a:lnTo>
                    <a:pt x="681242" y="2822354"/>
                  </a:lnTo>
                  <a:lnTo>
                    <a:pt x="681877" y="2821616"/>
                  </a:lnTo>
                  <a:lnTo>
                    <a:pt x="682512" y="2821008"/>
                  </a:lnTo>
                  <a:lnTo>
                    <a:pt x="683147" y="2820421"/>
                  </a:lnTo>
                  <a:lnTo>
                    <a:pt x="683782" y="2820016"/>
                  </a:lnTo>
                  <a:lnTo>
                    <a:pt x="684416" y="2819753"/>
                  </a:lnTo>
                  <a:lnTo>
                    <a:pt x="685051" y="2819551"/>
                  </a:lnTo>
                  <a:lnTo>
                    <a:pt x="685686" y="2819348"/>
                  </a:lnTo>
                  <a:lnTo>
                    <a:pt x="686321" y="2819146"/>
                  </a:lnTo>
                  <a:lnTo>
                    <a:pt x="686956" y="2819014"/>
                  </a:lnTo>
                  <a:lnTo>
                    <a:pt x="687591" y="2819014"/>
                  </a:lnTo>
                  <a:lnTo>
                    <a:pt x="688226" y="2819014"/>
                  </a:lnTo>
                  <a:lnTo>
                    <a:pt x="688860" y="2819014"/>
                  </a:lnTo>
                  <a:lnTo>
                    <a:pt x="689495" y="2819014"/>
                  </a:lnTo>
                  <a:lnTo>
                    <a:pt x="690130" y="2819014"/>
                  </a:lnTo>
                  <a:lnTo>
                    <a:pt x="690765" y="2819180"/>
                  </a:lnTo>
                  <a:lnTo>
                    <a:pt x="691400" y="2819322"/>
                  </a:lnTo>
                  <a:lnTo>
                    <a:pt x="692035" y="2819278"/>
                  </a:lnTo>
                  <a:lnTo>
                    <a:pt x="692669" y="2818998"/>
                  </a:lnTo>
                  <a:lnTo>
                    <a:pt x="693304" y="2818717"/>
                  </a:lnTo>
                  <a:lnTo>
                    <a:pt x="693939" y="2818437"/>
                  </a:lnTo>
                  <a:lnTo>
                    <a:pt x="694574" y="2818157"/>
                  </a:lnTo>
                  <a:lnTo>
                    <a:pt x="695209" y="2817877"/>
                  </a:lnTo>
                  <a:lnTo>
                    <a:pt x="695844" y="2817555"/>
                  </a:lnTo>
                  <a:lnTo>
                    <a:pt x="696479" y="2817109"/>
                  </a:lnTo>
                  <a:lnTo>
                    <a:pt x="697113" y="2816662"/>
                  </a:lnTo>
                  <a:lnTo>
                    <a:pt x="697748" y="2816208"/>
                  </a:lnTo>
                  <a:lnTo>
                    <a:pt x="698383" y="2815781"/>
                  </a:lnTo>
                  <a:lnTo>
                    <a:pt x="699018" y="2815404"/>
                  </a:lnTo>
                  <a:lnTo>
                    <a:pt x="699653" y="2815028"/>
                  </a:lnTo>
                  <a:lnTo>
                    <a:pt x="700288" y="2814639"/>
                  </a:lnTo>
                  <a:lnTo>
                    <a:pt x="700922" y="2814279"/>
                  </a:lnTo>
                  <a:lnTo>
                    <a:pt x="701557" y="2813916"/>
                  </a:lnTo>
                  <a:lnTo>
                    <a:pt x="702192" y="2813788"/>
                  </a:lnTo>
                  <a:lnTo>
                    <a:pt x="702827" y="2813659"/>
                  </a:lnTo>
                  <a:lnTo>
                    <a:pt x="703462" y="2813490"/>
                  </a:lnTo>
                  <a:lnTo>
                    <a:pt x="704097" y="2813321"/>
                  </a:lnTo>
                  <a:lnTo>
                    <a:pt x="704732" y="2813151"/>
                  </a:lnTo>
                  <a:lnTo>
                    <a:pt x="705366" y="2813018"/>
                  </a:lnTo>
                  <a:lnTo>
                    <a:pt x="706001" y="2812994"/>
                  </a:lnTo>
                  <a:lnTo>
                    <a:pt x="706636" y="2812971"/>
                  </a:lnTo>
                  <a:lnTo>
                    <a:pt x="707271" y="2812954"/>
                  </a:lnTo>
                  <a:lnTo>
                    <a:pt x="707906" y="2812954"/>
                  </a:lnTo>
                  <a:lnTo>
                    <a:pt x="708541" y="2812913"/>
                  </a:lnTo>
                  <a:lnTo>
                    <a:pt x="709175" y="2812872"/>
                  </a:lnTo>
                  <a:lnTo>
                    <a:pt x="709810" y="2812831"/>
                  </a:lnTo>
                  <a:lnTo>
                    <a:pt x="710445" y="2812831"/>
                  </a:lnTo>
                  <a:lnTo>
                    <a:pt x="711080" y="2812831"/>
                  </a:lnTo>
                  <a:lnTo>
                    <a:pt x="711715" y="2812831"/>
                  </a:lnTo>
                  <a:lnTo>
                    <a:pt x="712350" y="2812843"/>
                  </a:lnTo>
                  <a:lnTo>
                    <a:pt x="712985" y="2813020"/>
                  </a:lnTo>
                  <a:lnTo>
                    <a:pt x="713619" y="2813197"/>
                  </a:lnTo>
                  <a:lnTo>
                    <a:pt x="714254" y="2813374"/>
                  </a:lnTo>
                  <a:lnTo>
                    <a:pt x="714889" y="2813551"/>
                  </a:lnTo>
                  <a:lnTo>
                    <a:pt x="715524" y="2813728"/>
                  </a:lnTo>
                  <a:lnTo>
                    <a:pt x="716159" y="2813955"/>
                  </a:lnTo>
                  <a:lnTo>
                    <a:pt x="716794" y="2814365"/>
                  </a:lnTo>
                  <a:lnTo>
                    <a:pt x="717428" y="2814947"/>
                  </a:lnTo>
                  <a:lnTo>
                    <a:pt x="718063" y="2815529"/>
                  </a:lnTo>
                  <a:lnTo>
                    <a:pt x="718698" y="2816111"/>
                  </a:lnTo>
                  <a:lnTo>
                    <a:pt x="719333" y="2816693"/>
                  </a:lnTo>
                  <a:lnTo>
                    <a:pt x="719968" y="2817274"/>
                  </a:lnTo>
                  <a:lnTo>
                    <a:pt x="720603" y="2817856"/>
                  </a:lnTo>
                  <a:lnTo>
                    <a:pt x="721237" y="2818313"/>
                  </a:lnTo>
                  <a:lnTo>
                    <a:pt x="721872" y="2818770"/>
                  </a:lnTo>
                  <a:lnTo>
                    <a:pt x="722507" y="2819227"/>
                  </a:lnTo>
                  <a:lnTo>
                    <a:pt x="723142" y="2819684"/>
                  </a:lnTo>
                  <a:lnTo>
                    <a:pt x="723777" y="2819974"/>
                  </a:lnTo>
                  <a:lnTo>
                    <a:pt x="724412" y="2820265"/>
                  </a:lnTo>
                  <a:lnTo>
                    <a:pt x="725047" y="2820556"/>
                  </a:lnTo>
                  <a:lnTo>
                    <a:pt x="725681" y="2820796"/>
                  </a:lnTo>
                  <a:lnTo>
                    <a:pt x="726316" y="2820854"/>
                  </a:lnTo>
                  <a:lnTo>
                    <a:pt x="726951" y="2820740"/>
                  </a:lnTo>
                  <a:lnTo>
                    <a:pt x="727586" y="2820625"/>
                  </a:lnTo>
                  <a:lnTo>
                    <a:pt x="728221" y="2820511"/>
                  </a:lnTo>
                  <a:lnTo>
                    <a:pt x="728856" y="2820397"/>
                  </a:lnTo>
                  <a:lnTo>
                    <a:pt x="729490" y="2820228"/>
                  </a:lnTo>
                  <a:lnTo>
                    <a:pt x="730125" y="2820059"/>
                  </a:lnTo>
                  <a:lnTo>
                    <a:pt x="730760" y="2820064"/>
                  </a:lnTo>
                  <a:lnTo>
                    <a:pt x="731395" y="2820116"/>
                  </a:lnTo>
                  <a:lnTo>
                    <a:pt x="732030" y="2820167"/>
                  </a:lnTo>
                  <a:lnTo>
                    <a:pt x="732665" y="2820219"/>
                  </a:lnTo>
                  <a:lnTo>
                    <a:pt x="733300" y="2820437"/>
                  </a:lnTo>
                  <a:lnTo>
                    <a:pt x="733934" y="2820655"/>
                  </a:lnTo>
                  <a:lnTo>
                    <a:pt x="734569" y="2820874"/>
                  </a:lnTo>
                  <a:lnTo>
                    <a:pt x="735204" y="2821092"/>
                  </a:lnTo>
                  <a:lnTo>
                    <a:pt x="735839" y="2821310"/>
                  </a:lnTo>
                  <a:lnTo>
                    <a:pt x="736474" y="2821528"/>
                  </a:lnTo>
                  <a:lnTo>
                    <a:pt x="737109" y="2821746"/>
                  </a:lnTo>
                  <a:lnTo>
                    <a:pt x="737743" y="2821964"/>
                  </a:lnTo>
                  <a:lnTo>
                    <a:pt x="738378" y="2822182"/>
                  </a:lnTo>
                  <a:lnTo>
                    <a:pt x="739013" y="2822400"/>
                  </a:lnTo>
                  <a:lnTo>
                    <a:pt x="739648" y="2822607"/>
                  </a:lnTo>
                  <a:lnTo>
                    <a:pt x="740283" y="2822784"/>
                  </a:lnTo>
                  <a:lnTo>
                    <a:pt x="740918" y="2822784"/>
                  </a:lnTo>
                  <a:lnTo>
                    <a:pt x="741553" y="2822784"/>
                  </a:lnTo>
                  <a:lnTo>
                    <a:pt x="742187" y="2822784"/>
                  </a:lnTo>
                  <a:lnTo>
                    <a:pt x="742822" y="2822784"/>
                  </a:lnTo>
                  <a:lnTo>
                    <a:pt x="743457" y="2822784"/>
                  </a:lnTo>
                  <a:lnTo>
                    <a:pt x="744092" y="2822784"/>
                  </a:lnTo>
                  <a:lnTo>
                    <a:pt x="744727" y="2822784"/>
                  </a:lnTo>
                  <a:lnTo>
                    <a:pt x="745362" y="2822784"/>
                  </a:lnTo>
                  <a:lnTo>
                    <a:pt x="745996" y="2822784"/>
                  </a:lnTo>
                  <a:lnTo>
                    <a:pt x="746631" y="2822784"/>
                  </a:lnTo>
                  <a:lnTo>
                    <a:pt x="747266" y="2822784"/>
                  </a:lnTo>
                  <a:lnTo>
                    <a:pt x="747901" y="2822491"/>
                  </a:lnTo>
                  <a:lnTo>
                    <a:pt x="748536" y="2822086"/>
                  </a:lnTo>
                  <a:lnTo>
                    <a:pt x="749171" y="2821894"/>
                  </a:lnTo>
                  <a:lnTo>
                    <a:pt x="749806" y="2821600"/>
                  </a:lnTo>
                  <a:lnTo>
                    <a:pt x="750440" y="2821270"/>
                  </a:lnTo>
                  <a:lnTo>
                    <a:pt x="751075" y="2820860"/>
                  </a:lnTo>
                  <a:lnTo>
                    <a:pt x="751710" y="2820714"/>
                  </a:lnTo>
                  <a:lnTo>
                    <a:pt x="752345" y="2820709"/>
                  </a:lnTo>
                  <a:lnTo>
                    <a:pt x="752980" y="2820455"/>
                  </a:lnTo>
                  <a:lnTo>
                    <a:pt x="753615" y="2820194"/>
                  </a:lnTo>
                  <a:lnTo>
                    <a:pt x="754249" y="2819803"/>
                  </a:lnTo>
                  <a:lnTo>
                    <a:pt x="754884" y="2818973"/>
                  </a:lnTo>
                  <a:lnTo>
                    <a:pt x="755519" y="2818068"/>
                  </a:lnTo>
                  <a:lnTo>
                    <a:pt x="756154" y="2816814"/>
                  </a:lnTo>
                  <a:lnTo>
                    <a:pt x="756789" y="2814908"/>
                  </a:lnTo>
                  <a:lnTo>
                    <a:pt x="757424" y="2813370"/>
                  </a:lnTo>
                  <a:lnTo>
                    <a:pt x="758059" y="2811815"/>
                  </a:lnTo>
                  <a:lnTo>
                    <a:pt x="758693" y="2810201"/>
                  </a:lnTo>
                  <a:lnTo>
                    <a:pt x="759328" y="2808609"/>
                  </a:lnTo>
                  <a:lnTo>
                    <a:pt x="759963" y="2807010"/>
                  </a:lnTo>
                  <a:lnTo>
                    <a:pt x="760598" y="2805156"/>
                  </a:lnTo>
                  <a:lnTo>
                    <a:pt x="761233" y="2802915"/>
                  </a:lnTo>
                  <a:lnTo>
                    <a:pt x="761868" y="2800415"/>
                  </a:lnTo>
                  <a:lnTo>
                    <a:pt x="762502" y="2797781"/>
                  </a:lnTo>
                  <a:lnTo>
                    <a:pt x="763137" y="2795166"/>
                  </a:lnTo>
                  <a:lnTo>
                    <a:pt x="763772" y="2792732"/>
                  </a:lnTo>
                  <a:lnTo>
                    <a:pt x="764407" y="2790739"/>
                  </a:lnTo>
                  <a:lnTo>
                    <a:pt x="765042" y="2788821"/>
                  </a:lnTo>
                  <a:lnTo>
                    <a:pt x="765677" y="2787262"/>
                  </a:lnTo>
                  <a:lnTo>
                    <a:pt x="766312" y="2786059"/>
                  </a:lnTo>
                  <a:lnTo>
                    <a:pt x="766946" y="2784872"/>
                  </a:lnTo>
                  <a:lnTo>
                    <a:pt x="767581" y="2783857"/>
                  </a:lnTo>
                  <a:lnTo>
                    <a:pt x="768216" y="2782440"/>
                  </a:lnTo>
                  <a:lnTo>
                    <a:pt x="768851" y="2780952"/>
                  </a:lnTo>
                  <a:lnTo>
                    <a:pt x="769486" y="2779221"/>
                  </a:lnTo>
                  <a:lnTo>
                    <a:pt x="770121" y="2777197"/>
                  </a:lnTo>
                  <a:lnTo>
                    <a:pt x="770755" y="2775416"/>
                  </a:lnTo>
                  <a:lnTo>
                    <a:pt x="771390" y="2773827"/>
                  </a:lnTo>
                  <a:lnTo>
                    <a:pt x="772025" y="2772756"/>
                  </a:lnTo>
                  <a:lnTo>
                    <a:pt x="772660" y="2771723"/>
                  </a:lnTo>
                  <a:lnTo>
                    <a:pt x="773295" y="2770689"/>
                  </a:lnTo>
                  <a:lnTo>
                    <a:pt x="773930" y="2769745"/>
                  </a:lnTo>
                  <a:lnTo>
                    <a:pt x="774564" y="2768800"/>
                  </a:lnTo>
                  <a:lnTo>
                    <a:pt x="775199" y="2767856"/>
                  </a:lnTo>
                  <a:lnTo>
                    <a:pt x="775834" y="2767002"/>
                  </a:lnTo>
                  <a:lnTo>
                    <a:pt x="776469" y="2766224"/>
                  </a:lnTo>
                  <a:lnTo>
                    <a:pt x="777104" y="2765504"/>
                  </a:lnTo>
                  <a:lnTo>
                    <a:pt x="777739" y="2764700"/>
                  </a:lnTo>
                  <a:lnTo>
                    <a:pt x="778374" y="2763897"/>
                  </a:lnTo>
                  <a:lnTo>
                    <a:pt x="779008" y="2763210"/>
                  </a:lnTo>
                  <a:lnTo>
                    <a:pt x="779643" y="2762763"/>
                  </a:lnTo>
                  <a:lnTo>
                    <a:pt x="780278" y="2762226"/>
                  </a:lnTo>
                  <a:lnTo>
                    <a:pt x="780913" y="2761613"/>
                  </a:lnTo>
                  <a:lnTo>
                    <a:pt x="781548" y="2760830"/>
                  </a:lnTo>
                  <a:lnTo>
                    <a:pt x="782183" y="2759970"/>
                  </a:lnTo>
                  <a:lnTo>
                    <a:pt x="782817" y="2759086"/>
                  </a:lnTo>
                  <a:lnTo>
                    <a:pt x="783452" y="2757872"/>
                  </a:lnTo>
                  <a:lnTo>
                    <a:pt x="784087" y="2756657"/>
                  </a:lnTo>
                  <a:lnTo>
                    <a:pt x="784722" y="2755382"/>
                  </a:lnTo>
                  <a:lnTo>
                    <a:pt x="785357" y="2753975"/>
                  </a:lnTo>
                  <a:lnTo>
                    <a:pt x="785992" y="2752568"/>
                  </a:lnTo>
                  <a:lnTo>
                    <a:pt x="786627" y="2751151"/>
                  </a:lnTo>
                  <a:lnTo>
                    <a:pt x="787261" y="2749967"/>
                  </a:lnTo>
                  <a:lnTo>
                    <a:pt x="787896" y="2748975"/>
                  </a:lnTo>
                  <a:lnTo>
                    <a:pt x="788531" y="2747803"/>
                  </a:lnTo>
                  <a:lnTo>
                    <a:pt x="789166" y="2746614"/>
                  </a:lnTo>
                  <a:lnTo>
                    <a:pt x="789801" y="2745323"/>
                  </a:lnTo>
                  <a:lnTo>
                    <a:pt x="790436" y="2744093"/>
                  </a:lnTo>
                  <a:lnTo>
                    <a:pt x="791070" y="2742994"/>
                  </a:lnTo>
                  <a:lnTo>
                    <a:pt x="791705" y="2742067"/>
                  </a:lnTo>
                  <a:lnTo>
                    <a:pt x="792340" y="2741162"/>
                  </a:lnTo>
                  <a:lnTo>
                    <a:pt x="792975" y="2740228"/>
                  </a:lnTo>
                  <a:lnTo>
                    <a:pt x="793610" y="2739231"/>
                  </a:lnTo>
                  <a:lnTo>
                    <a:pt x="794245" y="2738285"/>
                  </a:lnTo>
                  <a:lnTo>
                    <a:pt x="794880" y="2737454"/>
                  </a:lnTo>
                  <a:lnTo>
                    <a:pt x="795514" y="2736782"/>
                  </a:lnTo>
                  <a:lnTo>
                    <a:pt x="796149" y="2736117"/>
                  </a:lnTo>
                  <a:lnTo>
                    <a:pt x="796784" y="2735453"/>
                  </a:lnTo>
                  <a:lnTo>
                    <a:pt x="797419" y="2734789"/>
                  </a:lnTo>
                  <a:lnTo>
                    <a:pt x="798054" y="2734301"/>
                  </a:lnTo>
                  <a:lnTo>
                    <a:pt x="798689" y="2733855"/>
                  </a:lnTo>
                  <a:lnTo>
                    <a:pt x="799323" y="2733787"/>
                  </a:lnTo>
                  <a:lnTo>
                    <a:pt x="799958" y="2733875"/>
                  </a:lnTo>
                  <a:lnTo>
                    <a:pt x="800593" y="2734025"/>
                  </a:lnTo>
                  <a:lnTo>
                    <a:pt x="801228" y="2734434"/>
                  </a:lnTo>
                  <a:lnTo>
                    <a:pt x="801863" y="2734985"/>
                  </a:lnTo>
                  <a:lnTo>
                    <a:pt x="802498" y="2735657"/>
                  </a:lnTo>
                  <a:lnTo>
                    <a:pt x="803133" y="2736265"/>
                  </a:lnTo>
                  <a:lnTo>
                    <a:pt x="803767" y="2736872"/>
                  </a:lnTo>
                  <a:lnTo>
                    <a:pt x="804402" y="2737550"/>
                  </a:lnTo>
                  <a:lnTo>
                    <a:pt x="805037" y="2738360"/>
                  </a:lnTo>
                  <a:lnTo>
                    <a:pt x="805672" y="2739169"/>
                  </a:lnTo>
                  <a:lnTo>
                    <a:pt x="806307" y="2739979"/>
                  </a:lnTo>
                  <a:lnTo>
                    <a:pt x="806942" y="2740789"/>
                  </a:lnTo>
                  <a:lnTo>
                    <a:pt x="807576" y="2741599"/>
                  </a:lnTo>
                  <a:lnTo>
                    <a:pt x="808211" y="2742408"/>
                  </a:lnTo>
                  <a:lnTo>
                    <a:pt x="808846" y="2743147"/>
                  </a:lnTo>
                  <a:lnTo>
                    <a:pt x="809481" y="2743754"/>
                  </a:lnTo>
                  <a:lnTo>
                    <a:pt x="810116" y="2744341"/>
                  </a:lnTo>
                  <a:lnTo>
                    <a:pt x="810751" y="2744746"/>
                  </a:lnTo>
                  <a:lnTo>
                    <a:pt x="811386" y="2745009"/>
                  </a:lnTo>
                  <a:lnTo>
                    <a:pt x="812020" y="2745212"/>
                  </a:lnTo>
                  <a:lnTo>
                    <a:pt x="812655" y="2745416"/>
                  </a:lnTo>
                  <a:lnTo>
                    <a:pt x="813290" y="2745622"/>
                  </a:lnTo>
                  <a:lnTo>
                    <a:pt x="813925" y="2745794"/>
                  </a:lnTo>
                  <a:lnTo>
                    <a:pt x="814560" y="2745846"/>
                  </a:lnTo>
                  <a:lnTo>
                    <a:pt x="815195" y="2745897"/>
                  </a:lnTo>
                  <a:lnTo>
                    <a:pt x="815829" y="2745949"/>
                  </a:lnTo>
                  <a:lnTo>
                    <a:pt x="816464" y="2746001"/>
                  </a:lnTo>
                  <a:lnTo>
                    <a:pt x="817099" y="2745929"/>
                  </a:lnTo>
                  <a:lnTo>
                    <a:pt x="817734" y="2745649"/>
                  </a:lnTo>
                  <a:lnTo>
                    <a:pt x="818369" y="2745359"/>
                  </a:lnTo>
                  <a:lnTo>
                    <a:pt x="819004" y="2745124"/>
                  </a:lnTo>
                  <a:lnTo>
                    <a:pt x="819639" y="2745124"/>
                  </a:lnTo>
                  <a:lnTo>
                    <a:pt x="820273" y="2744966"/>
                  </a:lnTo>
                  <a:lnTo>
                    <a:pt x="820908" y="2744800"/>
                  </a:lnTo>
                  <a:lnTo>
                    <a:pt x="821543" y="2744634"/>
                  </a:lnTo>
                  <a:lnTo>
                    <a:pt x="822178" y="2744601"/>
                  </a:lnTo>
                  <a:lnTo>
                    <a:pt x="822813" y="2744477"/>
                  </a:lnTo>
                  <a:lnTo>
                    <a:pt x="823448" y="2744228"/>
                  </a:lnTo>
                  <a:lnTo>
                    <a:pt x="824082" y="2743359"/>
                  </a:lnTo>
                  <a:lnTo>
                    <a:pt x="824717" y="2742295"/>
                  </a:lnTo>
                  <a:lnTo>
                    <a:pt x="825352" y="2741103"/>
                  </a:lnTo>
                  <a:lnTo>
                    <a:pt x="825987" y="2739860"/>
                  </a:lnTo>
                  <a:lnTo>
                    <a:pt x="826622" y="2738769"/>
                  </a:lnTo>
                  <a:lnTo>
                    <a:pt x="827257" y="2737741"/>
                  </a:lnTo>
                  <a:lnTo>
                    <a:pt x="827892" y="2736724"/>
                  </a:lnTo>
                  <a:lnTo>
                    <a:pt x="828526" y="2735872"/>
                  </a:lnTo>
                  <a:lnTo>
                    <a:pt x="829161" y="2734538"/>
                  </a:lnTo>
                  <a:lnTo>
                    <a:pt x="829796" y="2733265"/>
                  </a:lnTo>
                  <a:lnTo>
                    <a:pt x="830431" y="2732002"/>
                  </a:lnTo>
                  <a:lnTo>
                    <a:pt x="831066" y="2730739"/>
                  </a:lnTo>
                  <a:lnTo>
                    <a:pt x="831701" y="2729476"/>
                  </a:lnTo>
                  <a:lnTo>
                    <a:pt x="832335" y="2728298"/>
                  </a:lnTo>
                  <a:lnTo>
                    <a:pt x="832970" y="2727253"/>
                  </a:lnTo>
                  <a:lnTo>
                    <a:pt x="833605" y="2726553"/>
                  </a:lnTo>
                  <a:lnTo>
                    <a:pt x="834240" y="2726047"/>
                  </a:lnTo>
                  <a:lnTo>
                    <a:pt x="834875" y="2725627"/>
                  </a:lnTo>
                  <a:lnTo>
                    <a:pt x="835510" y="2725247"/>
                  </a:lnTo>
                  <a:lnTo>
                    <a:pt x="836144" y="2724868"/>
                  </a:lnTo>
                  <a:lnTo>
                    <a:pt x="836779" y="2724489"/>
                  </a:lnTo>
                  <a:lnTo>
                    <a:pt x="837414" y="2724068"/>
                  </a:lnTo>
                  <a:lnTo>
                    <a:pt x="838049" y="2723648"/>
                  </a:lnTo>
                  <a:lnTo>
                    <a:pt x="838684" y="2723339"/>
                  </a:lnTo>
                  <a:lnTo>
                    <a:pt x="839319" y="2723162"/>
                  </a:lnTo>
                  <a:lnTo>
                    <a:pt x="839954" y="2722985"/>
                  </a:lnTo>
                  <a:lnTo>
                    <a:pt x="840588" y="2722808"/>
                  </a:lnTo>
                  <a:lnTo>
                    <a:pt x="841223" y="2722631"/>
                  </a:lnTo>
                  <a:lnTo>
                    <a:pt x="841858" y="2722454"/>
                  </a:lnTo>
                  <a:lnTo>
                    <a:pt x="842493" y="2722277"/>
                  </a:lnTo>
                  <a:lnTo>
                    <a:pt x="843128" y="2722100"/>
                  </a:lnTo>
                  <a:lnTo>
                    <a:pt x="843763" y="2721923"/>
                  </a:lnTo>
                  <a:lnTo>
                    <a:pt x="844397" y="2721746"/>
                  </a:lnTo>
                  <a:lnTo>
                    <a:pt x="845032" y="2721569"/>
                  </a:lnTo>
                  <a:lnTo>
                    <a:pt x="845667" y="2721392"/>
                  </a:lnTo>
                  <a:lnTo>
                    <a:pt x="846302" y="2721422"/>
                  </a:lnTo>
                  <a:lnTo>
                    <a:pt x="846937" y="2721464"/>
                  </a:lnTo>
                  <a:lnTo>
                    <a:pt x="847572" y="2721606"/>
                  </a:lnTo>
                  <a:lnTo>
                    <a:pt x="848207" y="2721894"/>
                  </a:lnTo>
                  <a:lnTo>
                    <a:pt x="848841" y="2722182"/>
                  </a:lnTo>
                  <a:lnTo>
                    <a:pt x="849476" y="2722477"/>
                  </a:lnTo>
                  <a:lnTo>
                    <a:pt x="850111" y="2722771"/>
                  </a:lnTo>
                  <a:lnTo>
                    <a:pt x="850746" y="2723232"/>
                  </a:lnTo>
                  <a:lnTo>
                    <a:pt x="851381" y="2723548"/>
                  </a:lnTo>
                  <a:lnTo>
                    <a:pt x="852016" y="2723864"/>
                  </a:lnTo>
                  <a:lnTo>
                    <a:pt x="852650" y="2724123"/>
                  </a:lnTo>
                  <a:lnTo>
                    <a:pt x="853285" y="2724294"/>
                  </a:lnTo>
                  <a:lnTo>
                    <a:pt x="853920" y="2724466"/>
                  </a:lnTo>
                  <a:lnTo>
                    <a:pt x="854555" y="2724406"/>
                  </a:lnTo>
                  <a:lnTo>
                    <a:pt x="855190" y="2724201"/>
                  </a:lnTo>
                  <a:lnTo>
                    <a:pt x="855825" y="2723888"/>
                  </a:lnTo>
                  <a:lnTo>
                    <a:pt x="856460" y="2723444"/>
                  </a:lnTo>
                  <a:lnTo>
                    <a:pt x="857094" y="2722981"/>
                  </a:lnTo>
                  <a:lnTo>
                    <a:pt x="857729" y="2722212"/>
                  </a:lnTo>
                  <a:lnTo>
                    <a:pt x="858364" y="2721110"/>
                  </a:lnTo>
                  <a:lnTo>
                    <a:pt x="858999" y="2719973"/>
                  </a:lnTo>
                  <a:lnTo>
                    <a:pt x="859634" y="2718810"/>
                  </a:lnTo>
                  <a:lnTo>
                    <a:pt x="860269" y="2717482"/>
                  </a:lnTo>
                  <a:lnTo>
                    <a:pt x="860903" y="2716319"/>
                  </a:lnTo>
                  <a:lnTo>
                    <a:pt x="861538" y="2715156"/>
                  </a:lnTo>
                  <a:lnTo>
                    <a:pt x="862173" y="2713919"/>
                  </a:lnTo>
                  <a:lnTo>
                    <a:pt x="862808" y="2712756"/>
                  </a:lnTo>
                  <a:lnTo>
                    <a:pt x="863443" y="2711594"/>
                  </a:lnTo>
                  <a:lnTo>
                    <a:pt x="864078" y="2710697"/>
                  </a:lnTo>
                  <a:lnTo>
                    <a:pt x="864713" y="2709966"/>
                  </a:lnTo>
                  <a:lnTo>
                    <a:pt x="865347" y="2709302"/>
                  </a:lnTo>
                  <a:lnTo>
                    <a:pt x="865982" y="2708637"/>
                  </a:lnTo>
                  <a:lnTo>
                    <a:pt x="866617" y="2707984"/>
                  </a:lnTo>
                  <a:lnTo>
                    <a:pt x="867252" y="2707435"/>
                  </a:lnTo>
                  <a:lnTo>
                    <a:pt x="867887" y="2707298"/>
                  </a:lnTo>
                  <a:lnTo>
                    <a:pt x="868522" y="2707182"/>
                  </a:lnTo>
                  <a:lnTo>
                    <a:pt x="869156" y="2706979"/>
                  </a:lnTo>
                  <a:lnTo>
                    <a:pt x="869791" y="2706777"/>
                  </a:lnTo>
                  <a:lnTo>
                    <a:pt x="870426" y="2706574"/>
                  </a:lnTo>
                  <a:lnTo>
                    <a:pt x="871061" y="2706372"/>
                  </a:lnTo>
                  <a:lnTo>
                    <a:pt x="871696" y="2706341"/>
                  </a:lnTo>
                  <a:lnTo>
                    <a:pt x="872331" y="2706341"/>
                  </a:lnTo>
                  <a:lnTo>
                    <a:pt x="872966" y="2706341"/>
                  </a:lnTo>
                  <a:lnTo>
                    <a:pt x="873600" y="2706341"/>
                  </a:lnTo>
                  <a:lnTo>
                    <a:pt x="874235" y="2706341"/>
                  </a:lnTo>
                  <a:lnTo>
                    <a:pt x="874870" y="2706635"/>
                  </a:lnTo>
                  <a:lnTo>
                    <a:pt x="875505" y="2707040"/>
                  </a:lnTo>
                  <a:lnTo>
                    <a:pt x="876140" y="2707232"/>
                  </a:lnTo>
                  <a:lnTo>
                    <a:pt x="876775" y="2707556"/>
                  </a:lnTo>
                  <a:lnTo>
                    <a:pt x="877409" y="2708088"/>
                  </a:lnTo>
                  <a:lnTo>
                    <a:pt x="878044" y="2708700"/>
                  </a:lnTo>
                  <a:lnTo>
                    <a:pt x="878679" y="2709490"/>
                  </a:lnTo>
                  <a:lnTo>
                    <a:pt x="879314" y="2710310"/>
                  </a:lnTo>
                  <a:lnTo>
                    <a:pt x="879949" y="2711140"/>
                  </a:lnTo>
                  <a:lnTo>
                    <a:pt x="880584" y="2711979"/>
                  </a:lnTo>
                  <a:lnTo>
                    <a:pt x="881219" y="2713033"/>
                  </a:lnTo>
                  <a:lnTo>
                    <a:pt x="881853" y="2714528"/>
                  </a:lnTo>
                  <a:lnTo>
                    <a:pt x="882488" y="2716098"/>
                  </a:lnTo>
                  <a:lnTo>
                    <a:pt x="883123" y="2718016"/>
                  </a:lnTo>
                  <a:lnTo>
                    <a:pt x="883758" y="2720383"/>
                  </a:lnTo>
                  <a:lnTo>
                    <a:pt x="884393" y="2722381"/>
                  </a:lnTo>
                  <a:lnTo>
                    <a:pt x="885028" y="2724488"/>
                  </a:lnTo>
                  <a:lnTo>
                    <a:pt x="885662" y="2726638"/>
                  </a:lnTo>
                  <a:lnTo>
                    <a:pt x="886297" y="2728642"/>
                  </a:lnTo>
                  <a:lnTo>
                    <a:pt x="886932" y="2730450"/>
                  </a:lnTo>
                  <a:lnTo>
                    <a:pt x="887567" y="2732449"/>
                  </a:lnTo>
                  <a:lnTo>
                    <a:pt x="888202" y="2734638"/>
                  </a:lnTo>
                  <a:lnTo>
                    <a:pt x="888837" y="2736956"/>
                  </a:lnTo>
                  <a:lnTo>
                    <a:pt x="889471" y="2739282"/>
                  </a:lnTo>
                  <a:lnTo>
                    <a:pt x="890106" y="2741598"/>
                  </a:lnTo>
                  <a:lnTo>
                    <a:pt x="890741" y="2743699"/>
                  </a:lnTo>
                  <a:lnTo>
                    <a:pt x="891376" y="2745360"/>
                  </a:lnTo>
                  <a:lnTo>
                    <a:pt x="892011" y="2746946"/>
                  </a:lnTo>
                  <a:lnTo>
                    <a:pt x="892646" y="2748184"/>
                  </a:lnTo>
                  <a:lnTo>
                    <a:pt x="893281" y="2749096"/>
                  </a:lnTo>
                  <a:lnTo>
                    <a:pt x="893915" y="2750015"/>
                  </a:lnTo>
                  <a:lnTo>
                    <a:pt x="894550" y="2750861"/>
                  </a:lnTo>
                  <a:lnTo>
                    <a:pt x="895185" y="2752138"/>
                  </a:lnTo>
                  <a:lnTo>
                    <a:pt x="895820" y="2753423"/>
                  </a:lnTo>
                  <a:lnTo>
                    <a:pt x="896455" y="2755063"/>
                  </a:lnTo>
                  <a:lnTo>
                    <a:pt x="897090" y="2757087"/>
                  </a:lnTo>
                  <a:lnTo>
                    <a:pt x="897724" y="2758777"/>
                  </a:lnTo>
                  <a:lnTo>
                    <a:pt x="898359" y="2760164"/>
                  </a:lnTo>
                  <a:lnTo>
                    <a:pt x="898994" y="2760840"/>
                  </a:lnTo>
                  <a:lnTo>
                    <a:pt x="899629" y="2761144"/>
                  </a:lnTo>
                  <a:lnTo>
                    <a:pt x="900264" y="2761368"/>
                  </a:lnTo>
                  <a:lnTo>
                    <a:pt x="900899" y="2761463"/>
                  </a:lnTo>
                  <a:lnTo>
                    <a:pt x="901534" y="2761395"/>
                  </a:lnTo>
                  <a:lnTo>
                    <a:pt x="902168" y="2761328"/>
                  </a:lnTo>
                  <a:lnTo>
                    <a:pt x="902803" y="2760986"/>
                  </a:lnTo>
                  <a:lnTo>
                    <a:pt x="903438" y="2760550"/>
                  </a:lnTo>
                  <a:lnTo>
                    <a:pt x="904073" y="2760056"/>
                  </a:lnTo>
                  <a:lnTo>
                    <a:pt x="904708" y="2759645"/>
                  </a:lnTo>
                  <a:lnTo>
                    <a:pt x="905343" y="2758900"/>
                  </a:lnTo>
                  <a:lnTo>
                    <a:pt x="905977" y="2757968"/>
                  </a:lnTo>
                  <a:lnTo>
                    <a:pt x="906612" y="2756794"/>
                  </a:lnTo>
                  <a:lnTo>
                    <a:pt x="907247" y="2755804"/>
                  </a:lnTo>
                  <a:lnTo>
                    <a:pt x="907882" y="2754999"/>
                  </a:lnTo>
                  <a:lnTo>
                    <a:pt x="908517" y="2754557"/>
                  </a:lnTo>
                  <a:lnTo>
                    <a:pt x="909152" y="2754527"/>
                  </a:lnTo>
                  <a:lnTo>
                    <a:pt x="909787" y="2754601"/>
                  </a:lnTo>
                  <a:lnTo>
                    <a:pt x="910421" y="2755047"/>
                  </a:lnTo>
                  <a:lnTo>
                    <a:pt x="911056" y="2755654"/>
                  </a:lnTo>
                  <a:lnTo>
                    <a:pt x="911691" y="2756322"/>
                  </a:lnTo>
                  <a:lnTo>
                    <a:pt x="912326" y="2757304"/>
                  </a:lnTo>
                  <a:lnTo>
                    <a:pt x="912961" y="2758306"/>
                  </a:lnTo>
                  <a:lnTo>
                    <a:pt x="913596" y="2759318"/>
                  </a:lnTo>
                  <a:lnTo>
                    <a:pt x="914230" y="2760097"/>
                  </a:lnTo>
                  <a:lnTo>
                    <a:pt x="914865" y="2761018"/>
                  </a:lnTo>
                  <a:lnTo>
                    <a:pt x="915500" y="2762030"/>
                  </a:lnTo>
                  <a:lnTo>
                    <a:pt x="916135" y="2763042"/>
                  </a:lnTo>
                  <a:lnTo>
                    <a:pt x="916770" y="2764115"/>
                  </a:lnTo>
                  <a:lnTo>
                    <a:pt x="917405" y="2765127"/>
                  </a:lnTo>
                  <a:lnTo>
                    <a:pt x="918040" y="2766008"/>
                  </a:lnTo>
                  <a:lnTo>
                    <a:pt x="918674" y="2766717"/>
                  </a:lnTo>
                  <a:lnTo>
                    <a:pt x="919309" y="2767405"/>
                  </a:lnTo>
                  <a:lnTo>
                    <a:pt x="919944" y="2768120"/>
                  </a:lnTo>
                  <a:lnTo>
                    <a:pt x="920579" y="2768899"/>
                  </a:lnTo>
                  <a:lnTo>
                    <a:pt x="921214" y="2769627"/>
                  </a:lnTo>
                  <a:lnTo>
                    <a:pt x="921849" y="2770240"/>
                  </a:lnTo>
                  <a:lnTo>
                    <a:pt x="922483" y="2770694"/>
                  </a:lnTo>
                  <a:lnTo>
                    <a:pt x="923118" y="2771141"/>
                  </a:lnTo>
                  <a:lnTo>
                    <a:pt x="923753" y="2771587"/>
                  </a:lnTo>
                  <a:lnTo>
                    <a:pt x="924388" y="2772033"/>
                  </a:lnTo>
                  <a:lnTo>
                    <a:pt x="925023" y="2772314"/>
                  </a:lnTo>
                  <a:lnTo>
                    <a:pt x="925658" y="2772594"/>
                  </a:lnTo>
                  <a:lnTo>
                    <a:pt x="926293" y="2772733"/>
                  </a:lnTo>
                  <a:lnTo>
                    <a:pt x="926927" y="2772847"/>
                  </a:lnTo>
                  <a:lnTo>
                    <a:pt x="927562" y="2772920"/>
                  </a:lnTo>
                  <a:lnTo>
                    <a:pt x="928197" y="2772915"/>
                  </a:lnTo>
                  <a:lnTo>
                    <a:pt x="928832" y="2772770"/>
                  </a:lnTo>
                  <a:lnTo>
                    <a:pt x="929467" y="2772269"/>
                  </a:lnTo>
                  <a:lnTo>
                    <a:pt x="930102" y="2771419"/>
                  </a:lnTo>
                  <a:lnTo>
                    <a:pt x="930736" y="2770732"/>
                  </a:lnTo>
                  <a:lnTo>
                    <a:pt x="931371" y="2769940"/>
                  </a:lnTo>
                  <a:lnTo>
                    <a:pt x="932006" y="2769162"/>
                  </a:lnTo>
                  <a:lnTo>
                    <a:pt x="932641" y="2768627"/>
                  </a:lnTo>
                  <a:lnTo>
                    <a:pt x="933276" y="2768106"/>
                  </a:lnTo>
                  <a:lnTo>
                    <a:pt x="933911" y="2767498"/>
                  </a:lnTo>
                  <a:lnTo>
                    <a:pt x="934546" y="2766832"/>
                  </a:lnTo>
                  <a:lnTo>
                    <a:pt x="935180" y="2766166"/>
                  </a:lnTo>
                  <a:lnTo>
                    <a:pt x="935815" y="2765500"/>
                  </a:lnTo>
                  <a:lnTo>
                    <a:pt x="936450" y="2764834"/>
                  </a:lnTo>
                  <a:lnTo>
                    <a:pt x="937085" y="2764169"/>
                  </a:lnTo>
                  <a:lnTo>
                    <a:pt x="937720" y="2763503"/>
                  </a:lnTo>
                  <a:lnTo>
                    <a:pt x="938355" y="2762938"/>
                  </a:lnTo>
                  <a:lnTo>
                    <a:pt x="938989" y="2762583"/>
                  </a:lnTo>
                  <a:lnTo>
                    <a:pt x="939624" y="2762523"/>
                  </a:lnTo>
                  <a:lnTo>
                    <a:pt x="940259" y="2762568"/>
                  </a:lnTo>
                  <a:lnTo>
                    <a:pt x="940894" y="2762649"/>
                  </a:lnTo>
                  <a:lnTo>
                    <a:pt x="941529" y="2762646"/>
                  </a:lnTo>
                  <a:lnTo>
                    <a:pt x="942164" y="2762643"/>
                  </a:lnTo>
                  <a:lnTo>
                    <a:pt x="942798" y="2762477"/>
                  </a:lnTo>
                  <a:lnTo>
                    <a:pt x="943433" y="2762410"/>
                  </a:lnTo>
                  <a:lnTo>
                    <a:pt x="944068" y="2762535"/>
                  </a:lnTo>
                  <a:lnTo>
                    <a:pt x="944703" y="2762701"/>
                  </a:lnTo>
                  <a:lnTo>
                    <a:pt x="945338" y="2762900"/>
                  </a:lnTo>
                  <a:lnTo>
                    <a:pt x="945973" y="2763232"/>
                  </a:lnTo>
                  <a:lnTo>
                    <a:pt x="946608" y="2763465"/>
                  </a:lnTo>
                  <a:lnTo>
                    <a:pt x="947242" y="2763789"/>
                  </a:lnTo>
                  <a:lnTo>
                    <a:pt x="947877" y="2763922"/>
                  </a:lnTo>
                  <a:lnTo>
                    <a:pt x="948512" y="2763922"/>
                  </a:lnTo>
                  <a:lnTo>
                    <a:pt x="949147" y="2763788"/>
                  </a:lnTo>
                  <a:lnTo>
                    <a:pt x="949782" y="2763770"/>
                  </a:lnTo>
                  <a:lnTo>
                    <a:pt x="950417" y="2764028"/>
                  </a:lnTo>
                  <a:lnTo>
                    <a:pt x="951051" y="2764976"/>
                  </a:lnTo>
                  <a:lnTo>
                    <a:pt x="951686" y="2765735"/>
                  </a:lnTo>
                  <a:lnTo>
                    <a:pt x="952321" y="2766545"/>
                  </a:lnTo>
                  <a:lnTo>
                    <a:pt x="952956" y="2767355"/>
                  </a:lnTo>
                  <a:lnTo>
                    <a:pt x="953591" y="2768013"/>
                  </a:lnTo>
                  <a:lnTo>
                    <a:pt x="954226" y="2768458"/>
                  </a:lnTo>
                  <a:lnTo>
                    <a:pt x="954861" y="2768822"/>
                  </a:lnTo>
                  <a:lnTo>
                    <a:pt x="955495" y="2769025"/>
                  </a:lnTo>
                  <a:lnTo>
                    <a:pt x="956130" y="2769420"/>
                  </a:lnTo>
                  <a:lnTo>
                    <a:pt x="956765" y="2769835"/>
                  </a:lnTo>
                  <a:lnTo>
                    <a:pt x="957400" y="2770482"/>
                  </a:lnTo>
                  <a:lnTo>
                    <a:pt x="958035" y="2771292"/>
                  </a:lnTo>
                  <a:lnTo>
                    <a:pt x="958670" y="2771990"/>
                  </a:lnTo>
                  <a:lnTo>
                    <a:pt x="959304" y="2772476"/>
                  </a:lnTo>
                  <a:lnTo>
                    <a:pt x="959939" y="2772628"/>
                  </a:lnTo>
                  <a:lnTo>
                    <a:pt x="960574" y="2772324"/>
                  </a:lnTo>
                  <a:lnTo>
                    <a:pt x="961209" y="2771970"/>
                  </a:lnTo>
                  <a:lnTo>
                    <a:pt x="961844" y="2771565"/>
                  </a:lnTo>
                  <a:lnTo>
                    <a:pt x="962479" y="2771160"/>
                  </a:lnTo>
                  <a:lnTo>
                    <a:pt x="963114" y="2770756"/>
                  </a:lnTo>
                  <a:lnTo>
                    <a:pt x="963748" y="2770513"/>
                  </a:lnTo>
                  <a:lnTo>
                    <a:pt x="964383" y="2770310"/>
                  </a:lnTo>
                  <a:lnTo>
                    <a:pt x="965018" y="2770108"/>
                  </a:lnTo>
                  <a:lnTo>
                    <a:pt x="965653" y="2769835"/>
                  </a:lnTo>
                  <a:lnTo>
                    <a:pt x="966288" y="2769430"/>
                  </a:lnTo>
                  <a:lnTo>
                    <a:pt x="966923" y="2769025"/>
                  </a:lnTo>
                  <a:lnTo>
                    <a:pt x="967557" y="2768620"/>
                  </a:lnTo>
                  <a:lnTo>
                    <a:pt x="968192" y="2768327"/>
                  </a:lnTo>
                  <a:lnTo>
                    <a:pt x="968827" y="2768124"/>
                  </a:lnTo>
                  <a:lnTo>
                    <a:pt x="969462" y="2768013"/>
                  </a:lnTo>
                  <a:lnTo>
                    <a:pt x="970097" y="2768013"/>
                  </a:lnTo>
                  <a:lnTo>
                    <a:pt x="970732" y="2767982"/>
                  </a:lnTo>
                  <a:lnTo>
                    <a:pt x="971367" y="2767780"/>
                  </a:lnTo>
                  <a:lnTo>
                    <a:pt x="972001" y="2767476"/>
                  </a:lnTo>
                  <a:lnTo>
                    <a:pt x="972636" y="2767071"/>
                  </a:lnTo>
                  <a:lnTo>
                    <a:pt x="973271" y="2766459"/>
                  </a:lnTo>
                  <a:lnTo>
                    <a:pt x="973906" y="2765836"/>
                  </a:lnTo>
                  <a:lnTo>
                    <a:pt x="974541" y="2764971"/>
                  </a:lnTo>
                  <a:lnTo>
                    <a:pt x="975176" y="2763821"/>
                  </a:lnTo>
                  <a:lnTo>
                    <a:pt x="975810" y="2762519"/>
                  </a:lnTo>
                  <a:lnTo>
                    <a:pt x="976445" y="2761161"/>
                  </a:lnTo>
                  <a:lnTo>
                    <a:pt x="977080" y="2759802"/>
                  </a:lnTo>
                  <a:lnTo>
                    <a:pt x="977715" y="2758443"/>
                  </a:lnTo>
                  <a:lnTo>
                    <a:pt x="978350" y="2757229"/>
                  </a:lnTo>
                  <a:lnTo>
                    <a:pt x="978985" y="2756015"/>
                  </a:lnTo>
                  <a:lnTo>
                    <a:pt x="979620" y="2754858"/>
                  </a:lnTo>
                  <a:lnTo>
                    <a:pt x="980254" y="2753819"/>
                  </a:lnTo>
                  <a:lnTo>
                    <a:pt x="980889" y="2752952"/>
                  </a:lnTo>
                  <a:lnTo>
                    <a:pt x="981524" y="2752418"/>
                  </a:lnTo>
                  <a:lnTo>
                    <a:pt x="982159" y="2752129"/>
                  </a:lnTo>
                  <a:lnTo>
                    <a:pt x="982794" y="2751818"/>
                  </a:lnTo>
                  <a:lnTo>
                    <a:pt x="983429" y="2751620"/>
                  </a:lnTo>
                  <a:lnTo>
                    <a:pt x="984063" y="2751584"/>
                  </a:lnTo>
                  <a:lnTo>
                    <a:pt x="984698" y="2751945"/>
                  </a:lnTo>
                  <a:lnTo>
                    <a:pt x="985333" y="2752742"/>
                  </a:lnTo>
                  <a:lnTo>
                    <a:pt x="985968" y="2753625"/>
                  </a:lnTo>
                  <a:lnTo>
                    <a:pt x="986603" y="2754533"/>
                  </a:lnTo>
                  <a:lnTo>
                    <a:pt x="987238" y="2755441"/>
                  </a:lnTo>
                  <a:lnTo>
                    <a:pt x="987873" y="2756112"/>
                  </a:lnTo>
                  <a:lnTo>
                    <a:pt x="988507" y="2756652"/>
                  </a:lnTo>
                  <a:lnTo>
                    <a:pt x="989142" y="2757266"/>
                  </a:lnTo>
                  <a:lnTo>
                    <a:pt x="989777" y="2757806"/>
                  </a:lnTo>
                  <a:lnTo>
                    <a:pt x="990412" y="2758346"/>
                  </a:lnTo>
                  <a:lnTo>
                    <a:pt x="991047" y="2758620"/>
                  </a:lnTo>
                  <a:lnTo>
                    <a:pt x="991682" y="2758728"/>
                  </a:lnTo>
                  <a:lnTo>
                    <a:pt x="992316" y="2758901"/>
                  </a:lnTo>
                  <a:lnTo>
                    <a:pt x="992951" y="2759145"/>
                  </a:lnTo>
                  <a:lnTo>
                    <a:pt x="993586" y="2759389"/>
                  </a:lnTo>
                  <a:lnTo>
                    <a:pt x="994221" y="2759558"/>
                  </a:lnTo>
                  <a:lnTo>
                    <a:pt x="994856" y="2759492"/>
                  </a:lnTo>
                  <a:lnTo>
                    <a:pt x="995491" y="2759406"/>
                  </a:lnTo>
                  <a:lnTo>
                    <a:pt x="996126" y="2759406"/>
                  </a:lnTo>
                  <a:lnTo>
                    <a:pt x="996760" y="2759406"/>
                  </a:lnTo>
                  <a:lnTo>
                    <a:pt x="997395" y="2759477"/>
                  </a:lnTo>
                  <a:lnTo>
                    <a:pt x="998030" y="2759680"/>
                  </a:lnTo>
                  <a:lnTo>
                    <a:pt x="998665" y="2759710"/>
                  </a:lnTo>
                  <a:lnTo>
                    <a:pt x="999300" y="2759710"/>
                  </a:lnTo>
                  <a:lnTo>
                    <a:pt x="999935" y="2759710"/>
                  </a:lnTo>
                  <a:lnTo>
                    <a:pt x="1000569" y="2759710"/>
                  </a:lnTo>
                  <a:lnTo>
                    <a:pt x="1001204" y="2759710"/>
                  </a:lnTo>
                  <a:lnTo>
                    <a:pt x="1001839" y="2759710"/>
                  </a:lnTo>
                  <a:lnTo>
                    <a:pt x="1002474" y="2759710"/>
                  </a:lnTo>
                  <a:lnTo>
                    <a:pt x="1003109" y="2759710"/>
                  </a:lnTo>
                  <a:lnTo>
                    <a:pt x="1003744" y="2759710"/>
                  </a:lnTo>
                  <a:lnTo>
                    <a:pt x="1004378" y="2759710"/>
                  </a:lnTo>
                  <a:lnTo>
                    <a:pt x="1005013" y="2759710"/>
                  </a:lnTo>
                  <a:lnTo>
                    <a:pt x="1005648" y="2759533"/>
                  </a:lnTo>
                  <a:lnTo>
                    <a:pt x="1006283" y="2759347"/>
                  </a:lnTo>
                  <a:lnTo>
                    <a:pt x="1006918" y="2759056"/>
                  </a:lnTo>
                  <a:lnTo>
                    <a:pt x="1007553" y="2758887"/>
                  </a:lnTo>
                  <a:lnTo>
                    <a:pt x="1008188" y="2758840"/>
                  </a:lnTo>
                  <a:lnTo>
                    <a:pt x="1008822" y="2758795"/>
                  </a:lnTo>
                  <a:lnTo>
                    <a:pt x="1009457" y="2758751"/>
                  </a:lnTo>
                  <a:lnTo>
                    <a:pt x="1010092" y="2758707"/>
                  </a:lnTo>
                  <a:lnTo>
                    <a:pt x="1010727" y="2758578"/>
                  </a:lnTo>
                  <a:lnTo>
                    <a:pt x="1011362" y="2758345"/>
                  </a:lnTo>
                  <a:lnTo>
                    <a:pt x="1011997" y="2757939"/>
                  </a:lnTo>
                  <a:lnTo>
                    <a:pt x="1012631" y="2757549"/>
                  </a:lnTo>
                  <a:lnTo>
                    <a:pt x="1013266" y="2757261"/>
                  </a:lnTo>
                  <a:lnTo>
                    <a:pt x="1013901" y="2757052"/>
                  </a:lnTo>
                  <a:lnTo>
                    <a:pt x="1014536" y="2756908"/>
                  </a:lnTo>
                  <a:lnTo>
                    <a:pt x="1015171" y="2756773"/>
                  </a:lnTo>
                  <a:lnTo>
                    <a:pt x="1015806" y="2756763"/>
                  </a:lnTo>
                  <a:lnTo>
                    <a:pt x="1016441" y="2756899"/>
                  </a:lnTo>
                  <a:lnTo>
                    <a:pt x="1017075" y="2756944"/>
                  </a:lnTo>
                  <a:lnTo>
                    <a:pt x="1017710" y="2756620"/>
                  </a:lnTo>
                  <a:lnTo>
                    <a:pt x="1018345" y="2755925"/>
                  </a:lnTo>
                  <a:lnTo>
                    <a:pt x="1018980" y="2755229"/>
                  </a:lnTo>
                  <a:lnTo>
                    <a:pt x="1019615" y="2754533"/>
                  </a:lnTo>
                  <a:lnTo>
                    <a:pt x="1020250" y="2753969"/>
                  </a:lnTo>
                  <a:lnTo>
                    <a:pt x="1020884" y="2753567"/>
                  </a:lnTo>
                  <a:lnTo>
                    <a:pt x="1021519" y="2753331"/>
                  </a:lnTo>
                  <a:lnTo>
                    <a:pt x="1022154" y="2753067"/>
                  </a:lnTo>
                  <a:lnTo>
                    <a:pt x="1022789" y="2752865"/>
                  </a:lnTo>
                  <a:lnTo>
                    <a:pt x="1023424" y="2752551"/>
                  </a:lnTo>
                  <a:lnTo>
                    <a:pt x="1024059" y="2752146"/>
                  </a:lnTo>
                  <a:lnTo>
                    <a:pt x="1024694" y="2752053"/>
                  </a:lnTo>
                  <a:lnTo>
                    <a:pt x="1025328" y="2752086"/>
                  </a:lnTo>
                  <a:lnTo>
                    <a:pt x="1025963" y="2752367"/>
                  </a:lnTo>
                  <a:lnTo>
                    <a:pt x="1026598" y="2753081"/>
                  </a:lnTo>
                  <a:lnTo>
                    <a:pt x="1027233" y="2754009"/>
                  </a:lnTo>
                  <a:lnTo>
                    <a:pt x="1027868" y="2755078"/>
                  </a:lnTo>
                  <a:lnTo>
                    <a:pt x="1028503" y="2756308"/>
                  </a:lnTo>
                  <a:lnTo>
                    <a:pt x="1029137" y="2757538"/>
                  </a:lnTo>
                  <a:lnTo>
                    <a:pt x="1029772" y="2758950"/>
                  </a:lnTo>
                  <a:lnTo>
                    <a:pt x="1030407" y="2760383"/>
                  </a:lnTo>
                  <a:lnTo>
                    <a:pt x="1031042" y="2761815"/>
                  </a:lnTo>
                  <a:lnTo>
                    <a:pt x="1031677" y="2763248"/>
                  </a:lnTo>
                  <a:lnTo>
                    <a:pt x="1032312" y="2765015"/>
                  </a:lnTo>
                  <a:lnTo>
                    <a:pt x="1032947" y="2766852"/>
                  </a:lnTo>
                  <a:lnTo>
                    <a:pt x="1033581" y="2768689"/>
                  </a:lnTo>
                  <a:lnTo>
                    <a:pt x="1034216" y="2770395"/>
                  </a:lnTo>
                  <a:lnTo>
                    <a:pt x="1034851" y="2771989"/>
                  </a:lnTo>
                  <a:lnTo>
                    <a:pt x="1035486" y="2773213"/>
                  </a:lnTo>
                  <a:lnTo>
                    <a:pt x="1036121" y="2774104"/>
                  </a:lnTo>
                  <a:lnTo>
                    <a:pt x="1036756" y="2774914"/>
                  </a:lnTo>
                  <a:lnTo>
                    <a:pt x="1037390" y="2775683"/>
                  </a:lnTo>
                  <a:lnTo>
                    <a:pt x="1038025" y="2776290"/>
                  </a:lnTo>
                  <a:lnTo>
                    <a:pt x="1038660" y="2776898"/>
                  </a:lnTo>
                  <a:lnTo>
                    <a:pt x="1039295" y="2777323"/>
                  </a:lnTo>
                  <a:lnTo>
                    <a:pt x="1039930" y="2777728"/>
                  </a:lnTo>
                  <a:lnTo>
                    <a:pt x="1040565" y="2778132"/>
                  </a:lnTo>
                  <a:lnTo>
                    <a:pt x="1041200" y="2778537"/>
                  </a:lnTo>
                  <a:lnTo>
                    <a:pt x="1041834" y="2778608"/>
                  </a:lnTo>
                  <a:lnTo>
                    <a:pt x="1042469" y="2778608"/>
                  </a:lnTo>
                  <a:lnTo>
                    <a:pt x="1043104" y="2778608"/>
                  </a:lnTo>
                  <a:lnTo>
                    <a:pt x="1043739" y="2778608"/>
                  </a:lnTo>
                  <a:lnTo>
                    <a:pt x="1044374" y="2778608"/>
                  </a:lnTo>
                  <a:lnTo>
                    <a:pt x="1045009" y="2778608"/>
                  </a:lnTo>
                  <a:lnTo>
                    <a:pt x="1045643" y="2778608"/>
                  </a:lnTo>
                  <a:lnTo>
                    <a:pt x="1046278" y="2778608"/>
                  </a:lnTo>
                  <a:lnTo>
                    <a:pt x="1046913" y="2778608"/>
                  </a:lnTo>
                  <a:lnTo>
                    <a:pt x="1047548" y="2778608"/>
                  </a:lnTo>
                  <a:lnTo>
                    <a:pt x="1048183" y="2778608"/>
                  </a:lnTo>
                  <a:lnTo>
                    <a:pt x="1048818" y="2778608"/>
                  </a:lnTo>
                  <a:lnTo>
                    <a:pt x="1049453" y="2778608"/>
                  </a:lnTo>
                  <a:lnTo>
                    <a:pt x="1050087" y="2778608"/>
                  </a:lnTo>
                  <a:lnTo>
                    <a:pt x="1050722" y="2778608"/>
                  </a:lnTo>
                  <a:lnTo>
                    <a:pt x="1051357" y="2778608"/>
                  </a:lnTo>
                  <a:lnTo>
                    <a:pt x="1051992" y="2778608"/>
                  </a:lnTo>
                  <a:lnTo>
                    <a:pt x="1052627" y="2778608"/>
                  </a:lnTo>
                  <a:lnTo>
                    <a:pt x="1053262" y="2778608"/>
                  </a:lnTo>
                  <a:lnTo>
                    <a:pt x="1053896" y="2778608"/>
                  </a:lnTo>
                  <a:lnTo>
                    <a:pt x="1054531" y="2778608"/>
                  </a:lnTo>
                  <a:lnTo>
                    <a:pt x="1055166" y="2778608"/>
                  </a:lnTo>
                  <a:lnTo>
                    <a:pt x="1055801" y="2778750"/>
                  </a:lnTo>
                  <a:lnTo>
                    <a:pt x="1056436" y="2779185"/>
                  </a:lnTo>
                  <a:lnTo>
                    <a:pt x="1057071" y="2780035"/>
                  </a:lnTo>
                  <a:lnTo>
                    <a:pt x="1057705" y="2780723"/>
                  </a:lnTo>
                  <a:lnTo>
                    <a:pt x="1058340" y="2781514"/>
                  </a:lnTo>
                  <a:lnTo>
                    <a:pt x="1058975" y="2782293"/>
                  </a:lnTo>
                  <a:lnTo>
                    <a:pt x="1059610" y="2782827"/>
                  </a:lnTo>
                  <a:lnTo>
                    <a:pt x="1060245" y="2783348"/>
                  </a:lnTo>
                  <a:lnTo>
                    <a:pt x="1060880" y="2783956"/>
                  </a:lnTo>
                  <a:lnTo>
                    <a:pt x="1061515" y="2784622"/>
                  </a:lnTo>
                  <a:lnTo>
                    <a:pt x="1062149" y="2785288"/>
                  </a:lnTo>
                  <a:lnTo>
                    <a:pt x="1062784" y="2785954"/>
                  </a:lnTo>
                  <a:lnTo>
                    <a:pt x="1063419" y="2786620"/>
                  </a:lnTo>
                  <a:lnTo>
                    <a:pt x="1064054" y="2787286"/>
                  </a:lnTo>
                  <a:lnTo>
                    <a:pt x="1064689" y="2787810"/>
                  </a:lnTo>
                  <a:lnTo>
                    <a:pt x="1065324" y="2788172"/>
                  </a:lnTo>
                  <a:lnTo>
                    <a:pt x="1065958" y="2788325"/>
                  </a:lnTo>
                  <a:lnTo>
                    <a:pt x="1066593" y="2788181"/>
                  </a:lnTo>
                  <a:lnTo>
                    <a:pt x="1067228" y="2787930"/>
                  </a:lnTo>
                  <a:lnTo>
                    <a:pt x="1067863" y="2787606"/>
                  </a:lnTo>
                  <a:lnTo>
                    <a:pt x="1068498" y="2787233"/>
                  </a:lnTo>
                  <a:lnTo>
                    <a:pt x="1069133" y="2786780"/>
                  </a:lnTo>
                  <a:lnTo>
                    <a:pt x="1069768" y="2786489"/>
                  </a:lnTo>
                  <a:lnTo>
                    <a:pt x="1070402" y="2786089"/>
                  </a:lnTo>
                  <a:lnTo>
                    <a:pt x="1071037" y="2785429"/>
                  </a:lnTo>
                  <a:lnTo>
                    <a:pt x="1071672" y="2784770"/>
                  </a:lnTo>
                  <a:lnTo>
                    <a:pt x="1072307" y="2784111"/>
                  </a:lnTo>
                  <a:lnTo>
                    <a:pt x="1072942" y="2783330"/>
                  </a:lnTo>
                  <a:lnTo>
                    <a:pt x="1073577" y="2782568"/>
                  </a:lnTo>
                  <a:lnTo>
                    <a:pt x="1074211" y="2782014"/>
                  </a:lnTo>
                  <a:lnTo>
                    <a:pt x="1074846" y="2781721"/>
                  </a:lnTo>
                  <a:lnTo>
                    <a:pt x="1075481" y="2781763"/>
                  </a:lnTo>
                  <a:lnTo>
                    <a:pt x="1076116" y="2781714"/>
                  </a:lnTo>
                  <a:lnTo>
                    <a:pt x="1076751" y="2781639"/>
                  </a:lnTo>
                  <a:lnTo>
                    <a:pt x="1077386" y="2781287"/>
                  </a:lnTo>
                  <a:lnTo>
                    <a:pt x="1078021" y="2780713"/>
                  </a:lnTo>
                  <a:lnTo>
                    <a:pt x="1078655" y="2780423"/>
                  </a:lnTo>
                  <a:lnTo>
                    <a:pt x="1079290" y="2780133"/>
                  </a:lnTo>
                  <a:lnTo>
                    <a:pt x="1079925" y="2779850"/>
                  </a:lnTo>
                  <a:lnTo>
                    <a:pt x="1080560" y="2779582"/>
                  </a:lnTo>
                  <a:lnTo>
                    <a:pt x="1081195" y="2779453"/>
                  </a:lnTo>
                  <a:lnTo>
                    <a:pt x="1081830" y="2779366"/>
                  </a:lnTo>
                  <a:lnTo>
                    <a:pt x="1082464" y="2779365"/>
                  </a:lnTo>
                  <a:lnTo>
                    <a:pt x="1083099" y="2779300"/>
                  </a:lnTo>
                  <a:lnTo>
                    <a:pt x="1083734" y="2779017"/>
                  </a:lnTo>
                  <a:lnTo>
                    <a:pt x="1084369" y="2778484"/>
                  </a:lnTo>
                  <a:lnTo>
                    <a:pt x="1085004" y="2778036"/>
                  </a:lnTo>
                  <a:lnTo>
                    <a:pt x="1085639" y="2777641"/>
                  </a:lnTo>
                  <a:lnTo>
                    <a:pt x="1086274" y="2777531"/>
                  </a:lnTo>
                  <a:lnTo>
                    <a:pt x="1086908" y="2777592"/>
                  </a:lnTo>
                  <a:lnTo>
                    <a:pt x="1087543" y="2778039"/>
                  </a:lnTo>
                  <a:lnTo>
                    <a:pt x="1088178" y="2778524"/>
                  </a:lnTo>
                  <a:lnTo>
                    <a:pt x="1088813" y="2779018"/>
                  </a:lnTo>
                  <a:lnTo>
                    <a:pt x="1089448" y="2779511"/>
                  </a:lnTo>
                  <a:lnTo>
                    <a:pt x="1090083" y="2780145"/>
                  </a:lnTo>
                  <a:lnTo>
                    <a:pt x="1090717" y="2780642"/>
                  </a:lnTo>
                  <a:lnTo>
                    <a:pt x="1091352" y="2781099"/>
                  </a:lnTo>
                  <a:lnTo>
                    <a:pt x="1091987" y="2781556"/>
                  </a:lnTo>
                  <a:lnTo>
                    <a:pt x="1092622" y="2782013"/>
                  </a:lnTo>
                  <a:lnTo>
                    <a:pt x="1093257" y="2782627"/>
                  </a:lnTo>
                  <a:lnTo>
                    <a:pt x="1093892" y="2783240"/>
                  </a:lnTo>
                  <a:lnTo>
                    <a:pt x="1094527" y="2783821"/>
                  </a:lnTo>
                  <a:lnTo>
                    <a:pt x="1095161" y="2784115"/>
                  </a:lnTo>
                  <a:lnTo>
                    <a:pt x="1095796" y="2784317"/>
                  </a:lnTo>
                  <a:lnTo>
                    <a:pt x="1096431" y="2784429"/>
                  </a:lnTo>
                  <a:lnTo>
                    <a:pt x="1097066" y="2784429"/>
                  </a:lnTo>
                  <a:lnTo>
                    <a:pt x="1097701" y="2784459"/>
                  </a:lnTo>
                  <a:lnTo>
                    <a:pt x="1098336" y="2784662"/>
                  </a:lnTo>
                  <a:lnTo>
                    <a:pt x="1098970" y="2784965"/>
                  </a:lnTo>
                  <a:lnTo>
                    <a:pt x="1099605" y="2785370"/>
                  </a:lnTo>
                  <a:lnTo>
                    <a:pt x="1100240" y="2785775"/>
                  </a:lnTo>
                  <a:lnTo>
                    <a:pt x="1100875" y="2786180"/>
                  </a:lnTo>
                  <a:lnTo>
                    <a:pt x="1101510" y="2786564"/>
                  </a:lnTo>
                  <a:lnTo>
                    <a:pt x="1102145" y="2786969"/>
                  </a:lnTo>
                  <a:lnTo>
                    <a:pt x="1102780" y="2787283"/>
                  </a:lnTo>
                  <a:lnTo>
                    <a:pt x="1103414" y="2787303"/>
                  </a:lnTo>
                  <a:lnTo>
                    <a:pt x="1104049" y="2787303"/>
                  </a:lnTo>
                  <a:lnTo>
                    <a:pt x="1104684" y="2787303"/>
                  </a:lnTo>
                  <a:lnTo>
                    <a:pt x="1105319" y="2787303"/>
                  </a:lnTo>
                  <a:lnTo>
                    <a:pt x="1105954" y="2787303"/>
                  </a:lnTo>
                  <a:lnTo>
                    <a:pt x="1106589" y="2787303"/>
                  </a:lnTo>
                  <a:lnTo>
                    <a:pt x="1107223" y="2787131"/>
                  </a:lnTo>
                  <a:lnTo>
                    <a:pt x="1107858" y="2786726"/>
                  </a:lnTo>
                  <a:lnTo>
                    <a:pt x="1108493" y="2786220"/>
                  </a:lnTo>
                  <a:lnTo>
                    <a:pt x="1109128" y="2785613"/>
                  </a:lnTo>
                  <a:lnTo>
                    <a:pt x="1109763" y="2785137"/>
                  </a:lnTo>
                  <a:lnTo>
                    <a:pt x="1110398" y="2784732"/>
                  </a:lnTo>
                  <a:lnTo>
                    <a:pt x="1111032" y="2784155"/>
                  </a:lnTo>
                  <a:lnTo>
                    <a:pt x="1111667" y="2783548"/>
                  </a:lnTo>
                  <a:lnTo>
                    <a:pt x="1112302" y="2783232"/>
                  </a:lnTo>
                  <a:lnTo>
                    <a:pt x="1112937" y="2783075"/>
                  </a:lnTo>
                  <a:lnTo>
                    <a:pt x="1113572" y="2782997"/>
                  </a:lnTo>
                  <a:lnTo>
                    <a:pt x="1114207" y="2782919"/>
                  </a:lnTo>
                  <a:lnTo>
                    <a:pt x="1114842" y="2782912"/>
                  </a:lnTo>
                  <a:lnTo>
                    <a:pt x="1115476" y="2783037"/>
                  </a:lnTo>
                  <a:lnTo>
                    <a:pt x="1116111" y="2783162"/>
                  </a:lnTo>
                  <a:lnTo>
                    <a:pt x="1116746" y="2783403"/>
                  </a:lnTo>
                  <a:lnTo>
                    <a:pt x="1117381" y="2783693"/>
                  </a:lnTo>
                  <a:lnTo>
                    <a:pt x="1118016" y="2783984"/>
                  </a:lnTo>
                  <a:lnTo>
                    <a:pt x="1118651" y="2784275"/>
                  </a:lnTo>
                  <a:lnTo>
                    <a:pt x="1119285" y="2784434"/>
                  </a:lnTo>
                  <a:lnTo>
                    <a:pt x="1119920" y="2784522"/>
                  </a:lnTo>
                  <a:lnTo>
                    <a:pt x="1120555" y="2784768"/>
                  </a:lnTo>
                  <a:lnTo>
                    <a:pt x="1121190" y="2785023"/>
                  </a:lnTo>
                  <a:lnTo>
                    <a:pt x="1121825" y="2785323"/>
                  </a:lnTo>
                  <a:lnTo>
                    <a:pt x="1122460" y="2785691"/>
                  </a:lnTo>
                  <a:lnTo>
                    <a:pt x="1123095" y="2785894"/>
                  </a:lnTo>
                  <a:lnTo>
                    <a:pt x="1123729" y="2786096"/>
                  </a:lnTo>
                  <a:lnTo>
                    <a:pt x="1124364" y="2786228"/>
                  </a:lnTo>
                  <a:lnTo>
                    <a:pt x="1124999" y="2786228"/>
                  </a:lnTo>
                  <a:lnTo>
                    <a:pt x="1125634" y="2786228"/>
                  </a:lnTo>
                  <a:lnTo>
                    <a:pt x="1126269" y="2786228"/>
                  </a:lnTo>
                  <a:lnTo>
                    <a:pt x="1126904" y="2786228"/>
                  </a:lnTo>
                  <a:lnTo>
                    <a:pt x="1127538" y="2786228"/>
                  </a:lnTo>
                  <a:lnTo>
                    <a:pt x="1128173" y="2786228"/>
                  </a:lnTo>
                  <a:lnTo>
                    <a:pt x="1128808" y="2786228"/>
                  </a:lnTo>
                  <a:lnTo>
                    <a:pt x="1129443" y="2786228"/>
                  </a:lnTo>
                  <a:lnTo>
                    <a:pt x="1130078" y="2786228"/>
                  </a:lnTo>
                  <a:lnTo>
                    <a:pt x="1130713" y="2786177"/>
                  </a:lnTo>
                  <a:lnTo>
                    <a:pt x="1131348" y="2785975"/>
                  </a:lnTo>
                  <a:lnTo>
                    <a:pt x="1131982" y="2785772"/>
                  </a:lnTo>
                  <a:lnTo>
                    <a:pt x="1132617" y="2785570"/>
                  </a:lnTo>
                  <a:lnTo>
                    <a:pt x="1133252" y="2785346"/>
                  </a:lnTo>
                  <a:lnTo>
                    <a:pt x="1133887" y="2785217"/>
                  </a:lnTo>
                  <a:lnTo>
                    <a:pt x="1134522" y="2784966"/>
                  </a:lnTo>
                  <a:lnTo>
                    <a:pt x="1135157" y="2784521"/>
                  </a:lnTo>
                  <a:lnTo>
                    <a:pt x="1135791" y="2783943"/>
                  </a:lnTo>
                  <a:lnTo>
                    <a:pt x="1136426" y="2783364"/>
                  </a:lnTo>
                  <a:lnTo>
                    <a:pt x="1137061" y="2782785"/>
                  </a:lnTo>
                  <a:lnTo>
                    <a:pt x="1137696" y="2782291"/>
                  </a:lnTo>
                  <a:lnTo>
                    <a:pt x="1138331" y="2781901"/>
                  </a:lnTo>
                  <a:lnTo>
                    <a:pt x="1138966" y="2781583"/>
                  </a:lnTo>
                  <a:lnTo>
                    <a:pt x="1139601" y="2781265"/>
                  </a:lnTo>
                  <a:lnTo>
                    <a:pt x="1140235" y="2780997"/>
                  </a:lnTo>
                  <a:lnTo>
                    <a:pt x="1140870" y="2780881"/>
                  </a:lnTo>
                  <a:lnTo>
                    <a:pt x="1141505" y="2780765"/>
                  </a:lnTo>
                  <a:lnTo>
                    <a:pt x="1142140" y="2780649"/>
                  </a:lnTo>
                  <a:lnTo>
                    <a:pt x="1142775" y="2780436"/>
                  </a:lnTo>
                  <a:lnTo>
                    <a:pt x="1143410" y="2780212"/>
                  </a:lnTo>
                  <a:lnTo>
                    <a:pt x="1144044" y="2780079"/>
                  </a:lnTo>
                  <a:lnTo>
                    <a:pt x="1144679" y="2780385"/>
                  </a:lnTo>
                  <a:lnTo>
                    <a:pt x="1145314" y="2781194"/>
                  </a:lnTo>
                  <a:lnTo>
                    <a:pt x="1145949" y="2782004"/>
                  </a:lnTo>
                  <a:lnTo>
                    <a:pt x="1146584" y="2782814"/>
                  </a:lnTo>
                  <a:lnTo>
                    <a:pt x="1147219" y="2783492"/>
                  </a:lnTo>
                  <a:lnTo>
                    <a:pt x="1147854" y="2784008"/>
                  </a:lnTo>
                  <a:lnTo>
                    <a:pt x="1148488" y="2784413"/>
                  </a:lnTo>
                  <a:lnTo>
                    <a:pt x="1149123" y="2784818"/>
                  </a:lnTo>
                  <a:lnTo>
                    <a:pt x="1149758" y="2785223"/>
                  </a:lnTo>
                  <a:lnTo>
                    <a:pt x="1150393" y="2785628"/>
                  </a:lnTo>
                  <a:lnTo>
                    <a:pt x="1151028" y="2786032"/>
                  </a:lnTo>
                  <a:lnTo>
                    <a:pt x="1151663" y="2786217"/>
                  </a:lnTo>
                  <a:lnTo>
                    <a:pt x="1152297" y="2786386"/>
                  </a:lnTo>
                  <a:lnTo>
                    <a:pt x="1152932" y="2786500"/>
                  </a:lnTo>
                  <a:lnTo>
                    <a:pt x="1153567" y="2786514"/>
                  </a:lnTo>
                  <a:lnTo>
                    <a:pt x="1154202" y="2786396"/>
                  </a:lnTo>
                  <a:lnTo>
                    <a:pt x="1154837" y="2786178"/>
                  </a:lnTo>
                  <a:lnTo>
                    <a:pt x="1155472" y="2785960"/>
                  </a:lnTo>
                  <a:lnTo>
                    <a:pt x="1156107" y="2785742"/>
                  </a:lnTo>
                  <a:lnTo>
                    <a:pt x="1156741" y="2785524"/>
                  </a:lnTo>
                  <a:lnTo>
                    <a:pt x="1157376" y="2785306"/>
                  </a:lnTo>
                  <a:lnTo>
                    <a:pt x="1158011" y="2785088"/>
                  </a:lnTo>
                  <a:lnTo>
                    <a:pt x="1158646" y="2784870"/>
                  </a:lnTo>
                  <a:lnTo>
                    <a:pt x="1159281" y="2784652"/>
                  </a:lnTo>
                  <a:lnTo>
                    <a:pt x="1159916" y="2784434"/>
                  </a:lnTo>
                  <a:lnTo>
                    <a:pt x="1160550" y="2784215"/>
                  </a:lnTo>
                  <a:lnTo>
                    <a:pt x="1161185" y="2784038"/>
                  </a:lnTo>
                  <a:lnTo>
                    <a:pt x="1161820" y="2783861"/>
                  </a:lnTo>
                  <a:lnTo>
                    <a:pt x="1162455" y="2783861"/>
                  </a:lnTo>
                  <a:lnTo>
                    <a:pt x="1163090" y="2783861"/>
                  </a:lnTo>
                  <a:lnTo>
                    <a:pt x="1163725" y="2783861"/>
                  </a:lnTo>
                  <a:lnTo>
                    <a:pt x="1164359" y="2783861"/>
                  </a:lnTo>
                  <a:lnTo>
                    <a:pt x="1164994" y="2783861"/>
                  </a:lnTo>
                  <a:lnTo>
                    <a:pt x="1165629" y="2783861"/>
                  </a:lnTo>
                  <a:lnTo>
                    <a:pt x="1166264" y="2783861"/>
                  </a:lnTo>
                  <a:lnTo>
                    <a:pt x="1166899" y="2783861"/>
                  </a:lnTo>
                  <a:lnTo>
                    <a:pt x="1167534" y="2783861"/>
                  </a:lnTo>
                  <a:lnTo>
                    <a:pt x="1168169" y="2783861"/>
                  </a:lnTo>
                  <a:lnTo>
                    <a:pt x="1168803" y="2783861"/>
                  </a:lnTo>
                  <a:lnTo>
                    <a:pt x="1169438" y="2783689"/>
                  </a:lnTo>
                  <a:lnTo>
                    <a:pt x="1170073" y="2783345"/>
                  </a:lnTo>
                  <a:lnTo>
                    <a:pt x="1170708" y="2782940"/>
                  </a:lnTo>
                  <a:lnTo>
                    <a:pt x="1171343" y="2782536"/>
                  </a:lnTo>
                  <a:lnTo>
                    <a:pt x="1171978" y="2782131"/>
                  </a:lnTo>
                  <a:lnTo>
                    <a:pt x="1172612" y="2781726"/>
                  </a:lnTo>
                  <a:lnTo>
                    <a:pt x="1173247" y="2781526"/>
                  </a:lnTo>
                  <a:lnTo>
                    <a:pt x="1173882" y="2781372"/>
                  </a:lnTo>
                  <a:lnTo>
                    <a:pt x="1174517" y="2781244"/>
                  </a:lnTo>
                  <a:lnTo>
                    <a:pt x="1175152" y="2781037"/>
                  </a:lnTo>
                  <a:lnTo>
                    <a:pt x="1175787" y="2780805"/>
                  </a:lnTo>
                  <a:lnTo>
                    <a:pt x="1176422" y="2780573"/>
                  </a:lnTo>
                  <a:lnTo>
                    <a:pt x="1177056" y="2780341"/>
                  </a:lnTo>
                  <a:lnTo>
                    <a:pt x="1177691" y="2780109"/>
                  </a:lnTo>
                  <a:lnTo>
                    <a:pt x="1178326" y="2779877"/>
                  </a:lnTo>
                  <a:lnTo>
                    <a:pt x="1178961" y="2779768"/>
                  </a:lnTo>
                  <a:lnTo>
                    <a:pt x="1179596" y="2779782"/>
                  </a:lnTo>
                  <a:lnTo>
                    <a:pt x="1180231" y="2779840"/>
                  </a:lnTo>
                  <a:lnTo>
                    <a:pt x="1180865" y="2779897"/>
                  </a:lnTo>
                  <a:lnTo>
                    <a:pt x="1181500" y="2779954"/>
                  </a:lnTo>
                  <a:lnTo>
                    <a:pt x="1182135" y="2780012"/>
                  </a:lnTo>
                  <a:lnTo>
                    <a:pt x="1182770" y="2780069"/>
                  </a:lnTo>
                  <a:lnTo>
                    <a:pt x="1183405" y="2780112"/>
                  </a:lnTo>
                  <a:lnTo>
                    <a:pt x="1184040" y="2780152"/>
                  </a:lnTo>
                  <a:lnTo>
                    <a:pt x="1184675" y="2780268"/>
                  </a:lnTo>
                  <a:lnTo>
                    <a:pt x="1185309" y="2780268"/>
                  </a:lnTo>
                  <a:lnTo>
                    <a:pt x="1185944" y="2780268"/>
                  </a:lnTo>
                  <a:lnTo>
                    <a:pt x="1186579" y="2780268"/>
                  </a:lnTo>
                  <a:lnTo>
                    <a:pt x="1187214" y="2780268"/>
                  </a:lnTo>
                  <a:lnTo>
                    <a:pt x="1187849" y="2780268"/>
                  </a:lnTo>
                  <a:lnTo>
                    <a:pt x="1188484" y="2780268"/>
                  </a:lnTo>
                  <a:lnTo>
                    <a:pt x="1189118" y="2780268"/>
                  </a:lnTo>
                  <a:lnTo>
                    <a:pt x="1189753" y="2780268"/>
                  </a:lnTo>
                  <a:lnTo>
                    <a:pt x="1190388" y="2780268"/>
                  </a:lnTo>
                  <a:lnTo>
                    <a:pt x="1191023" y="2780156"/>
                  </a:lnTo>
                  <a:lnTo>
                    <a:pt x="1191658" y="2780095"/>
                  </a:lnTo>
                  <a:lnTo>
                    <a:pt x="1192293" y="2780095"/>
                  </a:lnTo>
                  <a:lnTo>
                    <a:pt x="1192928" y="2780095"/>
                  </a:lnTo>
                  <a:lnTo>
                    <a:pt x="1193562" y="2780075"/>
                  </a:lnTo>
                  <a:lnTo>
                    <a:pt x="1194197" y="2779873"/>
                  </a:lnTo>
                  <a:lnTo>
                    <a:pt x="1194832" y="2779336"/>
                  </a:lnTo>
                  <a:lnTo>
                    <a:pt x="1195467" y="2778851"/>
                  </a:lnTo>
                  <a:lnTo>
                    <a:pt x="1196102" y="2778334"/>
                  </a:lnTo>
                  <a:lnTo>
                    <a:pt x="1196737" y="2778052"/>
                  </a:lnTo>
                  <a:lnTo>
                    <a:pt x="1197371" y="2777606"/>
                  </a:lnTo>
                  <a:lnTo>
                    <a:pt x="1198006" y="2777353"/>
                  </a:lnTo>
                  <a:lnTo>
                    <a:pt x="1198641" y="2777160"/>
                  </a:lnTo>
                  <a:lnTo>
                    <a:pt x="1199276" y="2776715"/>
                  </a:lnTo>
                  <a:lnTo>
                    <a:pt x="1199911" y="2776317"/>
                  </a:lnTo>
                  <a:lnTo>
                    <a:pt x="1200546" y="2775858"/>
                  </a:lnTo>
                  <a:lnTo>
                    <a:pt x="1201181" y="2775249"/>
                  </a:lnTo>
                  <a:lnTo>
                    <a:pt x="1201815" y="2774580"/>
                  </a:lnTo>
                  <a:lnTo>
                    <a:pt x="1202450" y="2773706"/>
                  </a:lnTo>
                  <a:lnTo>
                    <a:pt x="1203085" y="2772942"/>
                  </a:lnTo>
                  <a:lnTo>
                    <a:pt x="1203720" y="2772371"/>
                  </a:lnTo>
                  <a:lnTo>
                    <a:pt x="1204355" y="2772323"/>
                  </a:lnTo>
                  <a:lnTo>
                    <a:pt x="1204990" y="2772485"/>
                  </a:lnTo>
                  <a:lnTo>
                    <a:pt x="1205624" y="2772847"/>
                  </a:lnTo>
                  <a:lnTo>
                    <a:pt x="1206259" y="2773260"/>
                  </a:lnTo>
                  <a:lnTo>
                    <a:pt x="1206894" y="2773838"/>
                  </a:lnTo>
                  <a:lnTo>
                    <a:pt x="1207529" y="2774401"/>
                  </a:lnTo>
                  <a:lnTo>
                    <a:pt x="1208164" y="2774958"/>
                  </a:lnTo>
                  <a:lnTo>
                    <a:pt x="1208799" y="2775582"/>
                  </a:lnTo>
                  <a:lnTo>
                    <a:pt x="1209434" y="2776210"/>
                  </a:lnTo>
                  <a:lnTo>
                    <a:pt x="1210068" y="2777064"/>
                  </a:lnTo>
                  <a:lnTo>
                    <a:pt x="1210703" y="2778157"/>
                  </a:lnTo>
                  <a:lnTo>
                    <a:pt x="1211338" y="2779257"/>
                  </a:lnTo>
                  <a:lnTo>
                    <a:pt x="1211973" y="2780110"/>
                  </a:lnTo>
                  <a:lnTo>
                    <a:pt x="1212608" y="2781021"/>
                  </a:lnTo>
                  <a:lnTo>
                    <a:pt x="1213243" y="2781738"/>
                  </a:lnTo>
                  <a:lnTo>
                    <a:pt x="1213877" y="2782375"/>
                  </a:lnTo>
                  <a:lnTo>
                    <a:pt x="1214512" y="2782738"/>
                  </a:lnTo>
                  <a:lnTo>
                    <a:pt x="1215147" y="2782911"/>
                  </a:lnTo>
                  <a:lnTo>
                    <a:pt x="1215782" y="2783025"/>
                  </a:lnTo>
                  <a:lnTo>
                    <a:pt x="1216417" y="2783139"/>
                  </a:lnTo>
                  <a:lnTo>
                    <a:pt x="1217052" y="2783112"/>
                  </a:lnTo>
                  <a:lnTo>
                    <a:pt x="1217687" y="2783060"/>
                  </a:lnTo>
                  <a:lnTo>
                    <a:pt x="1218321" y="2783008"/>
                  </a:lnTo>
                  <a:lnTo>
                    <a:pt x="1218956" y="2782956"/>
                  </a:lnTo>
                  <a:lnTo>
                    <a:pt x="1219591" y="2782773"/>
                  </a:lnTo>
                  <a:lnTo>
                    <a:pt x="1220226" y="2782350"/>
                  </a:lnTo>
                  <a:lnTo>
                    <a:pt x="1220861" y="2781738"/>
                  </a:lnTo>
                  <a:lnTo>
                    <a:pt x="1221496" y="2781156"/>
                  </a:lnTo>
                  <a:lnTo>
                    <a:pt x="1222130" y="2780751"/>
                  </a:lnTo>
                  <a:lnTo>
                    <a:pt x="1222765" y="2780336"/>
                  </a:lnTo>
                  <a:lnTo>
                    <a:pt x="1223400" y="2779729"/>
                  </a:lnTo>
                  <a:lnTo>
                    <a:pt x="1224035" y="2779122"/>
                  </a:lnTo>
                  <a:lnTo>
                    <a:pt x="1224670" y="2778423"/>
                  </a:lnTo>
                  <a:lnTo>
                    <a:pt x="1225305" y="2777614"/>
                  </a:lnTo>
                  <a:lnTo>
                    <a:pt x="1225939" y="2776804"/>
                  </a:lnTo>
                  <a:lnTo>
                    <a:pt x="1226574" y="2775994"/>
                  </a:lnTo>
                  <a:lnTo>
                    <a:pt x="1227209" y="2775185"/>
                  </a:lnTo>
                  <a:lnTo>
                    <a:pt x="1227844" y="2774375"/>
                  </a:lnTo>
                  <a:lnTo>
                    <a:pt x="1228479" y="2773636"/>
                  </a:lnTo>
                  <a:lnTo>
                    <a:pt x="1229114" y="2773039"/>
                  </a:lnTo>
                  <a:lnTo>
                    <a:pt x="1229749" y="2772934"/>
                  </a:lnTo>
                  <a:lnTo>
                    <a:pt x="1230383" y="2773168"/>
                  </a:lnTo>
                  <a:lnTo>
                    <a:pt x="1231018" y="2773394"/>
                  </a:lnTo>
                  <a:lnTo>
                    <a:pt x="1231653" y="2773725"/>
                  </a:lnTo>
                  <a:lnTo>
                    <a:pt x="1232288" y="2774133"/>
                  </a:lnTo>
                  <a:lnTo>
                    <a:pt x="1232923" y="2774622"/>
                  </a:lnTo>
                  <a:lnTo>
                    <a:pt x="1233558" y="2774982"/>
                  </a:lnTo>
                  <a:lnTo>
                    <a:pt x="1234192" y="2775457"/>
                  </a:lnTo>
                  <a:lnTo>
                    <a:pt x="1234827" y="2776065"/>
                  </a:lnTo>
                  <a:lnTo>
                    <a:pt x="1235462" y="2776673"/>
                  </a:lnTo>
                  <a:lnTo>
                    <a:pt x="1236097" y="2777280"/>
                  </a:lnTo>
                  <a:lnTo>
                    <a:pt x="1236732" y="2777888"/>
                  </a:lnTo>
                  <a:lnTo>
                    <a:pt x="1237367" y="2778496"/>
                  </a:lnTo>
                  <a:lnTo>
                    <a:pt x="1238002" y="2779192"/>
                  </a:lnTo>
                  <a:lnTo>
                    <a:pt x="1238636" y="2779806"/>
                  </a:lnTo>
                  <a:lnTo>
                    <a:pt x="1239271" y="2780064"/>
                  </a:lnTo>
                  <a:lnTo>
                    <a:pt x="1239906" y="2780155"/>
                  </a:lnTo>
                  <a:lnTo>
                    <a:pt x="1240541" y="2780199"/>
                  </a:lnTo>
                  <a:lnTo>
                    <a:pt x="1241176" y="2780200"/>
                  </a:lnTo>
                  <a:lnTo>
                    <a:pt x="1241811" y="2780280"/>
                  </a:lnTo>
                  <a:lnTo>
                    <a:pt x="1242445" y="2780227"/>
                  </a:lnTo>
                  <a:lnTo>
                    <a:pt x="1243080" y="2780375"/>
                  </a:lnTo>
                  <a:lnTo>
                    <a:pt x="1243715" y="2780539"/>
                  </a:lnTo>
                  <a:lnTo>
                    <a:pt x="1244350" y="2780653"/>
                  </a:lnTo>
                  <a:lnTo>
                    <a:pt x="1244985" y="2780767"/>
                  </a:lnTo>
                  <a:lnTo>
                    <a:pt x="1245620" y="2780882"/>
                  </a:lnTo>
                  <a:lnTo>
                    <a:pt x="1246255" y="2780996"/>
                  </a:lnTo>
                  <a:lnTo>
                    <a:pt x="1246889" y="2781110"/>
                  </a:lnTo>
                  <a:lnTo>
                    <a:pt x="1247524" y="2781066"/>
                  </a:lnTo>
                  <a:lnTo>
                    <a:pt x="1248159" y="2781014"/>
                  </a:lnTo>
                  <a:lnTo>
                    <a:pt x="1248794" y="2780916"/>
                  </a:lnTo>
                  <a:lnTo>
                    <a:pt x="1249429" y="2780751"/>
                  </a:lnTo>
                  <a:lnTo>
                    <a:pt x="1250064" y="2780916"/>
                  </a:lnTo>
                  <a:lnTo>
                    <a:pt x="1250698" y="2781093"/>
                  </a:lnTo>
                  <a:lnTo>
                    <a:pt x="1251333" y="2781300"/>
                  </a:lnTo>
                  <a:lnTo>
                    <a:pt x="1251968" y="2781518"/>
                  </a:lnTo>
                  <a:lnTo>
                    <a:pt x="1252603" y="2781736"/>
                  </a:lnTo>
                  <a:lnTo>
                    <a:pt x="1253238" y="2781954"/>
                  </a:lnTo>
                  <a:lnTo>
                    <a:pt x="1253873" y="2782172"/>
                  </a:lnTo>
                  <a:lnTo>
                    <a:pt x="1254508" y="2782391"/>
                  </a:lnTo>
                  <a:lnTo>
                    <a:pt x="1255142" y="2782609"/>
                  </a:lnTo>
                  <a:lnTo>
                    <a:pt x="1255777" y="2782827"/>
                  </a:lnTo>
                  <a:lnTo>
                    <a:pt x="1256412" y="2783045"/>
                  </a:lnTo>
                  <a:lnTo>
                    <a:pt x="1257047" y="2783263"/>
                  </a:lnTo>
                  <a:lnTo>
                    <a:pt x="1257682" y="2783531"/>
                  </a:lnTo>
                  <a:lnTo>
                    <a:pt x="1258317" y="2783952"/>
                  </a:lnTo>
                  <a:lnTo>
                    <a:pt x="1258951" y="2784372"/>
                  </a:lnTo>
                  <a:lnTo>
                    <a:pt x="1259586" y="2784752"/>
                  </a:lnTo>
                  <a:lnTo>
                    <a:pt x="1260221" y="2785172"/>
                  </a:lnTo>
                  <a:lnTo>
                    <a:pt x="1260856" y="2785552"/>
                  </a:lnTo>
                  <a:lnTo>
                    <a:pt x="1261491" y="2785931"/>
                  </a:lnTo>
                  <a:lnTo>
                    <a:pt x="1262126" y="2786523"/>
                  </a:lnTo>
                  <a:lnTo>
                    <a:pt x="1262761" y="2787268"/>
                  </a:lnTo>
                  <a:lnTo>
                    <a:pt x="1263395" y="2788020"/>
                  </a:lnTo>
                  <a:lnTo>
                    <a:pt x="1264030" y="2788771"/>
                  </a:lnTo>
                  <a:lnTo>
                    <a:pt x="1264665" y="2789523"/>
                  </a:lnTo>
                  <a:lnTo>
                    <a:pt x="1265300" y="2790274"/>
                  </a:lnTo>
                  <a:lnTo>
                    <a:pt x="1265935" y="2791026"/>
                  </a:lnTo>
                  <a:lnTo>
                    <a:pt x="1266570" y="2791777"/>
                  </a:lnTo>
                  <a:lnTo>
                    <a:pt x="1267204" y="2792478"/>
                  </a:lnTo>
                  <a:lnTo>
                    <a:pt x="1267839" y="2793027"/>
                  </a:lnTo>
                  <a:lnTo>
                    <a:pt x="1268474" y="2793576"/>
                  </a:lnTo>
                  <a:lnTo>
                    <a:pt x="1269109" y="2794125"/>
                  </a:lnTo>
                  <a:lnTo>
                    <a:pt x="1269744" y="2794668"/>
                  </a:lnTo>
                  <a:lnTo>
                    <a:pt x="1270379" y="2795210"/>
                  </a:lnTo>
                  <a:lnTo>
                    <a:pt x="1271014" y="2795732"/>
                  </a:lnTo>
                  <a:lnTo>
                    <a:pt x="1271648" y="2796040"/>
                  </a:lnTo>
                  <a:lnTo>
                    <a:pt x="1272283" y="2796217"/>
                  </a:lnTo>
                  <a:lnTo>
                    <a:pt x="1272918" y="2796217"/>
                  </a:lnTo>
                  <a:lnTo>
                    <a:pt x="1273553" y="2796217"/>
                  </a:lnTo>
                  <a:lnTo>
                    <a:pt x="1274188" y="2796217"/>
                  </a:lnTo>
                  <a:lnTo>
                    <a:pt x="1274823" y="2796217"/>
                  </a:lnTo>
                  <a:lnTo>
                    <a:pt x="1275457" y="2796217"/>
                  </a:lnTo>
                  <a:lnTo>
                    <a:pt x="1276092" y="2796217"/>
                  </a:lnTo>
                  <a:lnTo>
                    <a:pt x="1276727" y="2796217"/>
                  </a:lnTo>
                  <a:lnTo>
                    <a:pt x="1277362" y="2796217"/>
                  </a:lnTo>
                  <a:lnTo>
                    <a:pt x="1277997" y="2796217"/>
                  </a:lnTo>
                  <a:lnTo>
                    <a:pt x="1278632" y="2796217"/>
                  </a:lnTo>
                  <a:lnTo>
                    <a:pt x="1279266" y="2796217"/>
                  </a:lnTo>
                  <a:lnTo>
                    <a:pt x="1279901" y="2796217"/>
                  </a:lnTo>
                  <a:lnTo>
                    <a:pt x="1280536" y="2796217"/>
                  </a:lnTo>
                  <a:lnTo>
                    <a:pt x="1281171" y="2796217"/>
                  </a:lnTo>
                  <a:lnTo>
                    <a:pt x="1281806" y="2796217"/>
                  </a:lnTo>
                  <a:lnTo>
                    <a:pt x="1282441" y="2796217"/>
                  </a:lnTo>
                  <a:lnTo>
                    <a:pt x="1283076" y="2796217"/>
                  </a:lnTo>
                  <a:lnTo>
                    <a:pt x="1283710" y="2796217"/>
                  </a:lnTo>
                  <a:lnTo>
                    <a:pt x="1284345" y="2796217"/>
                  </a:lnTo>
                  <a:lnTo>
                    <a:pt x="1284980" y="2796217"/>
                  </a:lnTo>
                  <a:lnTo>
                    <a:pt x="1285615" y="2796217"/>
                  </a:lnTo>
                  <a:lnTo>
                    <a:pt x="1286250" y="2796217"/>
                  </a:lnTo>
                  <a:lnTo>
                    <a:pt x="1286885" y="2796217"/>
                  </a:lnTo>
                  <a:lnTo>
                    <a:pt x="1287519" y="2796217"/>
                  </a:lnTo>
                  <a:lnTo>
                    <a:pt x="1288154" y="2796217"/>
                  </a:lnTo>
                  <a:lnTo>
                    <a:pt x="1288789" y="2796217"/>
                  </a:lnTo>
                  <a:lnTo>
                    <a:pt x="1289424" y="2796217"/>
                  </a:lnTo>
                  <a:lnTo>
                    <a:pt x="1290059" y="2796217"/>
                  </a:lnTo>
                  <a:lnTo>
                    <a:pt x="1290694" y="2796217"/>
                  </a:lnTo>
                  <a:lnTo>
                    <a:pt x="1291329" y="2796217"/>
                  </a:lnTo>
                  <a:lnTo>
                    <a:pt x="1291963" y="2796217"/>
                  </a:lnTo>
                  <a:lnTo>
                    <a:pt x="1292598" y="2796217"/>
                  </a:lnTo>
                  <a:lnTo>
                    <a:pt x="1293233" y="2796217"/>
                  </a:lnTo>
                  <a:lnTo>
                    <a:pt x="1293868" y="2796217"/>
                  </a:lnTo>
                  <a:lnTo>
                    <a:pt x="1294503" y="2796217"/>
                  </a:lnTo>
                  <a:lnTo>
                    <a:pt x="1295138" y="2796217"/>
                  </a:lnTo>
                  <a:lnTo>
                    <a:pt x="1295772" y="2796217"/>
                  </a:lnTo>
                  <a:lnTo>
                    <a:pt x="1296407" y="2796390"/>
                  </a:lnTo>
                  <a:lnTo>
                    <a:pt x="1297042" y="2796734"/>
                  </a:lnTo>
                  <a:lnTo>
                    <a:pt x="1297677" y="2797139"/>
                  </a:lnTo>
                  <a:lnTo>
                    <a:pt x="1298312" y="2797543"/>
                  </a:lnTo>
                  <a:lnTo>
                    <a:pt x="1298947" y="2797948"/>
                  </a:lnTo>
                  <a:lnTo>
                    <a:pt x="1299582" y="2798353"/>
                  </a:lnTo>
                  <a:lnTo>
                    <a:pt x="1300216" y="2798553"/>
                  </a:lnTo>
                  <a:lnTo>
                    <a:pt x="1300851" y="2798707"/>
                  </a:lnTo>
                  <a:lnTo>
                    <a:pt x="1301486" y="2798835"/>
                  </a:lnTo>
                  <a:lnTo>
                    <a:pt x="1302121" y="2799042"/>
                  </a:lnTo>
                  <a:lnTo>
                    <a:pt x="1302756" y="2799274"/>
                  </a:lnTo>
                  <a:lnTo>
                    <a:pt x="1303391" y="2799506"/>
                  </a:lnTo>
                  <a:lnTo>
                    <a:pt x="1304025" y="2799647"/>
                  </a:lnTo>
                  <a:lnTo>
                    <a:pt x="1304660" y="2799595"/>
                  </a:lnTo>
                  <a:lnTo>
                    <a:pt x="1305295" y="2799260"/>
                  </a:lnTo>
                  <a:lnTo>
                    <a:pt x="1305930" y="2799010"/>
                  </a:lnTo>
                  <a:lnTo>
                    <a:pt x="1306565" y="2798884"/>
                  </a:lnTo>
                  <a:lnTo>
                    <a:pt x="1307200" y="2798741"/>
                  </a:lnTo>
                  <a:lnTo>
                    <a:pt x="1307835" y="2798751"/>
                  </a:lnTo>
                  <a:lnTo>
                    <a:pt x="1308469" y="2798830"/>
                  </a:lnTo>
                  <a:lnTo>
                    <a:pt x="1309104" y="2798908"/>
                  </a:lnTo>
                  <a:lnTo>
                    <a:pt x="1309739" y="2798986"/>
                  </a:lnTo>
                  <a:lnTo>
                    <a:pt x="1310374" y="2799149"/>
                  </a:lnTo>
                  <a:lnTo>
                    <a:pt x="1311009" y="2799315"/>
                  </a:lnTo>
                  <a:lnTo>
                    <a:pt x="1311644" y="2799404"/>
                  </a:lnTo>
                  <a:lnTo>
                    <a:pt x="1312278" y="2799610"/>
                  </a:lnTo>
                  <a:lnTo>
                    <a:pt x="1312913" y="2799815"/>
                  </a:lnTo>
                  <a:lnTo>
                    <a:pt x="1313548" y="2800066"/>
                  </a:lnTo>
                  <a:lnTo>
                    <a:pt x="1314183" y="2800413"/>
                  </a:lnTo>
                  <a:lnTo>
                    <a:pt x="1314818" y="2800901"/>
                  </a:lnTo>
                  <a:lnTo>
                    <a:pt x="1315453" y="2801409"/>
                  </a:lnTo>
                  <a:lnTo>
                    <a:pt x="1316088" y="2801879"/>
                  </a:lnTo>
                  <a:lnTo>
                    <a:pt x="1316722" y="2802266"/>
                  </a:lnTo>
                  <a:lnTo>
                    <a:pt x="1317357" y="2802468"/>
                  </a:lnTo>
                  <a:lnTo>
                    <a:pt x="1317992" y="2802738"/>
                  </a:lnTo>
                  <a:lnTo>
                    <a:pt x="1318627" y="2802826"/>
                  </a:lnTo>
                  <a:lnTo>
                    <a:pt x="1319262" y="2802900"/>
                  </a:lnTo>
                  <a:lnTo>
                    <a:pt x="1319897" y="2802934"/>
                  </a:lnTo>
                  <a:lnTo>
                    <a:pt x="1320531" y="2802987"/>
                  </a:lnTo>
                  <a:lnTo>
                    <a:pt x="1321166" y="2803223"/>
                  </a:lnTo>
                  <a:lnTo>
                    <a:pt x="1321801" y="2803700"/>
                  </a:lnTo>
                  <a:lnTo>
                    <a:pt x="1322436" y="2803926"/>
                  </a:lnTo>
                  <a:lnTo>
                    <a:pt x="1323071" y="2804151"/>
                  </a:lnTo>
                  <a:lnTo>
                    <a:pt x="1323706" y="2804060"/>
                  </a:lnTo>
                  <a:lnTo>
                    <a:pt x="1324341" y="2804009"/>
                  </a:lnTo>
                  <a:lnTo>
                    <a:pt x="1324975" y="2803826"/>
                  </a:lnTo>
                  <a:lnTo>
                    <a:pt x="1325610" y="2803349"/>
                  </a:lnTo>
                  <a:lnTo>
                    <a:pt x="1326245" y="2803257"/>
                  </a:lnTo>
                  <a:lnTo>
                    <a:pt x="1326880" y="2803274"/>
                  </a:lnTo>
                  <a:lnTo>
                    <a:pt x="1327515" y="2803473"/>
                  </a:lnTo>
                  <a:lnTo>
                    <a:pt x="1328150" y="2803806"/>
                  </a:lnTo>
                  <a:lnTo>
                    <a:pt x="1328784" y="2804138"/>
                  </a:lnTo>
                  <a:lnTo>
                    <a:pt x="1329419" y="2804445"/>
                  </a:lnTo>
                  <a:lnTo>
                    <a:pt x="1330054" y="2804594"/>
                  </a:lnTo>
                  <a:lnTo>
                    <a:pt x="1330689" y="2804570"/>
                  </a:lnTo>
                  <a:lnTo>
                    <a:pt x="1331324" y="2804338"/>
                  </a:lnTo>
                  <a:lnTo>
                    <a:pt x="1331959" y="2804303"/>
                  </a:lnTo>
                  <a:lnTo>
                    <a:pt x="1332593" y="2804079"/>
                  </a:lnTo>
                  <a:lnTo>
                    <a:pt x="1333228" y="2803957"/>
                  </a:lnTo>
                  <a:lnTo>
                    <a:pt x="1333863" y="2803824"/>
                  </a:lnTo>
                  <a:lnTo>
                    <a:pt x="1334498" y="2803853"/>
                  </a:lnTo>
                  <a:lnTo>
                    <a:pt x="1335133" y="2804194"/>
                  </a:lnTo>
                  <a:lnTo>
                    <a:pt x="1335768" y="2804467"/>
                  </a:lnTo>
                  <a:lnTo>
                    <a:pt x="1336403" y="2804649"/>
                  </a:lnTo>
                  <a:lnTo>
                    <a:pt x="1337037" y="2804548"/>
                  </a:lnTo>
                  <a:lnTo>
                    <a:pt x="1337672" y="2804345"/>
                  </a:lnTo>
                  <a:lnTo>
                    <a:pt x="1338307" y="2804143"/>
                  </a:lnTo>
                  <a:lnTo>
                    <a:pt x="1338942" y="2803971"/>
                  </a:lnTo>
                  <a:lnTo>
                    <a:pt x="1339577" y="2803971"/>
                  </a:lnTo>
                  <a:lnTo>
                    <a:pt x="1340212" y="2803971"/>
                  </a:lnTo>
                  <a:lnTo>
                    <a:pt x="1340846" y="2804148"/>
                  </a:lnTo>
                  <a:lnTo>
                    <a:pt x="1341481" y="2804366"/>
                  </a:lnTo>
                  <a:lnTo>
                    <a:pt x="1342116" y="2804584"/>
                  </a:lnTo>
                  <a:lnTo>
                    <a:pt x="1342751" y="2804802"/>
                  </a:lnTo>
                  <a:lnTo>
                    <a:pt x="1343386" y="2805020"/>
                  </a:lnTo>
                  <a:lnTo>
                    <a:pt x="1344021" y="2805238"/>
                  </a:lnTo>
                  <a:lnTo>
                    <a:pt x="1344656" y="2805456"/>
                  </a:lnTo>
                  <a:lnTo>
                    <a:pt x="1345290" y="2805674"/>
                  </a:lnTo>
                  <a:lnTo>
                    <a:pt x="1345925" y="2805892"/>
                  </a:lnTo>
                  <a:lnTo>
                    <a:pt x="1346560" y="2806242"/>
                  </a:lnTo>
                  <a:lnTo>
                    <a:pt x="1347195" y="2806673"/>
                  </a:lnTo>
                  <a:lnTo>
                    <a:pt x="1347830" y="2807295"/>
                  </a:lnTo>
                  <a:lnTo>
                    <a:pt x="1348465" y="2807918"/>
                  </a:lnTo>
                  <a:lnTo>
                    <a:pt x="1349099" y="2808541"/>
                  </a:lnTo>
                  <a:lnTo>
                    <a:pt x="1349734" y="2809174"/>
                  </a:lnTo>
                  <a:lnTo>
                    <a:pt x="1350369" y="2809958"/>
                  </a:lnTo>
                  <a:lnTo>
                    <a:pt x="1351004" y="2810566"/>
                  </a:lnTo>
                  <a:lnTo>
                    <a:pt x="1351639" y="2811264"/>
                  </a:lnTo>
                  <a:lnTo>
                    <a:pt x="1352274" y="2812074"/>
                  </a:lnTo>
                  <a:lnTo>
                    <a:pt x="1352909" y="2812883"/>
                  </a:lnTo>
                  <a:lnTo>
                    <a:pt x="1353543" y="2813693"/>
                  </a:lnTo>
                  <a:lnTo>
                    <a:pt x="1354178" y="2814503"/>
                  </a:lnTo>
                  <a:lnTo>
                    <a:pt x="1354813" y="2815313"/>
                  </a:lnTo>
                  <a:lnTo>
                    <a:pt x="1355448" y="2816213"/>
                  </a:lnTo>
                  <a:lnTo>
                    <a:pt x="1356083" y="2817215"/>
                  </a:lnTo>
                  <a:lnTo>
                    <a:pt x="1356718" y="2817968"/>
                  </a:lnTo>
                  <a:lnTo>
                    <a:pt x="1357352" y="2818726"/>
                  </a:lnTo>
                  <a:lnTo>
                    <a:pt x="1357987" y="2819513"/>
                  </a:lnTo>
                  <a:lnTo>
                    <a:pt x="1358622" y="2820193"/>
                  </a:lnTo>
                  <a:lnTo>
                    <a:pt x="1359257" y="2820798"/>
                  </a:lnTo>
                  <a:lnTo>
                    <a:pt x="1359892" y="2821320"/>
                  </a:lnTo>
                  <a:lnTo>
                    <a:pt x="1360527" y="2821973"/>
                  </a:lnTo>
                  <a:lnTo>
                    <a:pt x="1361162" y="2822651"/>
                  </a:lnTo>
                  <a:lnTo>
                    <a:pt x="1361796" y="2823258"/>
                  </a:lnTo>
                  <a:lnTo>
                    <a:pt x="1362431" y="2823865"/>
                  </a:lnTo>
                  <a:lnTo>
                    <a:pt x="1363066" y="2824340"/>
                  </a:lnTo>
                  <a:lnTo>
                    <a:pt x="1363701" y="2824623"/>
                  </a:lnTo>
                  <a:lnTo>
                    <a:pt x="1364336" y="2824825"/>
                  </a:lnTo>
                  <a:lnTo>
                    <a:pt x="1364971" y="2824969"/>
                  </a:lnTo>
                  <a:lnTo>
                    <a:pt x="1365605" y="2824963"/>
                  </a:lnTo>
                  <a:lnTo>
                    <a:pt x="1366240" y="2824869"/>
                  </a:lnTo>
                  <a:lnTo>
                    <a:pt x="1366875" y="2824732"/>
                  </a:lnTo>
                  <a:lnTo>
                    <a:pt x="1367510" y="2824563"/>
                  </a:lnTo>
                  <a:lnTo>
                    <a:pt x="1368145" y="2824438"/>
                  </a:lnTo>
                  <a:lnTo>
                    <a:pt x="1368780" y="2824233"/>
                  </a:lnTo>
                  <a:lnTo>
                    <a:pt x="1369415" y="2824162"/>
                  </a:lnTo>
                  <a:lnTo>
                    <a:pt x="1370049" y="2823889"/>
                  </a:lnTo>
                  <a:lnTo>
                    <a:pt x="1370684" y="2823282"/>
                  </a:lnTo>
                  <a:lnTo>
                    <a:pt x="1371319" y="2822674"/>
                  </a:lnTo>
                  <a:lnTo>
                    <a:pt x="1371954" y="2821895"/>
                  </a:lnTo>
                  <a:lnTo>
                    <a:pt x="1372589" y="2821217"/>
                  </a:lnTo>
                  <a:lnTo>
                    <a:pt x="1373224" y="2820731"/>
                  </a:lnTo>
                  <a:lnTo>
                    <a:pt x="1373858" y="2820326"/>
                  </a:lnTo>
                  <a:lnTo>
                    <a:pt x="1374493" y="2819921"/>
                  </a:lnTo>
                  <a:lnTo>
                    <a:pt x="1375128" y="2819486"/>
                  </a:lnTo>
                  <a:lnTo>
                    <a:pt x="1375763" y="2818879"/>
                  </a:lnTo>
                  <a:lnTo>
                    <a:pt x="1376398" y="2818272"/>
                  </a:lnTo>
                  <a:lnTo>
                    <a:pt x="1377033" y="2817499"/>
                  </a:lnTo>
                  <a:lnTo>
                    <a:pt x="1377668" y="2816715"/>
                  </a:lnTo>
                  <a:lnTo>
                    <a:pt x="1378302" y="2815900"/>
                  </a:lnTo>
                  <a:lnTo>
                    <a:pt x="1378937" y="2815075"/>
                  </a:lnTo>
                  <a:lnTo>
                    <a:pt x="1379572" y="2814249"/>
                  </a:lnTo>
                  <a:lnTo>
                    <a:pt x="1380207" y="2813566"/>
                  </a:lnTo>
                  <a:lnTo>
                    <a:pt x="1380842" y="2812740"/>
                  </a:lnTo>
                  <a:lnTo>
                    <a:pt x="1381477" y="2812087"/>
                  </a:lnTo>
                  <a:lnTo>
                    <a:pt x="1382111" y="2811464"/>
                  </a:lnTo>
                  <a:lnTo>
                    <a:pt x="1382746" y="2810841"/>
                  </a:lnTo>
                  <a:lnTo>
                    <a:pt x="1383381" y="2810218"/>
                  </a:lnTo>
                  <a:lnTo>
                    <a:pt x="1384016" y="2809596"/>
                  </a:lnTo>
                  <a:lnTo>
                    <a:pt x="1384651" y="2809003"/>
                  </a:lnTo>
                  <a:lnTo>
                    <a:pt x="1385286" y="2808583"/>
                  </a:lnTo>
                  <a:lnTo>
                    <a:pt x="1385920" y="2808162"/>
                  </a:lnTo>
                  <a:lnTo>
                    <a:pt x="1386555" y="2807783"/>
                  </a:lnTo>
                  <a:lnTo>
                    <a:pt x="1387190" y="2807362"/>
                  </a:lnTo>
                  <a:lnTo>
                    <a:pt x="1387825" y="2806983"/>
                  </a:lnTo>
                  <a:lnTo>
                    <a:pt x="1388460" y="2806603"/>
                  </a:lnTo>
                  <a:lnTo>
                    <a:pt x="1389095" y="2806082"/>
                  </a:lnTo>
                  <a:lnTo>
                    <a:pt x="1389730" y="2805600"/>
                  </a:lnTo>
                  <a:lnTo>
                    <a:pt x="1390364" y="2805253"/>
                  </a:lnTo>
                  <a:lnTo>
                    <a:pt x="1390999" y="2804907"/>
                  </a:lnTo>
                  <a:lnTo>
                    <a:pt x="1391634" y="2804560"/>
                  </a:lnTo>
                  <a:lnTo>
                    <a:pt x="1392269" y="2804213"/>
                  </a:lnTo>
                  <a:lnTo>
                    <a:pt x="1392904" y="2803867"/>
                  </a:lnTo>
                  <a:lnTo>
                    <a:pt x="1393539" y="2803520"/>
                  </a:lnTo>
                  <a:lnTo>
                    <a:pt x="1394173" y="2803174"/>
                  </a:lnTo>
                  <a:lnTo>
                    <a:pt x="1394808" y="2802827"/>
                  </a:lnTo>
                  <a:lnTo>
                    <a:pt x="1395443" y="2802480"/>
                  </a:lnTo>
                  <a:lnTo>
                    <a:pt x="1396078" y="2802134"/>
                  </a:lnTo>
                  <a:lnTo>
                    <a:pt x="1396713" y="2801793"/>
                  </a:lnTo>
                  <a:lnTo>
                    <a:pt x="1397348" y="2801453"/>
                  </a:lnTo>
                  <a:lnTo>
                    <a:pt x="1397983" y="2801134"/>
                  </a:lnTo>
                  <a:lnTo>
                    <a:pt x="1398617" y="2800957"/>
                  </a:lnTo>
                  <a:lnTo>
                    <a:pt x="1399252" y="2800780"/>
                  </a:lnTo>
                  <a:lnTo>
                    <a:pt x="1399887" y="2800780"/>
                  </a:lnTo>
                  <a:lnTo>
                    <a:pt x="1400522" y="2800780"/>
                  </a:lnTo>
                  <a:lnTo>
                    <a:pt x="1401157" y="2800780"/>
                  </a:lnTo>
                  <a:lnTo>
                    <a:pt x="1401792" y="2800780"/>
                  </a:lnTo>
                  <a:lnTo>
                    <a:pt x="1402426" y="2800780"/>
                  </a:lnTo>
                  <a:lnTo>
                    <a:pt x="1403061" y="2800780"/>
                  </a:lnTo>
                  <a:lnTo>
                    <a:pt x="1403696" y="2800780"/>
                  </a:lnTo>
                  <a:lnTo>
                    <a:pt x="1404331" y="2800780"/>
                  </a:lnTo>
                  <a:lnTo>
                    <a:pt x="1404966" y="2800780"/>
                  </a:lnTo>
                  <a:lnTo>
                    <a:pt x="1405601" y="2800780"/>
                  </a:lnTo>
                  <a:lnTo>
                    <a:pt x="1406236" y="2800780"/>
                  </a:lnTo>
                  <a:lnTo>
                    <a:pt x="1406870" y="2800780"/>
                  </a:lnTo>
                  <a:lnTo>
                    <a:pt x="1407505" y="2800957"/>
                  </a:lnTo>
                  <a:lnTo>
                    <a:pt x="1408140" y="2801134"/>
                  </a:lnTo>
                  <a:lnTo>
                    <a:pt x="1408775" y="2801352"/>
                  </a:lnTo>
                  <a:lnTo>
                    <a:pt x="1409410" y="2801570"/>
                  </a:lnTo>
                  <a:lnTo>
                    <a:pt x="1410045" y="2801788"/>
                  </a:lnTo>
                  <a:lnTo>
                    <a:pt x="1410679" y="2802006"/>
                  </a:lnTo>
                  <a:lnTo>
                    <a:pt x="1411314" y="2802200"/>
                  </a:lnTo>
                  <a:lnTo>
                    <a:pt x="1411949" y="2802252"/>
                  </a:lnTo>
                  <a:lnTo>
                    <a:pt x="1412584" y="2802303"/>
                  </a:lnTo>
                  <a:lnTo>
                    <a:pt x="1413219" y="2802355"/>
                  </a:lnTo>
                  <a:lnTo>
                    <a:pt x="1413854" y="2802407"/>
                  </a:lnTo>
                  <a:lnTo>
                    <a:pt x="1414489" y="2802310"/>
                  </a:lnTo>
                  <a:lnTo>
                    <a:pt x="1415123" y="2802196"/>
                  </a:lnTo>
                  <a:lnTo>
                    <a:pt x="1415758" y="2802082"/>
                  </a:lnTo>
                  <a:lnTo>
                    <a:pt x="1416393" y="2801967"/>
                  </a:lnTo>
                  <a:lnTo>
                    <a:pt x="1417028" y="2801799"/>
                  </a:lnTo>
                  <a:lnTo>
                    <a:pt x="1417663" y="2801614"/>
                  </a:lnTo>
                  <a:lnTo>
                    <a:pt x="1418298" y="2801209"/>
                  </a:lnTo>
                  <a:lnTo>
                    <a:pt x="1418932" y="2800805"/>
                  </a:lnTo>
                  <a:lnTo>
                    <a:pt x="1419567" y="2800400"/>
                  </a:lnTo>
                  <a:lnTo>
                    <a:pt x="1420202" y="2799995"/>
                  </a:lnTo>
                  <a:lnTo>
                    <a:pt x="1420837" y="2799620"/>
                  </a:lnTo>
                  <a:lnTo>
                    <a:pt x="1421472" y="2799418"/>
                  </a:lnTo>
                  <a:lnTo>
                    <a:pt x="1422107" y="2799216"/>
                  </a:lnTo>
                  <a:lnTo>
                    <a:pt x="1422742" y="2799013"/>
                  </a:lnTo>
                  <a:lnTo>
                    <a:pt x="1423376" y="2798811"/>
                  </a:lnTo>
                  <a:lnTo>
                    <a:pt x="1424011" y="2798790"/>
                  </a:lnTo>
                  <a:lnTo>
                    <a:pt x="1424646" y="2798790"/>
                  </a:lnTo>
                  <a:lnTo>
                    <a:pt x="1425281" y="2798938"/>
                  </a:lnTo>
                  <a:lnTo>
                    <a:pt x="1425916" y="2798942"/>
                  </a:lnTo>
                  <a:lnTo>
                    <a:pt x="1426551" y="2799045"/>
                  </a:lnTo>
                  <a:lnTo>
                    <a:pt x="1427185" y="2799094"/>
                  </a:lnTo>
                  <a:lnTo>
                    <a:pt x="1427820" y="2799151"/>
                  </a:lnTo>
                  <a:lnTo>
                    <a:pt x="1428455" y="2799208"/>
                  </a:lnTo>
                  <a:lnTo>
                    <a:pt x="1429090" y="2799266"/>
                  </a:lnTo>
                  <a:lnTo>
                    <a:pt x="1429725" y="2799323"/>
                  </a:lnTo>
                  <a:lnTo>
                    <a:pt x="1430360" y="2799380"/>
                  </a:lnTo>
                  <a:lnTo>
                    <a:pt x="1430995" y="2799529"/>
                  </a:lnTo>
                  <a:lnTo>
                    <a:pt x="1431629" y="2799870"/>
                  </a:lnTo>
                  <a:lnTo>
                    <a:pt x="1432264" y="2800494"/>
                  </a:lnTo>
                  <a:lnTo>
                    <a:pt x="1432899" y="2800910"/>
                  </a:lnTo>
                  <a:lnTo>
                    <a:pt x="1433534" y="2801079"/>
                  </a:lnTo>
                  <a:lnTo>
                    <a:pt x="1434169" y="2801223"/>
                  </a:lnTo>
                  <a:lnTo>
                    <a:pt x="1434804" y="2801218"/>
                  </a:lnTo>
                  <a:lnTo>
                    <a:pt x="1435438" y="2801252"/>
                  </a:lnTo>
                  <a:lnTo>
                    <a:pt x="1436073" y="2801199"/>
                  </a:lnTo>
                  <a:lnTo>
                    <a:pt x="1436708" y="2801223"/>
                  </a:lnTo>
                  <a:lnTo>
                    <a:pt x="1437343" y="2801017"/>
                  </a:lnTo>
                  <a:lnTo>
                    <a:pt x="1437978" y="2800812"/>
                  </a:lnTo>
                  <a:lnTo>
                    <a:pt x="1438613" y="2800606"/>
                  </a:lnTo>
                  <a:lnTo>
                    <a:pt x="1439248" y="2800401"/>
                  </a:lnTo>
                  <a:lnTo>
                    <a:pt x="1439882" y="2800196"/>
                  </a:lnTo>
                  <a:lnTo>
                    <a:pt x="1440517" y="2799945"/>
                  </a:lnTo>
                  <a:lnTo>
                    <a:pt x="1441152" y="2799598"/>
                  </a:lnTo>
                  <a:lnTo>
                    <a:pt x="1441787" y="2799110"/>
                  </a:lnTo>
                  <a:lnTo>
                    <a:pt x="1442422" y="2798602"/>
                  </a:lnTo>
                  <a:lnTo>
                    <a:pt x="1443057" y="2798132"/>
                  </a:lnTo>
                  <a:lnTo>
                    <a:pt x="1443691" y="2797744"/>
                  </a:lnTo>
                  <a:lnTo>
                    <a:pt x="1444326" y="2797542"/>
                  </a:lnTo>
                  <a:lnTo>
                    <a:pt x="1444961" y="2797384"/>
                  </a:lnTo>
                  <a:lnTo>
                    <a:pt x="1445596" y="2797499"/>
                  </a:lnTo>
                  <a:lnTo>
                    <a:pt x="1446231" y="2797627"/>
                  </a:lnTo>
                  <a:lnTo>
                    <a:pt x="1446866" y="2797796"/>
                  </a:lnTo>
                  <a:lnTo>
                    <a:pt x="1447500" y="2797965"/>
                  </a:lnTo>
                  <a:lnTo>
                    <a:pt x="1448135" y="2798133"/>
                  </a:lnTo>
                  <a:lnTo>
                    <a:pt x="1448770" y="2798396"/>
                  </a:lnTo>
                  <a:lnTo>
                    <a:pt x="1449405" y="2798980"/>
                  </a:lnTo>
                  <a:lnTo>
                    <a:pt x="1450040" y="2799675"/>
                  </a:lnTo>
                  <a:lnTo>
                    <a:pt x="1450675" y="2800454"/>
                  </a:lnTo>
                  <a:lnTo>
                    <a:pt x="1451310" y="2801365"/>
                  </a:lnTo>
                  <a:lnTo>
                    <a:pt x="1451944" y="2802409"/>
                  </a:lnTo>
                  <a:lnTo>
                    <a:pt x="1452579" y="2803686"/>
                  </a:lnTo>
                  <a:lnTo>
                    <a:pt x="1453214" y="2804830"/>
                  </a:lnTo>
                  <a:lnTo>
                    <a:pt x="1453849" y="2805941"/>
                  </a:lnTo>
                  <a:lnTo>
                    <a:pt x="1454484" y="2807010"/>
                  </a:lnTo>
                  <a:lnTo>
                    <a:pt x="1455119" y="2807954"/>
                  </a:lnTo>
                  <a:lnTo>
                    <a:pt x="1455753" y="2808899"/>
                  </a:lnTo>
                  <a:lnTo>
                    <a:pt x="1456388" y="2809868"/>
                  </a:lnTo>
                  <a:lnTo>
                    <a:pt x="1457023" y="2810979"/>
                  </a:lnTo>
                  <a:lnTo>
                    <a:pt x="1457658" y="2812114"/>
                  </a:lnTo>
                  <a:lnTo>
                    <a:pt x="1458293" y="2813182"/>
                  </a:lnTo>
                  <a:lnTo>
                    <a:pt x="1458928" y="2813996"/>
                  </a:lnTo>
                  <a:lnTo>
                    <a:pt x="1459563" y="2814907"/>
                  </a:lnTo>
                  <a:lnTo>
                    <a:pt x="1460197" y="2815717"/>
                  </a:lnTo>
                  <a:lnTo>
                    <a:pt x="1460832" y="2816365"/>
                  </a:lnTo>
                  <a:lnTo>
                    <a:pt x="1461467" y="2816850"/>
                  </a:lnTo>
                  <a:lnTo>
                    <a:pt x="1462102" y="2817033"/>
                  </a:lnTo>
                  <a:lnTo>
                    <a:pt x="1462737" y="2817033"/>
                  </a:lnTo>
                  <a:lnTo>
                    <a:pt x="1463372" y="2816962"/>
                  </a:lnTo>
                  <a:lnTo>
                    <a:pt x="1464006" y="2816597"/>
                  </a:lnTo>
                  <a:lnTo>
                    <a:pt x="1464641" y="2816193"/>
                  </a:lnTo>
                  <a:lnTo>
                    <a:pt x="1465276" y="2815788"/>
                  </a:lnTo>
                  <a:lnTo>
                    <a:pt x="1465911" y="2815352"/>
                  </a:lnTo>
                  <a:lnTo>
                    <a:pt x="1466546" y="2814745"/>
                  </a:lnTo>
                  <a:lnTo>
                    <a:pt x="1467181" y="2814128"/>
                  </a:lnTo>
                  <a:lnTo>
                    <a:pt x="1467816" y="2813141"/>
                  </a:lnTo>
                  <a:lnTo>
                    <a:pt x="1468450" y="2811972"/>
                  </a:lnTo>
                  <a:lnTo>
                    <a:pt x="1469085" y="2810739"/>
                  </a:lnTo>
                  <a:lnTo>
                    <a:pt x="1469720" y="2809167"/>
                  </a:lnTo>
                  <a:lnTo>
                    <a:pt x="1470355" y="2807241"/>
                  </a:lnTo>
                  <a:lnTo>
                    <a:pt x="1470990" y="2805248"/>
                  </a:lnTo>
                  <a:lnTo>
                    <a:pt x="1471625" y="2803271"/>
                  </a:lnTo>
                  <a:lnTo>
                    <a:pt x="1472259" y="2801589"/>
                  </a:lnTo>
                  <a:lnTo>
                    <a:pt x="1472894" y="2799888"/>
                  </a:lnTo>
                  <a:lnTo>
                    <a:pt x="1473529" y="2798628"/>
                  </a:lnTo>
                  <a:lnTo>
                    <a:pt x="1474164" y="2797435"/>
                  </a:lnTo>
                  <a:lnTo>
                    <a:pt x="1474799" y="2796242"/>
                  </a:lnTo>
                  <a:lnTo>
                    <a:pt x="1475434" y="2795049"/>
                  </a:lnTo>
                  <a:lnTo>
                    <a:pt x="1476069" y="2793857"/>
                  </a:lnTo>
                  <a:lnTo>
                    <a:pt x="1476703" y="2792670"/>
                  </a:lnTo>
                  <a:lnTo>
                    <a:pt x="1477338" y="2791640"/>
                  </a:lnTo>
                  <a:lnTo>
                    <a:pt x="1477973" y="2790872"/>
                  </a:lnTo>
                  <a:lnTo>
                    <a:pt x="1478608" y="2790232"/>
                  </a:lnTo>
                  <a:lnTo>
                    <a:pt x="1479243" y="2789866"/>
                  </a:lnTo>
                  <a:lnTo>
                    <a:pt x="1479878" y="2789855"/>
                  </a:lnTo>
                  <a:lnTo>
                    <a:pt x="1480512" y="2789896"/>
                  </a:lnTo>
                  <a:lnTo>
                    <a:pt x="1481147" y="2789936"/>
                  </a:lnTo>
                  <a:lnTo>
                    <a:pt x="1481782" y="2789986"/>
                  </a:lnTo>
                  <a:lnTo>
                    <a:pt x="1482417" y="2790181"/>
                  </a:lnTo>
                  <a:lnTo>
                    <a:pt x="1483052" y="2790397"/>
                  </a:lnTo>
                  <a:lnTo>
                    <a:pt x="1483687" y="2790716"/>
                  </a:lnTo>
                  <a:lnTo>
                    <a:pt x="1484322" y="2791056"/>
                  </a:lnTo>
                  <a:lnTo>
                    <a:pt x="1484956" y="2791396"/>
                  </a:lnTo>
                  <a:lnTo>
                    <a:pt x="1485591" y="2791737"/>
                  </a:lnTo>
                  <a:lnTo>
                    <a:pt x="1486226" y="2792077"/>
                  </a:lnTo>
                  <a:lnTo>
                    <a:pt x="1486861" y="2792417"/>
                  </a:lnTo>
                  <a:lnTo>
                    <a:pt x="1487496" y="2792757"/>
                  </a:lnTo>
                  <a:lnTo>
                    <a:pt x="1488131" y="2793097"/>
                  </a:lnTo>
                  <a:lnTo>
                    <a:pt x="1488765" y="2793437"/>
                  </a:lnTo>
                  <a:lnTo>
                    <a:pt x="1489400" y="2793777"/>
                  </a:lnTo>
                  <a:lnTo>
                    <a:pt x="1490035" y="2794249"/>
                  </a:lnTo>
                  <a:lnTo>
                    <a:pt x="1490670" y="2794913"/>
                  </a:lnTo>
                  <a:lnTo>
                    <a:pt x="1491305" y="2795658"/>
                  </a:lnTo>
                  <a:lnTo>
                    <a:pt x="1491940" y="2796382"/>
                  </a:lnTo>
                  <a:lnTo>
                    <a:pt x="1492575" y="2796964"/>
                  </a:lnTo>
                  <a:lnTo>
                    <a:pt x="1493209" y="2797522"/>
                  </a:lnTo>
                  <a:lnTo>
                    <a:pt x="1493844" y="2797927"/>
                  </a:lnTo>
                  <a:lnTo>
                    <a:pt x="1494479" y="2798332"/>
                  </a:lnTo>
                  <a:lnTo>
                    <a:pt x="1495114" y="2798736"/>
                  </a:lnTo>
                  <a:lnTo>
                    <a:pt x="1495749" y="2799141"/>
                  </a:lnTo>
                  <a:lnTo>
                    <a:pt x="1496384" y="2799546"/>
                  </a:lnTo>
                  <a:lnTo>
                    <a:pt x="1497018" y="2799951"/>
                  </a:lnTo>
                  <a:lnTo>
                    <a:pt x="1497653" y="2800558"/>
                  </a:lnTo>
                  <a:lnTo>
                    <a:pt x="1498288" y="2801166"/>
                  </a:lnTo>
                  <a:lnTo>
                    <a:pt x="1498923" y="2801945"/>
                  </a:lnTo>
                  <a:lnTo>
                    <a:pt x="1499558" y="2802623"/>
                  </a:lnTo>
                  <a:lnTo>
                    <a:pt x="1500193" y="2803109"/>
                  </a:lnTo>
                  <a:lnTo>
                    <a:pt x="1500827" y="2803514"/>
                  </a:lnTo>
                  <a:lnTo>
                    <a:pt x="1501462" y="2803919"/>
                  </a:lnTo>
                  <a:lnTo>
                    <a:pt x="1502097" y="2804354"/>
                  </a:lnTo>
                  <a:lnTo>
                    <a:pt x="1502732" y="2804961"/>
                  </a:lnTo>
                  <a:lnTo>
                    <a:pt x="1503367" y="2805568"/>
                  </a:lnTo>
                  <a:lnTo>
                    <a:pt x="1504002" y="2806176"/>
                  </a:lnTo>
                  <a:lnTo>
                    <a:pt x="1504637" y="2806783"/>
                  </a:lnTo>
                  <a:lnTo>
                    <a:pt x="1505271" y="2807390"/>
                  </a:lnTo>
                  <a:lnTo>
                    <a:pt x="1505906" y="2807866"/>
                  </a:lnTo>
                  <a:lnTo>
                    <a:pt x="1506541" y="2808210"/>
                  </a:lnTo>
                  <a:lnTo>
                    <a:pt x="1507176" y="2808271"/>
                  </a:lnTo>
                  <a:lnTo>
                    <a:pt x="1507811" y="2808473"/>
                  </a:lnTo>
                  <a:lnTo>
                    <a:pt x="1508446" y="2808503"/>
                  </a:lnTo>
                  <a:lnTo>
                    <a:pt x="1509080" y="2808503"/>
                  </a:lnTo>
                  <a:lnTo>
                    <a:pt x="1509715" y="2808503"/>
                  </a:lnTo>
                  <a:lnTo>
                    <a:pt x="1510350" y="2808503"/>
                  </a:lnTo>
                  <a:lnTo>
                    <a:pt x="1510985" y="2808503"/>
                  </a:lnTo>
                  <a:lnTo>
                    <a:pt x="1511620" y="2808473"/>
                  </a:lnTo>
                  <a:lnTo>
                    <a:pt x="1512255" y="2808271"/>
                  </a:lnTo>
                  <a:lnTo>
                    <a:pt x="1512890" y="2808068"/>
                  </a:lnTo>
                  <a:lnTo>
                    <a:pt x="1513524" y="2807866"/>
                  </a:lnTo>
                  <a:lnTo>
                    <a:pt x="1514159" y="2807663"/>
                  </a:lnTo>
                  <a:lnTo>
                    <a:pt x="1514794" y="2807461"/>
                  </a:lnTo>
                  <a:lnTo>
                    <a:pt x="1515429" y="2807390"/>
                  </a:lnTo>
                  <a:lnTo>
                    <a:pt x="1516064" y="2807451"/>
                  </a:lnTo>
                  <a:lnTo>
                    <a:pt x="1516699" y="2807593"/>
                  </a:lnTo>
                  <a:lnTo>
                    <a:pt x="1517333" y="2807593"/>
                  </a:lnTo>
                  <a:lnTo>
                    <a:pt x="1517968" y="2807593"/>
                  </a:lnTo>
                  <a:lnTo>
                    <a:pt x="1518603" y="2807582"/>
                  </a:lnTo>
                  <a:lnTo>
                    <a:pt x="1519238" y="2807380"/>
                  </a:lnTo>
                  <a:lnTo>
                    <a:pt x="1519873" y="2807016"/>
                  </a:lnTo>
                  <a:lnTo>
                    <a:pt x="1520508" y="2806611"/>
                  </a:lnTo>
                  <a:lnTo>
                    <a:pt x="1521143" y="2806034"/>
                  </a:lnTo>
                  <a:lnTo>
                    <a:pt x="1521777" y="2805427"/>
                  </a:lnTo>
                  <a:lnTo>
                    <a:pt x="1522412" y="2804819"/>
                  </a:lnTo>
                  <a:lnTo>
                    <a:pt x="1523047" y="2804212"/>
                  </a:lnTo>
                  <a:lnTo>
                    <a:pt x="1523682" y="2803605"/>
                  </a:lnTo>
                  <a:lnTo>
                    <a:pt x="1524317" y="2802836"/>
                  </a:lnTo>
                  <a:lnTo>
                    <a:pt x="1524952" y="2801915"/>
                  </a:lnTo>
                  <a:lnTo>
                    <a:pt x="1525586" y="2800902"/>
                  </a:lnTo>
                  <a:lnTo>
                    <a:pt x="1526221" y="2800262"/>
                  </a:lnTo>
                  <a:lnTo>
                    <a:pt x="1526856" y="2799401"/>
                  </a:lnTo>
                  <a:lnTo>
                    <a:pt x="1527491" y="2798670"/>
                  </a:lnTo>
                  <a:lnTo>
                    <a:pt x="1528126" y="2797705"/>
                  </a:lnTo>
                  <a:lnTo>
                    <a:pt x="1528761" y="2796895"/>
                  </a:lnTo>
                  <a:lnTo>
                    <a:pt x="1529396" y="2796070"/>
                  </a:lnTo>
                  <a:lnTo>
                    <a:pt x="1530030" y="2795259"/>
                  </a:lnTo>
                  <a:lnTo>
                    <a:pt x="1530665" y="2794571"/>
                  </a:lnTo>
                  <a:lnTo>
                    <a:pt x="1531300" y="2793833"/>
                  </a:lnTo>
                  <a:lnTo>
                    <a:pt x="1531935" y="2793023"/>
                  </a:lnTo>
                  <a:lnTo>
                    <a:pt x="1532570" y="2792212"/>
                  </a:lnTo>
                  <a:lnTo>
                    <a:pt x="1533205" y="2791351"/>
                  </a:lnTo>
                  <a:lnTo>
                    <a:pt x="1533839" y="2790511"/>
                  </a:lnTo>
                  <a:lnTo>
                    <a:pt x="1534474" y="2789603"/>
                  </a:lnTo>
                  <a:lnTo>
                    <a:pt x="1535109" y="2788760"/>
                  </a:lnTo>
                  <a:lnTo>
                    <a:pt x="1535744" y="2787824"/>
                  </a:lnTo>
                  <a:lnTo>
                    <a:pt x="1536379" y="2786911"/>
                  </a:lnTo>
                  <a:lnTo>
                    <a:pt x="1537014" y="2786066"/>
                  </a:lnTo>
                  <a:lnTo>
                    <a:pt x="1537649" y="2785506"/>
                  </a:lnTo>
                  <a:lnTo>
                    <a:pt x="1538283" y="2784705"/>
                  </a:lnTo>
                  <a:lnTo>
                    <a:pt x="1538918" y="2784228"/>
                  </a:lnTo>
                  <a:lnTo>
                    <a:pt x="1539553" y="2783772"/>
                  </a:lnTo>
                  <a:lnTo>
                    <a:pt x="1540188" y="2783315"/>
                  </a:lnTo>
                  <a:lnTo>
                    <a:pt x="1540823" y="2782959"/>
                  </a:lnTo>
                  <a:lnTo>
                    <a:pt x="1541458" y="2782854"/>
                  </a:lnTo>
                  <a:lnTo>
                    <a:pt x="1542092" y="2782766"/>
                  </a:lnTo>
                  <a:lnTo>
                    <a:pt x="1542727" y="2782749"/>
                  </a:lnTo>
                  <a:lnTo>
                    <a:pt x="1543362" y="2782863"/>
                  </a:lnTo>
                  <a:lnTo>
                    <a:pt x="1543997" y="2783032"/>
                  </a:lnTo>
                  <a:lnTo>
                    <a:pt x="1544632" y="2783216"/>
                  </a:lnTo>
                  <a:lnTo>
                    <a:pt x="1545267" y="2783621"/>
                  </a:lnTo>
                  <a:lnTo>
                    <a:pt x="1545902" y="2783985"/>
                  </a:lnTo>
                  <a:lnTo>
                    <a:pt x="1546536" y="2784188"/>
                  </a:lnTo>
                  <a:lnTo>
                    <a:pt x="1547171" y="2784390"/>
                  </a:lnTo>
                  <a:lnTo>
                    <a:pt x="1547806" y="2784400"/>
                  </a:lnTo>
                  <a:lnTo>
                    <a:pt x="1548441" y="2784198"/>
                  </a:lnTo>
                  <a:lnTo>
                    <a:pt x="1549076" y="2783995"/>
                  </a:lnTo>
                  <a:lnTo>
                    <a:pt x="1549711" y="2783793"/>
                  </a:lnTo>
                  <a:lnTo>
                    <a:pt x="1550345" y="2783590"/>
                  </a:lnTo>
                  <a:lnTo>
                    <a:pt x="1550980" y="2783206"/>
                  </a:lnTo>
                  <a:lnTo>
                    <a:pt x="1551615" y="2782801"/>
                  </a:lnTo>
                  <a:lnTo>
                    <a:pt x="1552250" y="2782248"/>
                  </a:lnTo>
                  <a:lnTo>
                    <a:pt x="1552885" y="2781839"/>
                  </a:lnTo>
                  <a:lnTo>
                    <a:pt x="1553520" y="2781332"/>
                  </a:lnTo>
                  <a:lnTo>
                    <a:pt x="1554154" y="2780868"/>
                  </a:lnTo>
                  <a:lnTo>
                    <a:pt x="1554789" y="2780203"/>
                  </a:lnTo>
                  <a:lnTo>
                    <a:pt x="1555424" y="2779539"/>
                  </a:lnTo>
                  <a:lnTo>
                    <a:pt x="1556059" y="2778874"/>
                  </a:lnTo>
                  <a:lnTo>
                    <a:pt x="1556694" y="2778210"/>
                  </a:lnTo>
                  <a:lnTo>
                    <a:pt x="1557329" y="2777707"/>
                  </a:lnTo>
                  <a:lnTo>
                    <a:pt x="1557964" y="2777245"/>
                  </a:lnTo>
                  <a:lnTo>
                    <a:pt x="1558598" y="2776783"/>
                  </a:lnTo>
                  <a:lnTo>
                    <a:pt x="1559233" y="2776320"/>
                  </a:lnTo>
                  <a:lnTo>
                    <a:pt x="1559868" y="2775858"/>
                  </a:lnTo>
                  <a:lnTo>
                    <a:pt x="1560503" y="2775396"/>
                  </a:lnTo>
                  <a:lnTo>
                    <a:pt x="1561138" y="2774934"/>
                  </a:lnTo>
                  <a:lnTo>
                    <a:pt x="1561773" y="2774466"/>
                  </a:lnTo>
                  <a:lnTo>
                    <a:pt x="1562407" y="2773891"/>
                  </a:lnTo>
                  <a:lnTo>
                    <a:pt x="1563042" y="2773404"/>
                  </a:lnTo>
                  <a:lnTo>
                    <a:pt x="1563677" y="2772850"/>
                  </a:lnTo>
                  <a:lnTo>
                    <a:pt x="1564312" y="2772647"/>
                  </a:lnTo>
                  <a:lnTo>
                    <a:pt x="1564947" y="2772485"/>
                  </a:lnTo>
                  <a:lnTo>
                    <a:pt x="1565582" y="2772485"/>
                  </a:lnTo>
                  <a:lnTo>
                    <a:pt x="1566217" y="2772485"/>
                  </a:lnTo>
                  <a:lnTo>
                    <a:pt x="1566851" y="2772485"/>
                  </a:lnTo>
                  <a:lnTo>
                    <a:pt x="1567486" y="2772485"/>
                  </a:lnTo>
                  <a:lnTo>
                    <a:pt x="1568121" y="2772485"/>
                  </a:lnTo>
                  <a:lnTo>
                    <a:pt x="1568756" y="2772485"/>
                  </a:lnTo>
                  <a:lnTo>
                    <a:pt x="1569391" y="2772485"/>
                  </a:lnTo>
                  <a:lnTo>
                    <a:pt x="1570026" y="2772485"/>
                  </a:lnTo>
                  <a:lnTo>
                    <a:pt x="1570660" y="2772485"/>
                  </a:lnTo>
                  <a:lnTo>
                    <a:pt x="1571295" y="2772485"/>
                  </a:lnTo>
                  <a:lnTo>
                    <a:pt x="1571930" y="2772485"/>
                  </a:lnTo>
                  <a:lnTo>
                    <a:pt x="1572565" y="2772485"/>
                  </a:lnTo>
                  <a:lnTo>
                    <a:pt x="1573200" y="2772485"/>
                  </a:lnTo>
                  <a:lnTo>
                    <a:pt x="1573835" y="2772485"/>
                  </a:lnTo>
                  <a:lnTo>
                    <a:pt x="1574470" y="2772485"/>
                  </a:lnTo>
                  <a:lnTo>
                    <a:pt x="1575104" y="2772485"/>
                  </a:lnTo>
                  <a:lnTo>
                    <a:pt x="1575739" y="2772485"/>
                  </a:lnTo>
                  <a:lnTo>
                    <a:pt x="1576374" y="2772485"/>
                  </a:lnTo>
                  <a:lnTo>
                    <a:pt x="1577009" y="2772485"/>
                  </a:lnTo>
                  <a:lnTo>
                    <a:pt x="1577644" y="2772485"/>
                  </a:lnTo>
                  <a:lnTo>
                    <a:pt x="1578279" y="2772485"/>
                  </a:lnTo>
                  <a:lnTo>
                    <a:pt x="1578913" y="2772485"/>
                  </a:lnTo>
                  <a:lnTo>
                    <a:pt x="1579548" y="2772485"/>
                  </a:lnTo>
                  <a:lnTo>
                    <a:pt x="1580183" y="2772485"/>
                  </a:lnTo>
                  <a:lnTo>
                    <a:pt x="1580818" y="2772485"/>
                  </a:lnTo>
                  <a:lnTo>
                    <a:pt x="1581453" y="2772485"/>
                  </a:lnTo>
                  <a:lnTo>
                    <a:pt x="1582088" y="2772485"/>
                  </a:lnTo>
                  <a:lnTo>
                    <a:pt x="1582723" y="2772485"/>
                  </a:lnTo>
                  <a:lnTo>
                    <a:pt x="1583357" y="2772485"/>
                  </a:lnTo>
                  <a:lnTo>
                    <a:pt x="1583992" y="2772485"/>
                  </a:lnTo>
                  <a:lnTo>
                    <a:pt x="1584627" y="2772485"/>
                  </a:lnTo>
                  <a:lnTo>
                    <a:pt x="1585262" y="2772485"/>
                  </a:lnTo>
                  <a:lnTo>
                    <a:pt x="1585897" y="2772485"/>
                  </a:lnTo>
                  <a:lnTo>
                    <a:pt x="1586532" y="2772485"/>
                  </a:lnTo>
                  <a:lnTo>
                    <a:pt x="1587166" y="2772485"/>
                  </a:lnTo>
                  <a:lnTo>
                    <a:pt x="1587801" y="2772485"/>
                  </a:lnTo>
                  <a:lnTo>
                    <a:pt x="1588436" y="2772639"/>
                  </a:lnTo>
                  <a:lnTo>
                    <a:pt x="1589071" y="2772836"/>
                  </a:lnTo>
                  <a:lnTo>
                    <a:pt x="1589706" y="2773246"/>
                  </a:lnTo>
                  <a:lnTo>
                    <a:pt x="1590341" y="2773604"/>
                  </a:lnTo>
                  <a:lnTo>
                    <a:pt x="1590976" y="2774223"/>
                  </a:lnTo>
                  <a:lnTo>
                    <a:pt x="1591610" y="2774882"/>
                  </a:lnTo>
                  <a:lnTo>
                    <a:pt x="1592245" y="2775442"/>
                  </a:lnTo>
                  <a:lnTo>
                    <a:pt x="1592880" y="2775935"/>
                  </a:lnTo>
                  <a:lnTo>
                    <a:pt x="1593515" y="2776428"/>
                  </a:lnTo>
                  <a:lnTo>
                    <a:pt x="1594150" y="2776932"/>
                  </a:lnTo>
                  <a:lnTo>
                    <a:pt x="1594785" y="2777627"/>
                  </a:lnTo>
                  <a:lnTo>
                    <a:pt x="1595419" y="2778464"/>
                  </a:lnTo>
                  <a:lnTo>
                    <a:pt x="1596054" y="2779365"/>
                  </a:lnTo>
                  <a:lnTo>
                    <a:pt x="1596689" y="2780604"/>
                  </a:lnTo>
                  <a:lnTo>
                    <a:pt x="1597324" y="2782199"/>
                  </a:lnTo>
                  <a:lnTo>
                    <a:pt x="1597959" y="2783845"/>
                  </a:lnTo>
                  <a:lnTo>
                    <a:pt x="1598594" y="2785435"/>
                  </a:lnTo>
                  <a:lnTo>
                    <a:pt x="1599229" y="2786699"/>
                  </a:lnTo>
                  <a:lnTo>
                    <a:pt x="1599863" y="2787940"/>
                  </a:lnTo>
                  <a:lnTo>
                    <a:pt x="1600498" y="2788728"/>
                  </a:lnTo>
                  <a:lnTo>
                    <a:pt x="1601133" y="2789298"/>
                  </a:lnTo>
                  <a:lnTo>
                    <a:pt x="1601768" y="2789990"/>
                  </a:lnTo>
                  <a:lnTo>
                    <a:pt x="1602403" y="2790762"/>
                  </a:lnTo>
                  <a:lnTo>
                    <a:pt x="1603038" y="2791534"/>
                  </a:lnTo>
                  <a:lnTo>
                    <a:pt x="1603672" y="2792220"/>
                  </a:lnTo>
                  <a:lnTo>
                    <a:pt x="1604307" y="2792617"/>
                  </a:lnTo>
                  <a:lnTo>
                    <a:pt x="1604942" y="2793026"/>
                  </a:lnTo>
                  <a:lnTo>
                    <a:pt x="1605577" y="2793324"/>
                  </a:lnTo>
                  <a:lnTo>
                    <a:pt x="1606212" y="2793348"/>
                  </a:lnTo>
                  <a:lnTo>
                    <a:pt x="1606847" y="2792912"/>
                  </a:lnTo>
                  <a:lnTo>
                    <a:pt x="1607482" y="2792425"/>
                  </a:lnTo>
                  <a:lnTo>
                    <a:pt x="1608116" y="2791938"/>
                  </a:lnTo>
                  <a:lnTo>
                    <a:pt x="1608751" y="2791384"/>
                  </a:lnTo>
                  <a:lnTo>
                    <a:pt x="1609386" y="2790577"/>
                  </a:lnTo>
                  <a:lnTo>
                    <a:pt x="1610021" y="2789790"/>
                  </a:lnTo>
                  <a:lnTo>
                    <a:pt x="1610656" y="2789008"/>
                  </a:lnTo>
                  <a:lnTo>
                    <a:pt x="1611291" y="2788055"/>
                  </a:lnTo>
                  <a:lnTo>
                    <a:pt x="1611925" y="2787103"/>
                  </a:lnTo>
                  <a:lnTo>
                    <a:pt x="1612560" y="2786150"/>
                  </a:lnTo>
                  <a:lnTo>
                    <a:pt x="1613195" y="2785264"/>
                  </a:lnTo>
                  <a:lnTo>
                    <a:pt x="1613830" y="2784519"/>
                  </a:lnTo>
                  <a:lnTo>
                    <a:pt x="1614465" y="2783837"/>
                  </a:lnTo>
                  <a:lnTo>
                    <a:pt x="1615100" y="2783155"/>
                  </a:lnTo>
                  <a:lnTo>
                    <a:pt x="1615734" y="2782474"/>
                  </a:lnTo>
                  <a:lnTo>
                    <a:pt x="1616369" y="2781924"/>
                  </a:lnTo>
                  <a:lnTo>
                    <a:pt x="1617004" y="2781179"/>
                  </a:lnTo>
                  <a:lnTo>
                    <a:pt x="1617639" y="2780434"/>
                  </a:lnTo>
                  <a:lnTo>
                    <a:pt x="1618274" y="2779760"/>
                  </a:lnTo>
                  <a:lnTo>
                    <a:pt x="1618909" y="2779239"/>
                  </a:lnTo>
                  <a:lnTo>
                    <a:pt x="1619544" y="2778859"/>
                  </a:lnTo>
                  <a:lnTo>
                    <a:pt x="1620178" y="2778524"/>
                  </a:lnTo>
                  <a:lnTo>
                    <a:pt x="1620813" y="2778524"/>
                  </a:lnTo>
                  <a:lnTo>
                    <a:pt x="1621448" y="2778382"/>
                  </a:lnTo>
                  <a:lnTo>
                    <a:pt x="1622083" y="2778088"/>
                  </a:lnTo>
                  <a:lnTo>
                    <a:pt x="1622718" y="2777684"/>
                  </a:lnTo>
                  <a:lnTo>
                    <a:pt x="1623353" y="2777279"/>
                  </a:lnTo>
                  <a:lnTo>
                    <a:pt x="1623987" y="2776874"/>
                  </a:lnTo>
                  <a:lnTo>
                    <a:pt x="1624622" y="2776469"/>
                  </a:lnTo>
                  <a:lnTo>
                    <a:pt x="1625257" y="2776064"/>
                  </a:lnTo>
                  <a:lnTo>
                    <a:pt x="1625892" y="2775659"/>
                  </a:lnTo>
                  <a:lnTo>
                    <a:pt x="1626527" y="2775254"/>
                  </a:lnTo>
                  <a:lnTo>
                    <a:pt x="1627162" y="2774850"/>
                  </a:lnTo>
                  <a:lnTo>
                    <a:pt x="1627797" y="2774445"/>
                  </a:lnTo>
                  <a:lnTo>
                    <a:pt x="1628431" y="2774040"/>
                  </a:lnTo>
                  <a:lnTo>
                    <a:pt x="1629066" y="2773635"/>
                  </a:lnTo>
                  <a:lnTo>
                    <a:pt x="1629701" y="2773451"/>
                  </a:lnTo>
                  <a:lnTo>
                    <a:pt x="1630336" y="2773282"/>
                  </a:lnTo>
                  <a:lnTo>
                    <a:pt x="1630971" y="2773284"/>
                  </a:lnTo>
                  <a:lnTo>
                    <a:pt x="1631606" y="2773411"/>
                  </a:lnTo>
                  <a:lnTo>
                    <a:pt x="1632240" y="2773629"/>
                  </a:lnTo>
                  <a:lnTo>
                    <a:pt x="1632875" y="2773978"/>
                  </a:lnTo>
                  <a:lnTo>
                    <a:pt x="1633510" y="2774460"/>
                  </a:lnTo>
                  <a:lnTo>
                    <a:pt x="1634145" y="2775082"/>
                  </a:lnTo>
                  <a:lnTo>
                    <a:pt x="1634780" y="2775705"/>
                  </a:lnTo>
                  <a:lnTo>
                    <a:pt x="1635415" y="2776328"/>
                  </a:lnTo>
                  <a:lnTo>
                    <a:pt x="1636050" y="2776951"/>
                  </a:lnTo>
                  <a:lnTo>
                    <a:pt x="1636684" y="2777574"/>
                  </a:lnTo>
                  <a:lnTo>
                    <a:pt x="1637319" y="2778197"/>
                  </a:lnTo>
                  <a:lnTo>
                    <a:pt x="1637954" y="2778820"/>
                  </a:lnTo>
                  <a:lnTo>
                    <a:pt x="1638589" y="2779443"/>
                  </a:lnTo>
                  <a:lnTo>
                    <a:pt x="1639224" y="2780024"/>
                  </a:lnTo>
                  <a:lnTo>
                    <a:pt x="1639859" y="2780595"/>
                  </a:lnTo>
                  <a:lnTo>
                    <a:pt x="1640493" y="2781000"/>
                  </a:lnTo>
                  <a:lnTo>
                    <a:pt x="1641128" y="2781404"/>
                  </a:lnTo>
                  <a:lnTo>
                    <a:pt x="1641763" y="2781809"/>
                  </a:lnTo>
                  <a:lnTo>
                    <a:pt x="1642398" y="2782083"/>
                  </a:lnTo>
                  <a:lnTo>
                    <a:pt x="1643033" y="2782224"/>
                  </a:lnTo>
                  <a:lnTo>
                    <a:pt x="1643668" y="2782143"/>
                  </a:lnTo>
                  <a:lnTo>
                    <a:pt x="1644303" y="2781941"/>
                  </a:lnTo>
                  <a:lnTo>
                    <a:pt x="1644937" y="2781738"/>
                  </a:lnTo>
                  <a:lnTo>
                    <a:pt x="1645572" y="2781445"/>
                  </a:lnTo>
                  <a:lnTo>
                    <a:pt x="1646207" y="2781242"/>
                  </a:lnTo>
                  <a:lnTo>
                    <a:pt x="1646842" y="2781202"/>
                  </a:lnTo>
                  <a:lnTo>
                    <a:pt x="1647477" y="2781202"/>
                  </a:lnTo>
                  <a:lnTo>
                    <a:pt x="1648112" y="2781374"/>
                  </a:lnTo>
                  <a:lnTo>
                    <a:pt x="1648746" y="2781576"/>
                  </a:lnTo>
                  <a:lnTo>
                    <a:pt x="1649381" y="2781779"/>
                  </a:lnTo>
                  <a:lnTo>
                    <a:pt x="1650016" y="2781981"/>
                  </a:lnTo>
                  <a:lnTo>
                    <a:pt x="1650651" y="2782184"/>
                  </a:lnTo>
                  <a:lnTo>
                    <a:pt x="1651286" y="2782548"/>
                  </a:lnTo>
                  <a:lnTo>
                    <a:pt x="1651921" y="2783064"/>
                  </a:lnTo>
                  <a:lnTo>
                    <a:pt x="1652556" y="2783672"/>
                  </a:lnTo>
                  <a:lnTo>
                    <a:pt x="1653190" y="2783988"/>
                  </a:lnTo>
                  <a:lnTo>
                    <a:pt x="1653825" y="2784647"/>
                  </a:lnTo>
                  <a:lnTo>
                    <a:pt x="1654460" y="2785176"/>
                  </a:lnTo>
                  <a:lnTo>
                    <a:pt x="1655095" y="2786039"/>
                  </a:lnTo>
                  <a:lnTo>
                    <a:pt x="1655730" y="2786849"/>
                  </a:lnTo>
                  <a:lnTo>
                    <a:pt x="1656365" y="2787674"/>
                  </a:lnTo>
                  <a:lnTo>
                    <a:pt x="1656999" y="2788485"/>
                  </a:lnTo>
                  <a:lnTo>
                    <a:pt x="1657634" y="2789173"/>
                  </a:lnTo>
                  <a:lnTo>
                    <a:pt x="1658269" y="2789911"/>
                  </a:lnTo>
                  <a:lnTo>
                    <a:pt x="1658904" y="2790721"/>
                  </a:lnTo>
                  <a:lnTo>
                    <a:pt x="1659539" y="2791532"/>
                  </a:lnTo>
                  <a:lnTo>
                    <a:pt x="1660174" y="2792393"/>
                  </a:lnTo>
                  <a:lnTo>
                    <a:pt x="1660809" y="2793233"/>
                  </a:lnTo>
                  <a:lnTo>
                    <a:pt x="1661443" y="2793964"/>
                  </a:lnTo>
                  <a:lnTo>
                    <a:pt x="1662078" y="2794630"/>
                  </a:lnTo>
                  <a:lnTo>
                    <a:pt x="1662713" y="2795348"/>
                  </a:lnTo>
                  <a:lnTo>
                    <a:pt x="1663348" y="2796043"/>
                  </a:lnTo>
                  <a:lnTo>
                    <a:pt x="1663983" y="2796670"/>
                  </a:lnTo>
                  <a:lnTo>
                    <a:pt x="1664618" y="2797012"/>
                  </a:lnTo>
                  <a:lnTo>
                    <a:pt x="1665252" y="2797619"/>
                  </a:lnTo>
                  <a:lnTo>
                    <a:pt x="1665887" y="2798044"/>
                  </a:lnTo>
                  <a:lnTo>
                    <a:pt x="1666522" y="2798449"/>
                  </a:lnTo>
                  <a:lnTo>
                    <a:pt x="1667157" y="2798854"/>
                  </a:lnTo>
                  <a:lnTo>
                    <a:pt x="1667792" y="2799158"/>
                  </a:lnTo>
                  <a:lnTo>
                    <a:pt x="1668427" y="2799360"/>
                  </a:lnTo>
                  <a:lnTo>
                    <a:pt x="1669061" y="2799563"/>
                  </a:lnTo>
                  <a:lnTo>
                    <a:pt x="1669696" y="2799694"/>
                  </a:lnTo>
                  <a:lnTo>
                    <a:pt x="1670331" y="2799694"/>
                  </a:lnTo>
                  <a:lnTo>
                    <a:pt x="1670966" y="2799694"/>
                  </a:lnTo>
                  <a:lnTo>
                    <a:pt x="1671601" y="2799694"/>
                  </a:lnTo>
                  <a:lnTo>
                    <a:pt x="1672236" y="2799694"/>
                  </a:lnTo>
                  <a:lnTo>
                    <a:pt x="1672871" y="2799735"/>
                  </a:lnTo>
                  <a:lnTo>
                    <a:pt x="1673505" y="2799937"/>
                  </a:lnTo>
                  <a:lnTo>
                    <a:pt x="1674140" y="2800140"/>
                  </a:lnTo>
                  <a:lnTo>
                    <a:pt x="1674775" y="2800504"/>
                  </a:lnTo>
                  <a:lnTo>
                    <a:pt x="1675410" y="2800909"/>
                  </a:lnTo>
                  <a:lnTo>
                    <a:pt x="1676045" y="2801314"/>
                  </a:lnTo>
                  <a:lnTo>
                    <a:pt x="1676680" y="2801718"/>
                  </a:lnTo>
                  <a:lnTo>
                    <a:pt x="1677314" y="2802123"/>
                  </a:lnTo>
                  <a:lnTo>
                    <a:pt x="1677949" y="2802528"/>
                  </a:lnTo>
                  <a:lnTo>
                    <a:pt x="1678584" y="2802882"/>
                  </a:lnTo>
                  <a:lnTo>
                    <a:pt x="1679219" y="2803085"/>
                  </a:lnTo>
                  <a:lnTo>
                    <a:pt x="1679854" y="2803287"/>
                  </a:lnTo>
                  <a:lnTo>
                    <a:pt x="1680489" y="2803490"/>
                  </a:lnTo>
                  <a:lnTo>
                    <a:pt x="1681124" y="2803702"/>
                  </a:lnTo>
                  <a:lnTo>
                    <a:pt x="1681758" y="2804294"/>
                  </a:lnTo>
                  <a:lnTo>
                    <a:pt x="1682393" y="2804792"/>
                  </a:lnTo>
                  <a:lnTo>
                    <a:pt x="1683028" y="2805286"/>
                  </a:lnTo>
                  <a:lnTo>
                    <a:pt x="1683663" y="2805942"/>
                  </a:lnTo>
                  <a:lnTo>
                    <a:pt x="1684298" y="2806304"/>
                  </a:lnTo>
                  <a:lnTo>
                    <a:pt x="1684933" y="2806477"/>
                  </a:lnTo>
                  <a:lnTo>
                    <a:pt x="1685567" y="2806714"/>
                  </a:lnTo>
                  <a:lnTo>
                    <a:pt x="1686202" y="2806772"/>
                  </a:lnTo>
                  <a:lnTo>
                    <a:pt x="1686837" y="2806830"/>
                  </a:lnTo>
                  <a:lnTo>
                    <a:pt x="1687472" y="2806791"/>
                  </a:lnTo>
                  <a:lnTo>
                    <a:pt x="1688107" y="2806860"/>
                  </a:lnTo>
                  <a:lnTo>
                    <a:pt x="1688742" y="2807019"/>
                  </a:lnTo>
                  <a:lnTo>
                    <a:pt x="1689377" y="2807179"/>
                  </a:lnTo>
                  <a:lnTo>
                    <a:pt x="1690011" y="2807248"/>
                  </a:lnTo>
                  <a:lnTo>
                    <a:pt x="1690646" y="2807276"/>
                  </a:lnTo>
                  <a:lnTo>
                    <a:pt x="1691281" y="2807112"/>
                  </a:lnTo>
                  <a:lnTo>
                    <a:pt x="1691916" y="2806986"/>
                  </a:lnTo>
                  <a:lnTo>
                    <a:pt x="1692551" y="2806640"/>
                  </a:lnTo>
                  <a:lnTo>
                    <a:pt x="1693186" y="2806289"/>
                  </a:lnTo>
                  <a:lnTo>
                    <a:pt x="1693820" y="2806056"/>
                  </a:lnTo>
                  <a:lnTo>
                    <a:pt x="1694455" y="2805824"/>
                  </a:lnTo>
                  <a:lnTo>
                    <a:pt x="1695090" y="2805509"/>
                  </a:lnTo>
                  <a:lnTo>
                    <a:pt x="1695725" y="2805195"/>
                  </a:lnTo>
                  <a:lnTo>
                    <a:pt x="1696360" y="2804749"/>
                  </a:lnTo>
                  <a:lnTo>
                    <a:pt x="1696995" y="2804427"/>
                  </a:lnTo>
                  <a:lnTo>
                    <a:pt x="1697630" y="2804086"/>
                  </a:lnTo>
                  <a:lnTo>
                    <a:pt x="1698264" y="2803744"/>
                  </a:lnTo>
                  <a:lnTo>
                    <a:pt x="1698899" y="2803376"/>
                  </a:lnTo>
                  <a:lnTo>
                    <a:pt x="1699534" y="2802921"/>
                  </a:lnTo>
                  <a:lnTo>
                    <a:pt x="1700169" y="2802516"/>
                  </a:lnTo>
                  <a:lnTo>
                    <a:pt x="1700804" y="2802111"/>
                  </a:lnTo>
                  <a:lnTo>
                    <a:pt x="1701439" y="2801706"/>
                  </a:lnTo>
                  <a:lnTo>
                    <a:pt x="1702073" y="2801301"/>
                  </a:lnTo>
                  <a:lnTo>
                    <a:pt x="1702708" y="2800897"/>
                  </a:lnTo>
                  <a:lnTo>
                    <a:pt x="1703343" y="2800492"/>
                  </a:lnTo>
                  <a:lnTo>
                    <a:pt x="1703978" y="2800087"/>
                  </a:lnTo>
                  <a:lnTo>
                    <a:pt x="1704613" y="2799722"/>
                  </a:lnTo>
                  <a:lnTo>
                    <a:pt x="1705248" y="2799358"/>
                  </a:lnTo>
                  <a:lnTo>
                    <a:pt x="1705883" y="2799156"/>
                  </a:lnTo>
                  <a:lnTo>
                    <a:pt x="1706517" y="2798781"/>
                  </a:lnTo>
                  <a:lnTo>
                    <a:pt x="1707152" y="2798376"/>
                  </a:lnTo>
                  <a:lnTo>
                    <a:pt x="1707787" y="2797971"/>
                  </a:lnTo>
                  <a:lnTo>
                    <a:pt x="1708422" y="2797567"/>
                  </a:lnTo>
                  <a:lnTo>
                    <a:pt x="1709057" y="2797162"/>
                  </a:lnTo>
                  <a:lnTo>
                    <a:pt x="1709692" y="2796757"/>
                  </a:lnTo>
                  <a:lnTo>
                    <a:pt x="1710326" y="2796352"/>
                  </a:lnTo>
                  <a:lnTo>
                    <a:pt x="1710961" y="2795947"/>
                  </a:lnTo>
                  <a:lnTo>
                    <a:pt x="1711596" y="2795542"/>
                  </a:lnTo>
                  <a:lnTo>
                    <a:pt x="1712231" y="2795138"/>
                  </a:lnTo>
                  <a:lnTo>
                    <a:pt x="1712866" y="2794733"/>
                  </a:lnTo>
                  <a:lnTo>
                    <a:pt x="1713501" y="2794328"/>
                  </a:lnTo>
                  <a:lnTo>
                    <a:pt x="1714136" y="2794055"/>
                  </a:lnTo>
                  <a:lnTo>
                    <a:pt x="1714770" y="2793852"/>
                  </a:lnTo>
                  <a:lnTo>
                    <a:pt x="1715405" y="2793496"/>
                  </a:lnTo>
                  <a:lnTo>
                    <a:pt x="1716040" y="2793289"/>
                  </a:lnTo>
                  <a:lnTo>
                    <a:pt x="1716675" y="2793081"/>
                  </a:lnTo>
                  <a:lnTo>
                    <a:pt x="1717310" y="2792996"/>
                  </a:lnTo>
                  <a:lnTo>
                    <a:pt x="1717945" y="2792944"/>
                  </a:lnTo>
                  <a:lnTo>
                    <a:pt x="1718579" y="2792892"/>
                  </a:lnTo>
                  <a:lnTo>
                    <a:pt x="1719214" y="2792940"/>
                  </a:lnTo>
                  <a:lnTo>
                    <a:pt x="1719849" y="2793054"/>
                  </a:lnTo>
                  <a:lnTo>
                    <a:pt x="1720484" y="2793168"/>
                  </a:lnTo>
                  <a:lnTo>
                    <a:pt x="1721119" y="2793282"/>
                  </a:lnTo>
                  <a:lnTo>
                    <a:pt x="1721754" y="2793397"/>
                  </a:lnTo>
                  <a:lnTo>
                    <a:pt x="1722388" y="2793511"/>
                  </a:lnTo>
                  <a:lnTo>
                    <a:pt x="1723023" y="2793625"/>
                  </a:lnTo>
                  <a:lnTo>
                    <a:pt x="1723658" y="2793739"/>
                  </a:lnTo>
                  <a:lnTo>
                    <a:pt x="1724293" y="2793853"/>
                  </a:lnTo>
                  <a:lnTo>
                    <a:pt x="1724928" y="2793981"/>
                  </a:lnTo>
                  <a:lnTo>
                    <a:pt x="1725563" y="2794150"/>
                  </a:lnTo>
                  <a:lnTo>
                    <a:pt x="1726198" y="2794350"/>
                  </a:lnTo>
                  <a:lnTo>
                    <a:pt x="1726832" y="2794593"/>
                  </a:lnTo>
                  <a:lnTo>
                    <a:pt x="1727467" y="2794846"/>
                  </a:lnTo>
                  <a:lnTo>
                    <a:pt x="1728102" y="2795251"/>
                  </a:lnTo>
                  <a:lnTo>
                    <a:pt x="1728737" y="2795535"/>
                  </a:lnTo>
                  <a:lnTo>
                    <a:pt x="1729372" y="2795737"/>
                  </a:lnTo>
                  <a:lnTo>
                    <a:pt x="1730007" y="2795939"/>
                  </a:lnTo>
                  <a:lnTo>
                    <a:pt x="1730641" y="2796223"/>
                  </a:lnTo>
                  <a:lnTo>
                    <a:pt x="1731276" y="2796678"/>
                  </a:lnTo>
                  <a:lnTo>
                    <a:pt x="1731911" y="2797037"/>
                  </a:lnTo>
                  <a:lnTo>
                    <a:pt x="1732546" y="2797379"/>
                  </a:lnTo>
                  <a:lnTo>
                    <a:pt x="1733181" y="2797721"/>
                  </a:lnTo>
                  <a:lnTo>
                    <a:pt x="1733816" y="2798168"/>
                  </a:lnTo>
                  <a:lnTo>
                    <a:pt x="1734451" y="2798614"/>
                  </a:lnTo>
                  <a:lnTo>
                    <a:pt x="1735085" y="2799061"/>
                  </a:lnTo>
                  <a:lnTo>
                    <a:pt x="1735720" y="2799565"/>
                  </a:lnTo>
                  <a:lnTo>
                    <a:pt x="1736355" y="2800178"/>
                  </a:lnTo>
                  <a:lnTo>
                    <a:pt x="1736990" y="2800748"/>
                  </a:lnTo>
                  <a:lnTo>
                    <a:pt x="1737625" y="2801211"/>
                  </a:lnTo>
                  <a:lnTo>
                    <a:pt x="1738260" y="2801824"/>
                  </a:lnTo>
                  <a:lnTo>
                    <a:pt x="1738894" y="2802436"/>
                  </a:lnTo>
                  <a:lnTo>
                    <a:pt x="1739529" y="2803049"/>
                  </a:lnTo>
                  <a:lnTo>
                    <a:pt x="1740164" y="2803554"/>
                  </a:lnTo>
                  <a:lnTo>
                    <a:pt x="1740799" y="2803756"/>
                  </a:lnTo>
                  <a:lnTo>
                    <a:pt x="1741434" y="2803896"/>
                  </a:lnTo>
                  <a:lnTo>
                    <a:pt x="1742069" y="2804035"/>
                  </a:lnTo>
                  <a:lnTo>
                    <a:pt x="1742704" y="2804154"/>
                  </a:lnTo>
                  <a:lnTo>
                    <a:pt x="1743338" y="2803948"/>
                  </a:lnTo>
                  <a:lnTo>
                    <a:pt x="1743973" y="2803976"/>
                  </a:lnTo>
                  <a:lnTo>
                    <a:pt x="1744608" y="2804039"/>
                  </a:lnTo>
                  <a:lnTo>
                    <a:pt x="1745243" y="2804032"/>
                  </a:lnTo>
                  <a:lnTo>
                    <a:pt x="1745878" y="2803745"/>
                  </a:lnTo>
                  <a:lnTo>
                    <a:pt x="1746513" y="2803433"/>
                  </a:lnTo>
                  <a:lnTo>
                    <a:pt x="1747147" y="2803169"/>
                  </a:lnTo>
                  <a:lnTo>
                    <a:pt x="1747782" y="2802723"/>
                  </a:lnTo>
                  <a:lnTo>
                    <a:pt x="1748417" y="2802418"/>
                  </a:lnTo>
                  <a:lnTo>
                    <a:pt x="1749052" y="2802265"/>
                  </a:lnTo>
                  <a:lnTo>
                    <a:pt x="1749687" y="2802257"/>
                  </a:lnTo>
                  <a:lnTo>
                    <a:pt x="1750322" y="2802382"/>
                  </a:lnTo>
                  <a:lnTo>
                    <a:pt x="1750957" y="2802506"/>
                  </a:lnTo>
                  <a:lnTo>
                    <a:pt x="1751591" y="2802631"/>
                  </a:lnTo>
                  <a:lnTo>
                    <a:pt x="1752226" y="2802772"/>
                  </a:lnTo>
                  <a:lnTo>
                    <a:pt x="1752861" y="2803071"/>
                  </a:lnTo>
                  <a:lnTo>
                    <a:pt x="1753496" y="2803516"/>
                  </a:lnTo>
                  <a:lnTo>
                    <a:pt x="1754131" y="2803925"/>
                  </a:lnTo>
                  <a:lnTo>
                    <a:pt x="1754766" y="2804333"/>
                  </a:lnTo>
                  <a:lnTo>
                    <a:pt x="1755400" y="2804889"/>
                  </a:lnTo>
                  <a:lnTo>
                    <a:pt x="1756035" y="2805460"/>
                  </a:lnTo>
                  <a:lnTo>
                    <a:pt x="1756670" y="2805644"/>
                  </a:lnTo>
                  <a:lnTo>
                    <a:pt x="1757305" y="2805813"/>
                  </a:lnTo>
                  <a:lnTo>
                    <a:pt x="1757940" y="2805811"/>
                  </a:lnTo>
                  <a:lnTo>
                    <a:pt x="1758575" y="2805684"/>
                  </a:lnTo>
                  <a:lnTo>
                    <a:pt x="1759210" y="2805466"/>
                  </a:lnTo>
                  <a:lnTo>
                    <a:pt x="1759844" y="2805248"/>
                  </a:lnTo>
                  <a:lnTo>
                    <a:pt x="1760479" y="2805030"/>
                  </a:lnTo>
                  <a:lnTo>
                    <a:pt x="1761114" y="2804812"/>
                  </a:lnTo>
                  <a:lnTo>
                    <a:pt x="1761749" y="2804594"/>
                  </a:lnTo>
                  <a:lnTo>
                    <a:pt x="1762384" y="2804376"/>
                  </a:lnTo>
                  <a:lnTo>
                    <a:pt x="1763019" y="2804117"/>
                  </a:lnTo>
                  <a:lnTo>
                    <a:pt x="1763653" y="2803697"/>
                  </a:lnTo>
                  <a:lnTo>
                    <a:pt x="1764288" y="2803276"/>
                  </a:lnTo>
                  <a:lnTo>
                    <a:pt x="1764923" y="2802856"/>
                  </a:lnTo>
                  <a:lnTo>
                    <a:pt x="1765558" y="2802435"/>
                  </a:lnTo>
                  <a:lnTo>
                    <a:pt x="1766193" y="2801955"/>
                  </a:lnTo>
                  <a:lnTo>
                    <a:pt x="1766828" y="2801192"/>
                  </a:lnTo>
                  <a:lnTo>
                    <a:pt x="1767463" y="2800555"/>
                  </a:lnTo>
                  <a:lnTo>
                    <a:pt x="1768097" y="2799623"/>
                  </a:lnTo>
                  <a:lnTo>
                    <a:pt x="1768732" y="2798611"/>
                  </a:lnTo>
                  <a:lnTo>
                    <a:pt x="1769367" y="2797599"/>
                  </a:lnTo>
                  <a:lnTo>
                    <a:pt x="1770002" y="2796587"/>
                  </a:lnTo>
                  <a:lnTo>
                    <a:pt x="1770637" y="2795656"/>
                  </a:lnTo>
                  <a:lnTo>
                    <a:pt x="1771272" y="2794846"/>
                  </a:lnTo>
                  <a:lnTo>
                    <a:pt x="1771906" y="2794036"/>
                  </a:lnTo>
                  <a:lnTo>
                    <a:pt x="1772541" y="2793318"/>
                  </a:lnTo>
                  <a:lnTo>
                    <a:pt x="1773176" y="2792711"/>
                  </a:lnTo>
                  <a:lnTo>
                    <a:pt x="1773811" y="2792103"/>
                  </a:lnTo>
                  <a:lnTo>
                    <a:pt x="1774446" y="2791496"/>
                  </a:lnTo>
                  <a:lnTo>
                    <a:pt x="1775081" y="2790889"/>
                  </a:lnTo>
                  <a:lnTo>
                    <a:pt x="1775715" y="2790383"/>
                  </a:lnTo>
                  <a:lnTo>
                    <a:pt x="1776350" y="2790170"/>
                  </a:lnTo>
                  <a:lnTo>
                    <a:pt x="1776985" y="2789998"/>
                  </a:lnTo>
                  <a:lnTo>
                    <a:pt x="1777620" y="2790119"/>
                  </a:lnTo>
                  <a:lnTo>
                    <a:pt x="1778255" y="2790322"/>
                  </a:lnTo>
                  <a:lnTo>
                    <a:pt x="1778890" y="2790524"/>
                  </a:lnTo>
                  <a:lnTo>
                    <a:pt x="1779525" y="2790727"/>
                  </a:lnTo>
                  <a:lnTo>
                    <a:pt x="1780159" y="2790848"/>
                  </a:lnTo>
                  <a:lnTo>
                    <a:pt x="1780794" y="2790848"/>
                  </a:lnTo>
                  <a:lnTo>
                    <a:pt x="1781429" y="2790848"/>
                  </a:lnTo>
                  <a:lnTo>
                    <a:pt x="1782064" y="2790798"/>
                  </a:lnTo>
                  <a:lnTo>
                    <a:pt x="1782699" y="2790798"/>
                  </a:lnTo>
                  <a:lnTo>
                    <a:pt x="1783334" y="2790798"/>
                  </a:lnTo>
                  <a:lnTo>
                    <a:pt x="1783968" y="2790798"/>
                  </a:lnTo>
                  <a:lnTo>
                    <a:pt x="1784603" y="2790798"/>
                  </a:lnTo>
                  <a:lnTo>
                    <a:pt x="1785238" y="2790798"/>
                  </a:lnTo>
                  <a:lnTo>
                    <a:pt x="1785873" y="2790798"/>
                  </a:lnTo>
                  <a:lnTo>
                    <a:pt x="1786508" y="2790798"/>
                  </a:lnTo>
                  <a:lnTo>
                    <a:pt x="1787143" y="2790975"/>
                  </a:lnTo>
                  <a:lnTo>
                    <a:pt x="1787778" y="2791152"/>
                  </a:lnTo>
                  <a:lnTo>
                    <a:pt x="1788412" y="2791336"/>
                  </a:lnTo>
                  <a:lnTo>
                    <a:pt x="1789047" y="2791388"/>
                  </a:lnTo>
                  <a:lnTo>
                    <a:pt x="1789682" y="2791440"/>
                  </a:lnTo>
                  <a:lnTo>
                    <a:pt x="1790317" y="2791251"/>
                  </a:lnTo>
                  <a:lnTo>
                    <a:pt x="1790952" y="2790971"/>
                  </a:lnTo>
                  <a:lnTo>
                    <a:pt x="1791587" y="2790691"/>
                  </a:lnTo>
                  <a:lnTo>
                    <a:pt x="1792221" y="2790594"/>
                  </a:lnTo>
                  <a:lnTo>
                    <a:pt x="1792856" y="2790635"/>
                  </a:lnTo>
                  <a:lnTo>
                    <a:pt x="1793491" y="2790675"/>
                  </a:lnTo>
                  <a:lnTo>
                    <a:pt x="1794126" y="2790719"/>
                  </a:lnTo>
                  <a:lnTo>
                    <a:pt x="1794761" y="2790743"/>
                  </a:lnTo>
                  <a:lnTo>
                    <a:pt x="1795396" y="2790657"/>
                  </a:lnTo>
                  <a:lnTo>
                    <a:pt x="1796031" y="2790518"/>
                  </a:lnTo>
                  <a:lnTo>
                    <a:pt x="1796665" y="2790161"/>
                  </a:lnTo>
                  <a:lnTo>
                    <a:pt x="1797300" y="2789495"/>
                  </a:lnTo>
                  <a:lnTo>
                    <a:pt x="1797935" y="2788858"/>
                  </a:lnTo>
                  <a:lnTo>
                    <a:pt x="1798570" y="2788221"/>
                  </a:lnTo>
                  <a:lnTo>
                    <a:pt x="1799205" y="2787555"/>
                  </a:lnTo>
                  <a:lnTo>
                    <a:pt x="1799840" y="2787099"/>
                  </a:lnTo>
                  <a:lnTo>
                    <a:pt x="1800474" y="2786722"/>
                  </a:lnTo>
                  <a:lnTo>
                    <a:pt x="1801109" y="2786216"/>
                  </a:lnTo>
                  <a:lnTo>
                    <a:pt x="1801744" y="2785639"/>
                  </a:lnTo>
                  <a:lnTo>
                    <a:pt x="1802379" y="2784779"/>
                  </a:lnTo>
                  <a:lnTo>
                    <a:pt x="1803014" y="2783878"/>
                  </a:lnTo>
                  <a:lnTo>
                    <a:pt x="1803649" y="2782450"/>
                  </a:lnTo>
                  <a:lnTo>
                    <a:pt x="1804284" y="2780861"/>
                  </a:lnTo>
                  <a:lnTo>
                    <a:pt x="1804918" y="2779444"/>
                  </a:lnTo>
                  <a:lnTo>
                    <a:pt x="1805553" y="2778159"/>
                  </a:lnTo>
                  <a:lnTo>
                    <a:pt x="1806188" y="2777359"/>
                  </a:lnTo>
                  <a:lnTo>
                    <a:pt x="1806823" y="2777008"/>
                  </a:lnTo>
                  <a:lnTo>
                    <a:pt x="1807458" y="2776756"/>
                  </a:lnTo>
                  <a:lnTo>
                    <a:pt x="1808093" y="2776490"/>
                  </a:lnTo>
                  <a:lnTo>
                    <a:pt x="1808727" y="2776155"/>
                  </a:lnTo>
                  <a:lnTo>
                    <a:pt x="1809362" y="2775957"/>
                  </a:lnTo>
                  <a:lnTo>
                    <a:pt x="1809997" y="2775547"/>
                  </a:lnTo>
                  <a:lnTo>
                    <a:pt x="1810632" y="2774936"/>
                  </a:lnTo>
                  <a:lnTo>
                    <a:pt x="1811267" y="2774376"/>
                  </a:lnTo>
                  <a:lnTo>
                    <a:pt x="1811902" y="2773773"/>
                  </a:lnTo>
                  <a:lnTo>
                    <a:pt x="1812537" y="2773008"/>
                  </a:lnTo>
                  <a:lnTo>
                    <a:pt x="1813171" y="2772525"/>
                  </a:lnTo>
                  <a:lnTo>
                    <a:pt x="1813806" y="2772144"/>
                  </a:lnTo>
                  <a:lnTo>
                    <a:pt x="1814441" y="2771861"/>
                  </a:lnTo>
                  <a:lnTo>
                    <a:pt x="1815076" y="2771470"/>
                  </a:lnTo>
                  <a:lnTo>
                    <a:pt x="1815711" y="2770987"/>
                  </a:lnTo>
                  <a:lnTo>
                    <a:pt x="1816346" y="2770429"/>
                  </a:lnTo>
                  <a:lnTo>
                    <a:pt x="1816980" y="2769808"/>
                  </a:lnTo>
                  <a:lnTo>
                    <a:pt x="1817615" y="2769480"/>
                  </a:lnTo>
                  <a:lnTo>
                    <a:pt x="1818250" y="2768980"/>
                  </a:lnTo>
                  <a:lnTo>
                    <a:pt x="1818885" y="2768460"/>
                  </a:lnTo>
                  <a:lnTo>
                    <a:pt x="1819520" y="2768040"/>
                  </a:lnTo>
                  <a:lnTo>
                    <a:pt x="1820155" y="2767812"/>
                  </a:lnTo>
                  <a:lnTo>
                    <a:pt x="1820790" y="2767499"/>
                  </a:lnTo>
                  <a:lnTo>
                    <a:pt x="1821424" y="2767372"/>
                  </a:lnTo>
                  <a:lnTo>
                    <a:pt x="1822059" y="2767282"/>
                  </a:lnTo>
                  <a:lnTo>
                    <a:pt x="1822694" y="2767190"/>
                  </a:lnTo>
                  <a:lnTo>
                    <a:pt x="1823329" y="2767232"/>
                  </a:lnTo>
                  <a:lnTo>
                    <a:pt x="1823964" y="2767149"/>
                  </a:lnTo>
                  <a:lnTo>
                    <a:pt x="1824599" y="2767086"/>
                  </a:lnTo>
                  <a:lnTo>
                    <a:pt x="1825233" y="2767023"/>
                  </a:lnTo>
                  <a:lnTo>
                    <a:pt x="1825868" y="2767127"/>
                  </a:lnTo>
                  <a:lnTo>
                    <a:pt x="1826503" y="2767380"/>
                  </a:lnTo>
                  <a:lnTo>
                    <a:pt x="1827138" y="2767582"/>
                  </a:lnTo>
                  <a:lnTo>
                    <a:pt x="1827773" y="2767785"/>
                  </a:lnTo>
                  <a:lnTo>
                    <a:pt x="1828408" y="2767987"/>
                  </a:lnTo>
                  <a:lnTo>
                    <a:pt x="1829043" y="2768190"/>
                  </a:lnTo>
                  <a:lnTo>
                    <a:pt x="1829677" y="2768534"/>
                  </a:lnTo>
                  <a:lnTo>
                    <a:pt x="1830312" y="2768939"/>
                  </a:lnTo>
                  <a:lnTo>
                    <a:pt x="1830947" y="2769344"/>
                  </a:lnTo>
                  <a:lnTo>
                    <a:pt x="1831582" y="2769708"/>
                  </a:lnTo>
                  <a:lnTo>
                    <a:pt x="1832217" y="2770072"/>
                  </a:lnTo>
                  <a:lnTo>
                    <a:pt x="1832852" y="2770275"/>
                  </a:lnTo>
                  <a:lnTo>
                    <a:pt x="1833486" y="2770649"/>
                  </a:lnTo>
                  <a:lnTo>
                    <a:pt x="1834121" y="2771054"/>
                  </a:lnTo>
                  <a:lnTo>
                    <a:pt x="1834756" y="2771459"/>
                  </a:lnTo>
                  <a:lnTo>
                    <a:pt x="1835391" y="2771864"/>
                  </a:lnTo>
                  <a:lnTo>
                    <a:pt x="1836026" y="2772269"/>
                  </a:lnTo>
                  <a:lnTo>
                    <a:pt x="1836661" y="2772673"/>
                  </a:lnTo>
                  <a:lnTo>
                    <a:pt x="1837295" y="2773078"/>
                  </a:lnTo>
                  <a:lnTo>
                    <a:pt x="1837930" y="2773483"/>
                  </a:lnTo>
                  <a:lnTo>
                    <a:pt x="1838565" y="2773888"/>
                  </a:lnTo>
                  <a:lnTo>
                    <a:pt x="1839200" y="2774293"/>
                  </a:lnTo>
                  <a:lnTo>
                    <a:pt x="1839835" y="2774698"/>
                  </a:lnTo>
                  <a:lnTo>
                    <a:pt x="1840470" y="2775103"/>
                  </a:lnTo>
                  <a:lnTo>
                    <a:pt x="1841105" y="2775376"/>
                  </a:lnTo>
                  <a:lnTo>
                    <a:pt x="1841739" y="2775376"/>
                  </a:lnTo>
                  <a:lnTo>
                    <a:pt x="1842374" y="2775376"/>
                  </a:lnTo>
                  <a:lnTo>
                    <a:pt x="1843009" y="2775204"/>
                  </a:lnTo>
                  <a:lnTo>
                    <a:pt x="1843644" y="2775001"/>
                  </a:lnTo>
                  <a:lnTo>
                    <a:pt x="1844279" y="2774799"/>
                  </a:lnTo>
                  <a:lnTo>
                    <a:pt x="1844914" y="2774576"/>
                  </a:lnTo>
                  <a:lnTo>
                    <a:pt x="1845548" y="2774171"/>
                  </a:lnTo>
                  <a:lnTo>
                    <a:pt x="1846183" y="2773766"/>
                  </a:lnTo>
                  <a:lnTo>
                    <a:pt x="1846818" y="2773362"/>
                  </a:lnTo>
                  <a:lnTo>
                    <a:pt x="1847453" y="2772856"/>
                  </a:lnTo>
                  <a:lnTo>
                    <a:pt x="1848088" y="2772479"/>
                  </a:lnTo>
                  <a:lnTo>
                    <a:pt x="1848723" y="2772137"/>
                  </a:lnTo>
                  <a:lnTo>
                    <a:pt x="1849358" y="2771841"/>
                  </a:lnTo>
                  <a:lnTo>
                    <a:pt x="1849992" y="2771560"/>
                  </a:lnTo>
                  <a:lnTo>
                    <a:pt x="1850627" y="2771398"/>
                  </a:lnTo>
                  <a:lnTo>
                    <a:pt x="1851262" y="2771159"/>
                  </a:lnTo>
                  <a:lnTo>
                    <a:pt x="1851897" y="2770782"/>
                  </a:lnTo>
                  <a:lnTo>
                    <a:pt x="1852532" y="2770405"/>
                  </a:lnTo>
                  <a:lnTo>
                    <a:pt x="1853167" y="2770029"/>
                  </a:lnTo>
                  <a:lnTo>
                    <a:pt x="1853801" y="2769652"/>
                  </a:lnTo>
                  <a:lnTo>
                    <a:pt x="1854436" y="2769290"/>
                  </a:lnTo>
                  <a:lnTo>
                    <a:pt x="1855071" y="2769058"/>
                  </a:lnTo>
                  <a:lnTo>
                    <a:pt x="1855706" y="2768826"/>
                  </a:lnTo>
                  <a:lnTo>
                    <a:pt x="1856341" y="2768594"/>
                  </a:lnTo>
                  <a:lnTo>
                    <a:pt x="1856976" y="2768434"/>
                  </a:lnTo>
                  <a:lnTo>
                    <a:pt x="1857611" y="2768268"/>
                  </a:lnTo>
                  <a:lnTo>
                    <a:pt x="1858245" y="2767945"/>
                  </a:lnTo>
                  <a:lnTo>
                    <a:pt x="1858880" y="2767332"/>
                  </a:lnTo>
                  <a:lnTo>
                    <a:pt x="1859515" y="2766579"/>
                  </a:lnTo>
                  <a:lnTo>
                    <a:pt x="1860150" y="2765774"/>
                  </a:lnTo>
                  <a:lnTo>
                    <a:pt x="1860785" y="2764974"/>
                  </a:lnTo>
                  <a:lnTo>
                    <a:pt x="1861420" y="2764367"/>
                  </a:lnTo>
                  <a:lnTo>
                    <a:pt x="1862054" y="2763759"/>
                  </a:lnTo>
                  <a:lnTo>
                    <a:pt x="1862689" y="2763152"/>
                  </a:lnTo>
                  <a:lnTo>
                    <a:pt x="1863324" y="2762545"/>
                  </a:lnTo>
                  <a:lnTo>
                    <a:pt x="1863959" y="2761938"/>
                  </a:lnTo>
                  <a:lnTo>
                    <a:pt x="1864594" y="2761280"/>
                  </a:lnTo>
                  <a:lnTo>
                    <a:pt x="1865229" y="2760470"/>
                  </a:lnTo>
                  <a:lnTo>
                    <a:pt x="1865864" y="2759660"/>
                  </a:lnTo>
                  <a:lnTo>
                    <a:pt x="1866498" y="2758851"/>
                  </a:lnTo>
                  <a:lnTo>
                    <a:pt x="1867133" y="2758142"/>
                  </a:lnTo>
                  <a:lnTo>
                    <a:pt x="1867768" y="2757646"/>
                  </a:lnTo>
                  <a:lnTo>
                    <a:pt x="1868403" y="2757241"/>
                  </a:lnTo>
                  <a:lnTo>
                    <a:pt x="1869038" y="2757009"/>
                  </a:lnTo>
                  <a:lnTo>
                    <a:pt x="1869673" y="2756826"/>
                  </a:lnTo>
                  <a:lnTo>
                    <a:pt x="1870307" y="2756816"/>
                  </a:lnTo>
                  <a:lnTo>
                    <a:pt x="1870942" y="2756586"/>
                  </a:lnTo>
                  <a:lnTo>
                    <a:pt x="1871577" y="2756320"/>
                  </a:lnTo>
                  <a:lnTo>
                    <a:pt x="1872212" y="2756055"/>
                  </a:lnTo>
                  <a:lnTo>
                    <a:pt x="1872847" y="2755936"/>
                  </a:lnTo>
                  <a:lnTo>
                    <a:pt x="1873482" y="2755844"/>
                  </a:lnTo>
                  <a:lnTo>
                    <a:pt x="1874117" y="2755733"/>
                  </a:lnTo>
                  <a:lnTo>
                    <a:pt x="1874751" y="2755775"/>
                  </a:lnTo>
                  <a:lnTo>
                    <a:pt x="1875386" y="2755816"/>
                  </a:lnTo>
                  <a:lnTo>
                    <a:pt x="1876021" y="2755858"/>
                  </a:lnTo>
                  <a:lnTo>
                    <a:pt x="1876656" y="2755917"/>
                  </a:lnTo>
                  <a:lnTo>
                    <a:pt x="1877291" y="2755994"/>
                  </a:lnTo>
                  <a:lnTo>
                    <a:pt x="1877926" y="2756072"/>
                  </a:lnTo>
                  <a:lnTo>
                    <a:pt x="1878560" y="2756150"/>
                  </a:lnTo>
                  <a:lnTo>
                    <a:pt x="1879195" y="2756211"/>
                  </a:lnTo>
                  <a:lnTo>
                    <a:pt x="1879830" y="2756325"/>
                  </a:lnTo>
                  <a:lnTo>
                    <a:pt x="1880465" y="2756296"/>
                  </a:lnTo>
                  <a:lnTo>
                    <a:pt x="1881100" y="2756095"/>
                  </a:lnTo>
                  <a:lnTo>
                    <a:pt x="1881735" y="2755775"/>
                  </a:lnTo>
                  <a:lnTo>
                    <a:pt x="1882370" y="2755074"/>
                  </a:lnTo>
                  <a:lnTo>
                    <a:pt x="1883004" y="2754289"/>
                  </a:lnTo>
                  <a:lnTo>
                    <a:pt x="1883639" y="2753673"/>
                  </a:lnTo>
                  <a:lnTo>
                    <a:pt x="1884274" y="2752832"/>
                  </a:lnTo>
                  <a:lnTo>
                    <a:pt x="1884909" y="2752098"/>
                  </a:lnTo>
                  <a:lnTo>
                    <a:pt x="1885544" y="2751363"/>
                  </a:lnTo>
                  <a:lnTo>
                    <a:pt x="1886179" y="2750629"/>
                  </a:lnTo>
                  <a:lnTo>
                    <a:pt x="1886813" y="2749895"/>
                  </a:lnTo>
                  <a:lnTo>
                    <a:pt x="1887448" y="2749161"/>
                  </a:lnTo>
                  <a:lnTo>
                    <a:pt x="1888083" y="2748426"/>
                  </a:lnTo>
                  <a:lnTo>
                    <a:pt x="1888718" y="2747692"/>
                  </a:lnTo>
                  <a:lnTo>
                    <a:pt x="1889353" y="2746958"/>
                  </a:lnTo>
                  <a:lnTo>
                    <a:pt x="1889988" y="2746297"/>
                  </a:lnTo>
                  <a:lnTo>
                    <a:pt x="1890622" y="2745950"/>
                  </a:lnTo>
                  <a:lnTo>
                    <a:pt x="1891257" y="2745817"/>
                  </a:lnTo>
                  <a:lnTo>
                    <a:pt x="1891892" y="2745829"/>
                  </a:lnTo>
                  <a:lnTo>
                    <a:pt x="1892527" y="2745871"/>
                  </a:lnTo>
                  <a:lnTo>
                    <a:pt x="1893162" y="2745925"/>
                  </a:lnTo>
                  <a:lnTo>
                    <a:pt x="1893797" y="2746359"/>
                  </a:lnTo>
                  <a:lnTo>
                    <a:pt x="1894432" y="2746551"/>
                  </a:lnTo>
                  <a:lnTo>
                    <a:pt x="1895066" y="2746961"/>
                  </a:lnTo>
                  <a:lnTo>
                    <a:pt x="1895701" y="2747360"/>
                  </a:lnTo>
                  <a:lnTo>
                    <a:pt x="1896336" y="2747760"/>
                  </a:lnTo>
                  <a:lnTo>
                    <a:pt x="1896971" y="2748160"/>
                  </a:lnTo>
                  <a:lnTo>
                    <a:pt x="1897606" y="2748435"/>
                  </a:lnTo>
                  <a:lnTo>
                    <a:pt x="1898241" y="2748669"/>
                  </a:lnTo>
                  <a:lnTo>
                    <a:pt x="1898875" y="2748902"/>
                  </a:lnTo>
                  <a:lnTo>
                    <a:pt x="1899510" y="2749146"/>
                  </a:lnTo>
                  <a:lnTo>
                    <a:pt x="1900145" y="2749380"/>
                  </a:lnTo>
                  <a:lnTo>
                    <a:pt x="1900780" y="2749613"/>
                  </a:lnTo>
                  <a:lnTo>
                    <a:pt x="1901415" y="2749847"/>
                  </a:lnTo>
                  <a:lnTo>
                    <a:pt x="1902050" y="2750160"/>
                  </a:lnTo>
                  <a:lnTo>
                    <a:pt x="1902685" y="2750444"/>
                  </a:lnTo>
                  <a:lnTo>
                    <a:pt x="1903319" y="2750570"/>
                  </a:lnTo>
                  <a:lnTo>
                    <a:pt x="1903954" y="2750428"/>
                  </a:lnTo>
                  <a:lnTo>
                    <a:pt x="1904589" y="2749871"/>
                  </a:lnTo>
                  <a:lnTo>
                    <a:pt x="1905224" y="2749264"/>
                  </a:lnTo>
                  <a:lnTo>
                    <a:pt x="1905859" y="2748657"/>
                  </a:lnTo>
                  <a:lnTo>
                    <a:pt x="1906494" y="2748049"/>
                  </a:lnTo>
                  <a:lnTo>
                    <a:pt x="1907128" y="2747594"/>
                  </a:lnTo>
                  <a:lnTo>
                    <a:pt x="1907763" y="2747189"/>
                  </a:lnTo>
                  <a:lnTo>
                    <a:pt x="1908398" y="2746784"/>
                  </a:lnTo>
                  <a:lnTo>
                    <a:pt x="1909033" y="2746278"/>
                  </a:lnTo>
                  <a:lnTo>
                    <a:pt x="1909668" y="2745468"/>
                  </a:lnTo>
                  <a:lnTo>
                    <a:pt x="1910303" y="2744659"/>
                  </a:lnTo>
                  <a:lnTo>
                    <a:pt x="1910938" y="2743849"/>
                  </a:lnTo>
                  <a:lnTo>
                    <a:pt x="1911572" y="2743039"/>
                  </a:lnTo>
                  <a:lnTo>
                    <a:pt x="1912207" y="2742381"/>
                  </a:lnTo>
                  <a:lnTo>
                    <a:pt x="1912842" y="2741724"/>
                  </a:lnTo>
                  <a:lnTo>
                    <a:pt x="1913477" y="2741025"/>
                  </a:lnTo>
                  <a:lnTo>
                    <a:pt x="1914112" y="2740362"/>
                  </a:lnTo>
                  <a:lnTo>
                    <a:pt x="1914747" y="2739780"/>
                  </a:lnTo>
                  <a:lnTo>
                    <a:pt x="1915381" y="2739191"/>
                  </a:lnTo>
                  <a:lnTo>
                    <a:pt x="1916016" y="2738734"/>
                  </a:lnTo>
                  <a:lnTo>
                    <a:pt x="1916651" y="2738277"/>
                  </a:lnTo>
                  <a:lnTo>
                    <a:pt x="1917286" y="2738041"/>
                  </a:lnTo>
                  <a:lnTo>
                    <a:pt x="1917921" y="2737714"/>
                  </a:lnTo>
                  <a:lnTo>
                    <a:pt x="1918556" y="2737437"/>
                  </a:lnTo>
                  <a:lnTo>
                    <a:pt x="1919191" y="2737130"/>
                  </a:lnTo>
                  <a:lnTo>
                    <a:pt x="1919825" y="2736684"/>
                  </a:lnTo>
                  <a:lnTo>
                    <a:pt x="1920460" y="2736239"/>
                  </a:lnTo>
                  <a:lnTo>
                    <a:pt x="1921095" y="2735790"/>
                  </a:lnTo>
                  <a:lnTo>
                    <a:pt x="1921730" y="2735361"/>
                  </a:lnTo>
                  <a:lnTo>
                    <a:pt x="1922365" y="2735093"/>
                  </a:lnTo>
                  <a:lnTo>
                    <a:pt x="1923000" y="2734868"/>
                  </a:lnTo>
                  <a:lnTo>
                    <a:pt x="1923634" y="2734749"/>
                  </a:lnTo>
                  <a:lnTo>
                    <a:pt x="1924269" y="2734808"/>
                  </a:lnTo>
                  <a:lnTo>
                    <a:pt x="1924904" y="2734837"/>
                  </a:lnTo>
                  <a:lnTo>
                    <a:pt x="1925539" y="2734867"/>
                  </a:lnTo>
                  <a:lnTo>
                    <a:pt x="1926174" y="2734926"/>
                  </a:lnTo>
                  <a:lnTo>
                    <a:pt x="1926809" y="2734795"/>
                  </a:lnTo>
                  <a:lnTo>
                    <a:pt x="1927444" y="2734594"/>
                  </a:lnTo>
                  <a:lnTo>
                    <a:pt x="1928078" y="2734494"/>
                  </a:lnTo>
                  <a:lnTo>
                    <a:pt x="1928713" y="2734332"/>
                  </a:lnTo>
                  <a:lnTo>
                    <a:pt x="1929348" y="2733957"/>
                  </a:lnTo>
                  <a:lnTo>
                    <a:pt x="1929983" y="2733350"/>
                  </a:lnTo>
                  <a:lnTo>
                    <a:pt x="1930618" y="2733158"/>
                  </a:lnTo>
                  <a:lnTo>
                    <a:pt x="1931253" y="2733128"/>
                  </a:lnTo>
                  <a:lnTo>
                    <a:pt x="1931887" y="2732925"/>
                  </a:lnTo>
                  <a:lnTo>
                    <a:pt x="1932522" y="2732804"/>
                  </a:lnTo>
                  <a:lnTo>
                    <a:pt x="1933157" y="2732460"/>
                  </a:lnTo>
                  <a:lnTo>
                    <a:pt x="1933792" y="2731799"/>
                  </a:lnTo>
                  <a:lnTo>
                    <a:pt x="1934427" y="2731039"/>
                  </a:lnTo>
                  <a:lnTo>
                    <a:pt x="1935062" y="2730293"/>
                  </a:lnTo>
                  <a:lnTo>
                    <a:pt x="1935697" y="2729429"/>
                  </a:lnTo>
                  <a:lnTo>
                    <a:pt x="1936331" y="2728520"/>
                  </a:lnTo>
                  <a:lnTo>
                    <a:pt x="1936966" y="2728003"/>
                  </a:lnTo>
                  <a:lnTo>
                    <a:pt x="1937601" y="2727553"/>
                  </a:lnTo>
                  <a:lnTo>
                    <a:pt x="1938236" y="2727315"/>
                  </a:lnTo>
                  <a:lnTo>
                    <a:pt x="1938871" y="2727766"/>
                  </a:lnTo>
                  <a:lnTo>
                    <a:pt x="1939506" y="2728536"/>
                  </a:lnTo>
                  <a:lnTo>
                    <a:pt x="1940140" y="2729164"/>
                  </a:lnTo>
                  <a:lnTo>
                    <a:pt x="1940775" y="2729689"/>
                  </a:lnTo>
                  <a:lnTo>
                    <a:pt x="1941410" y="2730214"/>
                  </a:lnTo>
                  <a:lnTo>
                    <a:pt x="1942045" y="2730536"/>
                  </a:lnTo>
                  <a:lnTo>
                    <a:pt x="1942680" y="2730859"/>
                  </a:lnTo>
                  <a:lnTo>
                    <a:pt x="1943315" y="2731257"/>
                  </a:lnTo>
                  <a:lnTo>
                    <a:pt x="1943949" y="2731810"/>
                  </a:lnTo>
                  <a:lnTo>
                    <a:pt x="1944584" y="2732099"/>
                  </a:lnTo>
                  <a:lnTo>
                    <a:pt x="1945219" y="2732562"/>
                  </a:lnTo>
                  <a:lnTo>
                    <a:pt x="1945854" y="2732964"/>
                  </a:lnTo>
                  <a:lnTo>
                    <a:pt x="1946489" y="2733326"/>
                  </a:lnTo>
                  <a:lnTo>
                    <a:pt x="1947124" y="2733499"/>
                  </a:lnTo>
                  <a:lnTo>
                    <a:pt x="1947759" y="2733641"/>
                  </a:lnTo>
                  <a:lnTo>
                    <a:pt x="1948393" y="2733595"/>
                  </a:lnTo>
                  <a:lnTo>
                    <a:pt x="1949028" y="2733646"/>
                  </a:lnTo>
                  <a:lnTo>
                    <a:pt x="1949663" y="2733848"/>
                  </a:lnTo>
                  <a:lnTo>
                    <a:pt x="1950298" y="2734051"/>
                  </a:lnTo>
                  <a:lnTo>
                    <a:pt x="1950933" y="2734101"/>
                  </a:lnTo>
                  <a:lnTo>
                    <a:pt x="1951568" y="2734273"/>
                  </a:lnTo>
                  <a:lnTo>
                    <a:pt x="1952202" y="2734273"/>
                  </a:lnTo>
                  <a:lnTo>
                    <a:pt x="1952837" y="2734132"/>
                  </a:lnTo>
                  <a:lnTo>
                    <a:pt x="1953472" y="2733929"/>
                  </a:lnTo>
                  <a:lnTo>
                    <a:pt x="1954107" y="2733727"/>
                  </a:lnTo>
                  <a:lnTo>
                    <a:pt x="1954742" y="2733524"/>
                  </a:lnTo>
                  <a:lnTo>
                    <a:pt x="1955377" y="2733322"/>
                  </a:lnTo>
                  <a:lnTo>
                    <a:pt x="1956012" y="2733120"/>
                  </a:lnTo>
                  <a:lnTo>
                    <a:pt x="1956646" y="2732775"/>
                  </a:lnTo>
                  <a:lnTo>
                    <a:pt x="1957281" y="2732371"/>
                  </a:lnTo>
                  <a:lnTo>
                    <a:pt x="1957916" y="2731885"/>
                  </a:lnTo>
                  <a:lnTo>
                    <a:pt x="1958551" y="2731277"/>
                  </a:lnTo>
                  <a:lnTo>
                    <a:pt x="1959186" y="2730670"/>
                  </a:lnTo>
                  <a:lnTo>
                    <a:pt x="1959821" y="2730063"/>
                  </a:lnTo>
                  <a:lnTo>
                    <a:pt x="1960455" y="2729607"/>
                  </a:lnTo>
                  <a:lnTo>
                    <a:pt x="1961090" y="2729233"/>
                  </a:lnTo>
                  <a:lnTo>
                    <a:pt x="1961725" y="2728848"/>
                  </a:lnTo>
                  <a:lnTo>
                    <a:pt x="1962360" y="2728444"/>
                  </a:lnTo>
                  <a:lnTo>
                    <a:pt x="1962995" y="2728008"/>
                  </a:lnTo>
                  <a:lnTo>
                    <a:pt x="1963630" y="2727219"/>
                  </a:lnTo>
                  <a:lnTo>
                    <a:pt x="1964265" y="2726409"/>
                  </a:lnTo>
                  <a:lnTo>
                    <a:pt x="1964899" y="2725599"/>
                  </a:lnTo>
                  <a:lnTo>
                    <a:pt x="1965534" y="2724790"/>
                  </a:lnTo>
                  <a:lnTo>
                    <a:pt x="1966169" y="2723980"/>
                  </a:lnTo>
                  <a:lnTo>
                    <a:pt x="1966804" y="2723170"/>
                  </a:lnTo>
                  <a:lnTo>
                    <a:pt x="1967439" y="2722442"/>
                  </a:lnTo>
                  <a:lnTo>
                    <a:pt x="1968074" y="2721834"/>
                  </a:lnTo>
                  <a:lnTo>
                    <a:pt x="1968708" y="2721288"/>
                  </a:lnTo>
                  <a:lnTo>
                    <a:pt x="1969343" y="2720681"/>
                  </a:lnTo>
                  <a:lnTo>
                    <a:pt x="1969978" y="2720073"/>
                  </a:lnTo>
                  <a:lnTo>
                    <a:pt x="1970613" y="2719466"/>
                  </a:lnTo>
                  <a:lnTo>
                    <a:pt x="1971248" y="2718838"/>
                  </a:lnTo>
                  <a:lnTo>
                    <a:pt x="1971883" y="2718474"/>
                  </a:lnTo>
                  <a:lnTo>
                    <a:pt x="1972518" y="2718208"/>
                  </a:lnTo>
                  <a:lnTo>
                    <a:pt x="1973152" y="2718150"/>
                  </a:lnTo>
                  <a:lnTo>
                    <a:pt x="1973787" y="2718109"/>
                  </a:lnTo>
                  <a:lnTo>
                    <a:pt x="1974422" y="2718003"/>
                  </a:lnTo>
                  <a:lnTo>
                    <a:pt x="1975057" y="2717618"/>
                  </a:lnTo>
                  <a:lnTo>
                    <a:pt x="1975692" y="2717015"/>
                  </a:lnTo>
                  <a:lnTo>
                    <a:pt x="1976327" y="2716366"/>
                  </a:lnTo>
                  <a:lnTo>
                    <a:pt x="1976961" y="2715702"/>
                  </a:lnTo>
                  <a:lnTo>
                    <a:pt x="1977596" y="2714920"/>
                  </a:lnTo>
                  <a:lnTo>
                    <a:pt x="1978231" y="2714315"/>
                  </a:lnTo>
                  <a:lnTo>
                    <a:pt x="1978866" y="2713747"/>
                  </a:lnTo>
                  <a:lnTo>
                    <a:pt x="1979501" y="2713179"/>
                  </a:lnTo>
                  <a:lnTo>
                    <a:pt x="1980136" y="2712611"/>
                  </a:lnTo>
                  <a:lnTo>
                    <a:pt x="1980771" y="2712209"/>
                  </a:lnTo>
                  <a:lnTo>
                    <a:pt x="1981405" y="2711813"/>
                  </a:lnTo>
                  <a:lnTo>
                    <a:pt x="1982040" y="2711366"/>
                  </a:lnTo>
                  <a:lnTo>
                    <a:pt x="1982675" y="2710789"/>
                  </a:lnTo>
                  <a:lnTo>
                    <a:pt x="1983310" y="2710211"/>
                  </a:lnTo>
                  <a:lnTo>
                    <a:pt x="1983945" y="2709763"/>
                  </a:lnTo>
                  <a:lnTo>
                    <a:pt x="1984580" y="2709505"/>
                  </a:lnTo>
                  <a:lnTo>
                    <a:pt x="1985214" y="2709626"/>
                  </a:lnTo>
                  <a:lnTo>
                    <a:pt x="1985849" y="2710035"/>
                  </a:lnTo>
                  <a:lnTo>
                    <a:pt x="1986484" y="2710587"/>
                  </a:lnTo>
                  <a:lnTo>
                    <a:pt x="1987119" y="2711189"/>
                  </a:lnTo>
                  <a:lnTo>
                    <a:pt x="1987754" y="2711807"/>
                  </a:lnTo>
                  <a:lnTo>
                    <a:pt x="1988389" y="2712414"/>
                  </a:lnTo>
                  <a:lnTo>
                    <a:pt x="1989024" y="2713021"/>
                  </a:lnTo>
                  <a:lnTo>
                    <a:pt x="1989658" y="2713628"/>
                  </a:lnTo>
                  <a:lnTo>
                    <a:pt x="1990293" y="2714236"/>
                  </a:lnTo>
                  <a:lnTo>
                    <a:pt x="1990928" y="2714843"/>
                  </a:lnTo>
                  <a:lnTo>
                    <a:pt x="1991563" y="2715501"/>
                  </a:lnTo>
                  <a:lnTo>
                    <a:pt x="1992198" y="2716290"/>
                  </a:lnTo>
                  <a:lnTo>
                    <a:pt x="1992833" y="2716898"/>
                  </a:lnTo>
                  <a:lnTo>
                    <a:pt x="1993467" y="2717505"/>
                  </a:lnTo>
                  <a:lnTo>
                    <a:pt x="1994102" y="2717879"/>
                  </a:lnTo>
                  <a:lnTo>
                    <a:pt x="1994737" y="2718173"/>
                  </a:lnTo>
                  <a:lnTo>
                    <a:pt x="1995372" y="2718375"/>
                  </a:lnTo>
                  <a:lnTo>
                    <a:pt x="1996007" y="2718406"/>
                  </a:lnTo>
                  <a:lnTo>
                    <a:pt x="1996642" y="2718406"/>
                  </a:lnTo>
                  <a:lnTo>
                    <a:pt x="1997277" y="2718426"/>
                  </a:lnTo>
                  <a:lnTo>
                    <a:pt x="1997911" y="2718628"/>
                  </a:lnTo>
                  <a:lnTo>
                    <a:pt x="1998546" y="2718831"/>
                  </a:lnTo>
                  <a:lnTo>
                    <a:pt x="1999181" y="2719033"/>
                  </a:lnTo>
                  <a:lnTo>
                    <a:pt x="1999816" y="2719236"/>
                  </a:lnTo>
                  <a:lnTo>
                    <a:pt x="2000451" y="2719438"/>
                  </a:lnTo>
                  <a:lnTo>
                    <a:pt x="2001086" y="2719590"/>
                  </a:lnTo>
                  <a:lnTo>
                    <a:pt x="2001720" y="2719590"/>
                  </a:lnTo>
                  <a:lnTo>
                    <a:pt x="2002355" y="2719428"/>
                  </a:lnTo>
                  <a:lnTo>
                    <a:pt x="2002990" y="2719281"/>
                  </a:lnTo>
                  <a:lnTo>
                    <a:pt x="2003625" y="2718941"/>
                  </a:lnTo>
                  <a:lnTo>
                    <a:pt x="2004260" y="2717790"/>
                  </a:lnTo>
                  <a:lnTo>
                    <a:pt x="2004895" y="2715815"/>
                  </a:lnTo>
                  <a:lnTo>
                    <a:pt x="2005529" y="2713531"/>
                  </a:lnTo>
                  <a:lnTo>
                    <a:pt x="2006164" y="2711258"/>
                  </a:lnTo>
                  <a:lnTo>
                    <a:pt x="2006799" y="2708610"/>
                  </a:lnTo>
                  <a:lnTo>
                    <a:pt x="2007434" y="2705834"/>
                  </a:lnTo>
                  <a:lnTo>
                    <a:pt x="2008069" y="2703003"/>
                  </a:lnTo>
                  <a:lnTo>
                    <a:pt x="2008704" y="2700228"/>
                  </a:lnTo>
                  <a:lnTo>
                    <a:pt x="2009339" y="2697639"/>
                  </a:lnTo>
                  <a:lnTo>
                    <a:pt x="2009973" y="2695073"/>
                  </a:lnTo>
                  <a:lnTo>
                    <a:pt x="2010608" y="2692503"/>
                  </a:lnTo>
                  <a:lnTo>
                    <a:pt x="2011243" y="2690168"/>
                  </a:lnTo>
                  <a:lnTo>
                    <a:pt x="2011878" y="2687888"/>
                  </a:lnTo>
                  <a:lnTo>
                    <a:pt x="2012513" y="2685733"/>
                  </a:lnTo>
                  <a:lnTo>
                    <a:pt x="2013148" y="2683468"/>
                  </a:lnTo>
                  <a:lnTo>
                    <a:pt x="2013782" y="2681722"/>
                  </a:lnTo>
                  <a:lnTo>
                    <a:pt x="2014417" y="2680591"/>
                  </a:lnTo>
                  <a:lnTo>
                    <a:pt x="2015052" y="2679840"/>
                  </a:lnTo>
                  <a:lnTo>
                    <a:pt x="2015687" y="2679467"/>
                  </a:lnTo>
                  <a:lnTo>
                    <a:pt x="2016322" y="2679100"/>
                  </a:lnTo>
                  <a:lnTo>
                    <a:pt x="2016957" y="2678910"/>
                  </a:lnTo>
                  <a:lnTo>
                    <a:pt x="2017592" y="2679125"/>
                  </a:lnTo>
                  <a:lnTo>
                    <a:pt x="2018226" y="2679259"/>
                  </a:lnTo>
                  <a:lnTo>
                    <a:pt x="2018861" y="2679348"/>
                  </a:lnTo>
                  <a:lnTo>
                    <a:pt x="2019496" y="2679508"/>
                  </a:lnTo>
                  <a:lnTo>
                    <a:pt x="2020131" y="2679758"/>
                  </a:lnTo>
                  <a:lnTo>
                    <a:pt x="2020766" y="2679921"/>
                  </a:lnTo>
                  <a:lnTo>
                    <a:pt x="2021401" y="2680215"/>
                  </a:lnTo>
                  <a:lnTo>
                    <a:pt x="2022035" y="2680493"/>
                  </a:lnTo>
                  <a:lnTo>
                    <a:pt x="2022670" y="2680695"/>
                  </a:lnTo>
                  <a:lnTo>
                    <a:pt x="2023305" y="2680645"/>
                  </a:lnTo>
                  <a:lnTo>
                    <a:pt x="2023940" y="2680479"/>
                  </a:lnTo>
                  <a:lnTo>
                    <a:pt x="2024575" y="2680579"/>
                  </a:lnTo>
                  <a:lnTo>
                    <a:pt x="2025210" y="2680692"/>
                  </a:lnTo>
                  <a:lnTo>
                    <a:pt x="2025845" y="2680805"/>
                  </a:lnTo>
                  <a:lnTo>
                    <a:pt x="2026479" y="2680917"/>
                  </a:lnTo>
                  <a:lnTo>
                    <a:pt x="2027114" y="2681030"/>
                  </a:lnTo>
                  <a:lnTo>
                    <a:pt x="2027749" y="2681070"/>
                  </a:lnTo>
                  <a:lnTo>
                    <a:pt x="2028384" y="2681038"/>
                  </a:lnTo>
                  <a:lnTo>
                    <a:pt x="2029019" y="2680832"/>
                  </a:lnTo>
                  <a:lnTo>
                    <a:pt x="2029654" y="2680504"/>
                  </a:lnTo>
                  <a:lnTo>
                    <a:pt x="2030288" y="2680041"/>
                  </a:lnTo>
                  <a:lnTo>
                    <a:pt x="2030923" y="2679913"/>
                  </a:lnTo>
                  <a:lnTo>
                    <a:pt x="2031558" y="2679971"/>
                  </a:lnTo>
                  <a:lnTo>
                    <a:pt x="2032193" y="2680175"/>
                  </a:lnTo>
                  <a:lnTo>
                    <a:pt x="2032828" y="2680264"/>
                  </a:lnTo>
                  <a:lnTo>
                    <a:pt x="2033463" y="2680461"/>
                  </a:lnTo>
                  <a:lnTo>
                    <a:pt x="2034098" y="2680527"/>
                  </a:lnTo>
                  <a:lnTo>
                    <a:pt x="2034732" y="2680122"/>
                  </a:lnTo>
                  <a:lnTo>
                    <a:pt x="2035367" y="2679717"/>
                  </a:lnTo>
                  <a:lnTo>
                    <a:pt x="2036002" y="2679363"/>
                  </a:lnTo>
                  <a:lnTo>
                    <a:pt x="2036637" y="2679160"/>
                  </a:lnTo>
                  <a:lnTo>
                    <a:pt x="2037272" y="2679059"/>
                  </a:lnTo>
                  <a:lnTo>
                    <a:pt x="2037907" y="2679059"/>
                  </a:lnTo>
                  <a:lnTo>
                    <a:pt x="2038541" y="2679191"/>
                  </a:lnTo>
                  <a:lnTo>
                    <a:pt x="2039176" y="2679059"/>
                  </a:lnTo>
                  <a:lnTo>
                    <a:pt x="2039811" y="2678907"/>
                  </a:lnTo>
                  <a:lnTo>
                    <a:pt x="2040446" y="2678715"/>
                  </a:lnTo>
                  <a:lnTo>
                    <a:pt x="2041081" y="2678189"/>
                  </a:lnTo>
                  <a:lnTo>
                    <a:pt x="2041716" y="2677703"/>
                  </a:lnTo>
                  <a:lnTo>
                    <a:pt x="2042351" y="2677490"/>
                  </a:lnTo>
                  <a:lnTo>
                    <a:pt x="2042985" y="2677288"/>
                  </a:lnTo>
                  <a:lnTo>
                    <a:pt x="2043620" y="2677116"/>
                  </a:lnTo>
                  <a:lnTo>
                    <a:pt x="2044255" y="2677136"/>
                  </a:lnTo>
                  <a:lnTo>
                    <a:pt x="2044890" y="2677338"/>
                  </a:lnTo>
                  <a:lnTo>
                    <a:pt x="2045525" y="2677490"/>
                  </a:lnTo>
                  <a:lnTo>
                    <a:pt x="2046160" y="2677490"/>
                  </a:lnTo>
                  <a:lnTo>
                    <a:pt x="2046794" y="2677430"/>
                  </a:lnTo>
                  <a:lnTo>
                    <a:pt x="2047429" y="2677207"/>
                  </a:lnTo>
                  <a:lnTo>
                    <a:pt x="2048064" y="2676802"/>
                  </a:lnTo>
                  <a:lnTo>
                    <a:pt x="2048699" y="2676579"/>
                  </a:lnTo>
                  <a:lnTo>
                    <a:pt x="2049334" y="2676326"/>
                  </a:lnTo>
                  <a:lnTo>
                    <a:pt x="2049969" y="2676164"/>
                  </a:lnTo>
                  <a:lnTo>
                    <a:pt x="2050604" y="2676235"/>
                  </a:lnTo>
                  <a:lnTo>
                    <a:pt x="2051238" y="2676438"/>
                  </a:lnTo>
                  <a:lnTo>
                    <a:pt x="2051873" y="2676640"/>
                  </a:lnTo>
                  <a:lnTo>
                    <a:pt x="2052508" y="2676650"/>
                  </a:lnTo>
                  <a:lnTo>
                    <a:pt x="2053143" y="2676650"/>
                  </a:lnTo>
                  <a:lnTo>
                    <a:pt x="2053778" y="2676468"/>
                  </a:lnTo>
                  <a:lnTo>
                    <a:pt x="2054413" y="2676235"/>
                  </a:lnTo>
                  <a:lnTo>
                    <a:pt x="2055047" y="2676033"/>
                  </a:lnTo>
                  <a:lnTo>
                    <a:pt x="2055682" y="2675962"/>
                  </a:lnTo>
                  <a:lnTo>
                    <a:pt x="2056317" y="2676448"/>
                  </a:lnTo>
                  <a:lnTo>
                    <a:pt x="2056952" y="2677369"/>
                  </a:lnTo>
                  <a:lnTo>
                    <a:pt x="2057587" y="2678563"/>
                  </a:lnTo>
                  <a:lnTo>
                    <a:pt x="2058222" y="2679575"/>
                  </a:lnTo>
                  <a:lnTo>
                    <a:pt x="2058856" y="2680587"/>
                  </a:lnTo>
                  <a:lnTo>
                    <a:pt x="2059491" y="2681438"/>
                  </a:lnTo>
                  <a:lnTo>
                    <a:pt x="2060126" y="2682176"/>
                  </a:lnTo>
                  <a:lnTo>
                    <a:pt x="2060761" y="2682784"/>
                  </a:lnTo>
                  <a:lnTo>
                    <a:pt x="2061396" y="2683249"/>
                  </a:lnTo>
                  <a:lnTo>
                    <a:pt x="2062031" y="2683846"/>
                  </a:lnTo>
                  <a:lnTo>
                    <a:pt x="2062666" y="2684454"/>
                  </a:lnTo>
                  <a:lnTo>
                    <a:pt x="2063300" y="2685091"/>
                  </a:lnTo>
                  <a:lnTo>
                    <a:pt x="2063935" y="2685132"/>
                  </a:lnTo>
                  <a:lnTo>
                    <a:pt x="2064570" y="2685132"/>
                  </a:lnTo>
                  <a:lnTo>
                    <a:pt x="2065205" y="2684929"/>
                  </a:lnTo>
                  <a:lnTo>
                    <a:pt x="2065840" y="2683745"/>
                  </a:lnTo>
                  <a:lnTo>
                    <a:pt x="2066475" y="2682116"/>
                  </a:lnTo>
                  <a:lnTo>
                    <a:pt x="2067109" y="2680334"/>
                  </a:lnTo>
                  <a:lnTo>
                    <a:pt x="2067744" y="2678715"/>
                  </a:lnTo>
                  <a:lnTo>
                    <a:pt x="2068379" y="2677244"/>
                  </a:lnTo>
                  <a:lnTo>
                    <a:pt x="2069014" y="2675924"/>
                  </a:lnTo>
                  <a:lnTo>
                    <a:pt x="2069649" y="2674628"/>
                  </a:lnTo>
                  <a:lnTo>
                    <a:pt x="2070284" y="2673258"/>
                  </a:lnTo>
                  <a:lnTo>
                    <a:pt x="2070919" y="2672004"/>
                  </a:lnTo>
                  <a:lnTo>
                    <a:pt x="2071553" y="2670642"/>
                  </a:lnTo>
                  <a:lnTo>
                    <a:pt x="2072188" y="2669272"/>
                  </a:lnTo>
                  <a:lnTo>
                    <a:pt x="2072823" y="2667977"/>
                  </a:lnTo>
                  <a:lnTo>
                    <a:pt x="2073458" y="2666931"/>
                  </a:lnTo>
                  <a:lnTo>
                    <a:pt x="2074093" y="2665785"/>
                  </a:lnTo>
                  <a:lnTo>
                    <a:pt x="2074728" y="2664556"/>
                  </a:lnTo>
                  <a:lnTo>
                    <a:pt x="2075362" y="2663642"/>
                  </a:lnTo>
                  <a:lnTo>
                    <a:pt x="2075997" y="2662861"/>
                  </a:lnTo>
                  <a:lnTo>
                    <a:pt x="2076632" y="2662102"/>
                  </a:lnTo>
                  <a:lnTo>
                    <a:pt x="2077267" y="2661360"/>
                  </a:lnTo>
                  <a:lnTo>
                    <a:pt x="2077902" y="2660975"/>
                  </a:lnTo>
                  <a:lnTo>
                    <a:pt x="2078537" y="2660499"/>
                  </a:lnTo>
                  <a:lnTo>
                    <a:pt x="2079172" y="2660003"/>
                  </a:lnTo>
                  <a:lnTo>
                    <a:pt x="2079806" y="2659588"/>
                  </a:lnTo>
                  <a:lnTo>
                    <a:pt x="2080441" y="2658981"/>
                  </a:lnTo>
                  <a:lnTo>
                    <a:pt x="2081076" y="2658394"/>
                  </a:lnTo>
                  <a:lnTo>
                    <a:pt x="2081711" y="2657503"/>
                  </a:lnTo>
                  <a:lnTo>
                    <a:pt x="2082346" y="2656531"/>
                  </a:lnTo>
                  <a:lnTo>
                    <a:pt x="2082981" y="2655570"/>
                  </a:lnTo>
                  <a:lnTo>
                    <a:pt x="2083615" y="2654689"/>
                  </a:lnTo>
                  <a:lnTo>
                    <a:pt x="2084250" y="2653981"/>
                  </a:lnTo>
                  <a:lnTo>
                    <a:pt x="2084885" y="2653454"/>
                  </a:lnTo>
                  <a:lnTo>
                    <a:pt x="2085520" y="2653050"/>
                  </a:lnTo>
                  <a:lnTo>
                    <a:pt x="2086155" y="2652645"/>
                  </a:lnTo>
                  <a:lnTo>
                    <a:pt x="2086790" y="2652240"/>
                  </a:lnTo>
                  <a:lnTo>
                    <a:pt x="2087425" y="2651683"/>
                  </a:lnTo>
                  <a:lnTo>
                    <a:pt x="2088059" y="2651046"/>
                  </a:lnTo>
                  <a:lnTo>
                    <a:pt x="2088694" y="2650418"/>
                  </a:lnTo>
                  <a:lnTo>
                    <a:pt x="2089329" y="2649821"/>
                  </a:lnTo>
                  <a:lnTo>
                    <a:pt x="2089964" y="2649446"/>
                  </a:lnTo>
                  <a:lnTo>
                    <a:pt x="2090599" y="2649406"/>
                  </a:lnTo>
                  <a:lnTo>
                    <a:pt x="2091234" y="2649457"/>
                  </a:lnTo>
                  <a:lnTo>
                    <a:pt x="2091868" y="2649457"/>
                  </a:lnTo>
                  <a:lnTo>
                    <a:pt x="2092503" y="2649608"/>
                  </a:lnTo>
                  <a:lnTo>
                    <a:pt x="2093138" y="2649811"/>
                  </a:lnTo>
                  <a:lnTo>
                    <a:pt x="2093773" y="2650013"/>
                  </a:lnTo>
                  <a:lnTo>
                    <a:pt x="2094408" y="2650135"/>
                  </a:lnTo>
                  <a:lnTo>
                    <a:pt x="2095043" y="2650003"/>
                  </a:lnTo>
                  <a:lnTo>
                    <a:pt x="2095678" y="2649942"/>
                  </a:lnTo>
                  <a:lnTo>
                    <a:pt x="2096312" y="2649882"/>
                  </a:lnTo>
                  <a:lnTo>
                    <a:pt x="2096947" y="2649517"/>
                  </a:lnTo>
                  <a:lnTo>
                    <a:pt x="2097582" y="2649112"/>
                  </a:lnTo>
                  <a:lnTo>
                    <a:pt x="2098217" y="2648708"/>
                  </a:lnTo>
                  <a:lnTo>
                    <a:pt x="2098852" y="2647706"/>
                  </a:lnTo>
                  <a:lnTo>
                    <a:pt x="2099487" y="2646554"/>
                  </a:lnTo>
                  <a:lnTo>
                    <a:pt x="2100121" y="2645775"/>
                  </a:lnTo>
                  <a:lnTo>
                    <a:pt x="2100756" y="2644928"/>
                  </a:lnTo>
                  <a:lnTo>
                    <a:pt x="2101391" y="2644405"/>
                  </a:lnTo>
                  <a:lnTo>
                    <a:pt x="2102026" y="2644057"/>
                  </a:lnTo>
                  <a:lnTo>
                    <a:pt x="2102661" y="2643891"/>
                  </a:lnTo>
                  <a:lnTo>
                    <a:pt x="2103296" y="2643724"/>
                  </a:lnTo>
                  <a:lnTo>
                    <a:pt x="2103931" y="2643558"/>
                  </a:lnTo>
                  <a:lnTo>
                    <a:pt x="2104565" y="2643500"/>
                  </a:lnTo>
                  <a:lnTo>
                    <a:pt x="2105200" y="2643401"/>
                  </a:lnTo>
                  <a:lnTo>
                    <a:pt x="2105835" y="2643450"/>
                  </a:lnTo>
                  <a:lnTo>
                    <a:pt x="2106470" y="2643700"/>
                  </a:lnTo>
                  <a:lnTo>
                    <a:pt x="2107105" y="2643758"/>
                  </a:lnTo>
                  <a:lnTo>
                    <a:pt x="2107740" y="2643517"/>
                  </a:lnTo>
                  <a:lnTo>
                    <a:pt x="2108374" y="2643280"/>
                  </a:lnTo>
                  <a:lnTo>
                    <a:pt x="2109009" y="2643279"/>
                  </a:lnTo>
                  <a:lnTo>
                    <a:pt x="2109644" y="2642978"/>
                  </a:lnTo>
                  <a:lnTo>
                    <a:pt x="2110279" y="2642735"/>
                  </a:lnTo>
                  <a:lnTo>
                    <a:pt x="2110914" y="2642182"/>
                  </a:lnTo>
                  <a:lnTo>
                    <a:pt x="2111549" y="2641330"/>
                  </a:lnTo>
                  <a:lnTo>
                    <a:pt x="2112183" y="2640256"/>
                  </a:lnTo>
                  <a:lnTo>
                    <a:pt x="2112818" y="2639182"/>
                  </a:lnTo>
                  <a:lnTo>
                    <a:pt x="2113453" y="2638108"/>
                  </a:lnTo>
                  <a:lnTo>
                    <a:pt x="2114088" y="2637033"/>
                  </a:lnTo>
                  <a:lnTo>
                    <a:pt x="2114723" y="2635939"/>
                  </a:lnTo>
                  <a:lnTo>
                    <a:pt x="2115358" y="2634662"/>
                  </a:lnTo>
                  <a:lnTo>
                    <a:pt x="2115993" y="2633435"/>
                  </a:lnTo>
                  <a:lnTo>
                    <a:pt x="2116627" y="2632432"/>
                  </a:lnTo>
                  <a:lnTo>
                    <a:pt x="2117262" y="2631579"/>
                  </a:lnTo>
                  <a:lnTo>
                    <a:pt x="2117897" y="2630992"/>
                  </a:lnTo>
                  <a:lnTo>
                    <a:pt x="2118532" y="2630477"/>
                  </a:lnTo>
                  <a:lnTo>
                    <a:pt x="2119167" y="2630155"/>
                  </a:lnTo>
                  <a:lnTo>
                    <a:pt x="2119802" y="2630217"/>
                  </a:lnTo>
                  <a:lnTo>
                    <a:pt x="2120436" y="2630076"/>
                  </a:lnTo>
                  <a:lnTo>
                    <a:pt x="2121071" y="2630248"/>
                  </a:lnTo>
                  <a:lnTo>
                    <a:pt x="2121706" y="2630450"/>
                  </a:lnTo>
                  <a:lnTo>
                    <a:pt x="2122341" y="2630652"/>
                  </a:lnTo>
                  <a:lnTo>
                    <a:pt x="2122976" y="2630855"/>
                  </a:lnTo>
                  <a:lnTo>
                    <a:pt x="2123611" y="2631244"/>
                  </a:lnTo>
                  <a:lnTo>
                    <a:pt x="2124246" y="2631653"/>
                  </a:lnTo>
                  <a:lnTo>
                    <a:pt x="2124880" y="2632110"/>
                  </a:lnTo>
                  <a:lnTo>
                    <a:pt x="2125515" y="2632709"/>
                  </a:lnTo>
                  <a:lnTo>
                    <a:pt x="2126150" y="2633251"/>
                  </a:lnTo>
                  <a:lnTo>
                    <a:pt x="2126785" y="2633655"/>
                  </a:lnTo>
                  <a:lnTo>
                    <a:pt x="2127420" y="2633828"/>
                  </a:lnTo>
                  <a:lnTo>
                    <a:pt x="2128055" y="2633928"/>
                  </a:lnTo>
                  <a:lnTo>
                    <a:pt x="2128689" y="2633935"/>
                  </a:lnTo>
                  <a:lnTo>
                    <a:pt x="2129324" y="2634105"/>
                  </a:lnTo>
                  <a:lnTo>
                    <a:pt x="2129959" y="2634274"/>
                  </a:lnTo>
                  <a:lnTo>
                    <a:pt x="2130594" y="2634364"/>
                  </a:lnTo>
                  <a:lnTo>
                    <a:pt x="2131229" y="2634908"/>
                  </a:lnTo>
                  <a:lnTo>
                    <a:pt x="2131864" y="2636232"/>
                  </a:lnTo>
                  <a:lnTo>
                    <a:pt x="2132499" y="2637859"/>
                  </a:lnTo>
                  <a:lnTo>
                    <a:pt x="2133133" y="2639238"/>
                  </a:lnTo>
                  <a:lnTo>
                    <a:pt x="2133768" y="2640782"/>
                  </a:lnTo>
                  <a:lnTo>
                    <a:pt x="2134403" y="2642390"/>
                  </a:lnTo>
                  <a:lnTo>
                    <a:pt x="2135038" y="2644030"/>
                  </a:lnTo>
                  <a:lnTo>
                    <a:pt x="2135673" y="2645786"/>
                  </a:lnTo>
                  <a:lnTo>
                    <a:pt x="2136308" y="2647667"/>
                  </a:lnTo>
                  <a:lnTo>
                    <a:pt x="2136942" y="2649720"/>
                  </a:lnTo>
                  <a:lnTo>
                    <a:pt x="2137577" y="2651844"/>
                  </a:lnTo>
                  <a:lnTo>
                    <a:pt x="2138212" y="2654043"/>
                  </a:lnTo>
                  <a:lnTo>
                    <a:pt x="2138847" y="2656237"/>
                  </a:lnTo>
                  <a:lnTo>
                    <a:pt x="2139482" y="2658417"/>
                  </a:lnTo>
                  <a:lnTo>
                    <a:pt x="2140117" y="2660928"/>
                  </a:lnTo>
                  <a:lnTo>
                    <a:pt x="2140752" y="2662954"/>
                  </a:lnTo>
                  <a:lnTo>
                    <a:pt x="2141386" y="2664374"/>
                  </a:lnTo>
                  <a:lnTo>
                    <a:pt x="2142021" y="2665534"/>
                  </a:lnTo>
                  <a:lnTo>
                    <a:pt x="2142656" y="2666412"/>
                  </a:lnTo>
                  <a:lnTo>
                    <a:pt x="2143291" y="2667172"/>
                  </a:lnTo>
                  <a:lnTo>
                    <a:pt x="2143926" y="2667807"/>
                  </a:lnTo>
                  <a:lnTo>
                    <a:pt x="2144561" y="2667860"/>
                  </a:lnTo>
                  <a:lnTo>
                    <a:pt x="2145195" y="2667548"/>
                  </a:lnTo>
                  <a:lnTo>
                    <a:pt x="2145830" y="2667065"/>
                  </a:lnTo>
                  <a:lnTo>
                    <a:pt x="2146465" y="2666522"/>
                  </a:lnTo>
                  <a:lnTo>
                    <a:pt x="2147100" y="2665712"/>
                  </a:lnTo>
                  <a:lnTo>
                    <a:pt x="2147735" y="2664903"/>
                  </a:lnTo>
                  <a:lnTo>
                    <a:pt x="2148370" y="2664245"/>
                  </a:lnTo>
                  <a:lnTo>
                    <a:pt x="2149005" y="2663678"/>
                  </a:lnTo>
                  <a:lnTo>
                    <a:pt x="2149639" y="2663279"/>
                  </a:lnTo>
                  <a:lnTo>
                    <a:pt x="2150274" y="2663132"/>
                  </a:lnTo>
                  <a:lnTo>
                    <a:pt x="2150909" y="2663101"/>
                  </a:lnTo>
                  <a:lnTo>
                    <a:pt x="2151544" y="2662927"/>
                  </a:lnTo>
                  <a:lnTo>
                    <a:pt x="2152179" y="2662854"/>
                  </a:lnTo>
                  <a:lnTo>
                    <a:pt x="2152814" y="2662913"/>
                  </a:lnTo>
                  <a:lnTo>
                    <a:pt x="2153448" y="2662769"/>
                  </a:lnTo>
                  <a:lnTo>
                    <a:pt x="2154083" y="2662757"/>
                  </a:lnTo>
                  <a:lnTo>
                    <a:pt x="2154718" y="2662979"/>
                  </a:lnTo>
                  <a:lnTo>
                    <a:pt x="2155353" y="2663334"/>
                  </a:lnTo>
                  <a:lnTo>
                    <a:pt x="2155988" y="2663834"/>
                  </a:lnTo>
                  <a:lnTo>
                    <a:pt x="2156623" y="2664384"/>
                  </a:lnTo>
                  <a:lnTo>
                    <a:pt x="2157258" y="2664935"/>
                  </a:lnTo>
                  <a:lnTo>
                    <a:pt x="2157892" y="2665285"/>
                  </a:lnTo>
                  <a:lnTo>
                    <a:pt x="2158527" y="2665379"/>
                  </a:lnTo>
                  <a:lnTo>
                    <a:pt x="2159162" y="2665175"/>
                  </a:lnTo>
                  <a:lnTo>
                    <a:pt x="2159797" y="2665086"/>
                  </a:lnTo>
                  <a:lnTo>
                    <a:pt x="2160432" y="2664889"/>
                  </a:lnTo>
                  <a:lnTo>
                    <a:pt x="2161067" y="2664479"/>
                  </a:lnTo>
                  <a:lnTo>
                    <a:pt x="2161701" y="2664479"/>
                  </a:lnTo>
                  <a:lnTo>
                    <a:pt x="2162336" y="2664479"/>
                  </a:lnTo>
                  <a:lnTo>
                    <a:pt x="2162971" y="2664681"/>
                  </a:lnTo>
                  <a:lnTo>
                    <a:pt x="2163606" y="2664884"/>
                  </a:lnTo>
                  <a:lnTo>
                    <a:pt x="2164241" y="2665096"/>
                  </a:lnTo>
                  <a:lnTo>
                    <a:pt x="2164876" y="2665539"/>
                  </a:lnTo>
                  <a:lnTo>
                    <a:pt x="2165510" y="2665797"/>
                  </a:lnTo>
                  <a:lnTo>
                    <a:pt x="2166145" y="2666072"/>
                  </a:lnTo>
                  <a:lnTo>
                    <a:pt x="2166780" y="2666332"/>
                  </a:lnTo>
                  <a:lnTo>
                    <a:pt x="2167415" y="2666509"/>
                  </a:lnTo>
                  <a:lnTo>
                    <a:pt x="2168050" y="2666808"/>
                  </a:lnTo>
                  <a:lnTo>
                    <a:pt x="2168685" y="2666881"/>
                  </a:lnTo>
                  <a:lnTo>
                    <a:pt x="2169320" y="2666638"/>
                  </a:lnTo>
                  <a:lnTo>
                    <a:pt x="2169954" y="2666385"/>
                  </a:lnTo>
                  <a:lnTo>
                    <a:pt x="2170589" y="2666266"/>
                  </a:lnTo>
                  <a:lnTo>
                    <a:pt x="2171224" y="2665983"/>
                  </a:lnTo>
                  <a:lnTo>
                    <a:pt x="2171859" y="2665700"/>
                  </a:lnTo>
                  <a:lnTo>
                    <a:pt x="2172494" y="2665417"/>
                  </a:lnTo>
                  <a:lnTo>
                    <a:pt x="2173129" y="2665193"/>
                  </a:lnTo>
                  <a:lnTo>
                    <a:pt x="2173763" y="2664789"/>
                  </a:lnTo>
                  <a:lnTo>
                    <a:pt x="2174398" y="2664382"/>
                  </a:lnTo>
                  <a:lnTo>
                    <a:pt x="2175033" y="2664046"/>
                  </a:lnTo>
                  <a:lnTo>
                    <a:pt x="2175668" y="2663467"/>
                  </a:lnTo>
                  <a:lnTo>
                    <a:pt x="2176303" y="2662764"/>
                  </a:lnTo>
                  <a:lnTo>
                    <a:pt x="2176938" y="2662187"/>
                  </a:lnTo>
                  <a:lnTo>
                    <a:pt x="2177573" y="2661490"/>
                  </a:lnTo>
                  <a:lnTo>
                    <a:pt x="2178207" y="2660835"/>
                  </a:lnTo>
                  <a:lnTo>
                    <a:pt x="2178842" y="2659938"/>
                  </a:lnTo>
                  <a:lnTo>
                    <a:pt x="2179477" y="2658983"/>
                  </a:lnTo>
                  <a:lnTo>
                    <a:pt x="2180112" y="2658038"/>
                  </a:lnTo>
                  <a:lnTo>
                    <a:pt x="2180747" y="2657178"/>
                  </a:lnTo>
                  <a:lnTo>
                    <a:pt x="2181382" y="2656262"/>
                  </a:lnTo>
                  <a:lnTo>
                    <a:pt x="2182016" y="2655314"/>
                  </a:lnTo>
                  <a:lnTo>
                    <a:pt x="2182651" y="2653917"/>
                  </a:lnTo>
                  <a:lnTo>
                    <a:pt x="2183286" y="2652753"/>
                  </a:lnTo>
                  <a:lnTo>
                    <a:pt x="2183921" y="2651599"/>
                  </a:lnTo>
                  <a:lnTo>
                    <a:pt x="2184556" y="2650425"/>
                  </a:lnTo>
                  <a:lnTo>
                    <a:pt x="2185191" y="2649615"/>
                  </a:lnTo>
                  <a:lnTo>
                    <a:pt x="2185826" y="2648968"/>
                  </a:lnTo>
                  <a:lnTo>
                    <a:pt x="2186460" y="2648360"/>
                  </a:lnTo>
                  <a:lnTo>
                    <a:pt x="2187095" y="2647945"/>
                  </a:lnTo>
                  <a:lnTo>
                    <a:pt x="2187730" y="2647723"/>
                  </a:lnTo>
                  <a:lnTo>
                    <a:pt x="2188365" y="2647976"/>
                  </a:lnTo>
                  <a:lnTo>
                    <a:pt x="2189000" y="2648391"/>
                  </a:lnTo>
                  <a:lnTo>
                    <a:pt x="2189635" y="2648796"/>
                  </a:lnTo>
                  <a:lnTo>
                    <a:pt x="2190269" y="2649261"/>
                  </a:lnTo>
                  <a:lnTo>
                    <a:pt x="2190904" y="2650263"/>
                  </a:lnTo>
                  <a:lnTo>
                    <a:pt x="2191539" y="2651275"/>
                  </a:lnTo>
                  <a:lnTo>
                    <a:pt x="2192174" y="2652358"/>
                  </a:lnTo>
                  <a:lnTo>
                    <a:pt x="2192809" y="2653927"/>
                  </a:lnTo>
                  <a:lnTo>
                    <a:pt x="2193444" y="2655719"/>
                  </a:lnTo>
                  <a:lnTo>
                    <a:pt x="2194079" y="2657702"/>
                  </a:lnTo>
                  <a:lnTo>
                    <a:pt x="2194713" y="2659524"/>
                  </a:lnTo>
                  <a:lnTo>
                    <a:pt x="2195348" y="2661197"/>
                  </a:lnTo>
                  <a:lnTo>
                    <a:pt x="2195983" y="2662923"/>
                  </a:lnTo>
                  <a:lnTo>
                    <a:pt x="2196618" y="2664623"/>
                  </a:lnTo>
                  <a:lnTo>
                    <a:pt x="2197253" y="2666398"/>
                  </a:lnTo>
                  <a:lnTo>
                    <a:pt x="2197888" y="2668057"/>
                  </a:lnTo>
                  <a:lnTo>
                    <a:pt x="2198522" y="2669823"/>
                  </a:lnTo>
                  <a:lnTo>
                    <a:pt x="2199157" y="2671598"/>
                  </a:lnTo>
                  <a:lnTo>
                    <a:pt x="2199792" y="2673299"/>
                  </a:lnTo>
                  <a:lnTo>
                    <a:pt x="2200427" y="2674771"/>
                  </a:lnTo>
                  <a:lnTo>
                    <a:pt x="2201062" y="2676291"/>
                  </a:lnTo>
                  <a:lnTo>
                    <a:pt x="2201697" y="2677811"/>
                  </a:lnTo>
                  <a:lnTo>
                    <a:pt x="2202332" y="2679015"/>
                  </a:lnTo>
                  <a:lnTo>
                    <a:pt x="2202966" y="2680036"/>
                  </a:lnTo>
                  <a:lnTo>
                    <a:pt x="2203601" y="2680884"/>
                  </a:lnTo>
                  <a:lnTo>
                    <a:pt x="2204236" y="2681714"/>
                  </a:lnTo>
                  <a:lnTo>
                    <a:pt x="2204871" y="2682339"/>
                  </a:lnTo>
                  <a:lnTo>
                    <a:pt x="2205506" y="2682934"/>
                  </a:lnTo>
                  <a:lnTo>
                    <a:pt x="2206141" y="2683721"/>
                  </a:lnTo>
                  <a:lnTo>
                    <a:pt x="2206775" y="2684426"/>
                  </a:lnTo>
                  <a:lnTo>
                    <a:pt x="2207410" y="2685324"/>
                  </a:lnTo>
                  <a:lnTo>
                    <a:pt x="2208045" y="2686202"/>
                  </a:lnTo>
                  <a:lnTo>
                    <a:pt x="2208680" y="2687384"/>
                  </a:lnTo>
                  <a:lnTo>
                    <a:pt x="2209315" y="2688646"/>
                  </a:lnTo>
                  <a:lnTo>
                    <a:pt x="2209950" y="2689999"/>
                  </a:lnTo>
                  <a:lnTo>
                    <a:pt x="2210585" y="2691323"/>
                  </a:lnTo>
                  <a:lnTo>
                    <a:pt x="2211219" y="2692436"/>
                  </a:lnTo>
                  <a:lnTo>
                    <a:pt x="2211854" y="2693449"/>
                  </a:lnTo>
                  <a:lnTo>
                    <a:pt x="2212489" y="2694461"/>
                  </a:lnTo>
                  <a:lnTo>
                    <a:pt x="2213124" y="2695351"/>
                  </a:lnTo>
                  <a:lnTo>
                    <a:pt x="2213759" y="2696161"/>
                  </a:lnTo>
                  <a:lnTo>
                    <a:pt x="2214394" y="2696989"/>
                  </a:lnTo>
                  <a:lnTo>
                    <a:pt x="2215028" y="2697797"/>
                  </a:lnTo>
                  <a:lnTo>
                    <a:pt x="2215663" y="2698106"/>
                  </a:lnTo>
                  <a:lnTo>
                    <a:pt x="2216298" y="2698508"/>
                  </a:lnTo>
                  <a:lnTo>
                    <a:pt x="2216933" y="2698536"/>
                  </a:lnTo>
                  <a:lnTo>
                    <a:pt x="2217568" y="2698448"/>
                  </a:lnTo>
                  <a:lnTo>
                    <a:pt x="2218203" y="2698013"/>
                  </a:lnTo>
                  <a:lnTo>
                    <a:pt x="2218838" y="2697197"/>
                  </a:lnTo>
                  <a:lnTo>
                    <a:pt x="2219472" y="2695833"/>
                  </a:lnTo>
                  <a:lnTo>
                    <a:pt x="2220107" y="2694264"/>
                  </a:lnTo>
                  <a:lnTo>
                    <a:pt x="2220742" y="2692473"/>
                  </a:lnTo>
                  <a:lnTo>
                    <a:pt x="2221377" y="2690555"/>
                  </a:lnTo>
                  <a:lnTo>
                    <a:pt x="2222012" y="2688385"/>
                  </a:lnTo>
                  <a:lnTo>
                    <a:pt x="2222647" y="2686214"/>
                  </a:lnTo>
                  <a:lnTo>
                    <a:pt x="2223281" y="2684071"/>
                  </a:lnTo>
                  <a:lnTo>
                    <a:pt x="2223916" y="2682250"/>
                  </a:lnTo>
                  <a:lnTo>
                    <a:pt x="2224551" y="2680284"/>
                  </a:lnTo>
                  <a:lnTo>
                    <a:pt x="2225186" y="2678652"/>
                  </a:lnTo>
                  <a:lnTo>
                    <a:pt x="2225821" y="2677464"/>
                  </a:lnTo>
                  <a:lnTo>
                    <a:pt x="2226456" y="2676379"/>
                  </a:lnTo>
                  <a:lnTo>
                    <a:pt x="2227090" y="2674990"/>
                  </a:lnTo>
                  <a:lnTo>
                    <a:pt x="2227725" y="2673806"/>
                  </a:lnTo>
                  <a:lnTo>
                    <a:pt x="2228360" y="2672647"/>
                  </a:lnTo>
                  <a:lnTo>
                    <a:pt x="2228995" y="2671645"/>
                  </a:lnTo>
                  <a:lnTo>
                    <a:pt x="2229630" y="2671075"/>
                  </a:lnTo>
                  <a:lnTo>
                    <a:pt x="2230265" y="2670544"/>
                  </a:lnTo>
                  <a:lnTo>
                    <a:pt x="2230900" y="2670438"/>
                  </a:lnTo>
                  <a:lnTo>
                    <a:pt x="2231534" y="2670651"/>
                  </a:lnTo>
                  <a:lnTo>
                    <a:pt x="2232169" y="2671080"/>
                  </a:lnTo>
                  <a:lnTo>
                    <a:pt x="2232804" y="2671610"/>
                  </a:lnTo>
                  <a:lnTo>
                    <a:pt x="2233439" y="2671901"/>
                  </a:lnTo>
                  <a:lnTo>
                    <a:pt x="2234074" y="2671876"/>
                  </a:lnTo>
                  <a:lnTo>
                    <a:pt x="2234709" y="2671691"/>
                  </a:lnTo>
                  <a:lnTo>
                    <a:pt x="2235343" y="2671147"/>
                  </a:lnTo>
                  <a:lnTo>
                    <a:pt x="2235978" y="2669509"/>
                  </a:lnTo>
                  <a:lnTo>
                    <a:pt x="2236613" y="2668151"/>
                  </a:lnTo>
                  <a:lnTo>
                    <a:pt x="2237248" y="2666227"/>
                  </a:lnTo>
                  <a:lnTo>
                    <a:pt x="2237883" y="2663947"/>
                  </a:lnTo>
                  <a:lnTo>
                    <a:pt x="2238518" y="2661782"/>
                  </a:lnTo>
                  <a:lnTo>
                    <a:pt x="2239153" y="2659567"/>
                  </a:lnTo>
                  <a:lnTo>
                    <a:pt x="2239787" y="2657200"/>
                  </a:lnTo>
                  <a:lnTo>
                    <a:pt x="2240422" y="2654833"/>
                  </a:lnTo>
                  <a:lnTo>
                    <a:pt x="2241057" y="2652466"/>
                  </a:lnTo>
                  <a:lnTo>
                    <a:pt x="2241692" y="2650099"/>
                  </a:lnTo>
                  <a:lnTo>
                    <a:pt x="2242327" y="2647732"/>
                  </a:lnTo>
                  <a:lnTo>
                    <a:pt x="2242962" y="2645518"/>
                  </a:lnTo>
                  <a:lnTo>
                    <a:pt x="2243596" y="2643586"/>
                  </a:lnTo>
                  <a:lnTo>
                    <a:pt x="2244231" y="2641797"/>
                  </a:lnTo>
                  <a:lnTo>
                    <a:pt x="2244866" y="2640077"/>
                  </a:lnTo>
                  <a:lnTo>
                    <a:pt x="2245501" y="2639063"/>
                  </a:lnTo>
                  <a:lnTo>
                    <a:pt x="2246136" y="2638029"/>
                  </a:lnTo>
                  <a:lnTo>
                    <a:pt x="2246771" y="2637299"/>
                  </a:lnTo>
                  <a:lnTo>
                    <a:pt x="2247406" y="2637279"/>
                  </a:lnTo>
                  <a:lnTo>
                    <a:pt x="2248040" y="2637279"/>
                  </a:lnTo>
                  <a:lnTo>
                    <a:pt x="2248675" y="2637329"/>
                  </a:lnTo>
                  <a:lnTo>
                    <a:pt x="2249310" y="2637532"/>
                  </a:lnTo>
                  <a:lnTo>
                    <a:pt x="2249945" y="2637734"/>
                  </a:lnTo>
                  <a:lnTo>
                    <a:pt x="2250580" y="2637588"/>
                  </a:lnTo>
                  <a:lnTo>
                    <a:pt x="2251215" y="2637410"/>
                  </a:lnTo>
                  <a:lnTo>
                    <a:pt x="2251849" y="2637033"/>
                  </a:lnTo>
                  <a:lnTo>
                    <a:pt x="2252484" y="2636476"/>
                  </a:lnTo>
                  <a:lnTo>
                    <a:pt x="2253119" y="2635893"/>
                  </a:lnTo>
                  <a:lnTo>
                    <a:pt x="2253754" y="2635447"/>
                  </a:lnTo>
                  <a:lnTo>
                    <a:pt x="2254389" y="2634784"/>
                  </a:lnTo>
                  <a:lnTo>
                    <a:pt x="2255024" y="2633945"/>
                  </a:lnTo>
                  <a:lnTo>
                    <a:pt x="2255659" y="2632968"/>
                  </a:lnTo>
                  <a:lnTo>
                    <a:pt x="2256293" y="2631387"/>
                  </a:lnTo>
                  <a:lnTo>
                    <a:pt x="2256928" y="2629180"/>
                  </a:lnTo>
                  <a:lnTo>
                    <a:pt x="2257563" y="2626950"/>
                  </a:lnTo>
                  <a:lnTo>
                    <a:pt x="2258198" y="2624778"/>
                  </a:lnTo>
                  <a:lnTo>
                    <a:pt x="2258833" y="2622607"/>
                  </a:lnTo>
                  <a:lnTo>
                    <a:pt x="2259468" y="2620292"/>
                  </a:lnTo>
                  <a:lnTo>
                    <a:pt x="2260102" y="2617996"/>
                  </a:lnTo>
                  <a:lnTo>
                    <a:pt x="2260737" y="2615410"/>
                  </a:lnTo>
                  <a:lnTo>
                    <a:pt x="2261372" y="2612692"/>
                  </a:lnTo>
                  <a:lnTo>
                    <a:pt x="2262007" y="2609647"/>
                  </a:lnTo>
                  <a:lnTo>
                    <a:pt x="2262642" y="2606550"/>
                  </a:lnTo>
                  <a:lnTo>
                    <a:pt x="2263277" y="2603225"/>
                  </a:lnTo>
                  <a:lnTo>
                    <a:pt x="2263912" y="2600209"/>
                  </a:lnTo>
                  <a:lnTo>
                    <a:pt x="2264546" y="2597196"/>
                  </a:lnTo>
                  <a:lnTo>
                    <a:pt x="2265181" y="2594200"/>
                  </a:lnTo>
                  <a:lnTo>
                    <a:pt x="2265816" y="2591392"/>
                  </a:lnTo>
                  <a:lnTo>
                    <a:pt x="2266451" y="2588063"/>
                  </a:lnTo>
                  <a:lnTo>
                    <a:pt x="2267086" y="2585045"/>
                  </a:lnTo>
                  <a:lnTo>
                    <a:pt x="2267721" y="2581872"/>
                  </a:lnTo>
                  <a:lnTo>
                    <a:pt x="2268355" y="2578824"/>
                  </a:lnTo>
                  <a:lnTo>
                    <a:pt x="2268990" y="2576173"/>
                  </a:lnTo>
                  <a:lnTo>
                    <a:pt x="2269625" y="2573422"/>
                  </a:lnTo>
                  <a:lnTo>
                    <a:pt x="2270260" y="2571424"/>
                  </a:lnTo>
                  <a:lnTo>
                    <a:pt x="2270895" y="2569310"/>
                  </a:lnTo>
                  <a:lnTo>
                    <a:pt x="2271530" y="2567104"/>
                  </a:lnTo>
                  <a:lnTo>
                    <a:pt x="2272165" y="2564774"/>
                  </a:lnTo>
                  <a:lnTo>
                    <a:pt x="2272799" y="2562526"/>
                  </a:lnTo>
                  <a:lnTo>
                    <a:pt x="2273434" y="2560251"/>
                  </a:lnTo>
                  <a:lnTo>
                    <a:pt x="2274069" y="2558379"/>
                  </a:lnTo>
                  <a:lnTo>
                    <a:pt x="2274704" y="2556675"/>
                  </a:lnTo>
                  <a:lnTo>
                    <a:pt x="2275339" y="2555245"/>
                  </a:lnTo>
                  <a:lnTo>
                    <a:pt x="2275974" y="2554128"/>
                  </a:lnTo>
                  <a:lnTo>
                    <a:pt x="2276608" y="2553263"/>
                  </a:lnTo>
                  <a:lnTo>
                    <a:pt x="2277243" y="2552594"/>
                  </a:lnTo>
                  <a:lnTo>
                    <a:pt x="2277878" y="2551602"/>
                  </a:lnTo>
                  <a:lnTo>
                    <a:pt x="2278513" y="2550581"/>
                  </a:lnTo>
                  <a:lnTo>
                    <a:pt x="2279148" y="2549370"/>
                  </a:lnTo>
                  <a:lnTo>
                    <a:pt x="2279783" y="2547826"/>
                  </a:lnTo>
                  <a:lnTo>
                    <a:pt x="2280417" y="2546318"/>
                  </a:lnTo>
                  <a:lnTo>
                    <a:pt x="2281052" y="2544962"/>
                  </a:lnTo>
                  <a:lnTo>
                    <a:pt x="2281687" y="2543889"/>
                  </a:lnTo>
                  <a:lnTo>
                    <a:pt x="2282322" y="2542725"/>
                  </a:lnTo>
                  <a:lnTo>
                    <a:pt x="2282957" y="2541399"/>
                  </a:lnTo>
                  <a:lnTo>
                    <a:pt x="2283592" y="2539638"/>
                  </a:lnTo>
                  <a:lnTo>
                    <a:pt x="2284227" y="2537613"/>
                  </a:lnTo>
                  <a:lnTo>
                    <a:pt x="2284861" y="2535680"/>
                  </a:lnTo>
                  <a:lnTo>
                    <a:pt x="2285496" y="2534020"/>
                  </a:lnTo>
                  <a:lnTo>
                    <a:pt x="2286131" y="2532603"/>
                  </a:lnTo>
                  <a:lnTo>
                    <a:pt x="2286766" y="2531227"/>
                  </a:lnTo>
                  <a:lnTo>
                    <a:pt x="2287401" y="2529911"/>
                  </a:lnTo>
                  <a:lnTo>
                    <a:pt x="2288036" y="2529091"/>
                  </a:lnTo>
                  <a:lnTo>
                    <a:pt x="2288670" y="2528423"/>
                  </a:lnTo>
                  <a:lnTo>
                    <a:pt x="2289305" y="2528019"/>
                  </a:lnTo>
                  <a:lnTo>
                    <a:pt x="2289940" y="2527209"/>
                  </a:lnTo>
                  <a:lnTo>
                    <a:pt x="2290575" y="2526207"/>
                  </a:lnTo>
                  <a:lnTo>
                    <a:pt x="2291210" y="2525093"/>
                  </a:lnTo>
                  <a:lnTo>
                    <a:pt x="2291845" y="2523670"/>
                  </a:lnTo>
                  <a:lnTo>
                    <a:pt x="2292480" y="2522368"/>
                  </a:lnTo>
                  <a:lnTo>
                    <a:pt x="2293114" y="2521405"/>
                  </a:lnTo>
                  <a:lnTo>
                    <a:pt x="2293749" y="2520740"/>
                  </a:lnTo>
                  <a:lnTo>
                    <a:pt x="2294384" y="2520239"/>
                  </a:lnTo>
                  <a:lnTo>
                    <a:pt x="2295019" y="2519738"/>
                  </a:lnTo>
                  <a:lnTo>
                    <a:pt x="2295654" y="2519341"/>
                  </a:lnTo>
                  <a:lnTo>
                    <a:pt x="2296289" y="2519078"/>
                  </a:lnTo>
                  <a:lnTo>
                    <a:pt x="2296923" y="2518927"/>
                  </a:lnTo>
                  <a:lnTo>
                    <a:pt x="2297558" y="2518611"/>
                  </a:lnTo>
                  <a:lnTo>
                    <a:pt x="2298193" y="2518286"/>
                  </a:lnTo>
                  <a:lnTo>
                    <a:pt x="2298828" y="2517962"/>
                  </a:lnTo>
                  <a:lnTo>
                    <a:pt x="2299463" y="2517840"/>
                  </a:lnTo>
                  <a:lnTo>
                    <a:pt x="2300098" y="2517851"/>
                  </a:lnTo>
                  <a:lnTo>
                    <a:pt x="2300733" y="2518316"/>
                  </a:lnTo>
                  <a:lnTo>
                    <a:pt x="2301367" y="2519118"/>
                  </a:lnTo>
                  <a:lnTo>
                    <a:pt x="2302002" y="2520072"/>
                  </a:lnTo>
                  <a:lnTo>
                    <a:pt x="2302637" y="2521278"/>
                  </a:lnTo>
                  <a:lnTo>
                    <a:pt x="2303272" y="2522588"/>
                  </a:lnTo>
                  <a:lnTo>
                    <a:pt x="2303907" y="2523691"/>
                  </a:lnTo>
                  <a:lnTo>
                    <a:pt x="2304542" y="2524793"/>
                  </a:lnTo>
                  <a:lnTo>
                    <a:pt x="2305176" y="2525853"/>
                  </a:lnTo>
                  <a:lnTo>
                    <a:pt x="2305811" y="2527154"/>
                  </a:lnTo>
                  <a:lnTo>
                    <a:pt x="2306446" y="2528413"/>
                  </a:lnTo>
                  <a:lnTo>
                    <a:pt x="2307081" y="2529561"/>
                  </a:lnTo>
                  <a:lnTo>
                    <a:pt x="2307716" y="2530786"/>
                  </a:lnTo>
                  <a:lnTo>
                    <a:pt x="2308351" y="2532106"/>
                  </a:lnTo>
                  <a:lnTo>
                    <a:pt x="2308986" y="2533399"/>
                  </a:lnTo>
                  <a:lnTo>
                    <a:pt x="2309620" y="2534998"/>
                  </a:lnTo>
                  <a:lnTo>
                    <a:pt x="2310255" y="2536293"/>
                  </a:lnTo>
                  <a:lnTo>
                    <a:pt x="2310890" y="2537123"/>
                  </a:lnTo>
                  <a:lnTo>
                    <a:pt x="2311525" y="2537579"/>
                  </a:lnTo>
                  <a:lnTo>
                    <a:pt x="2312160" y="2537781"/>
                  </a:lnTo>
                  <a:lnTo>
                    <a:pt x="2312795" y="2537467"/>
                  </a:lnTo>
                  <a:lnTo>
                    <a:pt x="2313429" y="2537002"/>
                  </a:lnTo>
                  <a:lnTo>
                    <a:pt x="2314064" y="2536020"/>
                  </a:lnTo>
                  <a:lnTo>
                    <a:pt x="2314699" y="2534826"/>
                  </a:lnTo>
                  <a:lnTo>
                    <a:pt x="2315334" y="2533226"/>
                  </a:lnTo>
                  <a:lnTo>
                    <a:pt x="2315969" y="2531496"/>
                  </a:lnTo>
                  <a:lnTo>
                    <a:pt x="2316604" y="2529876"/>
                  </a:lnTo>
                  <a:lnTo>
                    <a:pt x="2317239" y="2528166"/>
                  </a:lnTo>
                  <a:lnTo>
                    <a:pt x="2317873" y="2526344"/>
                  </a:lnTo>
                  <a:lnTo>
                    <a:pt x="2318508" y="2524583"/>
                  </a:lnTo>
                  <a:lnTo>
                    <a:pt x="2319143" y="2522964"/>
                  </a:lnTo>
                  <a:lnTo>
                    <a:pt x="2319778" y="2521213"/>
                  </a:lnTo>
                  <a:lnTo>
                    <a:pt x="2320413" y="2519198"/>
                  </a:lnTo>
                  <a:lnTo>
                    <a:pt x="2321048" y="2517306"/>
                  </a:lnTo>
                  <a:lnTo>
                    <a:pt x="2321682" y="2515413"/>
                  </a:lnTo>
                  <a:lnTo>
                    <a:pt x="2322317" y="2513369"/>
                  </a:lnTo>
                  <a:lnTo>
                    <a:pt x="2322952" y="2510919"/>
                  </a:lnTo>
                  <a:lnTo>
                    <a:pt x="2323587" y="2508490"/>
                  </a:lnTo>
                  <a:lnTo>
                    <a:pt x="2324222" y="2505160"/>
                  </a:lnTo>
                  <a:lnTo>
                    <a:pt x="2324857" y="2501645"/>
                  </a:lnTo>
                  <a:lnTo>
                    <a:pt x="2325492" y="2497845"/>
                  </a:lnTo>
                  <a:lnTo>
                    <a:pt x="2326126" y="2493794"/>
                  </a:lnTo>
                  <a:lnTo>
                    <a:pt x="2326761" y="2489494"/>
                  </a:lnTo>
                  <a:lnTo>
                    <a:pt x="2327396" y="2484708"/>
                  </a:lnTo>
                  <a:lnTo>
                    <a:pt x="2328031" y="2479625"/>
                  </a:lnTo>
                  <a:lnTo>
                    <a:pt x="2328666" y="2473970"/>
                  </a:lnTo>
                  <a:lnTo>
                    <a:pt x="2329301" y="2468240"/>
                  </a:lnTo>
                  <a:lnTo>
                    <a:pt x="2329935" y="2462602"/>
                  </a:lnTo>
                  <a:lnTo>
                    <a:pt x="2330570" y="2456863"/>
                  </a:lnTo>
                  <a:lnTo>
                    <a:pt x="2331205" y="2450876"/>
                  </a:lnTo>
                  <a:lnTo>
                    <a:pt x="2331840" y="2444764"/>
                  </a:lnTo>
                  <a:lnTo>
                    <a:pt x="2332475" y="2439018"/>
                  </a:lnTo>
                  <a:lnTo>
                    <a:pt x="2333110" y="2433296"/>
                  </a:lnTo>
                  <a:lnTo>
                    <a:pt x="2333744" y="2428139"/>
                  </a:lnTo>
                  <a:lnTo>
                    <a:pt x="2334379" y="2423424"/>
                  </a:lnTo>
                  <a:lnTo>
                    <a:pt x="2335014" y="2418985"/>
                  </a:lnTo>
                  <a:lnTo>
                    <a:pt x="2335649" y="2414588"/>
                  </a:lnTo>
                  <a:lnTo>
                    <a:pt x="2336284" y="2410452"/>
                  </a:lnTo>
                  <a:lnTo>
                    <a:pt x="2336919" y="2406543"/>
                  </a:lnTo>
                  <a:lnTo>
                    <a:pt x="2337554" y="2402919"/>
                  </a:lnTo>
                  <a:lnTo>
                    <a:pt x="2338188" y="2399782"/>
                  </a:lnTo>
                  <a:lnTo>
                    <a:pt x="2338823" y="2396363"/>
                  </a:lnTo>
                  <a:lnTo>
                    <a:pt x="2339458" y="2393019"/>
                  </a:lnTo>
                  <a:lnTo>
                    <a:pt x="2340093" y="2389854"/>
                  </a:lnTo>
                  <a:lnTo>
                    <a:pt x="2340728" y="2387019"/>
                  </a:lnTo>
                  <a:lnTo>
                    <a:pt x="2341363" y="2384631"/>
                  </a:lnTo>
                  <a:lnTo>
                    <a:pt x="2341997" y="2382130"/>
                  </a:lnTo>
                  <a:lnTo>
                    <a:pt x="2342632" y="2380095"/>
                  </a:lnTo>
                  <a:lnTo>
                    <a:pt x="2343267" y="2377675"/>
                  </a:lnTo>
                  <a:lnTo>
                    <a:pt x="2343902" y="2375087"/>
                  </a:lnTo>
                  <a:lnTo>
                    <a:pt x="2344537" y="2372561"/>
                  </a:lnTo>
                  <a:lnTo>
                    <a:pt x="2345172" y="2370053"/>
                  </a:lnTo>
                  <a:lnTo>
                    <a:pt x="2345807" y="2367817"/>
                  </a:lnTo>
                  <a:lnTo>
                    <a:pt x="2346441" y="2365762"/>
                  </a:lnTo>
                  <a:lnTo>
                    <a:pt x="2347076" y="2363611"/>
                  </a:lnTo>
                  <a:lnTo>
                    <a:pt x="2347711" y="2361668"/>
                  </a:lnTo>
                  <a:lnTo>
                    <a:pt x="2348346" y="2359620"/>
                  </a:lnTo>
                  <a:lnTo>
                    <a:pt x="2348981" y="2357897"/>
                  </a:lnTo>
                  <a:lnTo>
                    <a:pt x="2349616" y="2355839"/>
                  </a:lnTo>
                  <a:lnTo>
                    <a:pt x="2350250" y="2353723"/>
                  </a:lnTo>
                  <a:lnTo>
                    <a:pt x="2350885" y="2351289"/>
                  </a:lnTo>
                  <a:lnTo>
                    <a:pt x="2351520" y="2349082"/>
                  </a:lnTo>
                  <a:lnTo>
                    <a:pt x="2352155" y="2346546"/>
                  </a:lnTo>
                  <a:lnTo>
                    <a:pt x="2352790" y="2344391"/>
                  </a:lnTo>
                  <a:lnTo>
                    <a:pt x="2353425" y="2342484"/>
                  </a:lnTo>
                  <a:lnTo>
                    <a:pt x="2354060" y="2340243"/>
                  </a:lnTo>
                  <a:lnTo>
                    <a:pt x="2354694" y="2337922"/>
                  </a:lnTo>
                  <a:lnTo>
                    <a:pt x="2355329" y="2335494"/>
                  </a:lnTo>
                  <a:lnTo>
                    <a:pt x="2355964" y="2333315"/>
                  </a:lnTo>
                  <a:lnTo>
                    <a:pt x="2356599" y="2330711"/>
                  </a:lnTo>
                  <a:lnTo>
                    <a:pt x="2357234" y="2326878"/>
                  </a:lnTo>
                  <a:lnTo>
                    <a:pt x="2357869" y="2322952"/>
                  </a:lnTo>
                  <a:lnTo>
                    <a:pt x="2358503" y="2318175"/>
                  </a:lnTo>
                  <a:lnTo>
                    <a:pt x="2359138" y="2312568"/>
                  </a:lnTo>
                  <a:lnTo>
                    <a:pt x="2359773" y="2306222"/>
                  </a:lnTo>
                  <a:lnTo>
                    <a:pt x="2360408" y="2299815"/>
                  </a:lnTo>
                  <a:lnTo>
                    <a:pt x="2361043" y="2293580"/>
                  </a:lnTo>
                  <a:lnTo>
                    <a:pt x="2361678" y="2287700"/>
                  </a:lnTo>
                  <a:lnTo>
                    <a:pt x="2362313" y="2281779"/>
                  </a:lnTo>
                  <a:lnTo>
                    <a:pt x="2362947" y="2276313"/>
                  </a:lnTo>
                  <a:lnTo>
                    <a:pt x="2363582" y="2271131"/>
                  </a:lnTo>
                  <a:lnTo>
                    <a:pt x="2364217" y="2266688"/>
                  </a:lnTo>
                  <a:lnTo>
                    <a:pt x="2364852" y="2262285"/>
                  </a:lnTo>
                  <a:lnTo>
                    <a:pt x="2365487" y="2257134"/>
                  </a:lnTo>
                  <a:lnTo>
                    <a:pt x="2366122" y="2251840"/>
                  </a:lnTo>
                  <a:lnTo>
                    <a:pt x="2366756" y="2247336"/>
                  </a:lnTo>
                  <a:lnTo>
                    <a:pt x="2367391" y="2243358"/>
                  </a:lnTo>
                  <a:lnTo>
                    <a:pt x="2368026" y="2240231"/>
                  </a:lnTo>
                  <a:lnTo>
                    <a:pt x="2368661" y="2238318"/>
                  </a:lnTo>
                  <a:lnTo>
                    <a:pt x="2369296" y="2237174"/>
                  </a:lnTo>
                  <a:lnTo>
                    <a:pt x="2369931" y="2236102"/>
                  </a:lnTo>
                  <a:lnTo>
                    <a:pt x="2370566" y="2234836"/>
                  </a:lnTo>
                  <a:lnTo>
                    <a:pt x="2371200" y="2232843"/>
                  </a:lnTo>
                  <a:lnTo>
                    <a:pt x="2371835" y="2230869"/>
                  </a:lnTo>
                  <a:lnTo>
                    <a:pt x="2372470" y="2228754"/>
                  </a:lnTo>
                  <a:lnTo>
                    <a:pt x="2373105" y="2226173"/>
                  </a:lnTo>
                  <a:lnTo>
                    <a:pt x="2373740" y="2222671"/>
                  </a:lnTo>
                  <a:lnTo>
                    <a:pt x="2374375" y="2218561"/>
                  </a:lnTo>
                  <a:lnTo>
                    <a:pt x="2375009" y="2214341"/>
                  </a:lnTo>
                  <a:lnTo>
                    <a:pt x="2375644" y="2210916"/>
                  </a:lnTo>
                  <a:lnTo>
                    <a:pt x="2376279" y="2207462"/>
                  </a:lnTo>
                  <a:lnTo>
                    <a:pt x="2376914" y="2203886"/>
                  </a:lnTo>
                  <a:lnTo>
                    <a:pt x="2377549" y="2200032"/>
                  </a:lnTo>
                  <a:lnTo>
                    <a:pt x="2378184" y="2195723"/>
                  </a:lnTo>
                  <a:lnTo>
                    <a:pt x="2378819" y="2191054"/>
                  </a:lnTo>
                  <a:lnTo>
                    <a:pt x="2379453" y="2186354"/>
                  </a:lnTo>
                  <a:lnTo>
                    <a:pt x="2380088" y="2181225"/>
                  </a:lnTo>
                  <a:lnTo>
                    <a:pt x="2380723" y="2176376"/>
                  </a:lnTo>
                  <a:lnTo>
                    <a:pt x="2381358" y="2171650"/>
                  </a:lnTo>
                  <a:lnTo>
                    <a:pt x="2381993" y="2166494"/>
                  </a:lnTo>
                  <a:lnTo>
                    <a:pt x="2382628" y="2161651"/>
                  </a:lnTo>
                  <a:lnTo>
                    <a:pt x="2383262" y="2157410"/>
                  </a:lnTo>
                  <a:lnTo>
                    <a:pt x="2383897" y="2153724"/>
                  </a:lnTo>
                  <a:lnTo>
                    <a:pt x="2384532" y="2150685"/>
                  </a:lnTo>
                  <a:lnTo>
                    <a:pt x="2385167" y="2147046"/>
                  </a:lnTo>
                  <a:lnTo>
                    <a:pt x="2385802" y="2143877"/>
                  </a:lnTo>
                  <a:lnTo>
                    <a:pt x="2386437" y="2141131"/>
                  </a:lnTo>
                  <a:lnTo>
                    <a:pt x="2387071" y="2138366"/>
                  </a:lnTo>
                  <a:lnTo>
                    <a:pt x="2387706" y="2136505"/>
                  </a:lnTo>
                  <a:lnTo>
                    <a:pt x="2388341" y="2134919"/>
                  </a:lnTo>
                  <a:lnTo>
                    <a:pt x="2388976" y="2134210"/>
                  </a:lnTo>
                  <a:lnTo>
                    <a:pt x="2389611" y="2133964"/>
                  </a:lnTo>
                  <a:lnTo>
                    <a:pt x="2390246" y="2133513"/>
                  </a:lnTo>
                  <a:lnTo>
                    <a:pt x="2390881" y="2132555"/>
                  </a:lnTo>
                  <a:lnTo>
                    <a:pt x="2391515" y="2131564"/>
                  </a:lnTo>
                  <a:lnTo>
                    <a:pt x="2392150" y="2130280"/>
                  </a:lnTo>
                  <a:lnTo>
                    <a:pt x="2392785" y="2128770"/>
                  </a:lnTo>
                  <a:lnTo>
                    <a:pt x="2393420" y="2127875"/>
                  </a:lnTo>
                  <a:lnTo>
                    <a:pt x="2394055" y="2126728"/>
                  </a:lnTo>
                  <a:lnTo>
                    <a:pt x="2394690" y="2125196"/>
                  </a:lnTo>
                  <a:lnTo>
                    <a:pt x="2395324" y="2123088"/>
                  </a:lnTo>
                  <a:lnTo>
                    <a:pt x="2395959" y="2120635"/>
                  </a:lnTo>
                  <a:lnTo>
                    <a:pt x="2396594" y="2118382"/>
                  </a:lnTo>
                  <a:lnTo>
                    <a:pt x="2397229" y="2115135"/>
                  </a:lnTo>
                  <a:lnTo>
                    <a:pt x="2397864" y="2112036"/>
                  </a:lnTo>
                  <a:lnTo>
                    <a:pt x="2398499" y="2107840"/>
                  </a:lnTo>
                  <a:lnTo>
                    <a:pt x="2399134" y="2103592"/>
                  </a:lnTo>
                  <a:lnTo>
                    <a:pt x="2399768" y="2099624"/>
                  </a:lnTo>
                  <a:lnTo>
                    <a:pt x="2400403" y="2096122"/>
                  </a:lnTo>
                  <a:lnTo>
                    <a:pt x="2401038" y="2093458"/>
                  </a:lnTo>
                  <a:lnTo>
                    <a:pt x="2401673" y="2091095"/>
                  </a:lnTo>
                  <a:lnTo>
                    <a:pt x="2402308" y="2088174"/>
                  </a:lnTo>
                  <a:lnTo>
                    <a:pt x="2402943" y="2084912"/>
                  </a:lnTo>
                  <a:lnTo>
                    <a:pt x="2403577" y="2080978"/>
                  </a:lnTo>
                  <a:lnTo>
                    <a:pt x="2404212" y="2077426"/>
                  </a:lnTo>
                  <a:lnTo>
                    <a:pt x="2404847" y="2074701"/>
                  </a:lnTo>
                  <a:lnTo>
                    <a:pt x="2405482" y="2072425"/>
                  </a:lnTo>
                  <a:lnTo>
                    <a:pt x="2406117" y="2070262"/>
                  </a:lnTo>
                  <a:lnTo>
                    <a:pt x="2406752" y="2068349"/>
                  </a:lnTo>
                  <a:lnTo>
                    <a:pt x="2407387" y="2066974"/>
                  </a:lnTo>
                  <a:lnTo>
                    <a:pt x="2408021" y="2065429"/>
                  </a:lnTo>
                  <a:lnTo>
                    <a:pt x="2408656" y="2063926"/>
                  </a:lnTo>
                  <a:lnTo>
                    <a:pt x="2409291" y="2063003"/>
                  </a:lnTo>
                  <a:lnTo>
                    <a:pt x="2409926" y="2061956"/>
                  </a:lnTo>
                  <a:lnTo>
                    <a:pt x="2410561" y="2061679"/>
                  </a:lnTo>
                  <a:lnTo>
                    <a:pt x="2411196" y="2061744"/>
                  </a:lnTo>
                  <a:lnTo>
                    <a:pt x="2411830" y="2061160"/>
                  </a:lnTo>
                  <a:lnTo>
                    <a:pt x="2412465" y="2060300"/>
                  </a:lnTo>
                  <a:lnTo>
                    <a:pt x="2413100" y="2060037"/>
                  </a:lnTo>
                  <a:lnTo>
                    <a:pt x="2413735" y="2059786"/>
                  </a:lnTo>
                  <a:lnTo>
                    <a:pt x="2414370" y="2059132"/>
                  </a:lnTo>
                  <a:lnTo>
                    <a:pt x="2415005" y="2057937"/>
                  </a:lnTo>
                  <a:lnTo>
                    <a:pt x="2415640" y="2056500"/>
                  </a:lnTo>
                  <a:lnTo>
                    <a:pt x="2416274" y="2054716"/>
                  </a:lnTo>
                  <a:lnTo>
                    <a:pt x="2416909" y="2053108"/>
                  </a:lnTo>
                  <a:lnTo>
                    <a:pt x="2417544" y="2051491"/>
                  </a:lnTo>
                  <a:lnTo>
                    <a:pt x="2418179" y="2049634"/>
                  </a:lnTo>
                  <a:lnTo>
                    <a:pt x="2418814" y="2047401"/>
                  </a:lnTo>
                  <a:lnTo>
                    <a:pt x="2419449" y="2044868"/>
                  </a:lnTo>
                  <a:lnTo>
                    <a:pt x="2420083" y="2041955"/>
                  </a:lnTo>
                  <a:lnTo>
                    <a:pt x="2420718" y="2038876"/>
                  </a:lnTo>
                  <a:lnTo>
                    <a:pt x="2421353" y="2035797"/>
                  </a:lnTo>
                  <a:lnTo>
                    <a:pt x="2421988" y="2032552"/>
                  </a:lnTo>
                  <a:lnTo>
                    <a:pt x="2422623" y="2028901"/>
                  </a:lnTo>
                  <a:lnTo>
                    <a:pt x="2423258" y="2024928"/>
                  </a:lnTo>
                  <a:lnTo>
                    <a:pt x="2423893" y="2020584"/>
                  </a:lnTo>
                  <a:lnTo>
                    <a:pt x="2424527" y="2016143"/>
                  </a:lnTo>
                  <a:lnTo>
                    <a:pt x="2425162" y="2011188"/>
                  </a:lnTo>
                  <a:lnTo>
                    <a:pt x="2425797" y="2005768"/>
                  </a:lnTo>
                  <a:lnTo>
                    <a:pt x="2426432" y="1999625"/>
                  </a:lnTo>
                  <a:lnTo>
                    <a:pt x="2427067" y="1993502"/>
                  </a:lnTo>
                  <a:lnTo>
                    <a:pt x="2427702" y="1987134"/>
                  </a:lnTo>
                  <a:lnTo>
                    <a:pt x="2428336" y="1981380"/>
                  </a:lnTo>
                  <a:lnTo>
                    <a:pt x="2428971" y="1975130"/>
                  </a:lnTo>
                  <a:lnTo>
                    <a:pt x="2429606" y="1968356"/>
                  </a:lnTo>
                  <a:lnTo>
                    <a:pt x="2430241" y="1961564"/>
                  </a:lnTo>
                  <a:lnTo>
                    <a:pt x="2430876" y="1954680"/>
                  </a:lnTo>
                  <a:lnTo>
                    <a:pt x="2431511" y="1947896"/>
                  </a:lnTo>
                  <a:lnTo>
                    <a:pt x="2432146" y="1941181"/>
                  </a:lnTo>
                  <a:lnTo>
                    <a:pt x="2432780" y="1934112"/>
                  </a:lnTo>
                  <a:lnTo>
                    <a:pt x="2433415" y="1927695"/>
                  </a:lnTo>
                  <a:lnTo>
                    <a:pt x="2434050" y="1921862"/>
                  </a:lnTo>
                  <a:lnTo>
                    <a:pt x="2434685" y="1916447"/>
                  </a:lnTo>
                  <a:lnTo>
                    <a:pt x="2435320" y="1911617"/>
                  </a:lnTo>
                  <a:lnTo>
                    <a:pt x="2435955" y="1906739"/>
                  </a:lnTo>
                  <a:lnTo>
                    <a:pt x="2436589" y="1902233"/>
                  </a:lnTo>
                  <a:lnTo>
                    <a:pt x="2437224" y="1898215"/>
                  </a:lnTo>
                  <a:lnTo>
                    <a:pt x="2437859" y="1893971"/>
                  </a:lnTo>
                  <a:lnTo>
                    <a:pt x="2438494" y="1891057"/>
                  </a:lnTo>
                  <a:lnTo>
                    <a:pt x="2439129" y="1888588"/>
                  </a:lnTo>
                  <a:lnTo>
                    <a:pt x="2439764" y="1887151"/>
                  </a:lnTo>
                  <a:lnTo>
                    <a:pt x="2440399" y="1886736"/>
                  </a:lnTo>
                  <a:lnTo>
                    <a:pt x="2441033" y="1887049"/>
                  </a:lnTo>
                  <a:lnTo>
                    <a:pt x="2441668" y="1888274"/>
                  </a:lnTo>
                  <a:lnTo>
                    <a:pt x="2442303" y="1889853"/>
                  </a:lnTo>
                  <a:lnTo>
                    <a:pt x="2442938" y="1891563"/>
                  </a:lnTo>
                  <a:lnTo>
                    <a:pt x="2443573" y="1893163"/>
                  </a:lnTo>
                  <a:lnTo>
                    <a:pt x="2444208" y="1894711"/>
                  </a:lnTo>
                  <a:lnTo>
                    <a:pt x="2444842" y="1896017"/>
                  </a:lnTo>
                  <a:lnTo>
                    <a:pt x="2445477" y="1896948"/>
                  </a:lnTo>
                  <a:lnTo>
                    <a:pt x="2446112" y="1897353"/>
                  </a:lnTo>
                  <a:lnTo>
                    <a:pt x="2446747" y="1897889"/>
                  </a:lnTo>
                  <a:lnTo>
                    <a:pt x="2447382" y="1898638"/>
                  </a:lnTo>
                  <a:lnTo>
                    <a:pt x="2448017" y="1898972"/>
                  </a:lnTo>
                  <a:lnTo>
                    <a:pt x="2448651" y="1899043"/>
                  </a:lnTo>
                  <a:lnTo>
                    <a:pt x="2449286" y="1899266"/>
                  </a:lnTo>
                  <a:lnTo>
                    <a:pt x="2449921" y="1899752"/>
                  </a:lnTo>
                  <a:lnTo>
                    <a:pt x="2450556" y="1899974"/>
                  </a:lnTo>
                  <a:lnTo>
                    <a:pt x="2451191" y="1900873"/>
                  </a:lnTo>
                  <a:lnTo>
                    <a:pt x="2451826" y="1901252"/>
                  </a:lnTo>
                  <a:lnTo>
                    <a:pt x="2452461" y="1901551"/>
                  </a:lnTo>
                  <a:lnTo>
                    <a:pt x="2453095" y="1901813"/>
                  </a:lnTo>
                  <a:lnTo>
                    <a:pt x="2453730" y="1902024"/>
                  </a:lnTo>
                  <a:lnTo>
                    <a:pt x="2454365" y="1902328"/>
                  </a:lnTo>
                  <a:lnTo>
                    <a:pt x="2455000" y="1902873"/>
                  </a:lnTo>
                  <a:lnTo>
                    <a:pt x="2455635" y="1904155"/>
                  </a:lnTo>
                  <a:lnTo>
                    <a:pt x="2456270" y="1905588"/>
                  </a:lnTo>
                  <a:lnTo>
                    <a:pt x="2456904" y="1906551"/>
                  </a:lnTo>
                  <a:lnTo>
                    <a:pt x="2457539" y="1907245"/>
                  </a:lnTo>
                  <a:lnTo>
                    <a:pt x="2458174" y="1907361"/>
                  </a:lnTo>
                  <a:lnTo>
                    <a:pt x="2458809" y="1907112"/>
                  </a:lnTo>
                  <a:lnTo>
                    <a:pt x="2459444" y="1905892"/>
                  </a:lnTo>
                  <a:lnTo>
                    <a:pt x="2460079" y="1904315"/>
                  </a:lnTo>
                  <a:lnTo>
                    <a:pt x="2460714" y="1902409"/>
                  </a:lnTo>
                  <a:lnTo>
                    <a:pt x="2461348" y="1899420"/>
                  </a:lnTo>
                  <a:lnTo>
                    <a:pt x="2461983" y="1895754"/>
                  </a:lnTo>
                  <a:lnTo>
                    <a:pt x="2462618" y="1890770"/>
                  </a:lnTo>
                  <a:lnTo>
                    <a:pt x="2463253" y="1884184"/>
                  </a:lnTo>
                  <a:lnTo>
                    <a:pt x="2463888" y="1878995"/>
                  </a:lnTo>
                  <a:lnTo>
                    <a:pt x="2464523" y="1873841"/>
                  </a:lnTo>
                  <a:lnTo>
                    <a:pt x="2465157" y="1867713"/>
                  </a:lnTo>
                  <a:lnTo>
                    <a:pt x="2465792" y="1861453"/>
                  </a:lnTo>
                  <a:lnTo>
                    <a:pt x="2466427" y="1855263"/>
                  </a:lnTo>
                  <a:lnTo>
                    <a:pt x="2467062" y="1848279"/>
                  </a:lnTo>
                  <a:lnTo>
                    <a:pt x="2467697" y="1842624"/>
                  </a:lnTo>
                  <a:lnTo>
                    <a:pt x="2468332" y="1836936"/>
                  </a:lnTo>
                  <a:lnTo>
                    <a:pt x="2468967" y="1832285"/>
                  </a:lnTo>
                  <a:lnTo>
                    <a:pt x="2469601" y="1828199"/>
                  </a:lnTo>
                  <a:lnTo>
                    <a:pt x="2470236" y="1824604"/>
                  </a:lnTo>
                  <a:lnTo>
                    <a:pt x="2470871" y="1821988"/>
                  </a:lnTo>
                  <a:lnTo>
                    <a:pt x="2471506" y="1820186"/>
                  </a:lnTo>
                  <a:lnTo>
                    <a:pt x="2472141" y="1819206"/>
                  </a:lnTo>
                  <a:lnTo>
                    <a:pt x="2472776" y="1819565"/>
                  </a:lnTo>
                  <a:lnTo>
                    <a:pt x="2473410" y="1819617"/>
                  </a:lnTo>
                  <a:lnTo>
                    <a:pt x="2474045" y="1819504"/>
                  </a:lnTo>
                  <a:lnTo>
                    <a:pt x="2474680" y="1819621"/>
                  </a:lnTo>
                  <a:lnTo>
                    <a:pt x="2475315" y="1820654"/>
                  </a:lnTo>
                  <a:lnTo>
                    <a:pt x="2475950" y="1822263"/>
                  </a:lnTo>
                  <a:lnTo>
                    <a:pt x="2476585" y="1824366"/>
                  </a:lnTo>
                  <a:lnTo>
                    <a:pt x="2477220" y="1826560"/>
                  </a:lnTo>
                  <a:lnTo>
                    <a:pt x="2477854" y="1829367"/>
                  </a:lnTo>
                  <a:lnTo>
                    <a:pt x="2478489" y="1831742"/>
                  </a:lnTo>
                  <a:lnTo>
                    <a:pt x="2479124" y="1833993"/>
                  </a:lnTo>
                  <a:lnTo>
                    <a:pt x="2479759" y="1835678"/>
                  </a:lnTo>
                  <a:lnTo>
                    <a:pt x="2480394" y="1837123"/>
                  </a:lnTo>
                  <a:lnTo>
                    <a:pt x="2481029" y="1838726"/>
                  </a:lnTo>
                  <a:lnTo>
                    <a:pt x="2481663" y="1839783"/>
                  </a:lnTo>
                  <a:lnTo>
                    <a:pt x="2482298" y="1840299"/>
                  </a:lnTo>
                  <a:lnTo>
                    <a:pt x="2482933" y="1840550"/>
                  </a:lnTo>
                  <a:lnTo>
                    <a:pt x="2483568" y="1840977"/>
                  </a:lnTo>
                  <a:lnTo>
                    <a:pt x="2484203" y="1842596"/>
                  </a:lnTo>
                  <a:lnTo>
                    <a:pt x="2484838" y="1843523"/>
                  </a:lnTo>
                  <a:lnTo>
                    <a:pt x="2485473" y="1844409"/>
                  </a:lnTo>
                  <a:lnTo>
                    <a:pt x="2486107" y="1845553"/>
                  </a:lnTo>
                  <a:lnTo>
                    <a:pt x="2486742" y="1846963"/>
                  </a:lnTo>
                  <a:lnTo>
                    <a:pt x="2487377" y="1847648"/>
                  </a:lnTo>
                  <a:lnTo>
                    <a:pt x="2488012" y="1849182"/>
                  </a:lnTo>
                  <a:lnTo>
                    <a:pt x="2488647" y="1850855"/>
                  </a:lnTo>
                  <a:lnTo>
                    <a:pt x="2489282" y="1853051"/>
                  </a:lnTo>
                  <a:lnTo>
                    <a:pt x="2489916" y="1855829"/>
                  </a:lnTo>
                  <a:lnTo>
                    <a:pt x="2490551" y="1858574"/>
                  </a:lnTo>
                  <a:lnTo>
                    <a:pt x="2491186" y="1861690"/>
                  </a:lnTo>
                  <a:lnTo>
                    <a:pt x="2491821" y="1865253"/>
                  </a:lnTo>
                  <a:lnTo>
                    <a:pt x="2492456" y="1869858"/>
                  </a:lnTo>
                  <a:lnTo>
                    <a:pt x="2493091" y="1874767"/>
                  </a:lnTo>
                  <a:lnTo>
                    <a:pt x="2493726" y="1879665"/>
                  </a:lnTo>
                  <a:lnTo>
                    <a:pt x="2494360" y="1884443"/>
                  </a:lnTo>
                  <a:lnTo>
                    <a:pt x="2494995" y="1888400"/>
                  </a:lnTo>
                  <a:lnTo>
                    <a:pt x="2495630" y="1890748"/>
                  </a:lnTo>
                  <a:lnTo>
                    <a:pt x="2496265" y="1892449"/>
                  </a:lnTo>
                  <a:lnTo>
                    <a:pt x="2496900" y="1893279"/>
                  </a:lnTo>
                  <a:lnTo>
                    <a:pt x="2497535" y="1893845"/>
                  </a:lnTo>
                  <a:lnTo>
                    <a:pt x="2498169" y="1894969"/>
                  </a:lnTo>
                  <a:lnTo>
                    <a:pt x="2498804" y="1895546"/>
                  </a:lnTo>
                  <a:lnTo>
                    <a:pt x="2499439" y="1895353"/>
                  </a:lnTo>
                  <a:lnTo>
                    <a:pt x="2500074" y="1895698"/>
                  </a:lnTo>
                  <a:lnTo>
                    <a:pt x="2500709" y="1896629"/>
                  </a:lnTo>
                  <a:lnTo>
                    <a:pt x="2501344" y="1897661"/>
                  </a:lnTo>
                  <a:lnTo>
                    <a:pt x="2501978" y="1898582"/>
                  </a:lnTo>
                  <a:lnTo>
                    <a:pt x="2502613" y="1898667"/>
                  </a:lnTo>
                  <a:lnTo>
                    <a:pt x="2503248" y="1897911"/>
                  </a:lnTo>
                  <a:lnTo>
                    <a:pt x="2503883" y="1896982"/>
                  </a:lnTo>
                  <a:lnTo>
                    <a:pt x="2504518" y="1896545"/>
                  </a:lnTo>
                  <a:lnTo>
                    <a:pt x="2505153" y="1897253"/>
                  </a:lnTo>
                  <a:lnTo>
                    <a:pt x="2505788" y="1898796"/>
                  </a:lnTo>
                  <a:lnTo>
                    <a:pt x="2506422" y="1901176"/>
                  </a:lnTo>
                  <a:lnTo>
                    <a:pt x="2507057" y="1904049"/>
                  </a:lnTo>
                  <a:lnTo>
                    <a:pt x="2507692" y="1906582"/>
                  </a:lnTo>
                  <a:lnTo>
                    <a:pt x="2508327" y="1909590"/>
                  </a:lnTo>
                  <a:lnTo>
                    <a:pt x="2508962" y="1913179"/>
                  </a:lnTo>
                  <a:lnTo>
                    <a:pt x="2509597" y="1916492"/>
                  </a:lnTo>
                  <a:lnTo>
                    <a:pt x="2510231" y="1919673"/>
                  </a:lnTo>
                  <a:lnTo>
                    <a:pt x="2510866" y="1922913"/>
                  </a:lnTo>
                  <a:lnTo>
                    <a:pt x="2511501" y="1925872"/>
                  </a:lnTo>
                  <a:lnTo>
                    <a:pt x="2512136" y="1929708"/>
                  </a:lnTo>
                  <a:lnTo>
                    <a:pt x="2512771" y="1933836"/>
                  </a:lnTo>
                  <a:lnTo>
                    <a:pt x="2513406" y="1938250"/>
                  </a:lnTo>
                  <a:lnTo>
                    <a:pt x="2514041" y="1943466"/>
                  </a:lnTo>
                  <a:lnTo>
                    <a:pt x="2514675" y="1948200"/>
                  </a:lnTo>
                  <a:lnTo>
                    <a:pt x="2515310" y="1952851"/>
                  </a:lnTo>
                  <a:lnTo>
                    <a:pt x="2515945" y="1957183"/>
                  </a:lnTo>
                  <a:lnTo>
                    <a:pt x="2516580" y="1960970"/>
                  </a:lnTo>
                  <a:lnTo>
                    <a:pt x="2517215" y="1964970"/>
                  </a:lnTo>
                  <a:lnTo>
                    <a:pt x="2517850" y="1968905"/>
                  </a:lnTo>
                  <a:lnTo>
                    <a:pt x="2518484" y="1972928"/>
                  </a:lnTo>
                  <a:lnTo>
                    <a:pt x="2519119" y="1977363"/>
                  </a:lnTo>
                  <a:lnTo>
                    <a:pt x="2519754" y="1981814"/>
                  </a:lnTo>
                  <a:lnTo>
                    <a:pt x="2520389" y="1986051"/>
                  </a:lnTo>
                  <a:lnTo>
                    <a:pt x="2521024" y="1989925"/>
                  </a:lnTo>
                  <a:lnTo>
                    <a:pt x="2521659" y="1994306"/>
                  </a:lnTo>
                  <a:lnTo>
                    <a:pt x="2522294" y="1999129"/>
                  </a:lnTo>
                  <a:lnTo>
                    <a:pt x="2522928" y="2003779"/>
                  </a:lnTo>
                  <a:lnTo>
                    <a:pt x="2523563" y="2008226"/>
                  </a:lnTo>
                  <a:lnTo>
                    <a:pt x="2524198" y="2012710"/>
                  </a:lnTo>
                  <a:lnTo>
                    <a:pt x="2524833" y="2016903"/>
                  </a:lnTo>
                  <a:lnTo>
                    <a:pt x="2525468" y="2022309"/>
                  </a:lnTo>
                  <a:lnTo>
                    <a:pt x="2526103" y="2028249"/>
                  </a:lnTo>
                  <a:lnTo>
                    <a:pt x="2526737" y="2034121"/>
                  </a:lnTo>
                  <a:lnTo>
                    <a:pt x="2527372" y="2039663"/>
                  </a:lnTo>
                  <a:lnTo>
                    <a:pt x="2528007" y="2043948"/>
                  </a:lnTo>
                  <a:lnTo>
                    <a:pt x="2528642" y="2047713"/>
                  </a:lnTo>
                  <a:lnTo>
                    <a:pt x="2529277" y="2051290"/>
                  </a:lnTo>
                  <a:lnTo>
                    <a:pt x="2529912" y="2054557"/>
                  </a:lnTo>
                  <a:lnTo>
                    <a:pt x="2530547" y="2058343"/>
                  </a:lnTo>
                  <a:lnTo>
                    <a:pt x="2531181" y="2061401"/>
                  </a:lnTo>
                  <a:lnTo>
                    <a:pt x="2531816" y="2063781"/>
                  </a:lnTo>
                  <a:lnTo>
                    <a:pt x="2532451" y="2065662"/>
                  </a:lnTo>
                  <a:lnTo>
                    <a:pt x="2533086" y="2067426"/>
                  </a:lnTo>
                  <a:lnTo>
                    <a:pt x="2533721" y="2069122"/>
                  </a:lnTo>
                  <a:lnTo>
                    <a:pt x="2534356" y="2070437"/>
                  </a:lnTo>
                  <a:lnTo>
                    <a:pt x="2534990" y="2071405"/>
                  </a:lnTo>
                  <a:lnTo>
                    <a:pt x="2535625" y="2071835"/>
                  </a:lnTo>
                  <a:lnTo>
                    <a:pt x="2536260" y="2071543"/>
                  </a:lnTo>
                  <a:lnTo>
                    <a:pt x="2536895" y="2071487"/>
                  </a:lnTo>
                  <a:lnTo>
                    <a:pt x="2537530" y="2071552"/>
                  </a:lnTo>
                  <a:lnTo>
                    <a:pt x="2538165" y="2071780"/>
                  </a:lnTo>
                  <a:lnTo>
                    <a:pt x="2538800" y="2073052"/>
                  </a:lnTo>
                  <a:lnTo>
                    <a:pt x="2539434" y="2074257"/>
                  </a:lnTo>
                  <a:lnTo>
                    <a:pt x="2540069" y="2074520"/>
                  </a:lnTo>
                  <a:lnTo>
                    <a:pt x="2540704" y="2074618"/>
                  </a:lnTo>
                  <a:lnTo>
                    <a:pt x="2541339" y="2075090"/>
                  </a:lnTo>
                  <a:lnTo>
                    <a:pt x="2541974" y="2075880"/>
                  </a:lnTo>
                  <a:lnTo>
                    <a:pt x="2542609" y="2076903"/>
                  </a:lnTo>
                  <a:lnTo>
                    <a:pt x="2543243" y="2078413"/>
                  </a:lnTo>
                  <a:lnTo>
                    <a:pt x="2543878" y="2080173"/>
                  </a:lnTo>
                  <a:lnTo>
                    <a:pt x="2544513" y="2081992"/>
                  </a:lnTo>
                  <a:lnTo>
                    <a:pt x="2545148" y="2083515"/>
                  </a:lnTo>
                  <a:lnTo>
                    <a:pt x="2545783" y="2084524"/>
                  </a:lnTo>
                  <a:lnTo>
                    <a:pt x="2546418" y="2085314"/>
                  </a:lnTo>
                  <a:lnTo>
                    <a:pt x="2547053" y="2085361"/>
                  </a:lnTo>
                  <a:lnTo>
                    <a:pt x="2547687" y="2084814"/>
                  </a:lnTo>
                  <a:lnTo>
                    <a:pt x="2548322" y="2084185"/>
                  </a:lnTo>
                  <a:lnTo>
                    <a:pt x="2548957" y="2083532"/>
                  </a:lnTo>
                  <a:lnTo>
                    <a:pt x="2549592" y="2083276"/>
                  </a:lnTo>
                  <a:lnTo>
                    <a:pt x="2550227" y="2083326"/>
                  </a:lnTo>
                  <a:lnTo>
                    <a:pt x="2550862" y="2083751"/>
                  </a:lnTo>
                  <a:lnTo>
                    <a:pt x="2551496" y="2084265"/>
                  </a:lnTo>
                  <a:lnTo>
                    <a:pt x="2552131" y="2085136"/>
                  </a:lnTo>
                  <a:lnTo>
                    <a:pt x="2552766" y="2086471"/>
                  </a:lnTo>
                  <a:lnTo>
                    <a:pt x="2553401" y="2088327"/>
                  </a:lnTo>
                  <a:lnTo>
                    <a:pt x="2554036" y="2090277"/>
                  </a:lnTo>
                  <a:lnTo>
                    <a:pt x="2554671" y="2092743"/>
                  </a:lnTo>
                  <a:lnTo>
                    <a:pt x="2555305" y="2095277"/>
                  </a:lnTo>
                  <a:lnTo>
                    <a:pt x="2555940" y="2099139"/>
                  </a:lnTo>
                  <a:lnTo>
                    <a:pt x="2556575" y="2104213"/>
                  </a:lnTo>
                  <a:lnTo>
                    <a:pt x="2557210" y="2109679"/>
                  </a:lnTo>
                  <a:lnTo>
                    <a:pt x="2557845" y="2115460"/>
                  </a:lnTo>
                  <a:lnTo>
                    <a:pt x="2558480" y="2121637"/>
                  </a:lnTo>
                  <a:lnTo>
                    <a:pt x="2559115" y="2127977"/>
                  </a:lnTo>
                  <a:lnTo>
                    <a:pt x="2559749" y="2134844"/>
                  </a:lnTo>
                  <a:lnTo>
                    <a:pt x="2560384" y="2141352"/>
                  </a:lnTo>
                  <a:lnTo>
                    <a:pt x="2561019" y="2147398"/>
                  </a:lnTo>
                  <a:lnTo>
                    <a:pt x="2561654" y="2153217"/>
                  </a:lnTo>
                  <a:lnTo>
                    <a:pt x="2562289" y="2158452"/>
                  </a:lnTo>
                  <a:lnTo>
                    <a:pt x="2562924" y="2163796"/>
                  </a:lnTo>
                  <a:lnTo>
                    <a:pt x="2563558" y="2168909"/>
                  </a:lnTo>
                  <a:lnTo>
                    <a:pt x="2564193" y="2173544"/>
                  </a:lnTo>
                  <a:lnTo>
                    <a:pt x="2564828" y="2178537"/>
                  </a:lnTo>
                  <a:lnTo>
                    <a:pt x="2565463" y="2182392"/>
                  </a:lnTo>
                  <a:lnTo>
                    <a:pt x="2566098" y="2185732"/>
                  </a:lnTo>
                  <a:lnTo>
                    <a:pt x="2566733" y="2188334"/>
                  </a:lnTo>
                  <a:lnTo>
                    <a:pt x="2567368" y="2190024"/>
                  </a:lnTo>
                  <a:lnTo>
                    <a:pt x="2568002" y="2191309"/>
                  </a:lnTo>
                  <a:lnTo>
                    <a:pt x="2568637" y="2191704"/>
                  </a:lnTo>
                  <a:lnTo>
                    <a:pt x="2569272" y="2191815"/>
                  </a:lnTo>
                  <a:lnTo>
                    <a:pt x="2569907" y="2191633"/>
                  </a:lnTo>
                  <a:lnTo>
                    <a:pt x="2570542" y="2191451"/>
                  </a:lnTo>
                  <a:lnTo>
                    <a:pt x="2571177" y="2191319"/>
                  </a:lnTo>
                  <a:lnTo>
                    <a:pt x="2571811" y="2191431"/>
                  </a:lnTo>
                  <a:lnTo>
                    <a:pt x="2572446" y="2191856"/>
                  </a:lnTo>
                  <a:lnTo>
                    <a:pt x="2573081" y="2192665"/>
                  </a:lnTo>
                  <a:lnTo>
                    <a:pt x="2573716" y="2193475"/>
                  </a:lnTo>
                  <a:lnTo>
                    <a:pt x="2574351" y="2194497"/>
                  </a:lnTo>
                  <a:lnTo>
                    <a:pt x="2574986" y="2195854"/>
                  </a:lnTo>
                  <a:lnTo>
                    <a:pt x="2575621" y="2197615"/>
                  </a:lnTo>
                  <a:lnTo>
                    <a:pt x="2576255" y="2199437"/>
                  </a:lnTo>
                  <a:lnTo>
                    <a:pt x="2576890" y="2201400"/>
                  </a:lnTo>
                  <a:lnTo>
                    <a:pt x="2577525" y="2203607"/>
                  </a:lnTo>
                  <a:lnTo>
                    <a:pt x="2578160" y="2206038"/>
                  </a:lnTo>
                  <a:lnTo>
                    <a:pt x="2578795" y="2209174"/>
                  </a:lnTo>
                  <a:lnTo>
                    <a:pt x="2579430" y="2212675"/>
                  </a:lnTo>
                  <a:lnTo>
                    <a:pt x="2580064" y="2216465"/>
                  </a:lnTo>
                  <a:lnTo>
                    <a:pt x="2580699" y="2220553"/>
                  </a:lnTo>
                  <a:lnTo>
                    <a:pt x="2581334" y="2225013"/>
                  </a:lnTo>
                  <a:lnTo>
                    <a:pt x="2581969" y="2229359"/>
                  </a:lnTo>
                  <a:lnTo>
                    <a:pt x="2582604" y="2233168"/>
                  </a:lnTo>
                  <a:lnTo>
                    <a:pt x="2583239" y="2236567"/>
                  </a:lnTo>
                  <a:lnTo>
                    <a:pt x="2583874" y="2240213"/>
                  </a:lnTo>
                  <a:lnTo>
                    <a:pt x="2584508" y="2243732"/>
                  </a:lnTo>
                  <a:lnTo>
                    <a:pt x="2585143" y="2247896"/>
                  </a:lnTo>
                  <a:lnTo>
                    <a:pt x="2585778" y="2252356"/>
                  </a:lnTo>
                  <a:lnTo>
                    <a:pt x="2586413" y="2257231"/>
                  </a:lnTo>
                  <a:lnTo>
                    <a:pt x="2587048" y="2262336"/>
                  </a:lnTo>
                  <a:lnTo>
                    <a:pt x="2587683" y="2266901"/>
                  </a:lnTo>
                  <a:lnTo>
                    <a:pt x="2588317" y="2271654"/>
                  </a:lnTo>
                  <a:lnTo>
                    <a:pt x="2588952" y="2276562"/>
                  </a:lnTo>
                  <a:lnTo>
                    <a:pt x="2589587" y="2282486"/>
                  </a:lnTo>
                  <a:lnTo>
                    <a:pt x="2590222" y="2289556"/>
                  </a:lnTo>
                  <a:lnTo>
                    <a:pt x="2590857" y="2294821"/>
                  </a:lnTo>
                  <a:lnTo>
                    <a:pt x="2591492" y="2299937"/>
                  </a:lnTo>
                  <a:lnTo>
                    <a:pt x="2592127" y="2305760"/>
                  </a:lnTo>
                  <a:lnTo>
                    <a:pt x="2592761" y="2312090"/>
                  </a:lnTo>
                  <a:lnTo>
                    <a:pt x="2593396" y="2318071"/>
                  </a:lnTo>
                  <a:lnTo>
                    <a:pt x="2594031" y="2325215"/>
                  </a:lnTo>
                  <a:lnTo>
                    <a:pt x="2594666" y="2330375"/>
                  </a:lnTo>
                  <a:lnTo>
                    <a:pt x="2595301" y="2335201"/>
                  </a:lnTo>
                  <a:lnTo>
                    <a:pt x="2595936" y="2339035"/>
                  </a:lnTo>
                  <a:lnTo>
                    <a:pt x="2596570" y="2341678"/>
                  </a:lnTo>
                  <a:lnTo>
                    <a:pt x="2597205" y="2343997"/>
                  </a:lnTo>
                  <a:lnTo>
                    <a:pt x="2597840" y="2345932"/>
                  </a:lnTo>
                  <a:lnTo>
                    <a:pt x="2598475" y="2347236"/>
                  </a:lnTo>
                  <a:lnTo>
                    <a:pt x="2599110" y="2347787"/>
                  </a:lnTo>
                  <a:lnTo>
                    <a:pt x="2599745" y="2346963"/>
                  </a:lnTo>
                  <a:lnTo>
                    <a:pt x="2600380" y="2346026"/>
                  </a:lnTo>
                  <a:lnTo>
                    <a:pt x="2601014" y="2344434"/>
                  </a:lnTo>
                  <a:lnTo>
                    <a:pt x="2601649" y="2341968"/>
                  </a:lnTo>
                  <a:lnTo>
                    <a:pt x="2602284" y="2338015"/>
                  </a:lnTo>
                  <a:lnTo>
                    <a:pt x="2602919" y="2333211"/>
                  </a:lnTo>
                  <a:lnTo>
                    <a:pt x="2603554" y="2328610"/>
                  </a:lnTo>
                  <a:lnTo>
                    <a:pt x="2604189" y="2324351"/>
                  </a:lnTo>
                  <a:lnTo>
                    <a:pt x="2604823" y="2318495"/>
                  </a:lnTo>
                  <a:lnTo>
                    <a:pt x="2605458" y="2313019"/>
                  </a:lnTo>
                  <a:lnTo>
                    <a:pt x="2606093" y="2307205"/>
                  </a:lnTo>
                  <a:lnTo>
                    <a:pt x="2606728" y="2301725"/>
                  </a:lnTo>
                  <a:lnTo>
                    <a:pt x="2607363" y="2296157"/>
                  </a:lnTo>
                  <a:lnTo>
                    <a:pt x="2607998" y="2290521"/>
                  </a:lnTo>
                  <a:lnTo>
                    <a:pt x="2608633" y="2285881"/>
                  </a:lnTo>
                  <a:lnTo>
                    <a:pt x="2609267" y="2282173"/>
                  </a:lnTo>
                  <a:lnTo>
                    <a:pt x="2609902" y="2279886"/>
                  </a:lnTo>
                  <a:lnTo>
                    <a:pt x="2610537" y="2277971"/>
                  </a:lnTo>
                  <a:lnTo>
                    <a:pt x="2611172" y="2275988"/>
                  </a:lnTo>
                  <a:lnTo>
                    <a:pt x="2611807" y="2274387"/>
                  </a:lnTo>
                  <a:lnTo>
                    <a:pt x="2612442" y="2273573"/>
                  </a:lnTo>
                  <a:lnTo>
                    <a:pt x="2613076" y="2273222"/>
                  </a:lnTo>
                  <a:lnTo>
                    <a:pt x="2613711" y="2273338"/>
                  </a:lnTo>
                  <a:lnTo>
                    <a:pt x="2614346" y="2274324"/>
                  </a:lnTo>
                  <a:lnTo>
                    <a:pt x="2614981" y="2274182"/>
                  </a:lnTo>
                  <a:lnTo>
                    <a:pt x="2615616" y="2272845"/>
                  </a:lnTo>
                  <a:lnTo>
                    <a:pt x="2616251" y="2271316"/>
                  </a:lnTo>
                  <a:lnTo>
                    <a:pt x="2616885" y="2269861"/>
                  </a:lnTo>
                  <a:lnTo>
                    <a:pt x="2617520" y="2268520"/>
                  </a:lnTo>
                  <a:lnTo>
                    <a:pt x="2618155" y="2266443"/>
                  </a:lnTo>
                  <a:lnTo>
                    <a:pt x="2618790" y="2263954"/>
                  </a:lnTo>
                  <a:lnTo>
                    <a:pt x="2619425" y="2261293"/>
                  </a:lnTo>
                  <a:lnTo>
                    <a:pt x="2620060" y="2258072"/>
                  </a:lnTo>
                  <a:lnTo>
                    <a:pt x="2620695" y="2254232"/>
                  </a:lnTo>
                  <a:lnTo>
                    <a:pt x="2621329" y="2250225"/>
                  </a:lnTo>
                  <a:lnTo>
                    <a:pt x="2621964" y="2246192"/>
                  </a:lnTo>
                  <a:lnTo>
                    <a:pt x="2622599" y="2242259"/>
                  </a:lnTo>
                  <a:lnTo>
                    <a:pt x="2623234" y="2237451"/>
                  </a:lnTo>
                  <a:lnTo>
                    <a:pt x="2623869" y="2232395"/>
                  </a:lnTo>
                  <a:lnTo>
                    <a:pt x="2624504" y="2226899"/>
                  </a:lnTo>
                  <a:lnTo>
                    <a:pt x="2625138" y="2220968"/>
                  </a:lnTo>
                  <a:lnTo>
                    <a:pt x="2625773" y="2215043"/>
                  </a:lnTo>
                  <a:lnTo>
                    <a:pt x="2626408" y="2208339"/>
                  </a:lnTo>
                  <a:lnTo>
                    <a:pt x="2627043" y="2200258"/>
                  </a:lnTo>
                  <a:lnTo>
                    <a:pt x="2627678" y="2190683"/>
                  </a:lnTo>
                  <a:lnTo>
                    <a:pt x="2628313" y="2180757"/>
                  </a:lnTo>
                  <a:lnTo>
                    <a:pt x="2628948" y="2169293"/>
                  </a:lnTo>
                  <a:lnTo>
                    <a:pt x="2629582" y="2158884"/>
                  </a:lnTo>
                  <a:lnTo>
                    <a:pt x="2630217" y="2152539"/>
                  </a:lnTo>
                  <a:lnTo>
                    <a:pt x="2630852" y="2147361"/>
                  </a:lnTo>
                  <a:lnTo>
                    <a:pt x="2631487" y="2143682"/>
                  </a:lnTo>
                  <a:lnTo>
                    <a:pt x="2632122" y="2138913"/>
                  </a:lnTo>
                  <a:lnTo>
                    <a:pt x="2632757" y="2134021"/>
                  </a:lnTo>
                  <a:lnTo>
                    <a:pt x="2633391" y="2128935"/>
                  </a:lnTo>
                  <a:lnTo>
                    <a:pt x="2634026" y="2124009"/>
                  </a:lnTo>
                  <a:lnTo>
                    <a:pt x="2634661" y="2119114"/>
                  </a:lnTo>
                  <a:lnTo>
                    <a:pt x="2635296" y="2115136"/>
                  </a:lnTo>
                  <a:lnTo>
                    <a:pt x="2635931" y="2111278"/>
                  </a:lnTo>
                  <a:lnTo>
                    <a:pt x="2636566" y="2107069"/>
                  </a:lnTo>
                  <a:lnTo>
                    <a:pt x="2637201" y="2103946"/>
                  </a:lnTo>
                  <a:lnTo>
                    <a:pt x="2637835" y="2102007"/>
                  </a:lnTo>
                  <a:lnTo>
                    <a:pt x="2638470" y="2100237"/>
                  </a:lnTo>
                  <a:lnTo>
                    <a:pt x="2639105" y="2098222"/>
                  </a:lnTo>
                  <a:lnTo>
                    <a:pt x="2639740" y="2095989"/>
                  </a:lnTo>
                  <a:lnTo>
                    <a:pt x="2640375" y="2092962"/>
                  </a:lnTo>
                  <a:lnTo>
                    <a:pt x="2641010" y="2089911"/>
                  </a:lnTo>
                  <a:lnTo>
                    <a:pt x="2641644" y="2086834"/>
                  </a:lnTo>
                  <a:lnTo>
                    <a:pt x="2642279" y="2083798"/>
                  </a:lnTo>
                  <a:lnTo>
                    <a:pt x="2642914" y="2080761"/>
                  </a:lnTo>
                  <a:lnTo>
                    <a:pt x="2643549" y="2077777"/>
                  </a:lnTo>
                  <a:lnTo>
                    <a:pt x="2644184" y="2075151"/>
                  </a:lnTo>
                  <a:lnTo>
                    <a:pt x="2644819" y="2072727"/>
                  </a:lnTo>
                  <a:lnTo>
                    <a:pt x="2645454" y="2070513"/>
                  </a:lnTo>
                  <a:lnTo>
                    <a:pt x="2646088" y="2068161"/>
                  </a:lnTo>
                  <a:lnTo>
                    <a:pt x="2646723" y="2065722"/>
                  </a:lnTo>
                  <a:lnTo>
                    <a:pt x="2647358" y="2062988"/>
                  </a:lnTo>
                  <a:lnTo>
                    <a:pt x="2647993" y="2060325"/>
                  </a:lnTo>
                  <a:lnTo>
                    <a:pt x="2648628" y="2057620"/>
                  </a:lnTo>
                  <a:lnTo>
                    <a:pt x="2649263" y="2054535"/>
                  </a:lnTo>
                  <a:lnTo>
                    <a:pt x="2649897" y="2051497"/>
                  </a:lnTo>
                  <a:lnTo>
                    <a:pt x="2650532" y="2048429"/>
                  </a:lnTo>
                  <a:lnTo>
                    <a:pt x="2651167" y="2045097"/>
                  </a:lnTo>
                  <a:lnTo>
                    <a:pt x="2651802" y="2041652"/>
                  </a:lnTo>
                  <a:lnTo>
                    <a:pt x="2652437" y="2038558"/>
                  </a:lnTo>
                  <a:lnTo>
                    <a:pt x="2653072" y="2034786"/>
                  </a:lnTo>
                  <a:lnTo>
                    <a:pt x="2653707" y="2030517"/>
                  </a:lnTo>
                  <a:lnTo>
                    <a:pt x="2654341" y="2026530"/>
                  </a:lnTo>
                  <a:lnTo>
                    <a:pt x="2654976" y="2022776"/>
                  </a:lnTo>
                  <a:lnTo>
                    <a:pt x="2655611" y="2018909"/>
                  </a:lnTo>
                  <a:lnTo>
                    <a:pt x="2656246" y="2014721"/>
                  </a:lnTo>
                  <a:lnTo>
                    <a:pt x="2656881" y="2010737"/>
                  </a:lnTo>
                  <a:lnTo>
                    <a:pt x="2657516" y="2006835"/>
                  </a:lnTo>
                  <a:lnTo>
                    <a:pt x="2658150" y="2003874"/>
                  </a:lnTo>
                  <a:lnTo>
                    <a:pt x="2658785" y="2000605"/>
                  </a:lnTo>
                  <a:lnTo>
                    <a:pt x="2659420" y="1997261"/>
                  </a:lnTo>
                  <a:lnTo>
                    <a:pt x="2660055" y="1993209"/>
                  </a:lnTo>
                  <a:lnTo>
                    <a:pt x="2660690" y="1988940"/>
                  </a:lnTo>
                  <a:lnTo>
                    <a:pt x="2661325" y="1984727"/>
                  </a:lnTo>
                  <a:lnTo>
                    <a:pt x="2661960" y="1980591"/>
                  </a:lnTo>
                  <a:lnTo>
                    <a:pt x="2662594" y="1976972"/>
                  </a:lnTo>
                  <a:lnTo>
                    <a:pt x="2663229" y="1973461"/>
                  </a:lnTo>
                  <a:lnTo>
                    <a:pt x="2663864" y="1970561"/>
                  </a:lnTo>
                  <a:lnTo>
                    <a:pt x="2664499" y="1967095"/>
                  </a:lnTo>
                  <a:lnTo>
                    <a:pt x="2665134" y="1963273"/>
                  </a:lnTo>
                  <a:lnTo>
                    <a:pt x="2665769" y="1959122"/>
                  </a:lnTo>
                  <a:lnTo>
                    <a:pt x="2666403" y="1955904"/>
                  </a:lnTo>
                  <a:lnTo>
                    <a:pt x="2667038" y="1952673"/>
                  </a:lnTo>
                  <a:lnTo>
                    <a:pt x="2667673" y="1949396"/>
                  </a:lnTo>
                  <a:lnTo>
                    <a:pt x="2668308" y="1945817"/>
                  </a:lnTo>
                  <a:lnTo>
                    <a:pt x="2668943" y="1942185"/>
                  </a:lnTo>
                  <a:lnTo>
                    <a:pt x="2669578" y="1938686"/>
                  </a:lnTo>
                  <a:lnTo>
                    <a:pt x="2670212" y="1935185"/>
                  </a:lnTo>
                  <a:lnTo>
                    <a:pt x="2670847" y="1931844"/>
                  </a:lnTo>
                  <a:lnTo>
                    <a:pt x="2671482" y="1928569"/>
                  </a:lnTo>
                  <a:lnTo>
                    <a:pt x="2672117" y="1926315"/>
                  </a:lnTo>
                  <a:lnTo>
                    <a:pt x="2672752" y="1924813"/>
                  </a:lnTo>
                  <a:lnTo>
                    <a:pt x="2673387" y="1923979"/>
                  </a:lnTo>
                  <a:lnTo>
                    <a:pt x="2674022" y="1923519"/>
                  </a:lnTo>
                  <a:lnTo>
                    <a:pt x="2674656" y="1923002"/>
                  </a:lnTo>
                  <a:lnTo>
                    <a:pt x="2675291" y="1922876"/>
                  </a:lnTo>
                  <a:lnTo>
                    <a:pt x="2675926" y="1921926"/>
                  </a:lnTo>
                  <a:lnTo>
                    <a:pt x="2676561" y="1920741"/>
                  </a:lnTo>
                  <a:lnTo>
                    <a:pt x="2677196" y="1918413"/>
                  </a:lnTo>
                  <a:lnTo>
                    <a:pt x="2677831" y="1914507"/>
                  </a:lnTo>
                  <a:lnTo>
                    <a:pt x="2678465" y="1910357"/>
                  </a:lnTo>
                  <a:lnTo>
                    <a:pt x="2679100" y="1906397"/>
                  </a:lnTo>
                  <a:lnTo>
                    <a:pt x="2679735" y="1902206"/>
                  </a:lnTo>
                  <a:lnTo>
                    <a:pt x="2680370" y="1897582"/>
                  </a:lnTo>
                  <a:lnTo>
                    <a:pt x="2681005" y="1892420"/>
                  </a:lnTo>
                  <a:lnTo>
                    <a:pt x="2681640" y="1885894"/>
                  </a:lnTo>
                  <a:lnTo>
                    <a:pt x="2682275" y="1877956"/>
                  </a:lnTo>
                  <a:lnTo>
                    <a:pt x="2682909" y="1870284"/>
                  </a:lnTo>
                  <a:lnTo>
                    <a:pt x="2683544" y="1861774"/>
                  </a:lnTo>
                  <a:lnTo>
                    <a:pt x="2684179" y="1853429"/>
                  </a:lnTo>
                  <a:lnTo>
                    <a:pt x="2684814" y="1844132"/>
                  </a:lnTo>
                  <a:lnTo>
                    <a:pt x="2685449" y="1834970"/>
                  </a:lnTo>
                  <a:lnTo>
                    <a:pt x="2686084" y="1826288"/>
                  </a:lnTo>
                  <a:lnTo>
                    <a:pt x="2686718" y="1817486"/>
                  </a:lnTo>
                  <a:lnTo>
                    <a:pt x="2687353" y="1808606"/>
                  </a:lnTo>
                  <a:lnTo>
                    <a:pt x="2687988" y="1799749"/>
                  </a:lnTo>
                  <a:lnTo>
                    <a:pt x="2688623" y="1791746"/>
                  </a:lnTo>
                  <a:lnTo>
                    <a:pt x="2689258" y="1784507"/>
                  </a:lnTo>
                  <a:lnTo>
                    <a:pt x="2689893" y="1777974"/>
                  </a:lnTo>
                  <a:lnTo>
                    <a:pt x="2690528" y="1771806"/>
                  </a:lnTo>
                  <a:lnTo>
                    <a:pt x="2691162" y="1766061"/>
                  </a:lnTo>
                  <a:lnTo>
                    <a:pt x="2691797" y="1761361"/>
                  </a:lnTo>
                  <a:lnTo>
                    <a:pt x="2692432" y="1757322"/>
                  </a:lnTo>
                  <a:lnTo>
                    <a:pt x="2693067" y="1754195"/>
                  </a:lnTo>
                  <a:lnTo>
                    <a:pt x="2693702" y="1751631"/>
                  </a:lnTo>
                  <a:lnTo>
                    <a:pt x="2694337" y="1748736"/>
                  </a:lnTo>
                  <a:lnTo>
                    <a:pt x="2694971" y="1745528"/>
                  </a:lnTo>
                  <a:lnTo>
                    <a:pt x="2695606" y="1742644"/>
                  </a:lnTo>
                  <a:lnTo>
                    <a:pt x="2696241" y="1739214"/>
                  </a:lnTo>
                  <a:lnTo>
                    <a:pt x="2696876" y="1735560"/>
                  </a:lnTo>
                  <a:lnTo>
                    <a:pt x="2697511" y="1731316"/>
                  </a:lnTo>
                  <a:lnTo>
                    <a:pt x="2698146" y="1726414"/>
                  </a:lnTo>
                  <a:lnTo>
                    <a:pt x="2698781" y="1721114"/>
                  </a:lnTo>
                  <a:lnTo>
                    <a:pt x="2699415" y="1714726"/>
                  </a:lnTo>
                  <a:lnTo>
                    <a:pt x="2700050" y="1707873"/>
                  </a:lnTo>
                  <a:lnTo>
                    <a:pt x="2700685" y="1700284"/>
                  </a:lnTo>
                  <a:lnTo>
                    <a:pt x="2701320" y="1692548"/>
                  </a:lnTo>
                  <a:lnTo>
                    <a:pt x="2701955" y="1683911"/>
                  </a:lnTo>
                  <a:lnTo>
                    <a:pt x="2702590" y="1674629"/>
                  </a:lnTo>
                  <a:lnTo>
                    <a:pt x="2703224" y="1664727"/>
                  </a:lnTo>
                  <a:lnTo>
                    <a:pt x="2703859" y="1655007"/>
                  </a:lnTo>
                  <a:lnTo>
                    <a:pt x="2704494" y="1645411"/>
                  </a:lnTo>
                  <a:lnTo>
                    <a:pt x="2705129" y="1635194"/>
                  </a:lnTo>
                  <a:lnTo>
                    <a:pt x="2705764" y="1624498"/>
                  </a:lnTo>
                  <a:lnTo>
                    <a:pt x="2706399" y="1612726"/>
                  </a:lnTo>
                  <a:lnTo>
                    <a:pt x="2707034" y="1600379"/>
                  </a:lnTo>
                  <a:lnTo>
                    <a:pt x="2707668" y="1589245"/>
                  </a:lnTo>
                  <a:lnTo>
                    <a:pt x="2708303" y="1578935"/>
                  </a:lnTo>
                  <a:lnTo>
                    <a:pt x="2708938" y="1569422"/>
                  </a:lnTo>
                  <a:lnTo>
                    <a:pt x="2709573" y="1560286"/>
                  </a:lnTo>
                  <a:lnTo>
                    <a:pt x="2710208" y="1551654"/>
                  </a:lnTo>
                  <a:lnTo>
                    <a:pt x="2710843" y="1543370"/>
                  </a:lnTo>
                  <a:lnTo>
                    <a:pt x="2711477" y="1535387"/>
                  </a:lnTo>
                  <a:lnTo>
                    <a:pt x="2712112" y="1528331"/>
                  </a:lnTo>
                  <a:lnTo>
                    <a:pt x="2712747" y="1522225"/>
                  </a:lnTo>
                  <a:lnTo>
                    <a:pt x="2713382" y="1515910"/>
                  </a:lnTo>
                  <a:lnTo>
                    <a:pt x="2714017" y="1510247"/>
                  </a:lnTo>
                  <a:lnTo>
                    <a:pt x="2714652" y="1504573"/>
                  </a:lnTo>
                  <a:lnTo>
                    <a:pt x="2715287" y="1500541"/>
                  </a:lnTo>
                  <a:lnTo>
                    <a:pt x="2715921" y="1496931"/>
                  </a:lnTo>
                  <a:lnTo>
                    <a:pt x="2716556" y="1493579"/>
                  </a:lnTo>
                  <a:lnTo>
                    <a:pt x="2717191" y="1490326"/>
                  </a:lnTo>
                  <a:lnTo>
                    <a:pt x="2717826" y="1486353"/>
                  </a:lnTo>
                  <a:lnTo>
                    <a:pt x="2718461" y="1482504"/>
                  </a:lnTo>
                  <a:lnTo>
                    <a:pt x="2719096" y="1477979"/>
                  </a:lnTo>
                  <a:lnTo>
                    <a:pt x="2719730" y="1473724"/>
                  </a:lnTo>
                  <a:lnTo>
                    <a:pt x="2720365" y="1469932"/>
                  </a:lnTo>
                  <a:lnTo>
                    <a:pt x="2721000" y="1466319"/>
                  </a:lnTo>
                  <a:lnTo>
                    <a:pt x="2721635" y="1462711"/>
                  </a:lnTo>
                  <a:lnTo>
                    <a:pt x="2722270" y="1458891"/>
                  </a:lnTo>
                  <a:lnTo>
                    <a:pt x="2722905" y="1455860"/>
                  </a:lnTo>
                  <a:lnTo>
                    <a:pt x="2723539" y="1453681"/>
                  </a:lnTo>
                  <a:lnTo>
                    <a:pt x="2724174" y="1451745"/>
                  </a:lnTo>
                  <a:lnTo>
                    <a:pt x="2724809" y="1449578"/>
                  </a:lnTo>
                  <a:lnTo>
                    <a:pt x="2725444" y="1447163"/>
                  </a:lnTo>
                  <a:lnTo>
                    <a:pt x="2726079" y="1445240"/>
                  </a:lnTo>
                  <a:lnTo>
                    <a:pt x="2726714" y="1444024"/>
                  </a:lnTo>
                  <a:lnTo>
                    <a:pt x="2727349" y="1442983"/>
                  </a:lnTo>
                  <a:lnTo>
                    <a:pt x="2727983" y="1443245"/>
                  </a:lnTo>
                  <a:lnTo>
                    <a:pt x="2728618" y="1443743"/>
                  </a:lnTo>
                  <a:lnTo>
                    <a:pt x="2729253" y="1444969"/>
                  </a:lnTo>
                  <a:lnTo>
                    <a:pt x="2729888" y="1445722"/>
                  </a:lnTo>
                  <a:lnTo>
                    <a:pt x="2730523" y="1445372"/>
                  </a:lnTo>
                  <a:lnTo>
                    <a:pt x="2731158" y="1444886"/>
                  </a:lnTo>
                  <a:lnTo>
                    <a:pt x="2731792" y="1445306"/>
                  </a:lnTo>
                  <a:lnTo>
                    <a:pt x="2732427" y="1445265"/>
                  </a:lnTo>
                  <a:lnTo>
                    <a:pt x="2733062" y="1445461"/>
                  </a:lnTo>
                  <a:lnTo>
                    <a:pt x="2733697" y="1444212"/>
                  </a:lnTo>
                  <a:lnTo>
                    <a:pt x="2734332" y="1442995"/>
                  </a:lnTo>
                  <a:lnTo>
                    <a:pt x="2734967" y="1441551"/>
                  </a:lnTo>
                  <a:lnTo>
                    <a:pt x="2735602" y="1439106"/>
                  </a:lnTo>
                  <a:lnTo>
                    <a:pt x="2736236" y="1437122"/>
                  </a:lnTo>
                  <a:lnTo>
                    <a:pt x="2736871" y="1434123"/>
                  </a:lnTo>
                  <a:lnTo>
                    <a:pt x="2737506" y="1431062"/>
                  </a:lnTo>
                  <a:lnTo>
                    <a:pt x="2738141" y="1428804"/>
                  </a:lnTo>
                  <a:lnTo>
                    <a:pt x="2738776" y="1426054"/>
                  </a:lnTo>
                  <a:lnTo>
                    <a:pt x="2739411" y="1423373"/>
                  </a:lnTo>
                  <a:lnTo>
                    <a:pt x="2740045" y="1420965"/>
                  </a:lnTo>
                  <a:lnTo>
                    <a:pt x="2740680" y="1417976"/>
                  </a:lnTo>
                  <a:lnTo>
                    <a:pt x="2741315" y="1415716"/>
                  </a:lnTo>
                  <a:lnTo>
                    <a:pt x="2741950" y="1414029"/>
                  </a:lnTo>
                  <a:lnTo>
                    <a:pt x="2742585" y="1413157"/>
                  </a:lnTo>
                  <a:lnTo>
                    <a:pt x="2743220" y="1412455"/>
                  </a:lnTo>
                  <a:lnTo>
                    <a:pt x="2743855" y="1411384"/>
                  </a:lnTo>
                  <a:lnTo>
                    <a:pt x="2744489" y="1410987"/>
                  </a:lnTo>
                  <a:lnTo>
                    <a:pt x="2745124" y="1410517"/>
                  </a:lnTo>
                  <a:lnTo>
                    <a:pt x="2745759" y="1410874"/>
                  </a:lnTo>
                  <a:lnTo>
                    <a:pt x="2746394" y="1410281"/>
                  </a:lnTo>
                  <a:lnTo>
                    <a:pt x="2747029" y="1410977"/>
                  </a:lnTo>
                  <a:lnTo>
                    <a:pt x="2747664" y="1411497"/>
                  </a:lnTo>
                  <a:lnTo>
                    <a:pt x="2748298" y="1412198"/>
                  </a:lnTo>
                  <a:lnTo>
                    <a:pt x="2748933" y="1413055"/>
                  </a:lnTo>
                  <a:lnTo>
                    <a:pt x="2749568" y="1414558"/>
                  </a:lnTo>
                  <a:lnTo>
                    <a:pt x="2750203" y="1417009"/>
                  </a:lnTo>
                  <a:lnTo>
                    <a:pt x="2750838" y="1420524"/>
                  </a:lnTo>
                  <a:lnTo>
                    <a:pt x="2751473" y="1424669"/>
                  </a:lnTo>
                  <a:lnTo>
                    <a:pt x="2752108" y="1429340"/>
                  </a:lnTo>
                  <a:lnTo>
                    <a:pt x="2752742" y="1433877"/>
                  </a:lnTo>
                  <a:lnTo>
                    <a:pt x="2753377" y="1439682"/>
                  </a:lnTo>
                  <a:lnTo>
                    <a:pt x="2754012" y="1446730"/>
                  </a:lnTo>
                  <a:lnTo>
                    <a:pt x="2754647" y="1455177"/>
                  </a:lnTo>
                  <a:lnTo>
                    <a:pt x="2755282" y="1464083"/>
                  </a:lnTo>
                  <a:lnTo>
                    <a:pt x="2755917" y="1474808"/>
                  </a:lnTo>
                  <a:lnTo>
                    <a:pt x="2756551" y="1484470"/>
                  </a:lnTo>
                  <a:lnTo>
                    <a:pt x="2757186" y="1490453"/>
                  </a:lnTo>
                  <a:lnTo>
                    <a:pt x="2757821" y="1495227"/>
                  </a:lnTo>
                  <a:lnTo>
                    <a:pt x="2758456" y="1498087"/>
                  </a:lnTo>
                  <a:lnTo>
                    <a:pt x="2759091" y="1501601"/>
                  </a:lnTo>
                  <a:lnTo>
                    <a:pt x="2759726" y="1504602"/>
                  </a:lnTo>
                  <a:lnTo>
                    <a:pt x="2760361" y="1507296"/>
                  </a:lnTo>
                  <a:lnTo>
                    <a:pt x="2760995" y="1509263"/>
                  </a:lnTo>
                  <a:lnTo>
                    <a:pt x="2761630" y="1511610"/>
                  </a:lnTo>
                  <a:lnTo>
                    <a:pt x="2762265" y="1513261"/>
                  </a:lnTo>
                  <a:lnTo>
                    <a:pt x="2762900" y="1514965"/>
                  </a:lnTo>
                  <a:lnTo>
                    <a:pt x="2763535" y="1517078"/>
                  </a:lnTo>
                  <a:lnTo>
                    <a:pt x="2764170" y="1517762"/>
                  </a:lnTo>
                  <a:lnTo>
                    <a:pt x="2764804" y="1516970"/>
                  </a:lnTo>
                  <a:lnTo>
                    <a:pt x="2765439" y="1515522"/>
                  </a:lnTo>
                  <a:lnTo>
                    <a:pt x="2766074" y="1513258"/>
                  </a:lnTo>
                  <a:lnTo>
                    <a:pt x="2766709" y="1510932"/>
                  </a:lnTo>
                  <a:lnTo>
                    <a:pt x="2767344" y="1508647"/>
                  </a:lnTo>
                  <a:lnTo>
                    <a:pt x="2767979" y="1505757"/>
                  </a:lnTo>
                  <a:lnTo>
                    <a:pt x="2768614" y="1502935"/>
                  </a:lnTo>
                  <a:lnTo>
                    <a:pt x="2769248" y="1499211"/>
                  </a:lnTo>
                  <a:lnTo>
                    <a:pt x="2769883" y="1494814"/>
                  </a:lnTo>
                  <a:lnTo>
                    <a:pt x="2770518" y="1490663"/>
                  </a:lnTo>
                  <a:lnTo>
                    <a:pt x="2771153" y="1487326"/>
                  </a:lnTo>
                  <a:lnTo>
                    <a:pt x="2771788" y="1484515"/>
                  </a:lnTo>
                  <a:lnTo>
                    <a:pt x="2772423" y="1480916"/>
                  </a:lnTo>
                  <a:lnTo>
                    <a:pt x="2773057" y="1476604"/>
                  </a:lnTo>
                  <a:lnTo>
                    <a:pt x="2773692" y="1472054"/>
                  </a:lnTo>
                  <a:lnTo>
                    <a:pt x="2774327" y="1467299"/>
                  </a:lnTo>
                  <a:lnTo>
                    <a:pt x="2774962" y="1461828"/>
                  </a:lnTo>
                  <a:lnTo>
                    <a:pt x="2775597" y="1455774"/>
                  </a:lnTo>
                  <a:lnTo>
                    <a:pt x="2776232" y="1449932"/>
                  </a:lnTo>
                  <a:lnTo>
                    <a:pt x="2776866" y="1443468"/>
                  </a:lnTo>
                  <a:lnTo>
                    <a:pt x="2777501" y="1436302"/>
                  </a:lnTo>
                  <a:lnTo>
                    <a:pt x="2778136" y="1429615"/>
                  </a:lnTo>
                  <a:lnTo>
                    <a:pt x="2778771" y="1423315"/>
                  </a:lnTo>
                  <a:lnTo>
                    <a:pt x="2779406" y="1417095"/>
                  </a:lnTo>
                  <a:lnTo>
                    <a:pt x="2780041" y="1411285"/>
                  </a:lnTo>
                  <a:lnTo>
                    <a:pt x="2780676" y="1405635"/>
                  </a:lnTo>
                  <a:lnTo>
                    <a:pt x="2781310" y="1399498"/>
                  </a:lnTo>
                  <a:lnTo>
                    <a:pt x="2781945" y="1394202"/>
                  </a:lnTo>
                  <a:lnTo>
                    <a:pt x="2782580" y="1389253"/>
                  </a:lnTo>
                  <a:lnTo>
                    <a:pt x="2783215" y="1385479"/>
                  </a:lnTo>
                  <a:lnTo>
                    <a:pt x="2783850" y="1382285"/>
                  </a:lnTo>
                  <a:lnTo>
                    <a:pt x="2784485" y="1379966"/>
                  </a:lnTo>
                  <a:lnTo>
                    <a:pt x="2785119" y="1377937"/>
                  </a:lnTo>
                  <a:lnTo>
                    <a:pt x="2785754" y="1377452"/>
                  </a:lnTo>
                  <a:lnTo>
                    <a:pt x="2786389" y="1378264"/>
                  </a:lnTo>
                  <a:lnTo>
                    <a:pt x="2787024" y="1380317"/>
                  </a:lnTo>
                  <a:lnTo>
                    <a:pt x="2787659" y="1382498"/>
                  </a:lnTo>
                  <a:lnTo>
                    <a:pt x="2788294" y="1385362"/>
                  </a:lnTo>
                  <a:lnTo>
                    <a:pt x="2788929" y="1387885"/>
                  </a:lnTo>
                  <a:lnTo>
                    <a:pt x="2789563" y="1389799"/>
                  </a:lnTo>
                  <a:lnTo>
                    <a:pt x="2790198" y="1391477"/>
                  </a:lnTo>
                  <a:lnTo>
                    <a:pt x="2790833" y="1392441"/>
                  </a:lnTo>
                  <a:lnTo>
                    <a:pt x="2791468" y="1393723"/>
                  </a:lnTo>
                  <a:lnTo>
                    <a:pt x="2792103" y="1393930"/>
                  </a:lnTo>
                  <a:lnTo>
                    <a:pt x="2792738" y="1393626"/>
                  </a:lnTo>
                  <a:lnTo>
                    <a:pt x="2793372" y="1392585"/>
                  </a:lnTo>
                  <a:lnTo>
                    <a:pt x="2794007" y="1391119"/>
                  </a:lnTo>
                  <a:lnTo>
                    <a:pt x="2794642" y="1389611"/>
                  </a:lnTo>
                  <a:lnTo>
                    <a:pt x="2795277" y="1388242"/>
                  </a:lnTo>
                  <a:lnTo>
                    <a:pt x="2795912" y="1386272"/>
                  </a:lnTo>
                  <a:lnTo>
                    <a:pt x="2796547" y="1383621"/>
                  </a:lnTo>
                  <a:lnTo>
                    <a:pt x="2797182" y="1380409"/>
                  </a:lnTo>
                  <a:lnTo>
                    <a:pt x="2797816" y="1376615"/>
                  </a:lnTo>
                  <a:lnTo>
                    <a:pt x="2798451" y="1371772"/>
                  </a:lnTo>
                  <a:lnTo>
                    <a:pt x="2799086" y="1366171"/>
                  </a:lnTo>
                  <a:lnTo>
                    <a:pt x="2799721" y="1359405"/>
                  </a:lnTo>
                  <a:lnTo>
                    <a:pt x="2800356" y="1352316"/>
                  </a:lnTo>
                  <a:lnTo>
                    <a:pt x="2800991" y="1345238"/>
                  </a:lnTo>
                  <a:lnTo>
                    <a:pt x="2801625" y="1339927"/>
                  </a:lnTo>
                  <a:lnTo>
                    <a:pt x="2802260" y="1333477"/>
                  </a:lnTo>
                  <a:lnTo>
                    <a:pt x="2802895" y="1326262"/>
                  </a:lnTo>
                  <a:lnTo>
                    <a:pt x="2803530" y="1317508"/>
                  </a:lnTo>
                  <a:lnTo>
                    <a:pt x="2804165" y="1310315"/>
                  </a:lnTo>
                  <a:lnTo>
                    <a:pt x="2804800" y="1304126"/>
                  </a:lnTo>
                  <a:lnTo>
                    <a:pt x="2805435" y="1300278"/>
                  </a:lnTo>
                  <a:lnTo>
                    <a:pt x="2806069" y="1297269"/>
                  </a:lnTo>
                  <a:lnTo>
                    <a:pt x="2806704" y="1294394"/>
                  </a:lnTo>
                  <a:lnTo>
                    <a:pt x="2807339" y="1292557"/>
                  </a:lnTo>
                  <a:lnTo>
                    <a:pt x="2807974" y="1290033"/>
                  </a:lnTo>
                  <a:lnTo>
                    <a:pt x="2808609" y="1288495"/>
                  </a:lnTo>
                  <a:lnTo>
                    <a:pt x="2809244" y="1288369"/>
                  </a:lnTo>
                  <a:lnTo>
                    <a:pt x="2809878" y="1286584"/>
                  </a:lnTo>
                  <a:lnTo>
                    <a:pt x="2810513" y="1284246"/>
                  </a:lnTo>
                  <a:lnTo>
                    <a:pt x="2811148" y="1280612"/>
                  </a:lnTo>
                  <a:lnTo>
                    <a:pt x="2811783" y="1278582"/>
                  </a:lnTo>
                  <a:lnTo>
                    <a:pt x="2812418" y="1275860"/>
                  </a:lnTo>
                  <a:lnTo>
                    <a:pt x="2813053" y="1272619"/>
                  </a:lnTo>
                  <a:lnTo>
                    <a:pt x="2813688" y="1269618"/>
                  </a:lnTo>
                  <a:lnTo>
                    <a:pt x="2814322" y="1266475"/>
                  </a:lnTo>
                  <a:lnTo>
                    <a:pt x="2814957" y="1263373"/>
                  </a:lnTo>
                  <a:lnTo>
                    <a:pt x="2815592" y="1259155"/>
                  </a:lnTo>
                  <a:lnTo>
                    <a:pt x="2816227" y="1254364"/>
                  </a:lnTo>
                  <a:lnTo>
                    <a:pt x="2816862" y="1248852"/>
                  </a:lnTo>
                  <a:lnTo>
                    <a:pt x="2817497" y="1243431"/>
                  </a:lnTo>
                  <a:lnTo>
                    <a:pt x="2818131" y="1237659"/>
                  </a:lnTo>
                  <a:lnTo>
                    <a:pt x="2818766" y="1230748"/>
                  </a:lnTo>
                  <a:lnTo>
                    <a:pt x="2819401" y="1223003"/>
                  </a:lnTo>
                  <a:lnTo>
                    <a:pt x="2820036" y="1214408"/>
                  </a:lnTo>
                  <a:lnTo>
                    <a:pt x="2820671" y="1205699"/>
                  </a:lnTo>
                  <a:lnTo>
                    <a:pt x="2821306" y="1198167"/>
                  </a:lnTo>
                  <a:lnTo>
                    <a:pt x="2821941" y="1190414"/>
                  </a:lnTo>
                  <a:lnTo>
                    <a:pt x="2822575" y="1182627"/>
                  </a:lnTo>
                  <a:lnTo>
                    <a:pt x="2823210" y="1175382"/>
                  </a:lnTo>
                  <a:lnTo>
                    <a:pt x="2823845" y="1168207"/>
                  </a:lnTo>
                  <a:lnTo>
                    <a:pt x="2824480" y="1162517"/>
                  </a:lnTo>
                  <a:lnTo>
                    <a:pt x="2825115" y="1157386"/>
                  </a:lnTo>
                  <a:lnTo>
                    <a:pt x="2825750" y="1151850"/>
                  </a:lnTo>
                  <a:lnTo>
                    <a:pt x="2826384" y="1147735"/>
                  </a:lnTo>
                  <a:lnTo>
                    <a:pt x="2827019" y="1144086"/>
                  </a:lnTo>
                  <a:lnTo>
                    <a:pt x="2827654" y="1142104"/>
                  </a:lnTo>
                  <a:lnTo>
                    <a:pt x="2828289" y="1139306"/>
                  </a:lnTo>
                  <a:lnTo>
                    <a:pt x="2828924" y="1138526"/>
                  </a:lnTo>
                  <a:lnTo>
                    <a:pt x="2829559" y="1140411"/>
                  </a:lnTo>
                  <a:lnTo>
                    <a:pt x="2830194" y="1142733"/>
                  </a:lnTo>
                  <a:lnTo>
                    <a:pt x="2830828" y="1145274"/>
                  </a:lnTo>
                  <a:lnTo>
                    <a:pt x="2831463" y="1148290"/>
                  </a:lnTo>
                  <a:lnTo>
                    <a:pt x="2832098" y="1151954"/>
                  </a:lnTo>
                  <a:lnTo>
                    <a:pt x="2832733" y="1156919"/>
                  </a:lnTo>
                  <a:lnTo>
                    <a:pt x="2833368" y="1163457"/>
                  </a:lnTo>
                  <a:lnTo>
                    <a:pt x="2834003" y="1170572"/>
                  </a:lnTo>
                  <a:lnTo>
                    <a:pt x="2834637" y="1176299"/>
                  </a:lnTo>
                  <a:lnTo>
                    <a:pt x="2835272" y="1181137"/>
                  </a:lnTo>
                  <a:lnTo>
                    <a:pt x="2835907" y="1185482"/>
                  </a:lnTo>
                  <a:lnTo>
                    <a:pt x="2836542" y="1189999"/>
                  </a:lnTo>
                  <a:lnTo>
                    <a:pt x="2837177" y="1193875"/>
                  </a:lnTo>
                  <a:lnTo>
                    <a:pt x="2837812" y="1197209"/>
                  </a:lnTo>
                  <a:lnTo>
                    <a:pt x="2838446" y="1201276"/>
                  </a:lnTo>
                  <a:lnTo>
                    <a:pt x="2839081" y="1204369"/>
                  </a:lnTo>
                  <a:lnTo>
                    <a:pt x="2839716" y="1206546"/>
                  </a:lnTo>
                  <a:lnTo>
                    <a:pt x="2840351" y="1208902"/>
                  </a:lnTo>
                  <a:lnTo>
                    <a:pt x="2840986" y="1210644"/>
                  </a:lnTo>
                  <a:lnTo>
                    <a:pt x="2841621" y="1212649"/>
                  </a:lnTo>
                  <a:lnTo>
                    <a:pt x="2842256" y="1213476"/>
                  </a:lnTo>
                  <a:lnTo>
                    <a:pt x="2842890" y="1213354"/>
                  </a:lnTo>
                  <a:lnTo>
                    <a:pt x="2843525" y="1213484"/>
                  </a:lnTo>
                  <a:lnTo>
                    <a:pt x="2844160" y="1213283"/>
                  </a:lnTo>
                  <a:lnTo>
                    <a:pt x="2844795" y="1213350"/>
                  </a:lnTo>
                  <a:lnTo>
                    <a:pt x="2845430" y="1212675"/>
                  </a:lnTo>
                  <a:lnTo>
                    <a:pt x="2846065" y="1211881"/>
                  </a:lnTo>
                  <a:lnTo>
                    <a:pt x="2846699" y="1211336"/>
                  </a:lnTo>
                  <a:lnTo>
                    <a:pt x="2847334" y="1210064"/>
                  </a:lnTo>
                  <a:lnTo>
                    <a:pt x="2847969" y="1207648"/>
                  </a:lnTo>
                  <a:lnTo>
                    <a:pt x="2848604" y="1204551"/>
                  </a:lnTo>
                  <a:lnTo>
                    <a:pt x="2849239" y="1201392"/>
                  </a:lnTo>
                  <a:lnTo>
                    <a:pt x="2849874" y="1197227"/>
                  </a:lnTo>
                  <a:lnTo>
                    <a:pt x="2850509" y="1191336"/>
                  </a:lnTo>
                  <a:lnTo>
                    <a:pt x="2851143" y="1186791"/>
                  </a:lnTo>
                  <a:lnTo>
                    <a:pt x="2851778" y="1183607"/>
                  </a:lnTo>
                  <a:lnTo>
                    <a:pt x="2852413" y="1180619"/>
                  </a:lnTo>
                  <a:lnTo>
                    <a:pt x="2853048" y="1177133"/>
                  </a:lnTo>
                  <a:lnTo>
                    <a:pt x="2853683" y="1174054"/>
                  </a:lnTo>
                  <a:lnTo>
                    <a:pt x="2854318" y="1171161"/>
                  </a:lnTo>
                  <a:lnTo>
                    <a:pt x="2854952" y="1169148"/>
                  </a:lnTo>
                  <a:lnTo>
                    <a:pt x="2855587" y="1168782"/>
                  </a:lnTo>
                  <a:lnTo>
                    <a:pt x="2856222" y="1168774"/>
                  </a:lnTo>
                  <a:lnTo>
                    <a:pt x="2856857" y="1169289"/>
                  </a:lnTo>
                  <a:lnTo>
                    <a:pt x="2857492" y="1170121"/>
                  </a:lnTo>
                  <a:lnTo>
                    <a:pt x="2858127" y="1170282"/>
                  </a:lnTo>
                  <a:lnTo>
                    <a:pt x="2858762" y="1170861"/>
                  </a:lnTo>
                  <a:lnTo>
                    <a:pt x="2859396" y="1172214"/>
                  </a:lnTo>
                  <a:lnTo>
                    <a:pt x="2860031" y="1175024"/>
                  </a:lnTo>
                  <a:lnTo>
                    <a:pt x="2860666" y="1179491"/>
                  </a:lnTo>
                  <a:lnTo>
                    <a:pt x="2861301" y="1184292"/>
                  </a:lnTo>
                  <a:lnTo>
                    <a:pt x="2861936" y="1189733"/>
                  </a:lnTo>
                  <a:lnTo>
                    <a:pt x="2862571" y="1195812"/>
                  </a:lnTo>
                  <a:lnTo>
                    <a:pt x="2863205" y="1200771"/>
                  </a:lnTo>
                  <a:lnTo>
                    <a:pt x="2863840" y="1205078"/>
                  </a:lnTo>
                  <a:lnTo>
                    <a:pt x="2864475" y="1208799"/>
                  </a:lnTo>
                  <a:lnTo>
                    <a:pt x="2865110" y="1211655"/>
                  </a:lnTo>
                  <a:lnTo>
                    <a:pt x="2865745" y="1215160"/>
                  </a:lnTo>
                  <a:lnTo>
                    <a:pt x="2866380" y="1218558"/>
                  </a:lnTo>
                  <a:lnTo>
                    <a:pt x="2867015" y="1222238"/>
                  </a:lnTo>
                  <a:lnTo>
                    <a:pt x="2867649" y="1227344"/>
                  </a:lnTo>
                  <a:lnTo>
                    <a:pt x="2868284" y="1231900"/>
                  </a:lnTo>
                  <a:lnTo>
                    <a:pt x="2868919" y="1236721"/>
                  </a:lnTo>
                  <a:lnTo>
                    <a:pt x="2869554" y="1241881"/>
                  </a:lnTo>
                  <a:lnTo>
                    <a:pt x="2870189" y="1246734"/>
                  </a:lnTo>
                  <a:lnTo>
                    <a:pt x="2870824" y="1251634"/>
                  </a:lnTo>
                  <a:lnTo>
                    <a:pt x="2871458" y="1255647"/>
                  </a:lnTo>
                  <a:lnTo>
                    <a:pt x="2872093" y="1259915"/>
                  </a:lnTo>
                  <a:lnTo>
                    <a:pt x="2872728" y="1263809"/>
                  </a:lnTo>
                  <a:lnTo>
                    <a:pt x="2873363" y="1268338"/>
                  </a:lnTo>
                  <a:lnTo>
                    <a:pt x="2873998" y="1271955"/>
                  </a:lnTo>
                  <a:lnTo>
                    <a:pt x="2874633" y="1275894"/>
                  </a:lnTo>
                  <a:lnTo>
                    <a:pt x="2875268" y="1279412"/>
                  </a:lnTo>
                  <a:lnTo>
                    <a:pt x="2875902" y="1282771"/>
                  </a:lnTo>
                  <a:lnTo>
                    <a:pt x="2876537" y="1285778"/>
                  </a:lnTo>
                  <a:lnTo>
                    <a:pt x="2877172" y="1288306"/>
                  </a:lnTo>
                  <a:lnTo>
                    <a:pt x="2877807" y="1290364"/>
                  </a:lnTo>
                  <a:lnTo>
                    <a:pt x="2878442" y="1291908"/>
                  </a:lnTo>
                  <a:lnTo>
                    <a:pt x="2879077" y="1292964"/>
                  </a:lnTo>
                  <a:lnTo>
                    <a:pt x="2879711" y="1293715"/>
                  </a:lnTo>
                  <a:lnTo>
                    <a:pt x="2880346" y="1293217"/>
                  </a:lnTo>
                  <a:lnTo>
                    <a:pt x="2880981" y="1292363"/>
                  </a:lnTo>
                  <a:lnTo>
                    <a:pt x="2881616" y="1291132"/>
                  </a:lnTo>
                  <a:lnTo>
                    <a:pt x="2882251" y="1289367"/>
                  </a:lnTo>
                  <a:lnTo>
                    <a:pt x="2882886" y="1287216"/>
                  </a:lnTo>
                  <a:lnTo>
                    <a:pt x="2883521" y="1284495"/>
                  </a:lnTo>
                  <a:lnTo>
                    <a:pt x="2884155" y="1281513"/>
                  </a:lnTo>
                  <a:lnTo>
                    <a:pt x="2884790" y="1278137"/>
                  </a:lnTo>
                  <a:lnTo>
                    <a:pt x="2885425" y="1274347"/>
                  </a:lnTo>
                  <a:lnTo>
                    <a:pt x="2886060" y="1269541"/>
                  </a:lnTo>
                  <a:lnTo>
                    <a:pt x="2886695" y="1265357"/>
                  </a:lnTo>
                  <a:lnTo>
                    <a:pt x="2887330" y="1260803"/>
                  </a:lnTo>
                  <a:lnTo>
                    <a:pt x="2887964" y="1256059"/>
                  </a:lnTo>
                  <a:lnTo>
                    <a:pt x="2888599" y="1251178"/>
                  </a:lnTo>
                  <a:lnTo>
                    <a:pt x="2889234" y="1245433"/>
                  </a:lnTo>
                  <a:lnTo>
                    <a:pt x="2889869" y="1239335"/>
                  </a:lnTo>
                  <a:lnTo>
                    <a:pt x="2890504" y="1232788"/>
                  </a:lnTo>
                  <a:lnTo>
                    <a:pt x="2891139" y="1226061"/>
                  </a:lnTo>
                  <a:lnTo>
                    <a:pt x="2891773" y="1219011"/>
                  </a:lnTo>
                  <a:lnTo>
                    <a:pt x="2892408" y="1211901"/>
                  </a:lnTo>
                  <a:lnTo>
                    <a:pt x="2893043" y="1205963"/>
                  </a:lnTo>
                  <a:lnTo>
                    <a:pt x="2893678" y="1198825"/>
                  </a:lnTo>
                  <a:lnTo>
                    <a:pt x="2894313" y="1191797"/>
                  </a:lnTo>
                  <a:lnTo>
                    <a:pt x="2894948" y="1184641"/>
                  </a:lnTo>
                  <a:lnTo>
                    <a:pt x="2895583" y="1176961"/>
                  </a:lnTo>
                  <a:lnTo>
                    <a:pt x="2896217" y="1169978"/>
                  </a:lnTo>
                  <a:lnTo>
                    <a:pt x="2896852" y="1166748"/>
                  </a:lnTo>
                  <a:lnTo>
                    <a:pt x="2897487" y="1164999"/>
                  </a:lnTo>
                  <a:lnTo>
                    <a:pt x="2898122" y="1162744"/>
                  </a:lnTo>
                  <a:lnTo>
                    <a:pt x="2898757" y="1161590"/>
                  </a:lnTo>
                  <a:lnTo>
                    <a:pt x="2899392" y="1160781"/>
                  </a:lnTo>
                  <a:lnTo>
                    <a:pt x="2900026" y="1160900"/>
                  </a:lnTo>
                  <a:lnTo>
                    <a:pt x="2900661" y="1161781"/>
                  </a:lnTo>
                  <a:lnTo>
                    <a:pt x="2901296" y="1163492"/>
                  </a:lnTo>
                  <a:lnTo>
                    <a:pt x="2901931" y="1166034"/>
                  </a:lnTo>
                  <a:lnTo>
                    <a:pt x="2902566" y="1169280"/>
                  </a:lnTo>
                  <a:lnTo>
                    <a:pt x="2903201" y="1172977"/>
                  </a:lnTo>
                  <a:lnTo>
                    <a:pt x="2903836" y="1177524"/>
                  </a:lnTo>
                  <a:lnTo>
                    <a:pt x="2904470" y="1183192"/>
                  </a:lnTo>
                  <a:lnTo>
                    <a:pt x="2905105" y="1189432"/>
                  </a:lnTo>
                  <a:lnTo>
                    <a:pt x="2905740" y="1196282"/>
                  </a:lnTo>
                  <a:lnTo>
                    <a:pt x="2906375" y="1202404"/>
                  </a:lnTo>
                  <a:lnTo>
                    <a:pt x="2907010" y="1209117"/>
                  </a:lnTo>
                  <a:lnTo>
                    <a:pt x="2907645" y="1215870"/>
                  </a:lnTo>
                  <a:lnTo>
                    <a:pt x="2908279" y="1221189"/>
                  </a:lnTo>
                  <a:lnTo>
                    <a:pt x="2908914" y="1225650"/>
                  </a:lnTo>
                  <a:lnTo>
                    <a:pt x="2909549" y="1228421"/>
                  </a:lnTo>
                  <a:lnTo>
                    <a:pt x="2910184" y="1228847"/>
                  </a:lnTo>
                  <a:lnTo>
                    <a:pt x="2910819" y="1228232"/>
                  </a:lnTo>
                  <a:lnTo>
                    <a:pt x="2911454" y="1225263"/>
                  </a:lnTo>
                  <a:lnTo>
                    <a:pt x="2912089" y="1221143"/>
                  </a:lnTo>
                  <a:lnTo>
                    <a:pt x="2912723" y="1215444"/>
                  </a:lnTo>
                  <a:lnTo>
                    <a:pt x="2913358" y="1208371"/>
                  </a:lnTo>
                  <a:lnTo>
                    <a:pt x="2913993" y="1200978"/>
                  </a:lnTo>
                  <a:lnTo>
                    <a:pt x="2914628" y="1193531"/>
                  </a:lnTo>
                  <a:lnTo>
                    <a:pt x="2915263" y="1184719"/>
                  </a:lnTo>
                  <a:lnTo>
                    <a:pt x="2915898" y="1176079"/>
                  </a:lnTo>
                  <a:lnTo>
                    <a:pt x="2916532" y="1167096"/>
                  </a:lnTo>
                  <a:lnTo>
                    <a:pt x="2917167" y="1158301"/>
                  </a:lnTo>
                  <a:lnTo>
                    <a:pt x="2917802" y="1150490"/>
                  </a:lnTo>
                  <a:lnTo>
                    <a:pt x="2918437" y="1143455"/>
                  </a:lnTo>
                  <a:lnTo>
                    <a:pt x="2919072" y="1139549"/>
                  </a:lnTo>
                  <a:lnTo>
                    <a:pt x="2919707" y="1137386"/>
                  </a:lnTo>
                  <a:lnTo>
                    <a:pt x="2920342" y="1136604"/>
                  </a:lnTo>
                  <a:lnTo>
                    <a:pt x="2920976" y="1137748"/>
                  </a:lnTo>
                  <a:lnTo>
                    <a:pt x="2921611" y="1138586"/>
                  </a:lnTo>
                  <a:lnTo>
                    <a:pt x="2922246" y="1139789"/>
                  </a:lnTo>
                  <a:lnTo>
                    <a:pt x="2922881" y="1141515"/>
                  </a:lnTo>
                  <a:lnTo>
                    <a:pt x="2923516" y="1142461"/>
                  </a:lnTo>
                  <a:lnTo>
                    <a:pt x="2924151" y="1143335"/>
                  </a:lnTo>
                  <a:lnTo>
                    <a:pt x="2924785" y="1145036"/>
                  </a:lnTo>
                  <a:lnTo>
                    <a:pt x="2925420" y="1147779"/>
                  </a:lnTo>
                  <a:lnTo>
                    <a:pt x="2926055" y="1150886"/>
                  </a:lnTo>
                  <a:lnTo>
                    <a:pt x="2926690" y="1156277"/>
                  </a:lnTo>
                  <a:lnTo>
                    <a:pt x="2927325" y="1160958"/>
                  </a:lnTo>
                  <a:lnTo>
                    <a:pt x="2927960" y="1165158"/>
                  </a:lnTo>
                  <a:lnTo>
                    <a:pt x="2928595" y="1166627"/>
                  </a:lnTo>
                  <a:lnTo>
                    <a:pt x="2929229" y="1167498"/>
                  </a:lnTo>
                  <a:lnTo>
                    <a:pt x="2929864" y="1169286"/>
                  </a:lnTo>
                  <a:lnTo>
                    <a:pt x="2930499" y="1172050"/>
                  </a:lnTo>
                  <a:lnTo>
                    <a:pt x="2931134" y="1174479"/>
                  </a:lnTo>
                  <a:lnTo>
                    <a:pt x="2931769" y="1177556"/>
                  </a:lnTo>
                  <a:lnTo>
                    <a:pt x="2932404" y="1177872"/>
                  </a:lnTo>
                  <a:lnTo>
                    <a:pt x="2933038" y="1177111"/>
                  </a:lnTo>
                  <a:lnTo>
                    <a:pt x="2933673" y="1174827"/>
                  </a:lnTo>
                  <a:lnTo>
                    <a:pt x="2934308" y="1170907"/>
                  </a:lnTo>
                  <a:lnTo>
                    <a:pt x="2934943" y="1167241"/>
                  </a:lnTo>
                  <a:lnTo>
                    <a:pt x="2935578" y="1162492"/>
                  </a:lnTo>
                  <a:lnTo>
                    <a:pt x="2936213" y="1158364"/>
                  </a:lnTo>
                  <a:lnTo>
                    <a:pt x="2936848" y="1153756"/>
                  </a:lnTo>
                  <a:lnTo>
                    <a:pt x="2937482" y="1150225"/>
                  </a:lnTo>
                  <a:lnTo>
                    <a:pt x="2938117" y="1148956"/>
                  </a:lnTo>
                  <a:lnTo>
                    <a:pt x="2938752" y="1148007"/>
                  </a:lnTo>
                  <a:lnTo>
                    <a:pt x="2939387" y="1147583"/>
                  </a:lnTo>
                  <a:lnTo>
                    <a:pt x="2940022" y="1147833"/>
                  </a:lnTo>
                  <a:lnTo>
                    <a:pt x="2940657" y="1147841"/>
                  </a:lnTo>
                  <a:lnTo>
                    <a:pt x="2941291" y="1147792"/>
                  </a:lnTo>
                  <a:lnTo>
                    <a:pt x="2941926" y="1148665"/>
                  </a:lnTo>
                  <a:lnTo>
                    <a:pt x="2942561" y="1150535"/>
                  </a:lnTo>
                  <a:lnTo>
                    <a:pt x="2943196" y="1153915"/>
                  </a:lnTo>
                  <a:lnTo>
                    <a:pt x="2943831" y="1158090"/>
                  </a:lnTo>
                  <a:lnTo>
                    <a:pt x="2944466" y="1162249"/>
                  </a:lnTo>
                  <a:lnTo>
                    <a:pt x="2945100" y="1167787"/>
                  </a:lnTo>
                  <a:lnTo>
                    <a:pt x="2945735" y="1174532"/>
                  </a:lnTo>
                  <a:lnTo>
                    <a:pt x="2946370" y="1181767"/>
                  </a:lnTo>
                  <a:lnTo>
                    <a:pt x="2947005" y="1188815"/>
                  </a:lnTo>
                  <a:lnTo>
                    <a:pt x="2947640" y="1195412"/>
                  </a:lnTo>
                  <a:lnTo>
                    <a:pt x="2948275" y="1201355"/>
                  </a:lnTo>
                  <a:lnTo>
                    <a:pt x="2948910" y="1207606"/>
                  </a:lnTo>
                  <a:lnTo>
                    <a:pt x="2949544" y="1213351"/>
                  </a:lnTo>
                  <a:lnTo>
                    <a:pt x="2950179" y="1218893"/>
                  </a:lnTo>
                  <a:lnTo>
                    <a:pt x="2950814" y="1223993"/>
                  </a:lnTo>
                  <a:lnTo>
                    <a:pt x="2951449" y="1227859"/>
                  </a:lnTo>
                  <a:lnTo>
                    <a:pt x="2952084" y="1231750"/>
                  </a:lnTo>
                  <a:lnTo>
                    <a:pt x="2952719" y="1235461"/>
                  </a:lnTo>
                  <a:lnTo>
                    <a:pt x="2953353" y="1238759"/>
                  </a:lnTo>
                  <a:lnTo>
                    <a:pt x="2953988" y="1242498"/>
                  </a:lnTo>
                  <a:lnTo>
                    <a:pt x="2954623" y="1245501"/>
                  </a:lnTo>
                  <a:lnTo>
                    <a:pt x="2955258" y="1249395"/>
                  </a:lnTo>
                  <a:lnTo>
                    <a:pt x="2955893" y="1252184"/>
                  </a:lnTo>
                  <a:lnTo>
                    <a:pt x="2956528" y="1253275"/>
                  </a:lnTo>
                  <a:lnTo>
                    <a:pt x="2957163" y="1254397"/>
                  </a:lnTo>
                  <a:lnTo>
                    <a:pt x="2957797" y="1254885"/>
                  </a:lnTo>
                  <a:lnTo>
                    <a:pt x="2958432" y="1254705"/>
                  </a:lnTo>
                  <a:lnTo>
                    <a:pt x="2959067" y="1254781"/>
                  </a:lnTo>
                  <a:lnTo>
                    <a:pt x="2959702" y="1254277"/>
                  </a:lnTo>
                  <a:lnTo>
                    <a:pt x="2960337" y="1254258"/>
                  </a:lnTo>
                  <a:lnTo>
                    <a:pt x="2960972" y="1254631"/>
                  </a:lnTo>
                  <a:lnTo>
                    <a:pt x="2961606" y="1255758"/>
                  </a:lnTo>
                  <a:lnTo>
                    <a:pt x="2962241" y="1257161"/>
                  </a:lnTo>
                  <a:lnTo>
                    <a:pt x="2962876" y="1258877"/>
                  </a:lnTo>
                  <a:lnTo>
                    <a:pt x="2963511" y="1260733"/>
                  </a:lnTo>
                  <a:lnTo>
                    <a:pt x="2964146" y="1263061"/>
                  </a:lnTo>
                  <a:lnTo>
                    <a:pt x="2964781" y="1265713"/>
                  </a:lnTo>
                  <a:lnTo>
                    <a:pt x="2965416" y="1267827"/>
                  </a:lnTo>
                  <a:lnTo>
                    <a:pt x="2966050" y="1270221"/>
                  </a:lnTo>
                  <a:lnTo>
                    <a:pt x="2966685" y="1273007"/>
                  </a:lnTo>
                  <a:lnTo>
                    <a:pt x="2967320" y="1276004"/>
                  </a:lnTo>
                  <a:lnTo>
                    <a:pt x="2967955" y="1279844"/>
                  </a:lnTo>
                  <a:lnTo>
                    <a:pt x="2968590" y="1283583"/>
                  </a:lnTo>
                  <a:lnTo>
                    <a:pt x="2969225" y="1286960"/>
                  </a:lnTo>
                  <a:lnTo>
                    <a:pt x="2969859" y="1290976"/>
                  </a:lnTo>
                  <a:lnTo>
                    <a:pt x="2970494" y="1293945"/>
                  </a:lnTo>
                  <a:lnTo>
                    <a:pt x="2971129" y="1296934"/>
                  </a:lnTo>
                  <a:lnTo>
                    <a:pt x="2971764" y="1300435"/>
                  </a:lnTo>
                  <a:lnTo>
                    <a:pt x="2972399" y="1304331"/>
                  </a:lnTo>
                  <a:lnTo>
                    <a:pt x="2973034" y="1308820"/>
                  </a:lnTo>
                  <a:lnTo>
                    <a:pt x="2973669" y="1312355"/>
                  </a:lnTo>
                  <a:lnTo>
                    <a:pt x="2974303" y="1316315"/>
                  </a:lnTo>
                  <a:lnTo>
                    <a:pt x="2974938" y="1320744"/>
                  </a:lnTo>
                  <a:lnTo>
                    <a:pt x="2975573" y="1325810"/>
                  </a:lnTo>
                  <a:lnTo>
                    <a:pt x="2976208" y="1330353"/>
                  </a:lnTo>
                  <a:lnTo>
                    <a:pt x="2976843" y="1335029"/>
                  </a:lnTo>
                  <a:lnTo>
                    <a:pt x="2977478" y="1340944"/>
                  </a:lnTo>
                  <a:lnTo>
                    <a:pt x="2978112" y="1345558"/>
                  </a:lnTo>
                  <a:lnTo>
                    <a:pt x="2978747" y="1349758"/>
                  </a:lnTo>
                  <a:lnTo>
                    <a:pt x="2979382" y="1354072"/>
                  </a:lnTo>
                  <a:lnTo>
                    <a:pt x="2980017" y="1358045"/>
                  </a:lnTo>
                  <a:lnTo>
                    <a:pt x="2980652" y="1360319"/>
                  </a:lnTo>
                  <a:lnTo>
                    <a:pt x="2981287" y="1361412"/>
                  </a:lnTo>
                  <a:lnTo>
                    <a:pt x="2981922" y="1359155"/>
                  </a:lnTo>
                  <a:lnTo>
                    <a:pt x="2982556" y="1353680"/>
                  </a:lnTo>
                  <a:lnTo>
                    <a:pt x="2983191" y="1345461"/>
                  </a:lnTo>
                  <a:lnTo>
                    <a:pt x="2983826" y="1336646"/>
                  </a:lnTo>
                  <a:lnTo>
                    <a:pt x="2984461" y="1328093"/>
                  </a:lnTo>
                  <a:lnTo>
                    <a:pt x="2985096" y="1321258"/>
                  </a:lnTo>
                  <a:lnTo>
                    <a:pt x="2985731" y="1314207"/>
                  </a:lnTo>
                  <a:lnTo>
                    <a:pt x="2986365" y="1306291"/>
                  </a:lnTo>
                  <a:lnTo>
                    <a:pt x="2987000" y="1296442"/>
                  </a:lnTo>
                  <a:lnTo>
                    <a:pt x="2987635" y="1284909"/>
                  </a:lnTo>
                  <a:lnTo>
                    <a:pt x="2988270" y="1274192"/>
                  </a:lnTo>
                  <a:lnTo>
                    <a:pt x="2988905" y="1261547"/>
                  </a:lnTo>
                  <a:lnTo>
                    <a:pt x="2989540" y="1248132"/>
                  </a:lnTo>
                  <a:lnTo>
                    <a:pt x="2990175" y="1236770"/>
                  </a:lnTo>
                  <a:lnTo>
                    <a:pt x="2990809" y="1225254"/>
                  </a:lnTo>
                  <a:lnTo>
                    <a:pt x="2991444" y="1213652"/>
                  </a:lnTo>
                  <a:lnTo>
                    <a:pt x="2992079" y="1203785"/>
                  </a:lnTo>
                  <a:lnTo>
                    <a:pt x="2992714" y="1193289"/>
                  </a:lnTo>
                  <a:lnTo>
                    <a:pt x="2993349" y="1183336"/>
                  </a:lnTo>
                  <a:lnTo>
                    <a:pt x="2993984" y="1172203"/>
                  </a:lnTo>
                  <a:lnTo>
                    <a:pt x="2994618" y="1159618"/>
                  </a:lnTo>
                  <a:lnTo>
                    <a:pt x="2995253" y="1147981"/>
                  </a:lnTo>
                  <a:lnTo>
                    <a:pt x="2995888" y="1137386"/>
                  </a:lnTo>
                  <a:lnTo>
                    <a:pt x="2996523" y="1126626"/>
                  </a:lnTo>
                  <a:lnTo>
                    <a:pt x="2997158" y="1116519"/>
                  </a:lnTo>
                  <a:lnTo>
                    <a:pt x="2997793" y="1105483"/>
                  </a:lnTo>
                  <a:lnTo>
                    <a:pt x="2998427" y="1095550"/>
                  </a:lnTo>
                  <a:lnTo>
                    <a:pt x="2999062" y="1086603"/>
                  </a:lnTo>
                  <a:lnTo>
                    <a:pt x="2999697" y="1078098"/>
                  </a:lnTo>
                  <a:lnTo>
                    <a:pt x="3000332" y="1070411"/>
                  </a:lnTo>
                  <a:lnTo>
                    <a:pt x="3000967" y="1062872"/>
                  </a:lnTo>
                  <a:lnTo>
                    <a:pt x="3001602" y="1056572"/>
                  </a:lnTo>
                  <a:lnTo>
                    <a:pt x="3002237" y="1051508"/>
                  </a:lnTo>
                  <a:lnTo>
                    <a:pt x="3002871" y="1047581"/>
                  </a:lnTo>
                  <a:lnTo>
                    <a:pt x="3003506" y="1044548"/>
                  </a:lnTo>
                  <a:lnTo>
                    <a:pt x="3004141" y="1041379"/>
                  </a:lnTo>
                  <a:lnTo>
                    <a:pt x="3004776" y="1037479"/>
                  </a:lnTo>
                  <a:lnTo>
                    <a:pt x="3005411" y="1032106"/>
                  </a:lnTo>
                  <a:lnTo>
                    <a:pt x="3006046" y="1026903"/>
                  </a:lnTo>
                  <a:lnTo>
                    <a:pt x="3006680" y="1022827"/>
                  </a:lnTo>
                  <a:lnTo>
                    <a:pt x="3007315" y="1019741"/>
                  </a:lnTo>
                  <a:lnTo>
                    <a:pt x="3007950" y="1017678"/>
                  </a:lnTo>
                  <a:lnTo>
                    <a:pt x="3008585" y="1015819"/>
                  </a:lnTo>
                  <a:lnTo>
                    <a:pt x="3009220" y="1014334"/>
                  </a:lnTo>
                  <a:lnTo>
                    <a:pt x="3009855" y="1013622"/>
                  </a:lnTo>
                  <a:lnTo>
                    <a:pt x="3010490" y="1012774"/>
                  </a:lnTo>
                  <a:lnTo>
                    <a:pt x="3011124" y="1012365"/>
                  </a:lnTo>
                  <a:lnTo>
                    <a:pt x="3011759" y="1012654"/>
                  </a:lnTo>
                  <a:lnTo>
                    <a:pt x="3012394" y="1013794"/>
                  </a:lnTo>
                  <a:lnTo>
                    <a:pt x="3013029" y="1015217"/>
                  </a:lnTo>
                  <a:lnTo>
                    <a:pt x="3013664" y="1017038"/>
                  </a:lnTo>
                  <a:lnTo>
                    <a:pt x="3014299" y="1018731"/>
                  </a:lnTo>
                  <a:lnTo>
                    <a:pt x="3014933" y="1021018"/>
                  </a:lnTo>
                  <a:lnTo>
                    <a:pt x="3015568" y="1023095"/>
                  </a:lnTo>
                  <a:lnTo>
                    <a:pt x="3016203" y="1026405"/>
                  </a:lnTo>
                  <a:lnTo>
                    <a:pt x="3016838" y="1030106"/>
                  </a:lnTo>
                  <a:lnTo>
                    <a:pt x="3017473" y="1033664"/>
                  </a:lnTo>
                  <a:lnTo>
                    <a:pt x="3018108" y="1038227"/>
                  </a:lnTo>
                  <a:lnTo>
                    <a:pt x="3018743" y="1043500"/>
                  </a:lnTo>
                  <a:lnTo>
                    <a:pt x="3019377" y="1048314"/>
                  </a:lnTo>
                  <a:lnTo>
                    <a:pt x="3020012" y="1052802"/>
                  </a:lnTo>
                  <a:lnTo>
                    <a:pt x="3020647" y="1057277"/>
                  </a:lnTo>
                  <a:lnTo>
                    <a:pt x="3021282" y="1061301"/>
                  </a:lnTo>
                  <a:lnTo>
                    <a:pt x="3021917" y="1065444"/>
                  </a:lnTo>
                  <a:lnTo>
                    <a:pt x="3022552" y="1070550"/>
                  </a:lnTo>
                  <a:lnTo>
                    <a:pt x="3023186" y="1076071"/>
                  </a:lnTo>
                  <a:lnTo>
                    <a:pt x="3023821" y="1078599"/>
                  </a:lnTo>
                  <a:lnTo>
                    <a:pt x="3024456" y="1078978"/>
                  </a:lnTo>
                  <a:lnTo>
                    <a:pt x="3025091" y="1078494"/>
                  </a:lnTo>
                  <a:lnTo>
                    <a:pt x="3025726" y="1076854"/>
                  </a:lnTo>
                  <a:lnTo>
                    <a:pt x="3026361" y="1076042"/>
                  </a:lnTo>
                  <a:lnTo>
                    <a:pt x="3026996" y="1076527"/>
                  </a:lnTo>
                  <a:lnTo>
                    <a:pt x="3027630" y="1077062"/>
                  </a:lnTo>
                  <a:lnTo>
                    <a:pt x="3028265" y="1077804"/>
                  </a:lnTo>
                  <a:lnTo>
                    <a:pt x="3028900" y="1079501"/>
                  </a:lnTo>
                  <a:lnTo>
                    <a:pt x="3029535" y="1081319"/>
                  </a:lnTo>
                  <a:lnTo>
                    <a:pt x="3030170" y="1082748"/>
                  </a:lnTo>
                  <a:lnTo>
                    <a:pt x="3030805" y="1083812"/>
                  </a:lnTo>
                  <a:lnTo>
                    <a:pt x="3031439" y="1084235"/>
                  </a:lnTo>
                  <a:lnTo>
                    <a:pt x="3032074" y="1083699"/>
                  </a:lnTo>
                  <a:lnTo>
                    <a:pt x="3032709" y="1082630"/>
                  </a:lnTo>
                  <a:lnTo>
                    <a:pt x="3033344" y="1082047"/>
                  </a:lnTo>
                  <a:lnTo>
                    <a:pt x="3033979" y="1081043"/>
                  </a:lnTo>
                  <a:lnTo>
                    <a:pt x="3034614" y="1079864"/>
                  </a:lnTo>
                  <a:lnTo>
                    <a:pt x="3035249" y="1080204"/>
                  </a:lnTo>
                  <a:lnTo>
                    <a:pt x="3035883" y="1080666"/>
                  </a:lnTo>
                  <a:lnTo>
                    <a:pt x="3036518" y="1082507"/>
                  </a:lnTo>
                  <a:lnTo>
                    <a:pt x="3037153" y="1086282"/>
                  </a:lnTo>
                  <a:lnTo>
                    <a:pt x="3037788" y="1090610"/>
                  </a:lnTo>
                  <a:lnTo>
                    <a:pt x="3038423" y="1096063"/>
                  </a:lnTo>
                  <a:lnTo>
                    <a:pt x="3039058" y="1101686"/>
                  </a:lnTo>
                  <a:lnTo>
                    <a:pt x="3039692" y="1108412"/>
                  </a:lnTo>
                  <a:lnTo>
                    <a:pt x="3040327" y="1115461"/>
                  </a:lnTo>
                  <a:lnTo>
                    <a:pt x="3040962" y="1122587"/>
                  </a:lnTo>
                  <a:lnTo>
                    <a:pt x="3041597" y="1129599"/>
                  </a:lnTo>
                  <a:lnTo>
                    <a:pt x="3042232" y="1137412"/>
                  </a:lnTo>
                  <a:lnTo>
                    <a:pt x="3042867" y="1145472"/>
                  </a:lnTo>
                  <a:lnTo>
                    <a:pt x="3043502" y="1154216"/>
                  </a:lnTo>
                  <a:lnTo>
                    <a:pt x="3044136" y="1163407"/>
                  </a:lnTo>
                  <a:lnTo>
                    <a:pt x="3044771" y="1171675"/>
                  </a:lnTo>
                  <a:lnTo>
                    <a:pt x="3045406" y="1178938"/>
                  </a:lnTo>
                  <a:lnTo>
                    <a:pt x="3046041" y="1184537"/>
                  </a:lnTo>
                  <a:lnTo>
                    <a:pt x="3046676" y="1188952"/>
                  </a:lnTo>
                  <a:lnTo>
                    <a:pt x="3047311" y="1191981"/>
                  </a:lnTo>
                  <a:lnTo>
                    <a:pt x="3047945" y="1193892"/>
                  </a:lnTo>
                  <a:lnTo>
                    <a:pt x="3048580" y="1196103"/>
                  </a:lnTo>
                  <a:lnTo>
                    <a:pt x="3049215" y="1197868"/>
                  </a:lnTo>
                  <a:lnTo>
                    <a:pt x="3049850" y="1199422"/>
                  </a:lnTo>
                  <a:lnTo>
                    <a:pt x="3050485" y="1202273"/>
                  </a:lnTo>
                  <a:lnTo>
                    <a:pt x="3051120" y="1205491"/>
                  </a:lnTo>
                  <a:lnTo>
                    <a:pt x="3051755" y="1207492"/>
                  </a:lnTo>
                  <a:lnTo>
                    <a:pt x="3052389" y="1209646"/>
                  </a:lnTo>
                  <a:lnTo>
                    <a:pt x="3053024" y="1211501"/>
                  </a:lnTo>
                  <a:lnTo>
                    <a:pt x="3053659" y="1212773"/>
                  </a:lnTo>
                  <a:lnTo>
                    <a:pt x="3054294" y="1214811"/>
                  </a:lnTo>
                  <a:lnTo>
                    <a:pt x="3054929" y="1217649"/>
                  </a:lnTo>
                  <a:lnTo>
                    <a:pt x="3055564" y="1222310"/>
                  </a:lnTo>
                  <a:lnTo>
                    <a:pt x="3056198" y="1228321"/>
                  </a:lnTo>
                  <a:lnTo>
                    <a:pt x="3056833" y="1235471"/>
                  </a:lnTo>
                  <a:lnTo>
                    <a:pt x="3057468" y="1243322"/>
                  </a:lnTo>
                  <a:lnTo>
                    <a:pt x="3058103" y="1250942"/>
                  </a:lnTo>
                  <a:lnTo>
                    <a:pt x="3058738" y="1258836"/>
                  </a:lnTo>
                  <a:lnTo>
                    <a:pt x="3059373" y="1267429"/>
                  </a:lnTo>
                  <a:lnTo>
                    <a:pt x="3060007" y="1276161"/>
                  </a:lnTo>
                  <a:lnTo>
                    <a:pt x="3060642" y="1286435"/>
                  </a:lnTo>
                  <a:lnTo>
                    <a:pt x="3061277" y="1297660"/>
                  </a:lnTo>
                  <a:lnTo>
                    <a:pt x="3061912" y="1309065"/>
                  </a:lnTo>
                  <a:lnTo>
                    <a:pt x="3062547" y="1321601"/>
                  </a:lnTo>
                  <a:lnTo>
                    <a:pt x="3063182" y="1332736"/>
                  </a:lnTo>
                  <a:lnTo>
                    <a:pt x="3063817" y="1344604"/>
                  </a:lnTo>
                  <a:lnTo>
                    <a:pt x="3064451" y="1356118"/>
                  </a:lnTo>
                  <a:lnTo>
                    <a:pt x="3065086" y="1365861"/>
                  </a:lnTo>
                  <a:lnTo>
                    <a:pt x="3065721" y="1374053"/>
                  </a:lnTo>
                  <a:lnTo>
                    <a:pt x="3066356" y="1382143"/>
                  </a:lnTo>
                  <a:lnTo>
                    <a:pt x="3066991" y="1389152"/>
                  </a:lnTo>
                  <a:lnTo>
                    <a:pt x="3067626" y="1395848"/>
                  </a:lnTo>
                  <a:lnTo>
                    <a:pt x="3068260" y="1402557"/>
                  </a:lnTo>
                  <a:lnTo>
                    <a:pt x="3068895" y="1406901"/>
                  </a:lnTo>
                  <a:lnTo>
                    <a:pt x="3069530" y="1410103"/>
                  </a:lnTo>
                  <a:lnTo>
                    <a:pt x="3070165" y="1411714"/>
                  </a:lnTo>
                  <a:lnTo>
                    <a:pt x="3070800" y="1412198"/>
                  </a:lnTo>
                  <a:lnTo>
                    <a:pt x="3071435" y="1412687"/>
                  </a:lnTo>
                  <a:lnTo>
                    <a:pt x="3072070" y="1412020"/>
                  </a:lnTo>
                  <a:lnTo>
                    <a:pt x="3072704" y="1410487"/>
                  </a:lnTo>
                  <a:lnTo>
                    <a:pt x="3073339" y="1408626"/>
                  </a:lnTo>
                  <a:lnTo>
                    <a:pt x="3073974" y="1406061"/>
                  </a:lnTo>
                  <a:lnTo>
                    <a:pt x="3074609" y="1402296"/>
                  </a:lnTo>
                  <a:lnTo>
                    <a:pt x="3075244" y="1398531"/>
                  </a:lnTo>
                  <a:lnTo>
                    <a:pt x="3075879" y="1394145"/>
                  </a:lnTo>
                  <a:lnTo>
                    <a:pt x="3076513" y="1389569"/>
                  </a:lnTo>
                  <a:lnTo>
                    <a:pt x="3077148" y="1384943"/>
                  </a:lnTo>
                  <a:lnTo>
                    <a:pt x="3077783" y="1380683"/>
                  </a:lnTo>
                  <a:lnTo>
                    <a:pt x="3078418" y="1376956"/>
                  </a:lnTo>
                  <a:lnTo>
                    <a:pt x="3079053" y="1373409"/>
                  </a:lnTo>
                  <a:lnTo>
                    <a:pt x="3079688" y="1370483"/>
                  </a:lnTo>
                  <a:lnTo>
                    <a:pt x="3080323" y="1367326"/>
                  </a:lnTo>
                  <a:lnTo>
                    <a:pt x="3080957" y="1364390"/>
                  </a:lnTo>
                  <a:lnTo>
                    <a:pt x="3081592" y="1361209"/>
                  </a:lnTo>
                  <a:lnTo>
                    <a:pt x="3082227" y="1357946"/>
                  </a:lnTo>
                  <a:lnTo>
                    <a:pt x="3082862" y="1355061"/>
                  </a:lnTo>
                  <a:lnTo>
                    <a:pt x="3083497" y="1351850"/>
                  </a:lnTo>
                  <a:lnTo>
                    <a:pt x="3084132" y="1350357"/>
                  </a:lnTo>
                  <a:lnTo>
                    <a:pt x="3084766" y="1349253"/>
                  </a:lnTo>
                  <a:lnTo>
                    <a:pt x="3085401" y="1348356"/>
                  </a:lnTo>
                  <a:lnTo>
                    <a:pt x="3086036" y="1347000"/>
                  </a:lnTo>
                  <a:lnTo>
                    <a:pt x="3086671" y="1345843"/>
                  </a:lnTo>
                  <a:lnTo>
                    <a:pt x="3087306" y="1344565"/>
                  </a:lnTo>
                  <a:lnTo>
                    <a:pt x="3087941" y="1343357"/>
                  </a:lnTo>
                  <a:lnTo>
                    <a:pt x="3088576" y="1341518"/>
                  </a:lnTo>
                  <a:lnTo>
                    <a:pt x="3089210" y="1338713"/>
                  </a:lnTo>
                  <a:lnTo>
                    <a:pt x="3089845" y="1335580"/>
                  </a:lnTo>
                  <a:lnTo>
                    <a:pt x="3090480" y="1331857"/>
                  </a:lnTo>
                  <a:lnTo>
                    <a:pt x="3091115" y="1326351"/>
                  </a:lnTo>
                  <a:lnTo>
                    <a:pt x="3091750" y="1319975"/>
                  </a:lnTo>
                  <a:lnTo>
                    <a:pt x="3092385" y="1312526"/>
                  </a:lnTo>
                  <a:lnTo>
                    <a:pt x="3093019" y="1303305"/>
                  </a:lnTo>
                  <a:lnTo>
                    <a:pt x="3093654" y="1294521"/>
                  </a:lnTo>
                  <a:lnTo>
                    <a:pt x="3094289" y="1284784"/>
                  </a:lnTo>
                  <a:lnTo>
                    <a:pt x="3094924" y="1273822"/>
                  </a:lnTo>
                  <a:lnTo>
                    <a:pt x="3095559" y="1262014"/>
                  </a:lnTo>
                  <a:lnTo>
                    <a:pt x="3096194" y="1251565"/>
                  </a:lnTo>
                  <a:lnTo>
                    <a:pt x="3096829" y="1240430"/>
                  </a:lnTo>
                  <a:lnTo>
                    <a:pt x="3097463" y="1229248"/>
                  </a:lnTo>
                  <a:lnTo>
                    <a:pt x="3098098" y="1219844"/>
                  </a:lnTo>
                  <a:lnTo>
                    <a:pt x="3098733" y="1209926"/>
                  </a:lnTo>
                  <a:lnTo>
                    <a:pt x="3099368" y="1199740"/>
                  </a:lnTo>
                  <a:lnTo>
                    <a:pt x="3100003" y="1189445"/>
                  </a:lnTo>
                  <a:lnTo>
                    <a:pt x="3100638" y="1179688"/>
                  </a:lnTo>
                  <a:lnTo>
                    <a:pt x="3101272" y="1170577"/>
                  </a:lnTo>
                  <a:lnTo>
                    <a:pt x="3101907" y="1162441"/>
                  </a:lnTo>
                  <a:lnTo>
                    <a:pt x="3102542" y="1155661"/>
                  </a:lnTo>
                  <a:lnTo>
                    <a:pt x="3103177" y="1149801"/>
                  </a:lnTo>
                  <a:lnTo>
                    <a:pt x="3103812" y="1144394"/>
                  </a:lnTo>
                  <a:lnTo>
                    <a:pt x="3104447" y="1138116"/>
                  </a:lnTo>
                  <a:lnTo>
                    <a:pt x="3105082" y="1132099"/>
                  </a:lnTo>
                  <a:lnTo>
                    <a:pt x="3105716" y="1125487"/>
                  </a:lnTo>
                  <a:lnTo>
                    <a:pt x="3106351" y="1119591"/>
                  </a:lnTo>
                  <a:lnTo>
                    <a:pt x="3106986" y="1113717"/>
                  </a:lnTo>
                  <a:lnTo>
                    <a:pt x="3107621" y="1108775"/>
                  </a:lnTo>
                  <a:lnTo>
                    <a:pt x="3108256" y="1106628"/>
                  </a:lnTo>
                  <a:lnTo>
                    <a:pt x="3108891" y="1106517"/>
                  </a:lnTo>
                  <a:lnTo>
                    <a:pt x="3109525" y="1110566"/>
                  </a:lnTo>
                  <a:lnTo>
                    <a:pt x="3110160" y="1118106"/>
                  </a:lnTo>
                  <a:lnTo>
                    <a:pt x="3110795" y="1127397"/>
                  </a:lnTo>
                  <a:lnTo>
                    <a:pt x="3111430" y="1136840"/>
                  </a:lnTo>
                  <a:lnTo>
                    <a:pt x="3112065" y="1145224"/>
                  </a:lnTo>
                  <a:lnTo>
                    <a:pt x="3112700" y="1154623"/>
                  </a:lnTo>
                  <a:lnTo>
                    <a:pt x="3113334" y="1165768"/>
                  </a:lnTo>
                  <a:lnTo>
                    <a:pt x="3113969" y="1178238"/>
                  </a:lnTo>
                  <a:lnTo>
                    <a:pt x="3114604" y="1192484"/>
                  </a:lnTo>
                  <a:lnTo>
                    <a:pt x="3115239" y="1205427"/>
                  </a:lnTo>
                  <a:lnTo>
                    <a:pt x="3115874" y="1219702"/>
                  </a:lnTo>
                  <a:lnTo>
                    <a:pt x="3116509" y="1233947"/>
                  </a:lnTo>
                  <a:lnTo>
                    <a:pt x="3117144" y="1245410"/>
                  </a:lnTo>
                  <a:lnTo>
                    <a:pt x="3117778" y="1255812"/>
                  </a:lnTo>
                  <a:lnTo>
                    <a:pt x="3118413" y="1265694"/>
                  </a:lnTo>
                  <a:lnTo>
                    <a:pt x="3119048" y="1273304"/>
                  </a:lnTo>
                  <a:lnTo>
                    <a:pt x="3119683" y="1280997"/>
                  </a:lnTo>
                  <a:lnTo>
                    <a:pt x="3120318" y="1287640"/>
                  </a:lnTo>
                  <a:lnTo>
                    <a:pt x="3120953" y="1294047"/>
                  </a:lnTo>
                  <a:lnTo>
                    <a:pt x="3121587" y="1300387"/>
                  </a:lnTo>
                  <a:lnTo>
                    <a:pt x="3122222" y="1304473"/>
                  </a:lnTo>
                  <a:lnTo>
                    <a:pt x="3122857" y="1307122"/>
                  </a:lnTo>
                  <a:lnTo>
                    <a:pt x="3123492" y="1309978"/>
                  </a:lnTo>
                  <a:lnTo>
                    <a:pt x="3124127" y="1312120"/>
                  </a:lnTo>
                  <a:lnTo>
                    <a:pt x="3124762" y="1315494"/>
                  </a:lnTo>
                  <a:lnTo>
                    <a:pt x="3125397" y="1317745"/>
                  </a:lnTo>
                  <a:lnTo>
                    <a:pt x="3126031" y="1319121"/>
                  </a:lnTo>
                  <a:lnTo>
                    <a:pt x="3126666" y="1319509"/>
                  </a:lnTo>
                  <a:lnTo>
                    <a:pt x="3127301" y="1318815"/>
                  </a:lnTo>
                  <a:lnTo>
                    <a:pt x="3127936" y="1317468"/>
                  </a:lnTo>
                  <a:lnTo>
                    <a:pt x="3128571" y="1314163"/>
                  </a:lnTo>
                  <a:lnTo>
                    <a:pt x="3129206" y="1308640"/>
                  </a:lnTo>
                  <a:lnTo>
                    <a:pt x="3129840" y="1301110"/>
                  </a:lnTo>
                  <a:lnTo>
                    <a:pt x="3130475" y="1292857"/>
                  </a:lnTo>
                  <a:lnTo>
                    <a:pt x="3131110" y="1285582"/>
                  </a:lnTo>
                  <a:lnTo>
                    <a:pt x="3131745" y="1280181"/>
                  </a:lnTo>
                  <a:lnTo>
                    <a:pt x="3132380" y="1276616"/>
                  </a:lnTo>
                  <a:lnTo>
                    <a:pt x="3133015" y="1273389"/>
                  </a:lnTo>
                  <a:lnTo>
                    <a:pt x="3133650" y="1270288"/>
                  </a:lnTo>
                  <a:lnTo>
                    <a:pt x="3134284" y="1267696"/>
                  </a:lnTo>
                  <a:lnTo>
                    <a:pt x="3134919" y="1264925"/>
                  </a:lnTo>
                  <a:lnTo>
                    <a:pt x="3135554" y="1262919"/>
                  </a:lnTo>
                  <a:lnTo>
                    <a:pt x="3136189" y="1262442"/>
                  </a:lnTo>
                  <a:lnTo>
                    <a:pt x="3136824" y="1262887"/>
                  </a:lnTo>
                  <a:lnTo>
                    <a:pt x="3137459" y="1264975"/>
                  </a:lnTo>
                  <a:lnTo>
                    <a:pt x="3138093" y="1268183"/>
                  </a:lnTo>
                  <a:lnTo>
                    <a:pt x="3138728" y="1272604"/>
                  </a:lnTo>
                  <a:lnTo>
                    <a:pt x="3139363" y="1278006"/>
                  </a:lnTo>
                  <a:lnTo>
                    <a:pt x="3139998" y="1284497"/>
                  </a:lnTo>
                  <a:lnTo>
                    <a:pt x="3140633" y="1290177"/>
                  </a:lnTo>
                  <a:lnTo>
                    <a:pt x="3141268" y="1295754"/>
                  </a:lnTo>
                  <a:lnTo>
                    <a:pt x="3141903" y="1300886"/>
                  </a:lnTo>
                  <a:lnTo>
                    <a:pt x="3142537" y="1305765"/>
                  </a:lnTo>
                  <a:lnTo>
                    <a:pt x="3143172" y="1309899"/>
                  </a:lnTo>
                  <a:lnTo>
                    <a:pt x="3143807" y="1313811"/>
                  </a:lnTo>
                  <a:lnTo>
                    <a:pt x="3144442" y="1318359"/>
                  </a:lnTo>
                  <a:lnTo>
                    <a:pt x="3145077" y="1322558"/>
                  </a:lnTo>
                  <a:lnTo>
                    <a:pt x="3145712" y="1326731"/>
                  </a:lnTo>
                  <a:lnTo>
                    <a:pt x="3146346" y="1332124"/>
                  </a:lnTo>
                  <a:lnTo>
                    <a:pt x="3146981" y="1337933"/>
                  </a:lnTo>
                  <a:lnTo>
                    <a:pt x="3147616" y="1344792"/>
                  </a:lnTo>
                  <a:lnTo>
                    <a:pt x="3148251" y="1352046"/>
                  </a:lnTo>
                  <a:lnTo>
                    <a:pt x="3148886" y="1358874"/>
                  </a:lnTo>
                  <a:lnTo>
                    <a:pt x="3149521" y="1364553"/>
                  </a:lnTo>
                  <a:lnTo>
                    <a:pt x="3150156" y="1370143"/>
                  </a:lnTo>
                  <a:lnTo>
                    <a:pt x="3150790" y="1375933"/>
                  </a:lnTo>
                  <a:lnTo>
                    <a:pt x="3151425" y="1382595"/>
                  </a:lnTo>
                  <a:lnTo>
                    <a:pt x="3152060" y="1389555"/>
                  </a:lnTo>
                  <a:lnTo>
                    <a:pt x="3152695" y="1395327"/>
                  </a:lnTo>
                  <a:lnTo>
                    <a:pt x="3153330" y="1400029"/>
                  </a:lnTo>
                  <a:lnTo>
                    <a:pt x="3153965" y="1402985"/>
                  </a:lnTo>
                  <a:lnTo>
                    <a:pt x="3154599" y="1405196"/>
                  </a:lnTo>
                  <a:lnTo>
                    <a:pt x="3155234" y="1406779"/>
                  </a:lnTo>
                  <a:lnTo>
                    <a:pt x="3155869" y="1406898"/>
                  </a:lnTo>
                  <a:lnTo>
                    <a:pt x="3156504" y="1406513"/>
                  </a:lnTo>
                  <a:lnTo>
                    <a:pt x="3157139" y="1405658"/>
                  </a:lnTo>
                  <a:lnTo>
                    <a:pt x="3157774" y="1404455"/>
                  </a:lnTo>
                  <a:lnTo>
                    <a:pt x="3158409" y="1403181"/>
                  </a:lnTo>
                  <a:lnTo>
                    <a:pt x="3159043" y="1402142"/>
                  </a:lnTo>
                  <a:lnTo>
                    <a:pt x="3159678" y="1398971"/>
                  </a:lnTo>
                  <a:lnTo>
                    <a:pt x="3160313" y="1393436"/>
                  </a:lnTo>
                  <a:lnTo>
                    <a:pt x="3160948" y="1386001"/>
                  </a:lnTo>
                  <a:lnTo>
                    <a:pt x="3161583" y="1378056"/>
                  </a:lnTo>
                  <a:lnTo>
                    <a:pt x="3162218" y="1369708"/>
                  </a:lnTo>
                  <a:lnTo>
                    <a:pt x="3162852" y="1360524"/>
                  </a:lnTo>
                  <a:lnTo>
                    <a:pt x="3163487" y="1350049"/>
                  </a:lnTo>
                  <a:lnTo>
                    <a:pt x="3164122" y="1338076"/>
                  </a:lnTo>
                  <a:lnTo>
                    <a:pt x="3164757" y="1324608"/>
                  </a:lnTo>
                  <a:lnTo>
                    <a:pt x="3165392" y="1310988"/>
                  </a:lnTo>
                  <a:lnTo>
                    <a:pt x="3166027" y="1297207"/>
                  </a:lnTo>
                  <a:lnTo>
                    <a:pt x="3166661" y="1285363"/>
                  </a:lnTo>
                  <a:lnTo>
                    <a:pt x="3167296" y="1273617"/>
                  </a:lnTo>
                  <a:lnTo>
                    <a:pt x="3167931" y="1261718"/>
                  </a:lnTo>
                  <a:lnTo>
                    <a:pt x="3168566" y="1250209"/>
                  </a:lnTo>
                  <a:lnTo>
                    <a:pt x="3169201" y="1239376"/>
                  </a:lnTo>
                  <a:lnTo>
                    <a:pt x="3169836" y="1229750"/>
                  </a:lnTo>
                  <a:lnTo>
                    <a:pt x="3170471" y="1221611"/>
                  </a:lnTo>
                  <a:lnTo>
                    <a:pt x="3171105" y="1213793"/>
                  </a:lnTo>
                  <a:lnTo>
                    <a:pt x="3171740" y="1206390"/>
                  </a:lnTo>
                  <a:lnTo>
                    <a:pt x="3172375" y="1199849"/>
                  </a:lnTo>
                  <a:lnTo>
                    <a:pt x="3173010" y="1194391"/>
                  </a:lnTo>
                  <a:lnTo>
                    <a:pt x="3173645" y="1189619"/>
                  </a:lnTo>
                  <a:lnTo>
                    <a:pt x="3174280" y="1186775"/>
                  </a:lnTo>
                  <a:lnTo>
                    <a:pt x="3174914" y="1184437"/>
                  </a:lnTo>
                  <a:lnTo>
                    <a:pt x="3175549" y="1181965"/>
                  </a:lnTo>
                  <a:lnTo>
                    <a:pt x="3176184" y="1179784"/>
                  </a:lnTo>
                  <a:lnTo>
                    <a:pt x="3176819" y="1178016"/>
                  </a:lnTo>
                  <a:lnTo>
                    <a:pt x="3177454" y="1176393"/>
                  </a:lnTo>
                  <a:lnTo>
                    <a:pt x="3178089" y="1174537"/>
                  </a:lnTo>
                  <a:lnTo>
                    <a:pt x="3178724" y="1173367"/>
                  </a:lnTo>
                  <a:lnTo>
                    <a:pt x="3179358" y="1172106"/>
                  </a:lnTo>
                  <a:lnTo>
                    <a:pt x="3179993" y="1170441"/>
                  </a:lnTo>
                  <a:lnTo>
                    <a:pt x="3180628" y="1168512"/>
                  </a:lnTo>
                  <a:lnTo>
                    <a:pt x="3181263" y="1166553"/>
                  </a:lnTo>
                  <a:lnTo>
                    <a:pt x="3181898" y="1164237"/>
                  </a:lnTo>
                  <a:lnTo>
                    <a:pt x="3182533" y="1161261"/>
                  </a:lnTo>
                  <a:lnTo>
                    <a:pt x="3183167" y="1157682"/>
                  </a:lnTo>
                  <a:lnTo>
                    <a:pt x="3183802" y="1153326"/>
                  </a:lnTo>
                  <a:lnTo>
                    <a:pt x="3184437" y="1149621"/>
                  </a:lnTo>
                  <a:lnTo>
                    <a:pt x="3185072" y="1145547"/>
                  </a:lnTo>
                  <a:lnTo>
                    <a:pt x="3185707" y="1141080"/>
                  </a:lnTo>
                  <a:lnTo>
                    <a:pt x="3186342" y="1137331"/>
                  </a:lnTo>
                  <a:lnTo>
                    <a:pt x="3186977" y="1134316"/>
                  </a:lnTo>
                  <a:lnTo>
                    <a:pt x="3187611" y="1131949"/>
                  </a:lnTo>
                  <a:lnTo>
                    <a:pt x="3188246" y="1129360"/>
                  </a:lnTo>
                  <a:lnTo>
                    <a:pt x="3188881" y="1127001"/>
                  </a:lnTo>
                  <a:lnTo>
                    <a:pt x="3189516" y="1124369"/>
                  </a:lnTo>
                  <a:lnTo>
                    <a:pt x="3190151" y="1121458"/>
                  </a:lnTo>
                  <a:lnTo>
                    <a:pt x="3190786" y="1118888"/>
                  </a:lnTo>
                  <a:lnTo>
                    <a:pt x="3191420" y="1116585"/>
                  </a:lnTo>
                  <a:lnTo>
                    <a:pt x="3192055" y="1114361"/>
                  </a:lnTo>
                  <a:lnTo>
                    <a:pt x="3192690" y="1113488"/>
                  </a:lnTo>
                  <a:lnTo>
                    <a:pt x="3193325" y="1112423"/>
                  </a:lnTo>
                  <a:lnTo>
                    <a:pt x="3193960" y="1112159"/>
                  </a:lnTo>
                  <a:lnTo>
                    <a:pt x="3194595" y="1112509"/>
                  </a:lnTo>
                  <a:lnTo>
                    <a:pt x="3195230" y="1114350"/>
                  </a:lnTo>
                  <a:lnTo>
                    <a:pt x="3195864" y="1117337"/>
                  </a:lnTo>
                  <a:lnTo>
                    <a:pt x="3196499" y="1120172"/>
                  </a:lnTo>
                  <a:lnTo>
                    <a:pt x="3197134" y="1122951"/>
                  </a:lnTo>
                  <a:lnTo>
                    <a:pt x="3197769" y="1126086"/>
                  </a:lnTo>
                  <a:lnTo>
                    <a:pt x="3198404" y="1128508"/>
                  </a:lnTo>
                  <a:lnTo>
                    <a:pt x="3199039" y="1130348"/>
                  </a:lnTo>
                  <a:lnTo>
                    <a:pt x="3199673" y="1131877"/>
                  </a:lnTo>
                  <a:lnTo>
                    <a:pt x="3200308" y="1133295"/>
                  </a:lnTo>
                  <a:lnTo>
                    <a:pt x="3200943" y="1135853"/>
                  </a:lnTo>
                  <a:lnTo>
                    <a:pt x="3201578" y="1139933"/>
                  </a:lnTo>
                  <a:lnTo>
                    <a:pt x="3202213" y="1143826"/>
                  </a:lnTo>
                  <a:lnTo>
                    <a:pt x="3202848" y="1148800"/>
                  </a:lnTo>
                  <a:lnTo>
                    <a:pt x="3203483" y="1154117"/>
                  </a:lnTo>
                  <a:lnTo>
                    <a:pt x="3204117" y="1160171"/>
                  </a:lnTo>
                  <a:lnTo>
                    <a:pt x="3204752" y="1165593"/>
                  </a:lnTo>
                  <a:lnTo>
                    <a:pt x="3205387" y="1170090"/>
                  </a:lnTo>
                  <a:lnTo>
                    <a:pt x="3206022" y="1175307"/>
                  </a:lnTo>
                  <a:lnTo>
                    <a:pt x="3206657" y="1180627"/>
                  </a:lnTo>
                  <a:lnTo>
                    <a:pt x="3207292" y="1183650"/>
                  </a:lnTo>
                  <a:lnTo>
                    <a:pt x="3207926" y="1184884"/>
                  </a:lnTo>
                  <a:lnTo>
                    <a:pt x="3208561" y="1187945"/>
                  </a:lnTo>
                  <a:lnTo>
                    <a:pt x="3209196" y="1191971"/>
                  </a:lnTo>
                  <a:lnTo>
                    <a:pt x="3209831" y="1196777"/>
                  </a:lnTo>
                  <a:lnTo>
                    <a:pt x="3210466" y="1200755"/>
                  </a:lnTo>
                  <a:lnTo>
                    <a:pt x="3211101" y="1203167"/>
                  </a:lnTo>
                  <a:lnTo>
                    <a:pt x="3211736" y="1205561"/>
                  </a:lnTo>
                  <a:lnTo>
                    <a:pt x="3212370" y="1207941"/>
                  </a:lnTo>
                  <a:lnTo>
                    <a:pt x="3213005" y="1210590"/>
                  </a:lnTo>
                  <a:lnTo>
                    <a:pt x="3213640" y="1213051"/>
                  </a:lnTo>
                  <a:lnTo>
                    <a:pt x="3214275" y="1214378"/>
                  </a:lnTo>
                  <a:lnTo>
                    <a:pt x="3214910" y="1215568"/>
                  </a:lnTo>
                  <a:lnTo>
                    <a:pt x="3215545" y="1215874"/>
                  </a:lnTo>
                  <a:lnTo>
                    <a:pt x="3216179" y="1216202"/>
                  </a:lnTo>
                  <a:lnTo>
                    <a:pt x="3216814" y="1216034"/>
                  </a:lnTo>
                  <a:lnTo>
                    <a:pt x="3217449" y="1216536"/>
                  </a:lnTo>
                  <a:lnTo>
                    <a:pt x="3218084" y="1218855"/>
                  </a:lnTo>
                  <a:lnTo>
                    <a:pt x="3218719" y="1221671"/>
                  </a:lnTo>
                  <a:lnTo>
                    <a:pt x="3219354" y="1225491"/>
                  </a:lnTo>
                  <a:lnTo>
                    <a:pt x="3219989" y="1230697"/>
                  </a:lnTo>
                  <a:lnTo>
                    <a:pt x="3220623" y="1233914"/>
                  </a:lnTo>
                  <a:lnTo>
                    <a:pt x="3221258" y="1238029"/>
                  </a:lnTo>
                  <a:lnTo>
                    <a:pt x="3221893" y="1242699"/>
                  </a:lnTo>
                  <a:lnTo>
                    <a:pt x="3222528" y="1247378"/>
                  </a:lnTo>
                  <a:lnTo>
                    <a:pt x="3223163" y="1251198"/>
                  </a:lnTo>
                  <a:lnTo>
                    <a:pt x="3223798" y="1255380"/>
                  </a:lnTo>
                  <a:lnTo>
                    <a:pt x="3224432" y="1259902"/>
                  </a:lnTo>
                  <a:lnTo>
                    <a:pt x="3225067" y="1262910"/>
                  </a:lnTo>
                  <a:lnTo>
                    <a:pt x="3225702" y="1266644"/>
                  </a:lnTo>
                  <a:lnTo>
                    <a:pt x="3226337" y="1270396"/>
                  </a:lnTo>
                  <a:lnTo>
                    <a:pt x="3226972" y="1274043"/>
                  </a:lnTo>
                  <a:lnTo>
                    <a:pt x="3227607" y="1277263"/>
                  </a:lnTo>
                  <a:lnTo>
                    <a:pt x="3228241" y="1278689"/>
                  </a:lnTo>
                  <a:lnTo>
                    <a:pt x="3228876" y="1279097"/>
                  </a:lnTo>
                  <a:lnTo>
                    <a:pt x="3229511" y="1278643"/>
                  </a:lnTo>
                  <a:lnTo>
                    <a:pt x="3230146" y="1278641"/>
                  </a:lnTo>
                  <a:lnTo>
                    <a:pt x="3230781" y="1278910"/>
                  </a:lnTo>
                  <a:lnTo>
                    <a:pt x="3231416" y="1280795"/>
                  </a:lnTo>
                  <a:lnTo>
                    <a:pt x="3232051" y="1282971"/>
                  </a:lnTo>
                  <a:lnTo>
                    <a:pt x="3232685" y="1284632"/>
                  </a:lnTo>
                  <a:lnTo>
                    <a:pt x="3233320" y="1285048"/>
                  </a:lnTo>
                  <a:lnTo>
                    <a:pt x="3233955" y="1286559"/>
                  </a:lnTo>
                  <a:lnTo>
                    <a:pt x="3234590" y="1288394"/>
                  </a:lnTo>
                  <a:lnTo>
                    <a:pt x="3235225" y="1289107"/>
                  </a:lnTo>
                  <a:lnTo>
                    <a:pt x="3235860" y="1289923"/>
                  </a:lnTo>
                  <a:lnTo>
                    <a:pt x="3236494" y="1289229"/>
                  </a:lnTo>
                  <a:lnTo>
                    <a:pt x="3237129" y="1287503"/>
                  </a:lnTo>
                  <a:lnTo>
                    <a:pt x="3237764" y="1285220"/>
                  </a:lnTo>
                  <a:lnTo>
                    <a:pt x="3238399" y="1283558"/>
                  </a:lnTo>
                  <a:lnTo>
                    <a:pt x="3239034" y="1281573"/>
                  </a:lnTo>
                  <a:lnTo>
                    <a:pt x="3239669" y="1277094"/>
                  </a:lnTo>
                  <a:lnTo>
                    <a:pt x="3240304" y="1270011"/>
                  </a:lnTo>
                  <a:lnTo>
                    <a:pt x="3240938" y="1260598"/>
                  </a:lnTo>
                  <a:lnTo>
                    <a:pt x="3241573" y="1250713"/>
                  </a:lnTo>
                  <a:lnTo>
                    <a:pt x="3242208" y="1242101"/>
                  </a:lnTo>
                  <a:lnTo>
                    <a:pt x="3242843" y="1233755"/>
                  </a:lnTo>
                  <a:lnTo>
                    <a:pt x="3243478" y="1225421"/>
                  </a:lnTo>
                  <a:lnTo>
                    <a:pt x="3244113" y="1218034"/>
                  </a:lnTo>
                  <a:lnTo>
                    <a:pt x="3244747" y="1212378"/>
                  </a:lnTo>
                  <a:lnTo>
                    <a:pt x="3245382" y="1207245"/>
                  </a:lnTo>
                  <a:lnTo>
                    <a:pt x="3246017" y="1202506"/>
                  </a:lnTo>
                  <a:lnTo>
                    <a:pt x="3246652" y="1197892"/>
                  </a:lnTo>
                  <a:lnTo>
                    <a:pt x="3247287" y="1193619"/>
                  </a:lnTo>
                  <a:lnTo>
                    <a:pt x="3247922" y="1190349"/>
                  </a:lnTo>
                  <a:lnTo>
                    <a:pt x="3248557" y="1187141"/>
                  </a:lnTo>
                  <a:lnTo>
                    <a:pt x="3249191" y="1186252"/>
                  </a:lnTo>
                  <a:lnTo>
                    <a:pt x="3249826" y="1184939"/>
                  </a:lnTo>
                  <a:lnTo>
                    <a:pt x="3250461" y="1183570"/>
                  </a:lnTo>
                  <a:lnTo>
                    <a:pt x="3251096" y="1182933"/>
                  </a:lnTo>
                  <a:lnTo>
                    <a:pt x="3251731" y="1181633"/>
                  </a:lnTo>
                  <a:lnTo>
                    <a:pt x="3252366" y="1178533"/>
                  </a:lnTo>
                  <a:lnTo>
                    <a:pt x="3253000" y="1174698"/>
                  </a:lnTo>
                  <a:lnTo>
                    <a:pt x="3253635" y="1170799"/>
                  </a:lnTo>
                  <a:lnTo>
                    <a:pt x="3254270" y="1168658"/>
                  </a:lnTo>
                  <a:lnTo>
                    <a:pt x="3254905" y="1167098"/>
                  </a:lnTo>
                  <a:lnTo>
                    <a:pt x="3255540" y="1165628"/>
                  </a:lnTo>
                  <a:lnTo>
                    <a:pt x="3256175" y="1165650"/>
                  </a:lnTo>
                  <a:lnTo>
                    <a:pt x="3256810" y="1167517"/>
                  </a:lnTo>
                  <a:lnTo>
                    <a:pt x="3257444" y="1169588"/>
                  </a:lnTo>
                  <a:lnTo>
                    <a:pt x="3258079" y="1172264"/>
                  </a:lnTo>
                  <a:lnTo>
                    <a:pt x="3258714" y="1173973"/>
                  </a:lnTo>
                  <a:lnTo>
                    <a:pt x="3259349" y="1175793"/>
                  </a:lnTo>
                  <a:lnTo>
                    <a:pt x="3259984" y="1176184"/>
                  </a:lnTo>
                  <a:lnTo>
                    <a:pt x="3260619" y="1177399"/>
                  </a:lnTo>
                  <a:lnTo>
                    <a:pt x="3261253" y="1178903"/>
                  </a:lnTo>
                  <a:lnTo>
                    <a:pt x="3261888" y="1181044"/>
                  </a:lnTo>
                  <a:lnTo>
                    <a:pt x="3262523" y="1182435"/>
                  </a:lnTo>
                  <a:lnTo>
                    <a:pt x="3263158" y="1182834"/>
                  </a:lnTo>
                  <a:lnTo>
                    <a:pt x="3263793" y="1181166"/>
                  </a:lnTo>
                  <a:lnTo>
                    <a:pt x="3264428" y="1178271"/>
                  </a:lnTo>
                  <a:lnTo>
                    <a:pt x="3265063" y="1175575"/>
                  </a:lnTo>
                  <a:lnTo>
                    <a:pt x="3265697" y="1171858"/>
                  </a:lnTo>
                  <a:lnTo>
                    <a:pt x="3266332" y="1167111"/>
                  </a:lnTo>
                  <a:lnTo>
                    <a:pt x="3266967" y="1161723"/>
                  </a:lnTo>
                  <a:lnTo>
                    <a:pt x="3267602" y="1156466"/>
                  </a:lnTo>
                  <a:lnTo>
                    <a:pt x="3268237" y="1151158"/>
                  </a:lnTo>
                  <a:lnTo>
                    <a:pt x="3268872" y="1146183"/>
                  </a:lnTo>
                  <a:lnTo>
                    <a:pt x="3269506" y="1142115"/>
                  </a:lnTo>
                  <a:lnTo>
                    <a:pt x="3270141" y="1137663"/>
                  </a:lnTo>
                  <a:lnTo>
                    <a:pt x="3270776" y="1133337"/>
                  </a:lnTo>
                  <a:lnTo>
                    <a:pt x="3271411" y="1129016"/>
                  </a:lnTo>
                  <a:lnTo>
                    <a:pt x="3272046" y="1124551"/>
                  </a:lnTo>
                  <a:lnTo>
                    <a:pt x="3272681" y="1120277"/>
                  </a:lnTo>
                  <a:lnTo>
                    <a:pt x="3273316" y="1115775"/>
                  </a:lnTo>
                  <a:lnTo>
                    <a:pt x="3273950" y="1110870"/>
                  </a:lnTo>
                  <a:lnTo>
                    <a:pt x="3274585" y="1105476"/>
                  </a:lnTo>
                  <a:lnTo>
                    <a:pt x="3275220" y="1100108"/>
                  </a:lnTo>
                  <a:lnTo>
                    <a:pt x="3275855" y="1094242"/>
                  </a:lnTo>
                  <a:lnTo>
                    <a:pt x="3276490" y="1088709"/>
                  </a:lnTo>
                  <a:lnTo>
                    <a:pt x="3277125" y="1082869"/>
                  </a:lnTo>
                  <a:lnTo>
                    <a:pt x="3277759" y="1076682"/>
                  </a:lnTo>
                  <a:lnTo>
                    <a:pt x="3278394" y="1070084"/>
                  </a:lnTo>
                  <a:lnTo>
                    <a:pt x="3279029" y="1063497"/>
                  </a:lnTo>
                  <a:lnTo>
                    <a:pt x="3279664" y="1056278"/>
                  </a:lnTo>
                  <a:lnTo>
                    <a:pt x="3280299" y="1049393"/>
                  </a:lnTo>
                  <a:lnTo>
                    <a:pt x="3280934" y="1041400"/>
                  </a:lnTo>
                  <a:lnTo>
                    <a:pt x="3281568" y="1032553"/>
                  </a:lnTo>
                  <a:lnTo>
                    <a:pt x="3282203" y="1023844"/>
                  </a:lnTo>
                  <a:lnTo>
                    <a:pt x="3282838" y="1015693"/>
                  </a:lnTo>
                  <a:lnTo>
                    <a:pt x="3283473" y="1006747"/>
                  </a:lnTo>
                  <a:lnTo>
                    <a:pt x="3284108" y="998801"/>
                  </a:lnTo>
                  <a:lnTo>
                    <a:pt x="3284743" y="991520"/>
                  </a:lnTo>
                  <a:lnTo>
                    <a:pt x="3285378" y="984952"/>
                  </a:lnTo>
                  <a:lnTo>
                    <a:pt x="3286012" y="979171"/>
                  </a:lnTo>
                  <a:lnTo>
                    <a:pt x="3286647" y="975746"/>
                  </a:lnTo>
                  <a:lnTo>
                    <a:pt x="3287282" y="974795"/>
                  </a:lnTo>
                  <a:lnTo>
                    <a:pt x="3287917" y="976025"/>
                  </a:lnTo>
                  <a:lnTo>
                    <a:pt x="3288552" y="978265"/>
                  </a:lnTo>
                  <a:lnTo>
                    <a:pt x="3289187" y="980103"/>
                  </a:lnTo>
                  <a:lnTo>
                    <a:pt x="3289821" y="982607"/>
                  </a:lnTo>
                  <a:lnTo>
                    <a:pt x="3290456" y="987990"/>
                  </a:lnTo>
                  <a:lnTo>
                    <a:pt x="3291091" y="994752"/>
                  </a:lnTo>
                  <a:lnTo>
                    <a:pt x="3291726" y="1004222"/>
                  </a:lnTo>
                  <a:lnTo>
                    <a:pt x="3292361" y="1013835"/>
                  </a:lnTo>
                  <a:lnTo>
                    <a:pt x="3292996" y="1023452"/>
                  </a:lnTo>
                  <a:lnTo>
                    <a:pt x="3293631" y="1031692"/>
                  </a:lnTo>
                  <a:lnTo>
                    <a:pt x="3294265" y="1039937"/>
                  </a:lnTo>
                  <a:lnTo>
                    <a:pt x="3294900" y="1048398"/>
                  </a:lnTo>
                  <a:lnTo>
                    <a:pt x="3295535" y="1056909"/>
                  </a:lnTo>
                  <a:lnTo>
                    <a:pt x="3296170" y="1063667"/>
                  </a:lnTo>
                  <a:lnTo>
                    <a:pt x="3296805" y="1069520"/>
                  </a:lnTo>
                  <a:lnTo>
                    <a:pt x="3297440" y="1072723"/>
                  </a:lnTo>
                  <a:lnTo>
                    <a:pt x="3298074" y="1075352"/>
                  </a:lnTo>
                  <a:lnTo>
                    <a:pt x="3298709" y="1078051"/>
                  </a:lnTo>
                  <a:lnTo>
                    <a:pt x="3299344" y="1079154"/>
                  </a:lnTo>
                  <a:lnTo>
                    <a:pt x="3299979" y="1078842"/>
                  </a:lnTo>
                  <a:lnTo>
                    <a:pt x="3300614" y="1077505"/>
                  </a:lnTo>
                  <a:lnTo>
                    <a:pt x="3301249" y="1073409"/>
                  </a:lnTo>
                  <a:lnTo>
                    <a:pt x="3301884" y="1068358"/>
                  </a:lnTo>
                  <a:lnTo>
                    <a:pt x="3302518" y="1062198"/>
                  </a:lnTo>
                  <a:lnTo>
                    <a:pt x="3303153" y="1056278"/>
                  </a:lnTo>
                  <a:lnTo>
                    <a:pt x="3303788" y="1049117"/>
                  </a:lnTo>
                  <a:lnTo>
                    <a:pt x="3304423" y="1041143"/>
                  </a:lnTo>
                  <a:lnTo>
                    <a:pt x="3305058" y="1032046"/>
                  </a:lnTo>
                  <a:lnTo>
                    <a:pt x="3305693" y="1022729"/>
                  </a:lnTo>
                  <a:lnTo>
                    <a:pt x="3306327" y="1012438"/>
                  </a:lnTo>
                  <a:lnTo>
                    <a:pt x="3306962" y="1002778"/>
                  </a:lnTo>
                  <a:lnTo>
                    <a:pt x="3307597" y="992761"/>
                  </a:lnTo>
                  <a:lnTo>
                    <a:pt x="3308232" y="982551"/>
                  </a:lnTo>
                  <a:lnTo>
                    <a:pt x="3308867" y="971670"/>
                  </a:lnTo>
                  <a:lnTo>
                    <a:pt x="3309502" y="960356"/>
                  </a:lnTo>
                  <a:lnTo>
                    <a:pt x="3310137" y="949379"/>
                  </a:lnTo>
                  <a:lnTo>
                    <a:pt x="3310771" y="938863"/>
                  </a:lnTo>
                  <a:lnTo>
                    <a:pt x="3311406" y="928317"/>
                  </a:lnTo>
                  <a:lnTo>
                    <a:pt x="3312041" y="918888"/>
                  </a:lnTo>
                  <a:lnTo>
                    <a:pt x="3312676" y="909836"/>
                  </a:lnTo>
                  <a:lnTo>
                    <a:pt x="3313311" y="902887"/>
                  </a:lnTo>
                  <a:lnTo>
                    <a:pt x="3313946" y="896257"/>
                  </a:lnTo>
                  <a:lnTo>
                    <a:pt x="3314580" y="891195"/>
                  </a:lnTo>
                  <a:lnTo>
                    <a:pt x="3315215" y="887214"/>
                  </a:lnTo>
                  <a:lnTo>
                    <a:pt x="3315850" y="884202"/>
                  </a:lnTo>
                  <a:lnTo>
                    <a:pt x="3316485" y="880851"/>
                  </a:lnTo>
                  <a:lnTo>
                    <a:pt x="3317120" y="877647"/>
                  </a:lnTo>
                  <a:lnTo>
                    <a:pt x="3317755" y="874129"/>
                  </a:lnTo>
                  <a:lnTo>
                    <a:pt x="3318390" y="870413"/>
                  </a:lnTo>
                  <a:lnTo>
                    <a:pt x="3319024" y="867314"/>
                  </a:lnTo>
                  <a:lnTo>
                    <a:pt x="3319659" y="863754"/>
                  </a:lnTo>
                  <a:lnTo>
                    <a:pt x="3320294" y="860528"/>
                  </a:lnTo>
                  <a:lnTo>
                    <a:pt x="3320929" y="856986"/>
                  </a:lnTo>
                  <a:lnTo>
                    <a:pt x="3321564" y="852421"/>
                  </a:lnTo>
                  <a:lnTo>
                    <a:pt x="3322199" y="847024"/>
                  </a:lnTo>
                  <a:lnTo>
                    <a:pt x="3322833" y="841679"/>
                  </a:lnTo>
                  <a:lnTo>
                    <a:pt x="3323468" y="836372"/>
                  </a:lnTo>
                  <a:lnTo>
                    <a:pt x="3324103" y="829382"/>
                  </a:lnTo>
                  <a:lnTo>
                    <a:pt x="3324738" y="821141"/>
                  </a:lnTo>
                  <a:lnTo>
                    <a:pt x="3325373" y="812388"/>
                  </a:lnTo>
                  <a:lnTo>
                    <a:pt x="3326008" y="805873"/>
                  </a:lnTo>
                  <a:lnTo>
                    <a:pt x="3326643" y="799879"/>
                  </a:lnTo>
                  <a:lnTo>
                    <a:pt x="3327277" y="794447"/>
                  </a:lnTo>
                  <a:lnTo>
                    <a:pt x="3327912" y="789033"/>
                  </a:lnTo>
                  <a:lnTo>
                    <a:pt x="3328547" y="783111"/>
                  </a:lnTo>
                  <a:lnTo>
                    <a:pt x="3329182" y="776176"/>
                  </a:lnTo>
                  <a:lnTo>
                    <a:pt x="3329817" y="768314"/>
                  </a:lnTo>
                  <a:lnTo>
                    <a:pt x="3330452" y="759456"/>
                  </a:lnTo>
                  <a:lnTo>
                    <a:pt x="3331086" y="749800"/>
                  </a:lnTo>
                  <a:lnTo>
                    <a:pt x="3331721" y="740609"/>
                  </a:lnTo>
                  <a:lnTo>
                    <a:pt x="3332356" y="731587"/>
                  </a:lnTo>
                  <a:lnTo>
                    <a:pt x="3332991" y="721564"/>
                  </a:lnTo>
                  <a:lnTo>
                    <a:pt x="3333626" y="712336"/>
                  </a:lnTo>
                  <a:lnTo>
                    <a:pt x="3334261" y="706290"/>
                  </a:lnTo>
                  <a:lnTo>
                    <a:pt x="3334895" y="700303"/>
                  </a:lnTo>
                  <a:lnTo>
                    <a:pt x="3335530" y="693453"/>
                  </a:lnTo>
                  <a:lnTo>
                    <a:pt x="3336165" y="684295"/>
                  </a:lnTo>
                  <a:lnTo>
                    <a:pt x="3336800" y="674494"/>
                  </a:lnTo>
                  <a:lnTo>
                    <a:pt x="3337435" y="665504"/>
                  </a:lnTo>
                  <a:lnTo>
                    <a:pt x="3338070" y="657068"/>
                  </a:lnTo>
                  <a:lnTo>
                    <a:pt x="3338705" y="649893"/>
                  </a:lnTo>
                  <a:lnTo>
                    <a:pt x="3339339" y="643357"/>
                  </a:lnTo>
                  <a:lnTo>
                    <a:pt x="3339974" y="638359"/>
                  </a:lnTo>
                  <a:lnTo>
                    <a:pt x="3340609" y="634144"/>
                  </a:lnTo>
                  <a:lnTo>
                    <a:pt x="3341244" y="629986"/>
                  </a:lnTo>
                  <a:lnTo>
                    <a:pt x="3341879" y="627230"/>
                  </a:lnTo>
                  <a:lnTo>
                    <a:pt x="3342514" y="626517"/>
                  </a:lnTo>
                  <a:lnTo>
                    <a:pt x="3343148" y="627618"/>
                  </a:lnTo>
                  <a:lnTo>
                    <a:pt x="3343783" y="630211"/>
                  </a:lnTo>
                  <a:lnTo>
                    <a:pt x="3344418" y="633228"/>
                  </a:lnTo>
                  <a:lnTo>
                    <a:pt x="3345053" y="636639"/>
                  </a:lnTo>
                  <a:lnTo>
                    <a:pt x="3345688" y="641018"/>
                  </a:lnTo>
                  <a:lnTo>
                    <a:pt x="3346323" y="645913"/>
                  </a:lnTo>
                  <a:lnTo>
                    <a:pt x="3346958" y="651688"/>
                  </a:lnTo>
                  <a:lnTo>
                    <a:pt x="3347592" y="658996"/>
                  </a:lnTo>
                  <a:lnTo>
                    <a:pt x="3348227" y="666329"/>
                  </a:lnTo>
                  <a:lnTo>
                    <a:pt x="3348862" y="673289"/>
                  </a:lnTo>
                  <a:lnTo>
                    <a:pt x="3349497" y="681207"/>
                  </a:lnTo>
                  <a:lnTo>
                    <a:pt x="3350132" y="688990"/>
                  </a:lnTo>
                  <a:lnTo>
                    <a:pt x="3350767" y="697106"/>
                  </a:lnTo>
                  <a:lnTo>
                    <a:pt x="3351401" y="705700"/>
                  </a:lnTo>
                  <a:lnTo>
                    <a:pt x="3352036" y="713897"/>
                  </a:lnTo>
                  <a:lnTo>
                    <a:pt x="3352671" y="721630"/>
                  </a:lnTo>
                  <a:lnTo>
                    <a:pt x="3353306" y="728630"/>
                  </a:lnTo>
                  <a:lnTo>
                    <a:pt x="3353941" y="735016"/>
                  </a:lnTo>
                  <a:lnTo>
                    <a:pt x="3354576" y="740075"/>
                  </a:lnTo>
                  <a:lnTo>
                    <a:pt x="3355211" y="746014"/>
                  </a:lnTo>
                  <a:lnTo>
                    <a:pt x="3355845" y="751594"/>
                  </a:lnTo>
                  <a:lnTo>
                    <a:pt x="3356480" y="756860"/>
                  </a:lnTo>
                  <a:lnTo>
                    <a:pt x="3357115" y="760748"/>
                  </a:lnTo>
                  <a:lnTo>
                    <a:pt x="3357750" y="763709"/>
                  </a:lnTo>
                  <a:lnTo>
                    <a:pt x="3358385" y="766036"/>
                  </a:lnTo>
                  <a:lnTo>
                    <a:pt x="3359020" y="767248"/>
                  </a:lnTo>
                  <a:lnTo>
                    <a:pt x="3359654" y="768353"/>
                  </a:lnTo>
                  <a:lnTo>
                    <a:pt x="3360289" y="769821"/>
                  </a:lnTo>
                  <a:lnTo>
                    <a:pt x="3360924" y="770893"/>
                  </a:lnTo>
                  <a:lnTo>
                    <a:pt x="3361559" y="771703"/>
                  </a:lnTo>
                  <a:lnTo>
                    <a:pt x="3362194" y="772413"/>
                  </a:lnTo>
                  <a:lnTo>
                    <a:pt x="3362829" y="774103"/>
                  </a:lnTo>
                  <a:lnTo>
                    <a:pt x="3363464" y="775726"/>
                  </a:lnTo>
                  <a:lnTo>
                    <a:pt x="3364098" y="777913"/>
                  </a:lnTo>
                  <a:lnTo>
                    <a:pt x="3364733" y="779477"/>
                  </a:lnTo>
                  <a:lnTo>
                    <a:pt x="3365368" y="780098"/>
                  </a:lnTo>
                  <a:lnTo>
                    <a:pt x="3366003" y="779992"/>
                  </a:lnTo>
                  <a:lnTo>
                    <a:pt x="3366638" y="781707"/>
                  </a:lnTo>
                  <a:lnTo>
                    <a:pt x="3367273" y="784476"/>
                  </a:lnTo>
                  <a:lnTo>
                    <a:pt x="3367907" y="789788"/>
                  </a:lnTo>
                  <a:lnTo>
                    <a:pt x="3368542" y="794521"/>
                  </a:lnTo>
                  <a:lnTo>
                    <a:pt x="3369177" y="796996"/>
                  </a:lnTo>
                  <a:lnTo>
                    <a:pt x="3369812" y="798647"/>
                  </a:lnTo>
                  <a:lnTo>
                    <a:pt x="3370447" y="799825"/>
                  </a:lnTo>
                  <a:lnTo>
                    <a:pt x="3371082" y="800470"/>
                  </a:lnTo>
                  <a:lnTo>
                    <a:pt x="3371717" y="800296"/>
                  </a:lnTo>
                  <a:lnTo>
                    <a:pt x="3372351" y="799741"/>
                  </a:lnTo>
                  <a:lnTo>
                    <a:pt x="3372986" y="798859"/>
                  </a:lnTo>
                  <a:lnTo>
                    <a:pt x="3373621" y="797986"/>
                  </a:lnTo>
                  <a:lnTo>
                    <a:pt x="3374256" y="797485"/>
                  </a:lnTo>
                  <a:lnTo>
                    <a:pt x="3374891" y="797216"/>
                  </a:lnTo>
                  <a:lnTo>
                    <a:pt x="3375526" y="798322"/>
                  </a:lnTo>
                  <a:lnTo>
                    <a:pt x="3376160" y="796918"/>
                  </a:lnTo>
                  <a:lnTo>
                    <a:pt x="3376795" y="796177"/>
                  </a:lnTo>
                  <a:lnTo>
                    <a:pt x="3377430" y="795303"/>
                  </a:lnTo>
                  <a:lnTo>
                    <a:pt x="3378065" y="793935"/>
                  </a:lnTo>
                  <a:lnTo>
                    <a:pt x="3378700" y="794390"/>
                  </a:lnTo>
                  <a:lnTo>
                    <a:pt x="3379335" y="795232"/>
                  </a:lnTo>
                  <a:lnTo>
                    <a:pt x="3379970" y="798066"/>
                  </a:lnTo>
                  <a:lnTo>
                    <a:pt x="3380604" y="801874"/>
                  </a:lnTo>
                  <a:lnTo>
                    <a:pt x="3381239" y="805446"/>
                  </a:lnTo>
                  <a:lnTo>
                    <a:pt x="3381874" y="809524"/>
                  </a:lnTo>
                  <a:lnTo>
                    <a:pt x="3382509" y="814338"/>
                  </a:lnTo>
                  <a:lnTo>
                    <a:pt x="3383144" y="819390"/>
                  </a:lnTo>
                  <a:lnTo>
                    <a:pt x="3383779" y="823394"/>
                  </a:lnTo>
                  <a:lnTo>
                    <a:pt x="3384413" y="827327"/>
                  </a:lnTo>
                  <a:lnTo>
                    <a:pt x="3385048" y="830411"/>
                  </a:lnTo>
                  <a:lnTo>
                    <a:pt x="3385683" y="834190"/>
                  </a:lnTo>
                  <a:lnTo>
                    <a:pt x="3386318" y="838584"/>
                  </a:lnTo>
                  <a:lnTo>
                    <a:pt x="3386953" y="844750"/>
                  </a:lnTo>
                  <a:lnTo>
                    <a:pt x="3387588" y="849591"/>
                  </a:lnTo>
                  <a:lnTo>
                    <a:pt x="3388222" y="853008"/>
                  </a:lnTo>
                  <a:lnTo>
                    <a:pt x="3388857" y="855461"/>
                  </a:lnTo>
                  <a:lnTo>
                    <a:pt x="3389492" y="857828"/>
                  </a:lnTo>
                  <a:lnTo>
                    <a:pt x="3390127" y="859113"/>
                  </a:lnTo>
                  <a:lnTo>
                    <a:pt x="3390762" y="861295"/>
                  </a:lnTo>
                  <a:lnTo>
                    <a:pt x="3391397" y="863287"/>
                  </a:lnTo>
                  <a:lnTo>
                    <a:pt x="3392032" y="864655"/>
                  </a:lnTo>
                  <a:lnTo>
                    <a:pt x="3392666" y="865757"/>
                  </a:lnTo>
                  <a:lnTo>
                    <a:pt x="3393301" y="867001"/>
                  </a:lnTo>
                  <a:lnTo>
                    <a:pt x="3393936" y="867787"/>
                  </a:lnTo>
                  <a:lnTo>
                    <a:pt x="3394571" y="868602"/>
                  </a:lnTo>
                  <a:lnTo>
                    <a:pt x="3395206" y="870043"/>
                  </a:lnTo>
                  <a:lnTo>
                    <a:pt x="3395841" y="871404"/>
                  </a:lnTo>
                  <a:lnTo>
                    <a:pt x="3396475" y="872065"/>
                  </a:lnTo>
                  <a:lnTo>
                    <a:pt x="3397110" y="872951"/>
                  </a:lnTo>
                  <a:lnTo>
                    <a:pt x="3397745" y="874314"/>
                  </a:lnTo>
                  <a:lnTo>
                    <a:pt x="3398380" y="875659"/>
                  </a:lnTo>
                  <a:lnTo>
                    <a:pt x="3399015" y="877177"/>
                  </a:lnTo>
                  <a:lnTo>
                    <a:pt x="3399650" y="877273"/>
                  </a:lnTo>
                  <a:lnTo>
                    <a:pt x="3400285" y="877702"/>
                  </a:lnTo>
                  <a:lnTo>
                    <a:pt x="3400919" y="877778"/>
                  </a:lnTo>
                  <a:lnTo>
                    <a:pt x="3401554" y="877118"/>
                  </a:lnTo>
                  <a:lnTo>
                    <a:pt x="3402189" y="876061"/>
                  </a:lnTo>
                  <a:lnTo>
                    <a:pt x="3402824" y="875985"/>
                  </a:lnTo>
                  <a:lnTo>
                    <a:pt x="3403459" y="876811"/>
                  </a:lnTo>
                  <a:lnTo>
                    <a:pt x="3404094" y="878035"/>
                  </a:lnTo>
                  <a:lnTo>
                    <a:pt x="3404728" y="880129"/>
                  </a:lnTo>
                  <a:lnTo>
                    <a:pt x="3405363" y="882439"/>
                  </a:lnTo>
                  <a:lnTo>
                    <a:pt x="3405998" y="885077"/>
                  </a:lnTo>
                  <a:lnTo>
                    <a:pt x="3406633" y="888016"/>
                  </a:lnTo>
                  <a:lnTo>
                    <a:pt x="3407268" y="891171"/>
                  </a:lnTo>
                  <a:lnTo>
                    <a:pt x="3407903" y="895110"/>
                  </a:lnTo>
                  <a:lnTo>
                    <a:pt x="3408538" y="900803"/>
                  </a:lnTo>
                  <a:lnTo>
                    <a:pt x="3409172" y="905604"/>
                  </a:lnTo>
                  <a:lnTo>
                    <a:pt x="3409807" y="910339"/>
                  </a:lnTo>
                  <a:lnTo>
                    <a:pt x="3410442" y="915391"/>
                  </a:lnTo>
                  <a:lnTo>
                    <a:pt x="3411077" y="920366"/>
                  </a:lnTo>
                  <a:lnTo>
                    <a:pt x="3411712" y="925279"/>
                  </a:lnTo>
                  <a:lnTo>
                    <a:pt x="3412347" y="929495"/>
                  </a:lnTo>
                  <a:lnTo>
                    <a:pt x="3412981" y="933731"/>
                  </a:lnTo>
                  <a:lnTo>
                    <a:pt x="3413616" y="937137"/>
                  </a:lnTo>
                  <a:lnTo>
                    <a:pt x="3414251" y="940781"/>
                  </a:lnTo>
                  <a:lnTo>
                    <a:pt x="3414886" y="944190"/>
                  </a:lnTo>
                  <a:lnTo>
                    <a:pt x="3415521" y="946210"/>
                  </a:lnTo>
                  <a:lnTo>
                    <a:pt x="3416156" y="949173"/>
                  </a:lnTo>
                  <a:lnTo>
                    <a:pt x="3416791" y="951599"/>
                  </a:lnTo>
                  <a:lnTo>
                    <a:pt x="3417425" y="952654"/>
                  </a:lnTo>
                  <a:lnTo>
                    <a:pt x="3418060" y="954796"/>
                  </a:lnTo>
                  <a:lnTo>
                    <a:pt x="3418695" y="955787"/>
                  </a:lnTo>
                  <a:lnTo>
                    <a:pt x="3419330" y="957191"/>
                  </a:lnTo>
                  <a:lnTo>
                    <a:pt x="3419965" y="958636"/>
                  </a:lnTo>
                  <a:lnTo>
                    <a:pt x="3420600" y="958844"/>
                  </a:lnTo>
                  <a:lnTo>
                    <a:pt x="3421234" y="959390"/>
                  </a:lnTo>
                  <a:lnTo>
                    <a:pt x="3421869" y="959666"/>
                  </a:lnTo>
                  <a:lnTo>
                    <a:pt x="3422504" y="960921"/>
                  </a:lnTo>
                  <a:lnTo>
                    <a:pt x="3423139" y="963125"/>
                  </a:lnTo>
                  <a:lnTo>
                    <a:pt x="3423774" y="965390"/>
                  </a:lnTo>
                  <a:lnTo>
                    <a:pt x="3424409" y="968665"/>
                  </a:lnTo>
                  <a:lnTo>
                    <a:pt x="3425044" y="972104"/>
                  </a:lnTo>
                  <a:lnTo>
                    <a:pt x="3425678" y="975391"/>
                  </a:lnTo>
                  <a:lnTo>
                    <a:pt x="3426313" y="979516"/>
                  </a:lnTo>
                  <a:lnTo>
                    <a:pt x="3426948" y="983786"/>
                  </a:lnTo>
                  <a:lnTo>
                    <a:pt x="3427583" y="988222"/>
                  </a:lnTo>
                  <a:lnTo>
                    <a:pt x="3428218" y="993432"/>
                  </a:lnTo>
                  <a:lnTo>
                    <a:pt x="3428853" y="998623"/>
                  </a:lnTo>
                  <a:lnTo>
                    <a:pt x="3429487" y="1004997"/>
                  </a:lnTo>
                  <a:lnTo>
                    <a:pt x="3430122" y="1011027"/>
                  </a:lnTo>
                  <a:lnTo>
                    <a:pt x="3430757" y="1017200"/>
                  </a:lnTo>
                  <a:lnTo>
                    <a:pt x="3431392" y="1023883"/>
                  </a:lnTo>
                  <a:lnTo>
                    <a:pt x="3432027" y="1029976"/>
                  </a:lnTo>
                  <a:lnTo>
                    <a:pt x="3432662" y="1034286"/>
                  </a:lnTo>
                  <a:lnTo>
                    <a:pt x="3433297" y="1038749"/>
                  </a:lnTo>
                  <a:lnTo>
                    <a:pt x="3433931" y="1042228"/>
                  </a:lnTo>
                  <a:lnTo>
                    <a:pt x="3434566" y="1046806"/>
                  </a:lnTo>
                  <a:lnTo>
                    <a:pt x="3435201" y="1051026"/>
                  </a:lnTo>
                  <a:lnTo>
                    <a:pt x="3435836" y="1056049"/>
                  </a:lnTo>
                  <a:lnTo>
                    <a:pt x="3436471" y="1062732"/>
                  </a:lnTo>
                  <a:lnTo>
                    <a:pt x="3437106" y="1070788"/>
                  </a:lnTo>
                  <a:lnTo>
                    <a:pt x="3437740" y="1079952"/>
                  </a:lnTo>
                  <a:lnTo>
                    <a:pt x="3438375" y="1088473"/>
                  </a:lnTo>
                  <a:lnTo>
                    <a:pt x="3439010" y="1096091"/>
                  </a:lnTo>
                  <a:lnTo>
                    <a:pt x="3439645" y="1103107"/>
                  </a:lnTo>
                  <a:lnTo>
                    <a:pt x="3440280" y="1108804"/>
                  </a:lnTo>
                  <a:lnTo>
                    <a:pt x="3440915" y="1113512"/>
                  </a:lnTo>
                  <a:lnTo>
                    <a:pt x="3441550" y="1117142"/>
                  </a:lnTo>
                  <a:lnTo>
                    <a:pt x="3442184" y="1119747"/>
                  </a:lnTo>
                  <a:lnTo>
                    <a:pt x="3442819" y="1122290"/>
                  </a:lnTo>
                  <a:lnTo>
                    <a:pt x="3443454" y="1125042"/>
                  </a:lnTo>
                  <a:lnTo>
                    <a:pt x="3444089" y="1127650"/>
                  </a:lnTo>
                  <a:lnTo>
                    <a:pt x="3444724" y="1130460"/>
                  </a:lnTo>
                  <a:lnTo>
                    <a:pt x="3445359" y="1132900"/>
                  </a:lnTo>
                  <a:lnTo>
                    <a:pt x="3445993" y="1134987"/>
                  </a:lnTo>
                  <a:lnTo>
                    <a:pt x="3446628" y="1135705"/>
                  </a:lnTo>
                  <a:lnTo>
                    <a:pt x="3447263" y="1135140"/>
                  </a:lnTo>
                  <a:lnTo>
                    <a:pt x="3447898" y="1134392"/>
                  </a:lnTo>
                  <a:lnTo>
                    <a:pt x="3448533" y="1134673"/>
                  </a:lnTo>
                  <a:lnTo>
                    <a:pt x="3449168" y="1134575"/>
                  </a:lnTo>
                  <a:lnTo>
                    <a:pt x="3449802" y="1133569"/>
                  </a:lnTo>
                  <a:lnTo>
                    <a:pt x="3450437" y="1131849"/>
                  </a:lnTo>
                  <a:lnTo>
                    <a:pt x="3451072" y="1131584"/>
                  </a:lnTo>
                  <a:lnTo>
                    <a:pt x="3451707" y="1132796"/>
                  </a:lnTo>
                  <a:lnTo>
                    <a:pt x="3452342" y="1133773"/>
                  </a:lnTo>
                  <a:lnTo>
                    <a:pt x="3452977" y="1132018"/>
                  </a:lnTo>
                  <a:lnTo>
                    <a:pt x="3453612" y="1128310"/>
                  </a:lnTo>
                  <a:lnTo>
                    <a:pt x="3454246" y="1123333"/>
                  </a:lnTo>
                  <a:lnTo>
                    <a:pt x="3454881" y="1117015"/>
                  </a:lnTo>
                  <a:lnTo>
                    <a:pt x="3455516" y="1110292"/>
                  </a:lnTo>
                  <a:lnTo>
                    <a:pt x="3456151" y="1104860"/>
                  </a:lnTo>
                  <a:lnTo>
                    <a:pt x="3456786" y="1100497"/>
                  </a:lnTo>
                  <a:lnTo>
                    <a:pt x="3457421" y="1096159"/>
                  </a:lnTo>
                  <a:lnTo>
                    <a:pt x="3458055" y="1092691"/>
                  </a:lnTo>
                  <a:lnTo>
                    <a:pt x="3458690" y="1090581"/>
                  </a:lnTo>
                  <a:lnTo>
                    <a:pt x="3459325" y="1089421"/>
                  </a:lnTo>
                  <a:lnTo>
                    <a:pt x="3459960" y="1088400"/>
                  </a:lnTo>
                  <a:lnTo>
                    <a:pt x="3460595" y="1084721"/>
                  </a:lnTo>
                  <a:lnTo>
                    <a:pt x="3461230" y="1079909"/>
                  </a:lnTo>
                  <a:lnTo>
                    <a:pt x="3461865" y="1073663"/>
                  </a:lnTo>
                  <a:lnTo>
                    <a:pt x="3462499" y="1069245"/>
                  </a:lnTo>
                  <a:lnTo>
                    <a:pt x="3463134" y="1069982"/>
                  </a:lnTo>
                  <a:lnTo>
                    <a:pt x="3463769" y="1070779"/>
                  </a:lnTo>
                  <a:lnTo>
                    <a:pt x="3464404" y="1072508"/>
                  </a:lnTo>
                  <a:lnTo>
                    <a:pt x="3465039" y="1075737"/>
                  </a:lnTo>
                  <a:lnTo>
                    <a:pt x="3465674" y="1079079"/>
                  </a:lnTo>
                  <a:lnTo>
                    <a:pt x="3466308" y="1082179"/>
                  </a:lnTo>
                  <a:lnTo>
                    <a:pt x="3466943" y="1084471"/>
                  </a:lnTo>
                  <a:lnTo>
                    <a:pt x="3467578" y="1086841"/>
                  </a:lnTo>
                  <a:lnTo>
                    <a:pt x="3468213" y="1089829"/>
                  </a:lnTo>
                  <a:lnTo>
                    <a:pt x="3468848" y="1091472"/>
                  </a:lnTo>
                  <a:lnTo>
                    <a:pt x="3469483" y="1092992"/>
                  </a:lnTo>
                  <a:lnTo>
                    <a:pt x="3470118" y="1093686"/>
                  </a:lnTo>
                  <a:lnTo>
                    <a:pt x="3470752" y="1093508"/>
                  </a:lnTo>
                  <a:lnTo>
                    <a:pt x="3471387" y="1092266"/>
                  </a:lnTo>
                  <a:lnTo>
                    <a:pt x="3472022" y="1090628"/>
                  </a:lnTo>
                  <a:lnTo>
                    <a:pt x="3472657" y="1088699"/>
                  </a:lnTo>
                  <a:lnTo>
                    <a:pt x="3473292" y="1086297"/>
                  </a:lnTo>
                  <a:lnTo>
                    <a:pt x="3473927" y="1083134"/>
                  </a:lnTo>
                  <a:lnTo>
                    <a:pt x="3474561" y="1079468"/>
                  </a:lnTo>
                  <a:lnTo>
                    <a:pt x="3475196" y="1075738"/>
                  </a:lnTo>
                  <a:lnTo>
                    <a:pt x="3475831" y="1072820"/>
                  </a:lnTo>
                  <a:lnTo>
                    <a:pt x="3476466" y="1069975"/>
                  </a:lnTo>
                  <a:lnTo>
                    <a:pt x="3477101" y="1067375"/>
                  </a:lnTo>
                  <a:lnTo>
                    <a:pt x="3477736" y="1065046"/>
                  </a:lnTo>
                  <a:lnTo>
                    <a:pt x="3478371" y="1062845"/>
                  </a:lnTo>
                  <a:lnTo>
                    <a:pt x="3479005" y="1061258"/>
                  </a:lnTo>
                  <a:lnTo>
                    <a:pt x="3479640" y="1059891"/>
                  </a:lnTo>
                  <a:lnTo>
                    <a:pt x="3480275" y="1059566"/>
                  </a:lnTo>
                  <a:lnTo>
                    <a:pt x="3480910" y="1059751"/>
                  </a:lnTo>
                  <a:lnTo>
                    <a:pt x="3481545" y="1061715"/>
                  </a:lnTo>
                  <a:lnTo>
                    <a:pt x="3482180" y="1064145"/>
                  </a:lnTo>
                  <a:lnTo>
                    <a:pt x="3482814" y="1067114"/>
                  </a:lnTo>
                  <a:lnTo>
                    <a:pt x="3483449" y="1070671"/>
                  </a:lnTo>
                  <a:lnTo>
                    <a:pt x="3484084" y="1075121"/>
                  </a:lnTo>
                  <a:lnTo>
                    <a:pt x="3484719" y="1080335"/>
                  </a:lnTo>
                  <a:lnTo>
                    <a:pt x="3485354" y="1085648"/>
                  </a:lnTo>
                  <a:lnTo>
                    <a:pt x="3485989" y="1091413"/>
                  </a:lnTo>
                  <a:lnTo>
                    <a:pt x="3486624" y="1097030"/>
                  </a:lnTo>
                  <a:lnTo>
                    <a:pt x="3487258" y="1102639"/>
                  </a:lnTo>
                  <a:lnTo>
                    <a:pt x="3487893" y="1108162"/>
                  </a:lnTo>
                  <a:lnTo>
                    <a:pt x="3488528" y="1113242"/>
                  </a:lnTo>
                  <a:lnTo>
                    <a:pt x="3489163" y="1118397"/>
                  </a:lnTo>
                  <a:lnTo>
                    <a:pt x="3489798" y="1122660"/>
                  </a:lnTo>
                  <a:lnTo>
                    <a:pt x="3490433" y="1126261"/>
                  </a:lnTo>
                  <a:lnTo>
                    <a:pt x="3491067" y="1129090"/>
                  </a:lnTo>
                  <a:lnTo>
                    <a:pt x="3491702" y="1132275"/>
                  </a:lnTo>
                  <a:lnTo>
                    <a:pt x="3492337" y="1135881"/>
                  </a:lnTo>
                  <a:lnTo>
                    <a:pt x="3492972" y="1140500"/>
                  </a:lnTo>
                  <a:lnTo>
                    <a:pt x="3493607" y="1144761"/>
                  </a:lnTo>
                  <a:lnTo>
                    <a:pt x="3494242" y="1149481"/>
                  </a:lnTo>
                  <a:lnTo>
                    <a:pt x="3494877" y="1153280"/>
                  </a:lnTo>
                  <a:lnTo>
                    <a:pt x="3495511" y="1157535"/>
                  </a:lnTo>
                  <a:lnTo>
                    <a:pt x="3496146" y="1163195"/>
                  </a:lnTo>
                  <a:lnTo>
                    <a:pt x="3496781" y="1169619"/>
                  </a:lnTo>
                  <a:lnTo>
                    <a:pt x="3497416" y="1177154"/>
                  </a:lnTo>
                  <a:lnTo>
                    <a:pt x="3498051" y="1184882"/>
                  </a:lnTo>
                  <a:lnTo>
                    <a:pt x="3498686" y="1192686"/>
                  </a:lnTo>
                  <a:lnTo>
                    <a:pt x="3499320" y="1201260"/>
                  </a:lnTo>
                  <a:lnTo>
                    <a:pt x="3499955" y="1210406"/>
                  </a:lnTo>
                  <a:lnTo>
                    <a:pt x="3500590" y="1219555"/>
                  </a:lnTo>
                  <a:lnTo>
                    <a:pt x="3501225" y="1228278"/>
                  </a:lnTo>
                  <a:lnTo>
                    <a:pt x="3501860" y="1235934"/>
                  </a:lnTo>
                  <a:lnTo>
                    <a:pt x="3502495" y="1242695"/>
                  </a:lnTo>
                  <a:lnTo>
                    <a:pt x="3503129" y="1250175"/>
                  </a:lnTo>
                  <a:lnTo>
                    <a:pt x="3503764" y="1256983"/>
                  </a:lnTo>
                  <a:lnTo>
                    <a:pt x="3504399" y="1262792"/>
                  </a:lnTo>
                  <a:lnTo>
                    <a:pt x="3505034" y="1268358"/>
                  </a:lnTo>
                  <a:lnTo>
                    <a:pt x="3505669" y="1272993"/>
                  </a:lnTo>
                  <a:lnTo>
                    <a:pt x="3506304" y="1279514"/>
                  </a:lnTo>
                  <a:lnTo>
                    <a:pt x="3506939" y="1284314"/>
                  </a:lnTo>
                  <a:lnTo>
                    <a:pt x="3507573" y="1288710"/>
                  </a:lnTo>
                  <a:lnTo>
                    <a:pt x="3508208" y="1291897"/>
                  </a:lnTo>
                  <a:lnTo>
                    <a:pt x="3508843" y="1295080"/>
                  </a:lnTo>
                  <a:lnTo>
                    <a:pt x="3509478" y="1297490"/>
                  </a:lnTo>
                  <a:lnTo>
                    <a:pt x="3510113" y="1299585"/>
                  </a:lnTo>
                  <a:lnTo>
                    <a:pt x="3510748" y="1301608"/>
                  </a:lnTo>
                  <a:lnTo>
                    <a:pt x="3511382" y="1303193"/>
                  </a:lnTo>
                  <a:lnTo>
                    <a:pt x="3512017" y="1304390"/>
                  </a:lnTo>
                  <a:lnTo>
                    <a:pt x="3512652" y="1304813"/>
                  </a:lnTo>
                  <a:lnTo>
                    <a:pt x="3513287" y="1304369"/>
                  </a:lnTo>
                  <a:lnTo>
                    <a:pt x="3513922" y="1303419"/>
                  </a:lnTo>
                  <a:lnTo>
                    <a:pt x="3514557" y="1301626"/>
                  </a:lnTo>
                  <a:lnTo>
                    <a:pt x="3515192" y="1300356"/>
                  </a:lnTo>
                  <a:lnTo>
                    <a:pt x="3515826" y="1297952"/>
                  </a:lnTo>
                  <a:lnTo>
                    <a:pt x="3516461" y="1295819"/>
                  </a:lnTo>
                  <a:lnTo>
                    <a:pt x="3517096" y="1294406"/>
                  </a:lnTo>
                  <a:lnTo>
                    <a:pt x="3517731" y="1292079"/>
                  </a:lnTo>
                  <a:lnTo>
                    <a:pt x="3518366" y="1289834"/>
                  </a:lnTo>
                  <a:lnTo>
                    <a:pt x="3519001" y="1286721"/>
                  </a:lnTo>
                  <a:lnTo>
                    <a:pt x="3519635" y="1284312"/>
                  </a:lnTo>
                  <a:lnTo>
                    <a:pt x="3520270" y="1280846"/>
                  </a:lnTo>
                  <a:lnTo>
                    <a:pt x="3520905" y="1277121"/>
                  </a:lnTo>
                  <a:lnTo>
                    <a:pt x="3521540" y="1273000"/>
                  </a:lnTo>
                  <a:lnTo>
                    <a:pt x="3522175" y="1269219"/>
                  </a:lnTo>
                  <a:lnTo>
                    <a:pt x="3522810" y="1264530"/>
                  </a:lnTo>
                  <a:lnTo>
                    <a:pt x="3523445" y="1260917"/>
                  </a:lnTo>
                  <a:lnTo>
                    <a:pt x="3524079" y="1258984"/>
                  </a:lnTo>
                  <a:lnTo>
                    <a:pt x="3524714" y="1257303"/>
                  </a:lnTo>
                  <a:lnTo>
                    <a:pt x="3525349" y="1257162"/>
                  </a:lnTo>
                  <a:lnTo>
                    <a:pt x="3525984" y="1257453"/>
                  </a:lnTo>
                  <a:lnTo>
                    <a:pt x="3526619" y="1259850"/>
                  </a:lnTo>
                  <a:lnTo>
                    <a:pt x="3527254" y="1261737"/>
                  </a:lnTo>
                  <a:lnTo>
                    <a:pt x="3527888" y="1263424"/>
                  </a:lnTo>
                  <a:lnTo>
                    <a:pt x="3528523" y="1265643"/>
                  </a:lnTo>
                  <a:lnTo>
                    <a:pt x="3529158" y="1268229"/>
                  </a:lnTo>
                  <a:lnTo>
                    <a:pt x="3529793" y="1270606"/>
                  </a:lnTo>
                  <a:lnTo>
                    <a:pt x="3530428" y="1271914"/>
                  </a:lnTo>
                  <a:lnTo>
                    <a:pt x="3531063" y="1272690"/>
                  </a:lnTo>
                  <a:lnTo>
                    <a:pt x="3531698" y="1272485"/>
                  </a:lnTo>
                  <a:lnTo>
                    <a:pt x="3532332" y="1271998"/>
                  </a:lnTo>
                  <a:lnTo>
                    <a:pt x="3532967" y="1270959"/>
                  </a:lnTo>
                  <a:lnTo>
                    <a:pt x="3533602" y="1270876"/>
                  </a:lnTo>
                  <a:lnTo>
                    <a:pt x="3534237" y="1269567"/>
                  </a:lnTo>
                  <a:lnTo>
                    <a:pt x="3534872" y="1268856"/>
                  </a:lnTo>
                  <a:lnTo>
                    <a:pt x="3535507" y="1266521"/>
                  </a:lnTo>
                  <a:lnTo>
                    <a:pt x="3536141" y="1262798"/>
                  </a:lnTo>
                  <a:lnTo>
                    <a:pt x="3536776" y="1258446"/>
                  </a:lnTo>
                  <a:lnTo>
                    <a:pt x="3537411" y="1254270"/>
                  </a:lnTo>
                  <a:lnTo>
                    <a:pt x="3538046" y="1250298"/>
                  </a:lnTo>
                  <a:lnTo>
                    <a:pt x="3538681" y="1246361"/>
                  </a:lnTo>
                  <a:lnTo>
                    <a:pt x="3539316" y="1243558"/>
                  </a:lnTo>
                  <a:lnTo>
                    <a:pt x="3539951" y="1240950"/>
                  </a:lnTo>
                  <a:lnTo>
                    <a:pt x="3540585" y="1239202"/>
                  </a:lnTo>
                  <a:lnTo>
                    <a:pt x="3541220" y="1236987"/>
                  </a:lnTo>
                  <a:lnTo>
                    <a:pt x="3541855" y="1235504"/>
                  </a:lnTo>
                  <a:lnTo>
                    <a:pt x="3542490" y="1235365"/>
                  </a:lnTo>
                  <a:lnTo>
                    <a:pt x="3543125" y="1235129"/>
                  </a:lnTo>
                  <a:lnTo>
                    <a:pt x="3543760" y="1235537"/>
                  </a:lnTo>
                  <a:lnTo>
                    <a:pt x="3544394" y="1235309"/>
                  </a:lnTo>
                  <a:lnTo>
                    <a:pt x="3545029" y="1234331"/>
                  </a:lnTo>
                  <a:lnTo>
                    <a:pt x="3545664" y="1232482"/>
                  </a:lnTo>
                  <a:lnTo>
                    <a:pt x="3546299" y="1230078"/>
                  </a:lnTo>
                  <a:lnTo>
                    <a:pt x="3546934" y="1226176"/>
                  </a:lnTo>
                  <a:lnTo>
                    <a:pt x="3547569" y="1221694"/>
                  </a:lnTo>
                  <a:lnTo>
                    <a:pt x="3548204" y="1216558"/>
                  </a:lnTo>
                  <a:lnTo>
                    <a:pt x="3548838" y="1209901"/>
                  </a:lnTo>
                  <a:lnTo>
                    <a:pt x="3549473" y="1202470"/>
                  </a:lnTo>
                  <a:lnTo>
                    <a:pt x="3550108" y="1194962"/>
                  </a:lnTo>
                  <a:lnTo>
                    <a:pt x="3550743" y="1187086"/>
                  </a:lnTo>
                  <a:lnTo>
                    <a:pt x="3551378" y="1178486"/>
                  </a:lnTo>
                  <a:lnTo>
                    <a:pt x="3552013" y="1168870"/>
                  </a:lnTo>
                  <a:lnTo>
                    <a:pt x="3552647" y="1158531"/>
                  </a:lnTo>
                  <a:lnTo>
                    <a:pt x="3553282" y="1149091"/>
                  </a:lnTo>
                  <a:lnTo>
                    <a:pt x="3553917" y="1138855"/>
                  </a:lnTo>
                  <a:lnTo>
                    <a:pt x="3554552" y="1127172"/>
                  </a:lnTo>
                  <a:lnTo>
                    <a:pt x="3555187" y="1116802"/>
                  </a:lnTo>
                  <a:lnTo>
                    <a:pt x="3555822" y="1107443"/>
                  </a:lnTo>
                  <a:lnTo>
                    <a:pt x="3556456" y="1099554"/>
                  </a:lnTo>
                  <a:lnTo>
                    <a:pt x="3557091" y="1091509"/>
                  </a:lnTo>
                  <a:lnTo>
                    <a:pt x="3557726" y="1084903"/>
                  </a:lnTo>
                  <a:lnTo>
                    <a:pt x="3558361" y="1078541"/>
                  </a:lnTo>
                  <a:lnTo>
                    <a:pt x="3558996" y="1074146"/>
                  </a:lnTo>
                  <a:lnTo>
                    <a:pt x="3559631" y="1072044"/>
                  </a:lnTo>
                  <a:lnTo>
                    <a:pt x="3560266" y="1071591"/>
                  </a:lnTo>
                  <a:lnTo>
                    <a:pt x="3560900" y="1073217"/>
                  </a:lnTo>
                  <a:lnTo>
                    <a:pt x="3561535" y="1074496"/>
                  </a:lnTo>
                  <a:lnTo>
                    <a:pt x="3562170" y="1076577"/>
                  </a:lnTo>
                  <a:lnTo>
                    <a:pt x="3562805" y="1079816"/>
                  </a:lnTo>
                  <a:lnTo>
                    <a:pt x="3563440" y="1083222"/>
                  </a:lnTo>
                  <a:lnTo>
                    <a:pt x="3564075" y="1085240"/>
                  </a:lnTo>
                  <a:lnTo>
                    <a:pt x="3564709" y="1086001"/>
                  </a:lnTo>
                  <a:lnTo>
                    <a:pt x="3565344" y="1086660"/>
                  </a:lnTo>
                  <a:lnTo>
                    <a:pt x="3565979" y="1087609"/>
                  </a:lnTo>
                  <a:lnTo>
                    <a:pt x="3566614" y="1088937"/>
                  </a:lnTo>
                  <a:lnTo>
                    <a:pt x="3567249" y="1088817"/>
                  </a:lnTo>
                  <a:lnTo>
                    <a:pt x="3567884" y="1089611"/>
                  </a:lnTo>
                  <a:lnTo>
                    <a:pt x="3568519" y="1089873"/>
                  </a:lnTo>
                  <a:lnTo>
                    <a:pt x="3569153" y="1091174"/>
                  </a:lnTo>
                  <a:lnTo>
                    <a:pt x="3569788" y="1092528"/>
                  </a:lnTo>
                  <a:lnTo>
                    <a:pt x="3570423" y="1093906"/>
                  </a:lnTo>
                  <a:lnTo>
                    <a:pt x="3571058" y="1095405"/>
                  </a:lnTo>
                  <a:lnTo>
                    <a:pt x="3571693" y="1096689"/>
                  </a:lnTo>
                  <a:lnTo>
                    <a:pt x="3572328" y="1098257"/>
                  </a:lnTo>
                  <a:lnTo>
                    <a:pt x="3572962" y="1100200"/>
                  </a:lnTo>
                  <a:lnTo>
                    <a:pt x="3573597" y="1103778"/>
                  </a:lnTo>
                  <a:lnTo>
                    <a:pt x="3574232" y="1109129"/>
                  </a:lnTo>
                  <a:lnTo>
                    <a:pt x="3574867" y="1113947"/>
                  </a:lnTo>
                  <a:lnTo>
                    <a:pt x="3575502" y="1117949"/>
                  </a:lnTo>
                  <a:lnTo>
                    <a:pt x="3576137" y="1122784"/>
                  </a:lnTo>
                  <a:lnTo>
                    <a:pt x="3576772" y="1128937"/>
                  </a:lnTo>
                  <a:lnTo>
                    <a:pt x="3577406" y="1135296"/>
                  </a:lnTo>
                  <a:lnTo>
                    <a:pt x="3578041" y="1141011"/>
                  </a:lnTo>
                  <a:lnTo>
                    <a:pt x="3578676" y="1145524"/>
                  </a:lnTo>
                  <a:lnTo>
                    <a:pt x="3579311" y="1149642"/>
                  </a:lnTo>
                  <a:lnTo>
                    <a:pt x="3579946" y="1154240"/>
                  </a:lnTo>
                  <a:lnTo>
                    <a:pt x="3580581" y="1159965"/>
                  </a:lnTo>
                  <a:lnTo>
                    <a:pt x="3581215" y="1165167"/>
                  </a:lnTo>
                  <a:lnTo>
                    <a:pt x="3581850" y="1170042"/>
                  </a:lnTo>
                  <a:lnTo>
                    <a:pt x="3582485" y="1174250"/>
                  </a:lnTo>
                  <a:lnTo>
                    <a:pt x="3583120" y="1177040"/>
                  </a:lnTo>
                  <a:lnTo>
                    <a:pt x="3583755" y="1178946"/>
                  </a:lnTo>
                  <a:lnTo>
                    <a:pt x="3584390" y="1181404"/>
                  </a:lnTo>
                  <a:lnTo>
                    <a:pt x="3585025" y="1183088"/>
                  </a:lnTo>
                  <a:lnTo>
                    <a:pt x="3585659" y="1183439"/>
                  </a:lnTo>
                  <a:lnTo>
                    <a:pt x="3586294" y="1183149"/>
                  </a:lnTo>
                  <a:lnTo>
                    <a:pt x="3586929" y="1180101"/>
                  </a:lnTo>
                  <a:lnTo>
                    <a:pt x="3587564" y="1179056"/>
                  </a:lnTo>
                  <a:lnTo>
                    <a:pt x="3588199" y="1178529"/>
                  </a:lnTo>
                  <a:lnTo>
                    <a:pt x="3588834" y="1181586"/>
                  </a:lnTo>
                  <a:lnTo>
                    <a:pt x="3589468" y="1182325"/>
                  </a:lnTo>
                  <a:lnTo>
                    <a:pt x="3590103" y="1180065"/>
                  </a:lnTo>
                  <a:lnTo>
                    <a:pt x="3590738" y="1179183"/>
                  </a:lnTo>
                  <a:lnTo>
                    <a:pt x="3591373" y="1179057"/>
                  </a:lnTo>
                  <a:lnTo>
                    <a:pt x="3592008" y="1178112"/>
                  </a:lnTo>
                  <a:lnTo>
                    <a:pt x="3592643" y="1176273"/>
                  </a:lnTo>
                  <a:lnTo>
                    <a:pt x="3593278" y="1174249"/>
                  </a:lnTo>
                  <a:lnTo>
                    <a:pt x="3593912" y="1171957"/>
                  </a:lnTo>
                  <a:lnTo>
                    <a:pt x="3594547" y="1169694"/>
                  </a:lnTo>
                  <a:lnTo>
                    <a:pt x="3595182" y="1166949"/>
                  </a:lnTo>
                  <a:lnTo>
                    <a:pt x="3595817" y="1164081"/>
                  </a:lnTo>
                  <a:lnTo>
                    <a:pt x="3596452" y="1160820"/>
                  </a:lnTo>
                  <a:lnTo>
                    <a:pt x="3597087" y="1158062"/>
                  </a:lnTo>
                  <a:lnTo>
                    <a:pt x="3597721" y="1156053"/>
                  </a:lnTo>
                  <a:lnTo>
                    <a:pt x="3598356" y="1155059"/>
                  </a:lnTo>
                  <a:lnTo>
                    <a:pt x="3598991" y="1154673"/>
                  </a:lnTo>
                  <a:lnTo>
                    <a:pt x="3599626" y="1154507"/>
                  </a:lnTo>
                  <a:lnTo>
                    <a:pt x="3600261" y="1154428"/>
                  </a:lnTo>
                  <a:lnTo>
                    <a:pt x="3600896" y="1154565"/>
                  </a:lnTo>
                  <a:lnTo>
                    <a:pt x="3601531" y="1156038"/>
                  </a:lnTo>
                  <a:lnTo>
                    <a:pt x="3602165" y="1158376"/>
                  </a:lnTo>
                  <a:lnTo>
                    <a:pt x="3602800" y="1160650"/>
                  </a:lnTo>
                  <a:lnTo>
                    <a:pt x="3603435" y="1163192"/>
                  </a:lnTo>
                  <a:lnTo>
                    <a:pt x="3604070" y="1165323"/>
                  </a:lnTo>
                  <a:lnTo>
                    <a:pt x="3604705" y="1167616"/>
                  </a:lnTo>
                  <a:lnTo>
                    <a:pt x="3605340" y="1170209"/>
                  </a:lnTo>
                  <a:lnTo>
                    <a:pt x="3605974" y="1173020"/>
                  </a:lnTo>
                  <a:lnTo>
                    <a:pt x="3606609" y="1176137"/>
                  </a:lnTo>
                  <a:lnTo>
                    <a:pt x="3607244" y="1179037"/>
                  </a:lnTo>
                  <a:lnTo>
                    <a:pt x="3607879" y="1182117"/>
                  </a:lnTo>
                  <a:lnTo>
                    <a:pt x="3608514" y="1184969"/>
                  </a:lnTo>
                  <a:lnTo>
                    <a:pt x="3609149" y="1187666"/>
                  </a:lnTo>
                  <a:lnTo>
                    <a:pt x="3609783" y="1190293"/>
                  </a:lnTo>
                  <a:lnTo>
                    <a:pt x="3610418" y="1192599"/>
                  </a:lnTo>
                  <a:lnTo>
                    <a:pt x="3611053" y="1194615"/>
                  </a:lnTo>
                  <a:lnTo>
                    <a:pt x="3611688" y="1196319"/>
                  </a:lnTo>
                  <a:lnTo>
                    <a:pt x="3612323" y="1198357"/>
                  </a:lnTo>
                  <a:lnTo>
                    <a:pt x="3612958" y="1200160"/>
                  </a:lnTo>
                  <a:lnTo>
                    <a:pt x="3613593" y="1202551"/>
                  </a:lnTo>
                  <a:lnTo>
                    <a:pt x="3614227" y="1204950"/>
                  </a:lnTo>
                  <a:lnTo>
                    <a:pt x="3614862" y="1207252"/>
                  </a:lnTo>
                  <a:lnTo>
                    <a:pt x="3615497" y="1209928"/>
                  </a:lnTo>
                  <a:lnTo>
                    <a:pt x="3616132" y="1212189"/>
                  </a:lnTo>
                  <a:lnTo>
                    <a:pt x="3616767" y="1214021"/>
                  </a:lnTo>
                  <a:lnTo>
                    <a:pt x="3617402" y="1214702"/>
                  </a:lnTo>
                  <a:lnTo>
                    <a:pt x="3618036" y="1215094"/>
                  </a:lnTo>
                  <a:lnTo>
                    <a:pt x="3618671" y="1214038"/>
                  </a:lnTo>
                  <a:lnTo>
                    <a:pt x="3619306" y="1211767"/>
                  </a:lnTo>
                  <a:lnTo>
                    <a:pt x="3619941" y="1208366"/>
                  </a:lnTo>
                  <a:lnTo>
                    <a:pt x="3620576" y="1204456"/>
                  </a:lnTo>
                  <a:lnTo>
                    <a:pt x="3621211" y="1199941"/>
                  </a:lnTo>
                  <a:lnTo>
                    <a:pt x="3621846" y="1194409"/>
                  </a:lnTo>
                  <a:lnTo>
                    <a:pt x="3622480" y="1189502"/>
                  </a:lnTo>
                  <a:lnTo>
                    <a:pt x="3623115" y="1184168"/>
                  </a:lnTo>
                  <a:lnTo>
                    <a:pt x="3623750" y="1178448"/>
                  </a:lnTo>
                  <a:lnTo>
                    <a:pt x="3624385" y="1173357"/>
                  </a:lnTo>
                  <a:lnTo>
                    <a:pt x="3625020" y="1168218"/>
                  </a:lnTo>
                  <a:lnTo>
                    <a:pt x="3625655" y="1162345"/>
                  </a:lnTo>
                  <a:lnTo>
                    <a:pt x="3626289" y="1155389"/>
                  </a:lnTo>
                  <a:lnTo>
                    <a:pt x="3626924" y="1147965"/>
                  </a:lnTo>
                  <a:lnTo>
                    <a:pt x="3627559" y="1140693"/>
                  </a:lnTo>
                  <a:lnTo>
                    <a:pt x="3628194" y="1134167"/>
                  </a:lnTo>
                  <a:lnTo>
                    <a:pt x="3628829" y="1130084"/>
                  </a:lnTo>
                  <a:lnTo>
                    <a:pt x="3629464" y="1126589"/>
                  </a:lnTo>
                  <a:lnTo>
                    <a:pt x="3630099" y="1124475"/>
                  </a:lnTo>
                  <a:lnTo>
                    <a:pt x="3630733" y="1123664"/>
                  </a:lnTo>
                  <a:lnTo>
                    <a:pt x="3631368" y="1124401"/>
                  </a:lnTo>
                  <a:lnTo>
                    <a:pt x="3632003" y="1125229"/>
                  </a:lnTo>
                  <a:lnTo>
                    <a:pt x="3632638" y="1124353"/>
                  </a:lnTo>
                  <a:lnTo>
                    <a:pt x="3633273" y="1122522"/>
                  </a:lnTo>
                  <a:lnTo>
                    <a:pt x="3633908" y="1120382"/>
                  </a:lnTo>
                  <a:lnTo>
                    <a:pt x="3634542" y="1116866"/>
                  </a:lnTo>
                  <a:lnTo>
                    <a:pt x="3635177" y="1113533"/>
                  </a:lnTo>
                  <a:lnTo>
                    <a:pt x="3635812" y="1110424"/>
                  </a:lnTo>
                  <a:lnTo>
                    <a:pt x="3636447" y="1108657"/>
                  </a:lnTo>
                  <a:lnTo>
                    <a:pt x="3637082" y="1106173"/>
                  </a:lnTo>
                  <a:lnTo>
                    <a:pt x="3637717" y="1102591"/>
                  </a:lnTo>
                  <a:lnTo>
                    <a:pt x="3638352" y="1097017"/>
                  </a:lnTo>
                  <a:lnTo>
                    <a:pt x="3638986" y="1088562"/>
                  </a:lnTo>
                  <a:lnTo>
                    <a:pt x="3639621" y="1080707"/>
                  </a:lnTo>
                  <a:lnTo>
                    <a:pt x="3640256" y="1071686"/>
                  </a:lnTo>
                  <a:lnTo>
                    <a:pt x="3640891" y="1061562"/>
                  </a:lnTo>
                  <a:lnTo>
                    <a:pt x="3641526" y="1051521"/>
                  </a:lnTo>
                  <a:lnTo>
                    <a:pt x="3642161" y="1041468"/>
                  </a:lnTo>
                  <a:lnTo>
                    <a:pt x="3642795" y="1032507"/>
                  </a:lnTo>
                  <a:lnTo>
                    <a:pt x="3643430" y="1022322"/>
                  </a:lnTo>
                  <a:lnTo>
                    <a:pt x="3644065" y="1012724"/>
                  </a:lnTo>
                  <a:lnTo>
                    <a:pt x="3644700" y="1003121"/>
                  </a:lnTo>
                  <a:lnTo>
                    <a:pt x="3645335" y="992945"/>
                  </a:lnTo>
                  <a:lnTo>
                    <a:pt x="3645970" y="982036"/>
                  </a:lnTo>
                  <a:lnTo>
                    <a:pt x="3646605" y="970113"/>
                  </a:lnTo>
                  <a:lnTo>
                    <a:pt x="3647239" y="958997"/>
                  </a:lnTo>
                  <a:lnTo>
                    <a:pt x="3647874" y="950774"/>
                  </a:lnTo>
                  <a:lnTo>
                    <a:pt x="3648509" y="942410"/>
                  </a:lnTo>
                  <a:lnTo>
                    <a:pt x="3649144" y="935437"/>
                  </a:lnTo>
                  <a:lnTo>
                    <a:pt x="3649779" y="930252"/>
                  </a:lnTo>
                  <a:lnTo>
                    <a:pt x="3650414" y="925267"/>
                  </a:lnTo>
                  <a:lnTo>
                    <a:pt x="3651048" y="920360"/>
                  </a:lnTo>
                  <a:lnTo>
                    <a:pt x="3651683" y="915184"/>
                  </a:lnTo>
                  <a:lnTo>
                    <a:pt x="3652318" y="907758"/>
                  </a:lnTo>
                  <a:lnTo>
                    <a:pt x="3652953" y="901317"/>
                  </a:lnTo>
                  <a:lnTo>
                    <a:pt x="3653588" y="895252"/>
                  </a:lnTo>
                  <a:lnTo>
                    <a:pt x="3654223" y="889036"/>
                  </a:lnTo>
                  <a:lnTo>
                    <a:pt x="3654858" y="883356"/>
                  </a:lnTo>
                  <a:lnTo>
                    <a:pt x="3655492" y="879099"/>
                  </a:lnTo>
                  <a:lnTo>
                    <a:pt x="3656127" y="874514"/>
                  </a:lnTo>
                  <a:lnTo>
                    <a:pt x="3656762" y="869861"/>
                  </a:lnTo>
                  <a:lnTo>
                    <a:pt x="3657397" y="865293"/>
                  </a:lnTo>
                  <a:lnTo>
                    <a:pt x="3658032" y="861541"/>
                  </a:lnTo>
                  <a:lnTo>
                    <a:pt x="3658667" y="858013"/>
                  </a:lnTo>
                  <a:lnTo>
                    <a:pt x="3659301" y="853349"/>
                  </a:lnTo>
                  <a:lnTo>
                    <a:pt x="3659936" y="849694"/>
                  </a:lnTo>
                  <a:lnTo>
                    <a:pt x="3660571" y="845259"/>
                  </a:lnTo>
                  <a:lnTo>
                    <a:pt x="3661206" y="840675"/>
                  </a:lnTo>
                  <a:lnTo>
                    <a:pt x="3661841" y="834990"/>
                  </a:lnTo>
                  <a:lnTo>
                    <a:pt x="3662476" y="830238"/>
                  </a:lnTo>
                  <a:lnTo>
                    <a:pt x="3663111" y="826612"/>
                  </a:lnTo>
                  <a:lnTo>
                    <a:pt x="3663745" y="824824"/>
                  </a:lnTo>
                  <a:lnTo>
                    <a:pt x="3664380" y="825001"/>
                  </a:lnTo>
                  <a:lnTo>
                    <a:pt x="3665015" y="825745"/>
                  </a:lnTo>
                  <a:lnTo>
                    <a:pt x="3665650" y="827877"/>
                  </a:lnTo>
                  <a:lnTo>
                    <a:pt x="3666285" y="830108"/>
                  </a:lnTo>
                  <a:lnTo>
                    <a:pt x="3666920" y="832435"/>
                  </a:lnTo>
                  <a:lnTo>
                    <a:pt x="3667554" y="834988"/>
                  </a:lnTo>
                  <a:lnTo>
                    <a:pt x="3668189" y="837462"/>
                  </a:lnTo>
                  <a:lnTo>
                    <a:pt x="3668824" y="838949"/>
                  </a:lnTo>
                  <a:lnTo>
                    <a:pt x="3669459" y="840719"/>
                  </a:lnTo>
                  <a:lnTo>
                    <a:pt x="3670094" y="842527"/>
                  </a:lnTo>
                  <a:lnTo>
                    <a:pt x="3670729" y="844499"/>
                  </a:lnTo>
                  <a:lnTo>
                    <a:pt x="3671363" y="846835"/>
                  </a:lnTo>
                  <a:lnTo>
                    <a:pt x="3671998" y="848762"/>
                  </a:lnTo>
                  <a:lnTo>
                    <a:pt x="3672633" y="851411"/>
                  </a:lnTo>
                  <a:lnTo>
                    <a:pt x="3673268" y="854505"/>
                  </a:lnTo>
                  <a:lnTo>
                    <a:pt x="3673903" y="859156"/>
                  </a:lnTo>
                  <a:lnTo>
                    <a:pt x="3674538" y="864162"/>
                  </a:lnTo>
                  <a:lnTo>
                    <a:pt x="3675173" y="868486"/>
                  </a:lnTo>
                  <a:lnTo>
                    <a:pt x="3675807" y="873622"/>
                  </a:lnTo>
                  <a:lnTo>
                    <a:pt x="3676442" y="877896"/>
                  </a:lnTo>
                  <a:lnTo>
                    <a:pt x="3677077" y="881352"/>
                  </a:lnTo>
                  <a:lnTo>
                    <a:pt x="3677712" y="884274"/>
                  </a:lnTo>
                  <a:lnTo>
                    <a:pt x="3678347" y="887174"/>
                  </a:lnTo>
                  <a:lnTo>
                    <a:pt x="3678982" y="888906"/>
                  </a:lnTo>
                  <a:lnTo>
                    <a:pt x="3679616" y="890623"/>
                  </a:lnTo>
                  <a:lnTo>
                    <a:pt x="3680251" y="891271"/>
                  </a:lnTo>
                  <a:lnTo>
                    <a:pt x="3680886" y="893369"/>
                  </a:lnTo>
                  <a:lnTo>
                    <a:pt x="3681521" y="897550"/>
                  </a:lnTo>
                  <a:lnTo>
                    <a:pt x="3682156" y="901243"/>
                  </a:lnTo>
                  <a:lnTo>
                    <a:pt x="3682791" y="904073"/>
                  </a:lnTo>
                  <a:lnTo>
                    <a:pt x="3683426" y="906178"/>
                  </a:lnTo>
                  <a:lnTo>
                    <a:pt x="3684060" y="909051"/>
                  </a:lnTo>
                  <a:lnTo>
                    <a:pt x="3684695" y="912309"/>
                  </a:lnTo>
                  <a:lnTo>
                    <a:pt x="3685330" y="916871"/>
                  </a:lnTo>
                  <a:lnTo>
                    <a:pt x="3685965" y="922289"/>
                  </a:lnTo>
                  <a:lnTo>
                    <a:pt x="3686600" y="928702"/>
                  </a:lnTo>
                  <a:lnTo>
                    <a:pt x="3687235" y="934795"/>
                  </a:lnTo>
                  <a:lnTo>
                    <a:pt x="3687869" y="940936"/>
                  </a:lnTo>
                  <a:lnTo>
                    <a:pt x="3688504" y="947256"/>
                  </a:lnTo>
                  <a:lnTo>
                    <a:pt x="3689139" y="954990"/>
                  </a:lnTo>
                  <a:lnTo>
                    <a:pt x="3689774" y="962249"/>
                  </a:lnTo>
                  <a:lnTo>
                    <a:pt x="3690409" y="968700"/>
                  </a:lnTo>
                  <a:lnTo>
                    <a:pt x="3691044" y="975775"/>
                  </a:lnTo>
                  <a:lnTo>
                    <a:pt x="3691679" y="982612"/>
                  </a:lnTo>
                  <a:lnTo>
                    <a:pt x="3692313" y="989499"/>
                  </a:lnTo>
                  <a:lnTo>
                    <a:pt x="3692948" y="996321"/>
                  </a:lnTo>
                  <a:lnTo>
                    <a:pt x="3693583" y="1002918"/>
                  </a:lnTo>
                  <a:lnTo>
                    <a:pt x="3694218" y="1009436"/>
                  </a:lnTo>
                  <a:lnTo>
                    <a:pt x="3694853" y="1015043"/>
                  </a:lnTo>
                  <a:lnTo>
                    <a:pt x="3695488" y="1020122"/>
                  </a:lnTo>
                  <a:lnTo>
                    <a:pt x="3696122" y="1024385"/>
                  </a:lnTo>
                  <a:lnTo>
                    <a:pt x="3696757" y="1027611"/>
                  </a:lnTo>
                  <a:lnTo>
                    <a:pt x="3697392" y="1030515"/>
                  </a:lnTo>
                  <a:lnTo>
                    <a:pt x="3698027" y="1032841"/>
                  </a:lnTo>
                  <a:lnTo>
                    <a:pt x="3698662" y="1034150"/>
                  </a:lnTo>
                  <a:lnTo>
                    <a:pt x="3699297" y="1034580"/>
                  </a:lnTo>
                  <a:lnTo>
                    <a:pt x="3699932" y="1033621"/>
                  </a:lnTo>
                  <a:lnTo>
                    <a:pt x="3700566" y="1030371"/>
                  </a:lnTo>
                  <a:lnTo>
                    <a:pt x="3701201" y="1024629"/>
                  </a:lnTo>
                  <a:lnTo>
                    <a:pt x="3701836" y="1017838"/>
                  </a:lnTo>
                  <a:lnTo>
                    <a:pt x="3702471" y="1010601"/>
                  </a:lnTo>
                  <a:lnTo>
                    <a:pt x="3703106" y="1002030"/>
                  </a:lnTo>
                  <a:lnTo>
                    <a:pt x="3703741" y="993201"/>
                  </a:lnTo>
                  <a:lnTo>
                    <a:pt x="3704375" y="985024"/>
                  </a:lnTo>
                  <a:lnTo>
                    <a:pt x="3705010" y="977122"/>
                  </a:lnTo>
                  <a:lnTo>
                    <a:pt x="3705645" y="971210"/>
                  </a:lnTo>
                  <a:lnTo>
                    <a:pt x="3706280" y="966517"/>
                  </a:lnTo>
                  <a:lnTo>
                    <a:pt x="3706915" y="961103"/>
                  </a:lnTo>
                  <a:lnTo>
                    <a:pt x="3707550" y="957230"/>
                  </a:lnTo>
                  <a:lnTo>
                    <a:pt x="3708185" y="956327"/>
                  </a:lnTo>
                  <a:lnTo>
                    <a:pt x="3708819" y="958553"/>
                  </a:lnTo>
                  <a:lnTo>
                    <a:pt x="3709454" y="961819"/>
                  </a:lnTo>
                  <a:lnTo>
                    <a:pt x="3710089" y="966110"/>
                  </a:lnTo>
                  <a:lnTo>
                    <a:pt x="3710724" y="971511"/>
                  </a:lnTo>
                  <a:lnTo>
                    <a:pt x="3711359" y="978078"/>
                  </a:lnTo>
                  <a:lnTo>
                    <a:pt x="3711994" y="984730"/>
                  </a:lnTo>
                  <a:lnTo>
                    <a:pt x="3712628" y="991370"/>
                  </a:lnTo>
                  <a:lnTo>
                    <a:pt x="3713263" y="997952"/>
                  </a:lnTo>
                  <a:lnTo>
                    <a:pt x="3713898" y="1006655"/>
                  </a:lnTo>
                  <a:lnTo>
                    <a:pt x="3714533" y="1015206"/>
                  </a:lnTo>
                  <a:lnTo>
                    <a:pt x="3715168" y="1022679"/>
                  </a:lnTo>
                  <a:lnTo>
                    <a:pt x="3715803" y="1028475"/>
                  </a:lnTo>
                  <a:lnTo>
                    <a:pt x="3716438" y="1034475"/>
                  </a:lnTo>
                  <a:lnTo>
                    <a:pt x="3717072" y="1039407"/>
                  </a:lnTo>
                  <a:lnTo>
                    <a:pt x="3717707" y="1041867"/>
                  </a:lnTo>
                  <a:lnTo>
                    <a:pt x="3718342" y="1041604"/>
                  </a:lnTo>
                  <a:lnTo>
                    <a:pt x="3718977" y="1039354"/>
                  </a:lnTo>
                  <a:lnTo>
                    <a:pt x="3719612" y="1036876"/>
                  </a:lnTo>
                  <a:lnTo>
                    <a:pt x="3720247" y="1033886"/>
                  </a:lnTo>
                  <a:lnTo>
                    <a:pt x="3720881" y="1030219"/>
                  </a:lnTo>
                  <a:lnTo>
                    <a:pt x="3721516" y="1025030"/>
                  </a:lnTo>
                  <a:lnTo>
                    <a:pt x="3722151" y="1020659"/>
                  </a:lnTo>
                  <a:lnTo>
                    <a:pt x="3722786" y="1015614"/>
                  </a:lnTo>
                  <a:lnTo>
                    <a:pt x="3723421" y="1010950"/>
                  </a:lnTo>
                  <a:lnTo>
                    <a:pt x="3724056" y="1005244"/>
                  </a:lnTo>
                  <a:lnTo>
                    <a:pt x="3724690" y="999475"/>
                  </a:lnTo>
                  <a:lnTo>
                    <a:pt x="3725325" y="993653"/>
                  </a:lnTo>
                  <a:lnTo>
                    <a:pt x="3725960" y="986486"/>
                  </a:lnTo>
                  <a:lnTo>
                    <a:pt x="3726595" y="978971"/>
                  </a:lnTo>
                  <a:lnTo>
                    <a:pt x="3727230" y="971682"/>
                  </a:lnTo>
                  <a:lnTo>
                    <a:pt x="3727865" y="965227"/>
                  </a:lnTo>
                  <a:lnTo>
                    <a:pt x="3728500" y="956846"/>
                  </a:lnTo>
                  <a:lnTo>
                    <a:pt x="3729134" y="949113"/>
                  </a:lnTo>
                  <a:lnTo>
                    <a:pt x="3729769" y="940573"/>
                  </a:lnTo>
                  <a:lnTo>
                    <a:pt x="3730404" y="931934"/>
                  </a:lnTo>
                  <a:lnTo>
                    <a:pt x="3731039" y="924418"/>
                  </a:lnTo>
                  <a:lnTo>
                    <a:pt x="3731674" y="916256"/>
                  </a:lnTo>
                  <a:lnTo>
                    <a:pt x="3732309" y="907065"/>
                  </a:lnTo>
                  <a:lnTo>
                    <a:pt x="3732943" y="897619"/>
                  </a:lnTo>
                  <a:lnTo>
                    <a:pt x="3733578" y="888608"/>
                  </a:lnTo>
                  <a:lnTo>
                    <a:pt x="3734213" y="879227"/>
                  </a:lnTo>
                  <a:lnTo>
                    <a:pt x="3734848" y="869221"/>
                  </a:lnTo>
                  <a:lnTo>
                    <a:pt x="3735483" y="858166"/>
                  </a:lnTo>
                  <a:lnTo>
                    <a:pt x="3736118" y="847818"/>
                  </a:lnTo>
                  <a:lnTo>
                    <a:pt x="3736753" y="837669"/>
                  </a:lnTo>
                  <a:lnTo>
                    <a:pt x="3737387" y="827080"/>
                  </a:lnTo>
                  <a:lnTo>
                    <a:pt x="3738022" y="816432"/>
                  </a:lnTo>
                  <a:lnTo>
                    <a:pt x="3738657" y="806990"/>
                  </a:lnTo>
                  <a:lnTo>
                    <a:pt x="3739292" y="796586"/>
                  </a:lnTo>
                  <a:lnTo>
                    <a:pt x="3739927" y="786504"/>
                  </a:lnTo>
                  <a:lnTo>
                    <a:pt x="3740562" y="775900"/>
                  </a:lnTo>
                  <a:lnTo>
                    <a:pt x="3741196" y="765274"/>
                  </a:lnTo>
                  <a:lnTo>
                    <a:pt x="3741831" y="755156"/>
                  </a:lnTo>
                  <a:lnTo>
                    <a:pt x="3742466" y="743945"/>
                  </a:lnTo>
                  <a:lnTo>
                    <a:pt x="3743101" y="733016"/>
                  </a:lnTo>
                  <a:lnTo>
                    <a:pt x="3743736" y="722924"/>
                  </a:lnTo>
                  <a:lnTo>
                    <a:pt x="3744371" y="714900"/>
                  </a:lnTo>
                  <a:lnTo>
                    <a:pt x="3745006" y="708088"/>
                  </a:lnTo>
                  <a:lnTo>
                    <a:pt x="3745640" y="703267"/>
                  </a:lnTo>
                  <a:lnTo>
                    <a:pt x="3746275" y="699734"/>
                  </a:lnTo>
                  <a:lnTo>
                    <a:pt x="3746910" y="698590"/>
                  </a:lnTo>
                  <a:lnTo>
                    <a:pt x="3747545" y="698879"/>
                  </a:lnTo>
                  <a:lnTo>
                    <a:pt x="3748180" y="699096"/>
                  </a:lnTo>
                  <a:lnTo>
                    <a:pt x="3748815" y="700795"/>
                  </a:lnTo>
                  <a:lnTo>
                    <a:pt x="3749449" y="701741"/>
                  </a:lnTo>
                  <a:lnTo>
                    <a:pt x="3750084" y="703787"/>
                  </a:lnTo>
                  <a:lnTo>
                    <a:pt x="3750719" y="708250"/>
                  </a:lnTo>
                  <a:lnTo>
                    <a:pt x="3751354" y="713448"/>
                  </a:lnTo>
                  <a:lnTo>
                    <a:pt x="3751989" y="719879"/>
                  </a:lnTo>
                  <a:lnTo>
                    <a:pt x="3752624" y="728534"/>
                  </a:lnTo>
                  <a:lnTo>
                    <a:pt x="3753259" y="738738"/>
                  </a:lnTo>
                  <a:lnTo>
                    <a:pt x="3753893" y="749589"/>
                  </a:lnTo>
                  <a:lnTo>
                    <a:pt x="3754528" y="760356"/>
                  </a:lnTo>
                  <a:lnTo>
                    <a:pt x="3755163" y="770016"/>
                  </a:lnTo>
                  <a:lnTo>
                    <a:pt x="3755798" y="777646"/>
                  </a:lnTo>
                  <a:lnTo>
                    <a:pt x="3756433" y="784578"/>
                  </a:lnTo>
                  <a:lnTo>
                    <a:pt x="3757068" y="790685"/>
                  </a:lnTo>
                  <a:lnTo>
                    <a:pt x="3757702" y="796094"/>
                  </a:lnTo>
                  <a:lnTo>
                    <a:pt x="3758337" y="800941"/>
                  </a:lnTo>
                  <a:lnTo>
                    <a:pt x="3758972" y="805944"/>
                  </a:lnTo>
                  <a:lnTo>
                    <a:pt x="3759607" y="812210"/>
                  </a:lnTo>
                  <a:lnTo>
                    <a:pt x="3760242" y="819080"/>
                  </a:lnTo>
                  <a:lnTo>
                    <a:pt x="3760877" y="826561"/>
                  </a:lnTo>
                  <a:lnTo>
                    <a:pt x="3761512" y="835245"/>
                  </a:lnTo>
                  <a:lnTo>
                    <a:pt x="3762146" y="843838"/>
                  </a:lnTo>
                  <a:lnTo>
                    <a:pt x="3762781" y="851571"/>
                  </a:lnTo>
                  <a:lnTo>
                    <a:pt x="3763416" y="857735"/>
                  </a:lnTo>
                  <a:lnTo>
                    <a:pt x="3764051" y="862502"/>
                  </a:lnTo>
                  <a:lnTo>
                    <a:pt x="3764686" y="868389"/>
                  </a:lnTo>
                  <a:lnTo>
                    <a:pt x="3765321" y="875553"/>
                  </a:lnTo>
                  <a:lnTo>
                    <a:pt x="3765955" y="884066"/>
                  </a:lnTo>
                  <a:lnTo>
                    <a:pt x="3766590" y="890766"/>
                  </a:lnTo>
                  <a:lnTo>
                    <a:pt x="3767225" y="898001"/>
                  </a:lnTo>
                  <a:lnTo>
                    <a:pt x="3767860" y="905123"/>
                  </a:lnTo>
                  <a:lnTo>
                    <a:pt x="3768495" y="912187"/>
                  </a:lnTo>
                  <a:lnTo>
                    <a:pt x="3769130" y="918478"/>
                  </a:lnTo>
                  <a:lnTo>
                    <a:pt x="3769765" y="923781"/>
                  </a:lnTo>
                  <a:lnTo>
                    <a:pt x="3770399" y="930449"/>
                  </a:lnTo>
                  <a:lnTo>
                    <a:pt x="3771034" y="936554"/>
                  </a:lnTo>
                  <a:lnTo>
                    <a:pt x="3771669" y="942299"/>
                  </a:lnTo>
                  <a:lnTo>
                    <a:pt x="3772304" y="950272"/>
                  </a:lnTo>
                  <a:lnTo>
                    <a:pt x="3772939" y="958309"/>
                  </a:lnTo>
                  <a:lnTo>
                    <a:pt x="3773574" y="967921"/>
                  </a:lnTo>
                  <a:lnTo>
                    <a:pt x="3774208" y="976557"/>
                  </a:lnTo>
                  <a:lnTo>
                    <a:pt x="3774843" y="983399"/>
                  </a:lnTo>
                  <a:lnTo>
                    <a:pt x="3775478" y="990873"/>
                  </a:lnTo>
                  <a:lnTo>
                    <a:pt x="3776113" y="996936"/>
                  </a:lnTo>
                  <a:lnTo>
                    <a:pt x="3776748" y="1002798"/>
                  </a:lnTo>
                  <a:lnTo>
                    <a:pt x="3777383" y="1008206"/>
                  </a:lnTo>
                  <a:lnTo>
                    <a:pt x="3778017" y="1013151"/>
                  </a:lnTo>
                  <a:lnTo>
                    <a:pt x="3778652" y="1018124"/>
                  </a:lnTo>
                  <a:lnTo>
                    <a:pt x="3779287" y="1025311"/>
                  </a:lnTo>
                  <a:lnTo>
                    <a:pt x="3779922" y="1030871"/>
                  </a:lnTo>
                  <a:lnTo>
                    <a:pt x="3780557" y="1035139"/>
                  </a:lnTo>
                  <a:lnTo>
                    <a:pt x="3781192" y="1040453"/>
                  </a:lnTo>
                  <a:lnTo>
                    <a:pt x="3781827" y="1045497"/>
                  </a:lnTo>
                  <a:lnTo>
                    <a:pt x="3782461" y="1050138"/>
                  </a:lnTo>
                  <a:lnTo>
                    <a:pt x="3783096" y="1055529"/>
                  </a:lnTo>
                  <a:lnTo>
                    <a:pt x="3783731" y="1060819"/>
                  </a:lnTo>
                  <a:lnTo>
                    <a:pt x="3784366" y="1065973"/>
                  </a:lnTo>
                  <a:lnTo>
                    <a:pt x="3785001" y="1071643"/>
                  </a:lnTo>
                  <a:lnTo>
                    <a:pt x="3785636" y="1077481"/>
                  </a:lnTo>
                  <a:lnTo>
                    <a:pt x="3786270" y="1084573"/>
                  </a:lnTo>
                  <a:lnTo>
                    <a:pt x="3786905" y="1090170"/>
                  </a:lnTo>
                  <a:lnTo>
                    <a:pt x="3787540" y="1096349"/>
                  </a:lnTo>
                  <a:lnTo>
                    <a:pt x="3788175" y="1104071"/>
                  </a:lnTo>
                  <a:lnTo>
                    <a:pt x="3788810" y="1112603"/>
                  </a:lnTo>
                  <a:lnTo>
                    <a:pt x="3789445" y="1121011"/>
                  </a:lnTo>
                  <a:lnTo>
                    <a:pt x="3790080" y="1130519"/>
                  </a:lnTo>
                  <a:lnTo>
                    <a:pt x="3790714" y="1138549"/>
                  </a:lnTo>
                  <a:lnTo>
                    <a:pt x="3791349" y="1145109"/>
                  </a:lnTo>
                  <a:lnTo>
                    <a:pt x="3791984" y="1150425"/>
                  </a:lnTo>
                  <a:lnTo>
                    <a:pt x="3792619" y="1154004"/>
                  </a:lnTo>
                  <a:lnTo>
                    <a:pt x="3793254" y="1156425"/>
                  </a:lnTo>
                  <a:lnTo>
                    <a:pt x="3793889" y="1158429"/>
                  </a:lnTo>
                  <a:lnTo>
                    <a:pt x="3794523" y="1160227"/>
                  </a:lnTo>
                  <a:lnTo>
                    <a:pt x="3795158" y="1162013"/>
                  </a:lnTo>
                  <a:lnTo>
                    <a:pt x="3795793" y="1163876"/>
                  </a:lnTo>
                  <a:lnTo>
                    <a:pt x="3796428" y="1164802"/>
                  </a:lnTo>
                  <a:lnTo>
                    <a:pt x="3797063" y="1165085"/>
                  </a:lnTo>
                  <a:lnTo>
                    <a:pt x="3797698" y="1163902"/>
                  </a:lnTo>
                  <a:lnTo>
                    <a:pt x="3798333" y="1162800"/>
                  </a:lnTo>
                  <a:lnTo>
                    <a:pt x="3798967" y="1159708"/>
                  </a:lnTo>
                  <a:lnTo>
                    <a:pt x="3799602" y="1156444"/>
                  </a:lnTo>
                  <a:lnTo>
                    <a:pt x="3800237" y="1152740"/>
                  </a:lnTo>
                  <a:lnTo>
                    <a:pt x="3800872" y="1149717"/>
                  </a:lnTo>
                  <a:lnTo>
                    <a:pt x="3801507" y="1147133"/>
                  </a:lnTo>
                  <a:lnTo>
                    <a:pt x="3802142" y="1145665"/>
                  </a:lnTo>
                  <a:lnTo>
                    <a:pt x="3802776" y="1144424"/>
                  </a:lnTo>
                  <a:lnTo>
                    <a:pt x="3803411" y="1143474"/>
                  </a:lnTo>
                  <a:lnTo>
                    <a:pt x="3804046" y="1143245"/>
                  </a:lnTo>
                  <a:lnTo>
                    <a:pt x="3804681" y="1143307"/>
                  </a:lnTo>
                  <a:lnTo>
                    <a:pt x="3805316" y="1143294"/>
                  </a:lnTo>
                  <a:lnTo>
                    <a:pt x="3805951" y="1143879"/>
                  </a:lnTo>
                  <a:lnTo>
                    <a:pt x="3806586" y="1144465"/>
                  </a:lnTo>
                  <a:lnTo>
                    <a:pt x="3807220" y="1143790"/>
                  </a:lnTo>
                  <a:lnTo>
                    <a:pt x="3807855" y="1144098"/>
                  </a:lnTo>
                  <a:lnTo>
                    <a:pt x="3808490" y="1143334"/>
                  </a:lnTo>
                  <a:lnTo>
                    <a:pt x="3809125" y="1142072"/>
                  </a:lnTo>
                  <a:lnTo>
                    <a:pt x="3809760" y="1140065"/>
                  </a:lnTo>
                  <a:lnTo>
                    <a:pt x="3810395" y="1137592"/>
                  </a:lnTo>
                  <a:lnTo>
                    <a:pt x="3811029" y="1134406"/>
                  </a:lnTo>
                  <a:lnTo>
                    <a:pt x="3811664" y="1129979"/>
                  </a:lnTo>
                  <a:lnTo>
                    <a:pt x="3812299" y="1124013"/>
                  </a:lnTo>
                  <a:lnTo>
                    <a:pt x="3812934" y="1117669"/>
                  </a:lnTo>
                  <a:lnTo>
                    <a:pt x="3813569" y="1109370"/>
                  </a:lnTo>
                  <a:lnTo>
                    <a:pt x="3814204" y="1100868"/>
                  </a:lnTo>
                  <a:lnTo>
                    <a:pt x="3814839" y="1090408"/>
                  </a:lnTo>
                  <a:lnTo>
                    <a:pt x="3815473" y="1078662"/>
                  </a:lnTo>
                  <a:lnTo>
                    <a:pt x="3816108" y="1064745"/>
                  </a:lnTo>
                  <a:lnTo>
                    <a:pt x="3816743" y="1051298"/>
                  </a:lnTo>
                  <a:lnTo>
                    <a:pt x="3817378" y="1036116"/>
                  </a:lnTo>
                  <a:lnTo>
                    <a:pt x="3818013" y="1020499"/>
                  </a:lnTo>
                  <a:lnTo>
                    <a:pt x="3818648" y="1006173"/>
                  </a:lnTo>
                  <a:lnTo>
                    <a:pt x="3819282" y="992048"/>
                  </a:lnTo>
                  <a:lnTo>
                    <a:pt x="3819917" y="979447"/>
                  </a:lnTo>
                  <a:lnTo>
                    <a:pt x="3820552" y="967580"/>
                  </a:lnTo>
                  <a:lnTo>
                    <a:pt x="3821187" y="955246"/>
                  </a:lnTo>
                  <a:lnTo>
                    <a:pt x="3821822" y="942787"/>
                  </a:lnTo>
                  <a:lnTo>
                    <a:pt x="3822457" y="931282"/>
                  </a:lnTo>
                  <a:lnTo>
                    <a:pt x="3823092" y="919654"/>
                  </a:lnTo>
                  <a:lnTo>
                    <a:pt x="3823726" y="909779"/>
                  </a:lnTo>
                  <a:lnTo>
                    <a:pt x="3824361" y="900288"/>
                  </a:lnTo>
                  <a:lnTo>
                    <a:pt x="3824996" y="891455"/>
                  </a:lnTo>
                  <a:lnTo>
                    <a:pt x="3825631" y="884139"/>
                  </a:lnTo>
                  <a:lnTo>
                    <a:pt x="3826266" y="877831"/>
                  </a:lnTo>
                  <a:lnTo>
                    <a:pt x="3826901" y="872773"/>
                  </a:lnTo>
                  <a:lnTo>
                    <a:pt x="3827535" y="869368"/>
                  </a:lnTo>
                  <a:lnTo>
                    <a:pt x="3828170" y="866291"/>
                  </a:lnTo>
                  <a:lnTo>
                    <a:pt x="3828805" y="865142"/>
                  </a:lnTo>
                  <a:lnTo>
                    <a:pt x="3829440" y="864069"/>
                  </a:lnTo>
                  <a:lnTo>
                    <a:pt x="3830075" y="863852"/>
                  </a:lnTo>
                  <a:lnTo>
                    <a:pt x="3830710" y="862771"/>
                  </a:lnTo>
                  <a:lnTo>
                    <a:pt x="3831345" y="861920"/>
                  </a:lnTo>
                  <a:lnTo>
                    <a:pt x="3831979" y="861717"/>
                  </a:lnTo>
                  <a:lnTo>
                    <a:pt x="3832614" y="859078"/>
                  </a:lnTo>
                  <a:lnTo>
                    <a:pt x="3833249" y="856023"/>
                  </a:lnTo>
                  <a:lnTo>
                    <a:pt x="3833884" y="853715"/>
                  </a:lnTo>
                  <a:lnTo>
                    <a:pt x="3834519" y="851072"/>
                  </a:lnTo>
                  <a:lnTo>
                    <a:pt x="3835154" y="847074"/>
                  </a:lnTo>
                  <a:lnTo>
                    <a:pt x="3835788" y="841254"/>
                  </a:lnTo>
                  <a:lnTo>
                    <a:pt x="3836423" y="835816"/>
                  </a:lnTo>
                  <a:lnTo>
                    <a:pt x="3837058" y="829896"/>
                  </a:lnTo>
                  <a:lnTo>
                    <a:pt x="3837693" y="823692"/>
                  </a:lnTo>
                  <a:lnTo>
                    <a:pt x="3838328" y="816643"/>
                  </a:lnTo>
                  <a:lnTo>
                    <a:pt x="3838963" y="809493"/>
                  </a:lnTo>
                  <a:lnTo>
                    <a:pt x="3839597" y="803133"/>
                  </a:lnTo>
                  <a:lnTo>
                    <a:pt x="3840232" y="796977"/>
                  </a:lnTo>
                  <a:lnTo>
                    <a:pt x="3840867" y="790938"/>
                  </a:lnTo>
                  <a:lnTo>
                    <a:pt x="3841502" y="784600"/>
                  </a:lnTo>
                  <a:lnTo>
                    <a:pt x="3842137" y="777583"/>
                  </a:lnTo>
                  <a:lnTo>
                    <a:pt x="3842772" y="771744"/>
                  </a:lnTo>
                  <a:lnTo>
                    <a:pt x="3843407" y="765213"/>
                  </a:lnTo>
                  <a:lnTo>
                    <a:pt x="3844041" y="761827"/>
                  </a:lnTo>
                  <a:lnTo>
                    <a:pt x="3844676" y="759567"/>
                  </a:lnTo>
                  <a:lnTo>
                    <a:pt x="3845311" y="759617"/>
                  </a:lnTo>
                  <a:lnTo>
                    <a:pt x="3845946" y="761709"/>
                  </a:lnTo>
                  <a:lnTo>
                    <a:pt x="3846581" y="764178"/>
                  </a:lnTo>
                  <a:lnTo>
                    <a:pt x="3847216" y="767020"/>
                  </a:lnTo>
                  <a:lnTo>
                    <a:pt x="3847850" y="770306"/>
                  </a:lnTo>
                  <a:lnTo>
                    <a:pt x="3848485" y="774675"/>
                  </a:lnTo>
                  <a:lnTo>
                    <a:pt x="3849120" y="778928"/>
                  </a:lnTo>
                  <a:lnTo>
                    <a:pt x="3849755" y="784142"/>
                  </a:lnTo>
                  <a:lnTo>
                    <a:pt x="3850390" y="788786"/>
                  </a:lnTo>
                  <a:lnTo>
                    <a:pt x="3851025" y="793864"/>
                  </a:lnTo>
                  <a:lnTo>
                    <a:pt x="3851660" y="798357"/>
                  </a:lnTo>
                  <a:lnTo>
                    <a:pt x="3852294" y="802918"/>
                  </a:lnTo>
                  <a:lnTo>
                    <a:pt x="3852929" y="807783"/>
                  </a:lnTo>
                  <a:lnTo>
                    <a:pt x="3853564" y="812626"/>
                  </a:lnTo>
                  <a:lnTo>
                    <a:pt x="3854199" y="817536"/>
                  </a:lnTo>
                  <a:lnTo>
                    <a:pt x="3854834" y="822007"/>
                  </a:lnTo>
                  <a:lnTo>
                    <a:pt x="3855469" y="826906"/>
                  </a:lnTo>
                  <a:lnTo>
                    <a:pt x="3856103" y="829522"/>
                  </a:lnTo>
                  <a:lnTo>
                    <a:pt x="3856738" y="832799"/>
                  </a:lnTo>
                  <a:lnTo>
                    <a:pt x="3857373" y="834282"/>
                  </a:lnTo>
                  <a:lnTo>
                    <a:pt x="3858008" y="834169"/>
                  </a:lnTo>
                  <a:lnTo>
                    <a:pt x="3858643" y="833905"/>
                  </a:lnTo>
                  <a:lnTo>
                    <a:pt x="3859278" y="834343"/>
                  </a:lnTo>
                  <a:lnTo>
                    <a:pt x="3859913" y="834865"/>
                  </a:lnTo>
                  <a:lnTo>
                    <a:pt x="3860547" y="835019"/>
                  </a:lnTo>
                  <a:lnTo>
                    <a:pt x="3861182" y="836017"/>
                  </a:lnTo>
                  <a:lnTo>
                    <a:pt x="3861817" y="837606"/>
                  </a:lnTo>
                  <a:lnTo>
                    <a:pt x="3862452" y="839857"/>
                  </a:lnTo>
                  <a:lnTo>
                    <a:pt x="3863087" y="842157"/>
                  </a:lnTo>
                  <a:lnTo>
                    <a:pt x="3863722" y="843437"/>
                  </a:lnTo>
                  <a:lnTo>
                    <a:pt x="3864356" y="844945"/>
                  </a:lnTo>
                  <a:lnTo>
                    <a:pt x="3864991" y="845973"/>
                  </a:lnTo>
                  <a:lnTo>
                    <a:pt x="3865626" y="845573"/>
                  </a:lnTo>
                  <a:lnTo>
                    <a:pt x="3866261" y="845253"/>
                  </a:lnTo>
                  <a:lnTo>
                    <a:pt x="3866896" y="844947"/>
                  </a:lnTo>
                  <a:lnTo>
                    <a:pt x="3867531" y="844174"/>
                  </a:lnTo>
                  <a:lnTo>
                    <a:pt x="3868166" y="843401"/>
                  </a:lnTo>
                  <a:lnTo>
                    <a:pt x="3868800" y="841403"/>
                  </a:lnTo>
                  <a:lnTo>
                    <a:pt x="3869435" y="840568"/>
                  </a:lnTo>
                  <a:lnTo>
                    <a:pt x="3870070" y="838254"/>
                  </a:lnTo>
                  <a:lnTo>
                    <a:pt x="3870705" y="835026"/>
                  </a:lnTo>
                  <a:lnTo>
                    <a:pt x="3871340" y="831420"/>
                  </a:lnTo>
                  <a:lnTo>
                    <a:pt x="3871975" y="826751"/>
                  </a:lnTo>
                  <a:lnTo>
                    <a:pt x="3872609" y="822010"/>
                  </a:lnTo>
                  <a:lnTo>
                    <a:pt x="3873244" y="817483"/>
                  </a:lnTo>
                  <a:lnTo>
                    <a:pt x="3873879" y="810969"/>
                  </a:lnTo>
                  <a:lnTo>
                    <a:pt x="3874514" y="804457"/>
                  </a:lnTo>
                  <a:lnTo>
                    <a:pt x="3875149" y="797782"/>
                  </a:lnTo>
                  <a:lnTo>
                    <a:pt x="3875784" y="790888"/>
                  </a:lnTo>
                  <a:lnTo>
                    <a:pt x="3876419" y="785545"/>
                  </a:lnTo>
                  <a:lnTo>
                    <a:pt x="3877053" y="780965"/>
                  </a:lnTo>
                  <a:lnTo>
                    <a:pt x="3877688" y="774720"/>
                  </a:lnTo>
                  <a:lnTo>
                    <a:pt x="3878323" y="766784"/>
                  </a:lnTo>
                  <a:lnTo>
                    <a:pt x="3878958" y="758469"/>
                  </a:lnTo>
                  <a:lnTo>
                    <a:pt x="3879593" y="749618"/>
                  </a:lnTo>
                  <a:lnTo>
                    <a:pt x="3880228" y="740935"/>
                  </a:lnTo>
                  <a:lnTo>
                    <a:pt x="3880862" y="732121"/>
                  </a:lnTo>
                  <a:lnTo>
                    <a:pt x="3881497" y="724798"/>
                  </a:lnTo>
                  <a:lnTo>
                    <a:pt x="3882132" y="716732"/>
                  </a:lnTo>
                  <a:lnTo>
                    <a:pt x="3882767" y="708969"/>
                  </a:lnTo>
                  <a:lnTo>
                    <a:pt x="3883402" y="702319"/>
                  </a:lnTo>
                  <a:lnTo>
                    <a:pt x="3884037" y="697208"/>
                  </a:lnTo>
                  <a:lnTo>
                    <a:pt x="3884672" y="692431"/>
                  </a:lnTo>
                  <a:lnTo>
                    <a:pt x="3885306" y="688665"/>
                  </a:lnTo>
                  <a:lnTo>
                    <a:pt x="3885941" y="684313"/>
                  </a:lnTo>
                  <a:lnTo>
                    <a:pt x="3886576" y="679405"/>
                  </a:lnTo>
                  <a:lnTo>
                    <a:pt x="3887211" y="674496"/>
                  </a:lnTo>
                  <a:lnTo>
                    <a:pt x="3887846" y="669880"/>
                  </a:lnTo>
                  <a:lnTo>
                    <a:pt x="3888481" y="665356"/>
                  </a:lnTo>
                  <a:lnTo>
                    <a:pt x="3889115" y="660579"/>
                  </a:lnTo>
                  <a:lnTo>
                    <a:pt x="3889750" y="656478"/>
                  </a:lnTo>
                  <a:lnTo>
                    <a:pt x="3890385" y="652307"/>
                  </a:lnTo>
                  <a:lnTo>
                    <a:pt x="3891020" y="648877"/>
                  </a:lnTo>
                  <a:lnTo>
                    <a:pt x="3891655" y="644622"/>
                  </a:lnTo>
                  <a:lnTo>
                    <a:pt x="3892290" y="640835"/>
                  </a:lnTo>
                  <a:lnTo>
                    <a:pt x="3892924" y="638902"/>
                  </a:lnTo>
                  <a:lnTo>
                    <a:pt x="3893559" y="638396"/>
                  </a:lnTo>
                  <a:lnTo>
                    <a:pt x="3894194" y="638246"/>
                  </a:lnTo>
                  <a:lnTo>
                    <a:pt x="3894829" y="638058"/>
                  </a:lnTo>
                  <a:lnTo>
                    <a:pt x="3895464" y="637688"/>
                  </a:lnTo>
                  <a:lnTo>
                    <a:pt x="3896099" y="635856"/>
                  </a:lnTo>
                  <a:lnTo>
                    <a:pt x="3896734" y="632711"/>
                  </a:lnTo>
                  <a:lnTo>
                    <a:pt x="3897368" y="628552"/>
                  </a:lnTo>
                  <a:lnTo>
                    <a:pt x="3898003" y="623489"/>
                  </a:lnTo>
                  <a:lnTo>
                    <a:pt x="3898638" y="619478"/>
                  </a:lnTo>
                  <a:lnTo>
                    <a:pt x="3899273" y="614105"/>
                  </a:lnTo>
                  <a:lnTo>
                    <a:pt x="3899908" y="609302"/>
                  </a:lnTo>
                  <a:lnTo>
                    <a:pt x="3900543" y="602684"/>
                  </a:lnTo>
                  <a:lnTo>
                    <a:pt x="3901177" y="594747"/>
                  </a:lnTo>
                  <a:lnTo>
                    <a:pt x="3901812" y="587430"/>
                  </a:lnTo>
                  <a:lnTo>
                    <a:pt x="3902447" y="578271"/>
                  </a:lnTo>
                  <a:lnTo>
                    <a:pt x="3903082" y="566454"/>
                  </a:lnTo>
                  <a:lnTo>
                    <a:pt x="3903717" y="553371"/>
                  </a:lnTo>
                  <a:lnTo>
                    <a:pt x="3904352" y="540465"/>
                  </a:lnTo>
                  <a:lnTo>
                    <a:pt x="3904987" y="527606"/>
                  </a:lnTo>
                  <a:lnTo>
                    <a:pt x="3905621" y="516775"/>
                  </a:lnTo>
                  <a:lnTo>
                    <a:pt x="3906256" y="506125"/>
                  </a:lnTo>
                  <a:lnTo>
                    <a:pt x="3906891" y="495936"/>
                  </a:lnTo>
                  <a:lnTo>
                    <a:pt x="3907526" y="485669"/>
                  </a:lnTo>
                  <a:lnTo>
                    <a:pt x="3908161" y="473898"/>
                  </a:lnTo>
                  <a:lnTo>
                    <a:pt x="3908796" y="461949"/>
                  </a:lnTo>
                  <a:lnTo>
                    <a:pt x="3909430" y="449610"/>
                  </a:lnTo>
                  <a:lnTo>
                    <a:pt x="3910065" y="437148"/>
                  </a:lnTo>
                  <a:lnTo>
                    <a:pt x="3910700" y="424619"/>
                  </a:lnTo>
                  <a:lnTo>
                    <a:pt x="3911335" y="411563"/>
                  </a:lnTo>
                  <a:lnTo>
                    <a:pt x="3911970" y="397797"/>
                  </a:lnTo>
                  <a:lnTo>
                    <a:pt x="3912605" y="385008"/>
                  </a:lnTo>
                  <a:lnTo>
                    <a:pt x="3913240" y="373176"/>
                  </a:lnTo>
                  <a:lnTo>
                    <a:pt x="3913874" y="362051"/>
                  </a:lnTo>
                  <a:lnTo>
                    <a:pt x="3914509" y="350663"/>
                  </a:lnTo>
                  <a:lnTo>
                    <a:pt x="3915144" y="338880"/>
                  </a:lnTo>
                  <a:lnTo>
                    <a:pt x="3915779" y="328348"/>
                  </a:lnTo>
                  <a:lnTo>
                    <a:pt x="3916414" y="318571"/>
                  </a:lnTo>
                  <a:lnTo>
                    <a:pt x="3917049" y="309775"/>
                  </a:lnTo>
                  <a:lnTo>
                    <a:pt x="3917683" y="302162"/>
                  </a:lnTo>
                  <a:lnTo>
                    <a:pt x="3918318" y="294689"/>
                  </a:lnTo>
                  <a:lnTo>
                    <a:pt x="3918953" y="287596"/>
                  </a:lnTo>
                  <a:lnTo>
                    <a:pt x="3919588" y="281106"/>
                  </a:lnTo>
                  <a:lnTo>
                    <a:pt x="3920223" y="275657"/>
                  </a:lnTo>
                  <a:lnTo>
                    <a:pt x="3920858" y="270834"/>
                  </a:lnTo>
                  <a:lnTo>
                    <a:pt x="3921493" y="265498"/>
                  </a:lnTo>
                  <a:lnTo>
                    <a:pt x="3922127" y="259261"/>
                  </a:lnTo>
                  <a:lnTo>
                    <a:pt x="3922762" y="252544"/>
                  </a:lnTo>
                  <a:lnTo>
                    <a:pt x="3923397" y="245644"/>
                  </a:lnTo>
                  <a:lnTo>
                    <a:pt x="3924032" y="238857"/>
                  </a:lnTo>
                  <a:lnTo>
                    <a:pt x="3924667" y="233327"/>
                  </a:lnTo>
                  <a:lnTo>
                    <a:pt x="3925302" y="227583"/>
                  </a:lnTo>
                  <a:lnTo>
                    <a:pt x="3925936" y="224975"/>
                  </a:lnTo>
                  <a:lnTo>
                    <a:pt x="3926571" y="222391"/>
                  </a:lnTo>
                  <a:lnTo>
                    <a:pt x="3927206" y="220558"/>
                  </a:lnTo>
                  <a:lnTo>
                    <a:pt x="3927841" y="218988"/>
                  </a:lnTo>
                  <a:lnTo>
                    <a:pt x="3928476" y="217433"/>
                  </a:lnTo>
                  <a:lnTo>
                    <a:pt x="3929111" y="216317"/>
                  </a:lnTo>
                  <a:lnTo>
                    <a:pt x="3929746" y="215227"/>
                  </a:lnTo>
                  <a:lnTo>
                    <a:pt x="3930380" y="214026"/>
                  </a:lnTo>
                  <a:lnTo>
                    <a:pt x="3931015" y="213144"/>
                  </a:lnTo>
                  <a:lnTo>
                    <a:pt x="3931650" y="212762"/>
                  </a:lnTo>
                  <a:lnTo>
                    <a:pt x="3932285" y="213026"/>
                  </a:lnTo>
                  <a:lnTo>
                    <a:pt x="3932920" y="214710"/>
                  </a:lnTo>
                  <a:lnTo>
                    <a:pt x="3933555" y="216970"/>
                  </a:lnTo>
                  <a:lnTo>
                    <a:pt x="3934189" y="220861"/>
                  </a:lnTo>
                  <a:lnTo>
                    <a:pt x="3934824" y="222295"/>
                  </a:lnTo>
                  <a:lnTo>
                    <a:pt x="3935459" y="224349"/>
                  </a:lnTo>
                  <a:lnTo>
                    <a:pt x="3936094" y="226259"/>
                  </a:lnTo>
                  <a:lnTo>
                    <a:pt x="3936729" y="229173"/>
                  </a:lnTo>
                  <a:lnTo>
                    <a:pt x="3937364" y="230521"/>
                  </a:lnTo>
                  <a:lnTo>
                    <a:pt x="3937999" y="231897"/>
                  </a:lnTo>
                  <a:lnTo>
                    <a:pt x="3938633" y="232508"/>
                  </a:lnTo>
                  <a:lnTo>
                    <a:pt x="3939268" y="233406"/>
                  </a:lnTo>
                  <a:lnTo>
                    <a:pt x="3939903" y="232806"/>
                  </a:lnTo>
                  <a:lnTo>
                    <a:pt x="3940538" y="233214"/>
                  </a:lnTo>
                  <a:lnTo>
                    <a:pt x="3941173" y="233727"/>
                  </a:lnTo>
                  <a:lnTo>
                    <a:pt x="3941808" y="235302"/>
                  </a:lnTo>
                  <a:lnTo>
                    <a:pt x="3942442" y="237638"/>
                  </a:lnTo>
                  <a:lnTo>
                    <a:pt x="3943077" y="239333"/>
                  </a:lnTo>
                  <a:lnTo>
                    <a:pt x="3943712" y="239874"/>
                  </a:lnTo>
                  <a:lnTo>
                    <a:pt x="3944347" y="241590"/>
                  </a:lnTo>
                  <a:lnTo>
                    <a:pt x="3944982" y="243756"/>
                  </a:lnTo>
                  <a:lnTo>
                    <a:pt x="3945617" y="244933"/>
                  </a:lnTo>
                  <a:lnTo>
                    <a:pt x="3946251" y="245875"/>
                  </a:lnTo>
                  <a:lnTo>
                    <a:pt x="3946886" y="245290"/>
                  </a:lnTo>
                  <a:lnTo>
                    <a:pt x="3947521" y="243897"/>
                  </a:lnTo>
                  <a:lnTo>
                    <a:pt x="3948156" y="242977"/>
                  </a:lnTo>
                  <a:lnTo>
                    <a:pt x="3948791" y="243726"/>
                  </a:lnTo>
                  <a:lnTo>
                    <a:pt x="3949426" y="243763"/>
                  </a:lnTo>
                  <a:lnTo>
                    <a:pt x="3950061" y="243658"/>
                  </a:lnTo>
                  <a:lnTo>
                    <a:pt x="3950695" y="241912"/>
                  </a:lnTo>
                  <a:lnTo>
                    <a:pt x="3951330" y="241392"/>
                  </a:lnTo>
                  <a:lnTo>
                    <a:pt x="3951965" y="240853"/>
                  </a:lnTo>
                  <a:lnTo>
                    <a:pt x="3952600" y="240656"/>
                  </a:lnTo>
                  <a:lnTo>
                    <a:pt x="3953235" y="240354"/>
                  </a:lnTo>
                  <a:lnTo>
                    <a:pt x="3953870" y="238765"/>
                  </a:lnTo>
                  <a:lnTo>
                    <a:pt x="3954504" y="237263"/>
                  </a:lnTo>
                  <a:lnTo>
                    <a:pt x="3955139" y="236385"/>
                  </a:lnTo>
                  <a:lnTo>
                    <a:pt x="3955774" y="236125"/>
                  </a:lnTo>
                  <a:lnTo>
                    <a:pt x="3956409" y="236246"/>
                  </a:lnTo>
                  <a:lnTo>
                    <a:pt x="3957044" y="237005"/>
                  </a:lnTo>
                  <a:lnTo>
                    <a:pt x="3957679" y="239683"/>
                  </a:lnTo>
                  <a:lnTo>
                    <a:pt x="3958314" y="241750"/>
                  </a:lnTo>
                  <a:lnTo>
                    <a:pt x="3958948" y="243332"/>
                  </a:lnTo>
                  <a:lnTo>
                    <a:pt x="3959583" y="246513"/>
                  </a:lnTo>
                  <a:lnTo>
                    <a:pt x="3960218" y="249320"/>
                  </a:lnTo>
                  <a:lnTo>
                    <a:pt x="3960853" y="252690"/>
                  </a:lnTo>
                  <a:lnTo>
                    <a:pt x="3961488" y="255467"/>
                  </a:lnTo>
                  <a:lnTo>
                    <a:pt x="3962123" y="258016"/>
                  </a:lnTo>
                  <a:lnTo>
                    <a:pt x="3962757" y="261087"/>
                  </a:lnTo>
                  <a:lnTo>
                    <a:pt x="3963392" y="264466"/>
                  </a:lnTo>
                  <a:lnTo>
                    <a:pt x="3964027" y="267833"/>
                  </a:lnTo>
                  <a:lnTo>
                    <a:pt x="3964662" y="272067"/>
                  </a:lnTo>
                  <a:lnTo>
                    <a:pt x="3965297" y="276155"/>
                  </a:lnTo>
                  <a:lnTo>
                    <a:pt x="3965932" y="280428"/>
                  </a:lnTo>
                  <a:lnTo>
                    <a:pt x="3966567" y="284444"/>
                  </a:lnTo>
                  <a:lnTo>
                    <a:pt x="3967201" y="287557"/>
                  </a:lnTo>
                  <a:lnTo>
                    <a:pt x="3967836" y="290724"/>
                  </a:lnTo>
                  <a:lnTo>
                    <a:pt x="3968471" y="294813"/>
                  </a:lnTo>
                  <a:lnTo>
                    <a:pt x="3969106" y="301633"/>
                  </a:lnTo>
                  <a:lnTo>
                    <a:pt x="3969741" y="307742"/>
                  </a:lnTo>
                  <a:lnTo>
                    <a:pt x="3970376" y="313515"/>
                  </a:lnTo>
                  <a:lnTo>
                    <a:pt x="3971010" y="317022"/>
                  </a:lnTo>
                  <a:lnTo>
                    <a:pt x="3971645" y="319767"/>
                  </a:lnTo>
                  <a:lnTo>
                    <a:pt x="3972280" y="320838"/>
                  </a:lnTo>
                  <a:lnTo>
                    <a:pt x="3972915" y="320970"/>
                  </a:lnTo>
                  <a:lnTo>
                    <a:pt x="3973550" y="322781"/>
                  </a:lnTo>
                  <a:lnTo>
                    <a:pt x="3974185" y="324551"/>
                  </a:lnTo>
                  <a:lnTo>
                    <a:pt x="3974820" y="327343"/>
                  </a:lnTo>
                  <a:lnTo>
                    <a:pt x="3975454" y="329010"/>
                  </a:lnTo>
                  <a:lnTo>
                    <a:pt x="3976089" y="330682"/>
                  </a:lnTo>
                  <a:lnTo>
                    <a:pt x="3976724" y="332179"/>
                  </a:lnTo>
                  <a:lnTo>
                    <a:pt x="3977359" y="333147"/>
                  </a:lnTo>
                  <a:lnTo>
                    <a:pt x="3977994" y="333740"/>
                  </a:lnTo>
                  <a:lnTo>
                    <a:pt x="3978629" y="333922"/>
                  </a:lnTo>
                  <a:lnTo>
                    <a:pt x="3979263" y="333705"/>
                  </a:lnTo>
                  <a:lnTo>
                    <a:pt x="3979898" y="334219"/>
                  </a:lnTo>
                  <a:lnTo>
                    <a:pt x="3980533" y="335034"/>
                  </a:lnTo>
                  <a:lnTo>
                    <a:pt x="3981168" y="335641"/>
                  </a:lnTo>
                  <a:lnTo>
                    <a:pt x="3981803" y="336136"/>
                  </a:lnTo>
                  <a:lnTo>
                    <a:pt x="3982438" y="337161"/>
                  </a:lnTo>
                  <a:lnTo>
                    <a:pt x="3983073" y="338159"/>
                  </a:lnTo>
                  <a:lnTo>
                    <a:pt x="3983707" y="339628"/>
                  </a:lnTo>
                  <a:lnTo>
                    <a:pt x="3984342" y="342255"/>
                  </a:lnTo>
                  <a:lnTo>
                    <a:pt x="3984977" y="346054"/>
                  </a:lnTo>
                  <a:lnTo>
                    <a:pt x="3985612" y="350363"/>
                  </a:lnTo>
                  <a:lnTo>
                    <a:pt x="3986247" y="354755"/>
                  </a:lnTo>
                  <a:lnTo>
                    <a:pt x="3986882" y="359335"/>
                  </a:lnTo>
                  <a:lnTo>
                    <a:pt x="3987516" y="363284"/>
                  </a:lnTo>
                  <a:lnTo>
                    <a:pt x="3988151" y="366903"/>
                  </a:lnTo>
                  <a:lnTo>
                    <a:pt x="3988786" y="371241"/>
                  </a:lnTo>
                  <a:lnTo>
                    <a:pt x="3989421" y="375645"/>
                  </a:lnTo>
                  <a:lnTo>
                    <a:pt x="3990056" y="378777"/>
                  </a:lnTo>
                  <a:lnTo>
                    <a:pt x="3990691" y="382588"/>
                  </a:lnTo>
                  <a:lnTo>
                    <a:pt x="3991326" y="386476"/>
                  </a:lnTo>
                  <a:lnTo>
                    <a:pt x="3991960" y="391053"/>
                  </a:lnTo>
                  <a:lnTo>
                    <a:pt x="3992595" y="396136"/>
                  </a:lnTo>
                  <a:lnTo>
                    <a:pt x="3993230" y="401502"/>
                  </a:lnTo>
                  <a:lnTo>
                    <a:pt x="3993865" y="406862"/>
                  </a:lnTo>
                  <a:lnTo>
                    <a:pt x="3994500" y="413081"/>
                  </a:lnTo>
                  <a:lnTo>
                    <a:pt x="3995135" y="418364"/>
                  </a:lnTo>
                  <a:lnTo>
                    <a:pt x="3995769" y="424206"/>
                  </a:lnTo>
                  <a:lnTo>
                    <a:pt x="3996404" y="430206"/>
                  </a:lnTo>
                  <a:lnTo>
                    <a:pt x="3997039" y="437564"/>
                  </a:lnTo>
                  <a:lnTo>
                    <a:pt x="3997674" y="445601"/>
                  </a:lnTo>
                  <a:lnTo>
                    <a:pt x="3998309" y="453138"/>
                  </a:lnTo>
                  <a:lnTo>
                    <a:pt x="3998944" y="461036"/>
                  </a:lnTo>
                  <a:lnTo>
                    <a:pt x="3999578" y="468606"/>
                  </a:lnTo>
                  <a:lnTo>
                    <a:pt x="4000213" y="475972"/>
                  </a:lnTo>
                  <a:lnTo>
                    <a:pt x="4000848" y="483051"/>
                  </a:lnTo>
                  <a:lnTo>
                    <a:pt x="4001483" y="489162"/>
                  </a:lnTo>
                  <a:lnTo>
                    <a:pt x="4002118" y="495321"/>
                  </a:lnTo>
                  <a:lnTo>
                    <a:pt x="4002753" y="500749"/>
                  </a:lnTo>
                  <a:lnTo>
                    <a:pt x="4003388" y="504462"/>
                  </a:lnTo>
                  <a:lnTo>
                    <a:pt x="4004022" y="506794"/>
                  </a:lnTo>
                  <a:lnTo>
                    <a:pt x="4004657" y="509080"/>
                  </a:lnTo>
                  <a:lnTo>
                    <a:pt x="4005292" y="512248"/>
                  </a:lnTo>
                  <a:lnTo>
                    <a:pt x="4005927" y="513468"/>
                  </a:lnTo>
                  <a:lnTo>
                    <a:pt x="4006562" y="515277"/>
                  </a:lnTo>
                  <a:lnTo>
                    <a:pt x="4007197" y="516348"/>
                  </a:lnTo>
                  <a:lnTo>
                    <a:pt x="4007831" y="517199"/>
                  </a:lnTo>
                  <a:lnTo>
                    <a:pt x="4008466" y="517528"/>
                  </a:lnTo>
                  <a:lnTo>
                    <a:pt x="4009101" y="519656"/>
                  </a:lnTo>
                  <a:lnTo>
                    <a:pt x="4009736" y="521369"/>
                  </a:lnTo>
                  <a:lnTo>
                    <a:pt x="4010371" y="522043"/>
                  </a:lnTo>
                  <a:lnTo>
                    <a:pt x="4011006" y="521473"/>
                  </a:lnTo>
                  <a:lnTo>
                    <a:pt x="4011641" y="521435"/>
                  </a:lnTo>
                  <a:lnTo>
                    <a:pt x="4012275" y="521009"/>
                  </a:lnTo>
                  <a:lnTo>
                    <a:pt x="4012910" y="520843"/>
                  </a:lnTo>
                  <a:lnTo>
                    <a:pt x="4013545" y="521531"/>
                  </a:lnTo>
                  <a:lnTo>
                    <a:pt x="4014180" y="522219"/>
                  </a:lnTo>
                  <a:lnTo>
                    <a:pt x="4014815" y="522365"/>
                  </a:lnTo>
                  <a:lnTo>
                    <a:pt x="4015450" y="521962"/>
                  </a:lnTo>
                  <a:lnTo>
                    <a:pt x="4016084" y="521685"/>
                  </a:lnTo>
                  <a:lnTo>
                    <a:pt x="4016719" y="520031"/>
                  </a:lnTo>
                  <a:lnTo>
                    <a:pt x="4017354" y="518823"/>
                  </a:lnTo>
                  <a:lnTo>
                    <a:pt x="4017989" y="518579"/>
                  </a:lnTo>
                  <a:lnTo>
                    <a:pt x="4018624" y="518821"/>
                  </a:lnTo>
                  <a:lnTo>
                    <a:pt x="4019259" y="519278"/>
                  </a:lnTo>
                  <a:lnTo>
                    <a:pt x="4019894" y="519209"/>
                  </a:lnTo>
                  <a:lnTo>
                    <a:pt x="4020528" y="519032"/>
                  </a:lnTo>
                  <a:lnTo>
                    <a:pt x="4021163" y="519013"/>
                  </a:lnTo>
                  <a:lnTo>
                    <a:pt x="4021798" y="520337"/>
                  </a:lnTo>
                  <a:lnTo>
                    <a:pt x="4022433" y="521979"/>
                  </a:lnTo>
                  <a:lnTo>
                    <a:pt x="4023068" y="525518"/>
                  </a:lnTo>
                  <a:lnTo>
                    <a:pt x="4023703" y="531113"/>
                  </a:lnTo>
                  <a:lnTo>
                    <a:pt x="4024337" y="537392"/>
                  </a:lnTo>
                  <a:lnTo>
                    <a:pt x="4024972" y="545129"/>
                  </a:lnTo>
                  <a:lnTo>
                    <a:pt x="4025607" y="552406"/>
                  </a:lnTo>
                  <a:lnTo>
                    <a:pt x="4026242" y="559565"/>
                  </a:lnTo>
                  <a:lnTo>
                    <a:pt x="4026877" y="566934"/>
                  </a:lnTo>
                  <a:lnTo>
                    <a:pt x="4027512" y="574828"/>
                  </a:lnTo>
                  <a:lnTo>
                    <a:pt x="4028147" y="584849"/>
                  </a:lnTo>
                  <a:lnTo>
                    <a:pt x="4028781" y="593766"/>
                  </a:lnTo>
                  <a:lnTo>
                    <a:pt x="4029416" y="604391"/>
                  </a:lnTo>
                  <a:lnTo>
                    <a:pt x="4030051" y="616402"/>
                  </a:lnTo>
                  <a:lnTo>
                    <a:pt x="4030686" y="627922"/>
                  </a:lnTo>
                  <a:lnTo>
                    <a:pt x="4031321" y="638896"/>
                  </a:lnTo>
                  <a:lnTo>
                    <a:pt x="4031956" y="649003"/>
                  </a:lnTo>
                  <a:lnTo>
                    <a:pt x="4032590" y="657453"/>
                  </a:lnTo>
                  <a:lnTo>
                    <a:pt x="4033225" y="664109"/>
                  </a:lnTo>
                  <a:lnTo>
                    <a:pt x="4033860" y="671300"/>
                  </a:lnTo>
                  <a:lnTo>
                    <a:pt x="4034495" y="678566"/>
                  </a:lnTo>
                  <a:lnTo>
                    <a:pt x="4035130" y="685162"/>
                  </a:lnTo>
                  <a:lnTo>
                    <a:pt x="4035765" y="692465"/>
                  </a:lnTo>
                  <a:lnTo>
                    <a:pt x="4036400" y="698520"/>
                  </a:lnTo>
                  <a:lnTo>
                    <a:pt x="4037034" y="705421"/>
                  </a:lnTo>
                  <a:lnTo>
                    <a:pt x="4037669" y="712427"/>
                  </a:lnTo>
                  <a:lnTo>
                    <a:pt x="4038304" y="721287"/>
                  </a:lnTo>
                  <a:lnTo>
                    <a:pt x="4038939" y="730057"/>
                  </a:lnTo>
                  <a:lnTo>
                    <a:pt x="4039574" y="738660"/>
                  </a:lnTo>
                  <a:lnTo>
                    <a:pt x="4040209" y="745937"/>
                  </a:lnTo>
                  <a:lnTo>
                    <a:pt x="4040843" y="753187"/>
                  </a:lnTo>
                  <a:lnTo>
                    <a:pt x="4041478" y="760420"/>
                  </a:lnTo>
                  <a:lnTo>
                    <a:pt x="4042113" y="766428"/>
                  </a:lnTo>
                  <a:lnTo>
                    <a:pt x="4042748" y="770258"/>
                  </a:lnTo>
                  <a:lnTo>
                    <a:pt x="4043383" y="772797"/>
                  </a:lnTo>
                  <a:lnTo>
                    <a:pt x="4044018" y="773258"/>
                  </a:lnTo>
                  <a:lnTo>
                    <a:pt x="4044653" y="773907"/>
                  </a:lnTo>
                  <a:lnTo>
                    <a:pt x="4045287" y="774546"/>
                  </a:lnTo>
                  <a:lnTo>
                    <a:pt x="4045922" y="774782"/>
                  </a:lnTo>
                  <a:lnTo>
                    <a:pt x="4046557" y="774703"/>
                  </a:lnTo>
                  <a:lnTo>
                    <a:pt x="4047192" y="775063"/>
                  </a:lnTo>
                  <a:lnTo>
                    <a:pt x="4047827" y="773419"/>
                  </a:lnTo>
                  <a:lnTo>
                    <a:pt x="4048462" y="773111"/>
                  </a:lnTo>
                  <a:lnTo>
                    <a:pt x="4049096" y="773222"/>
                  </a:lnTo>
                  <a:lnTo>
                    <a:pt x="4049731" y="773797"/>
                  </a:lnTo>
                  <a:lnTo>
                    <a:pt x="4050366" y="775847"/>
                  </a:lnTo>
                  <a:lnTo>
                    <a:pt x="4051001" y="777807"/>
                  </a:lnTo>
                  <a:lnTo>
                    <a:pt x="4051636" y="779736"/>
                  </a:lnTo>
                  <a:lnTo>
                    <a:pt x="4052271" y="782108"/>
                  </a:lnTo>
                  <a:lnTo>
                    <a:pt x="4052906" y="783504"/>
                  </a:lnTo>
                  <a:lnTo>
                    <a:pt x="4053540" y="785725"/>
                  </a:lnTo>
                  <a:lnTo>
                    <a:pt x="4054175" y="786993"/>
                  </a:lnTo>
                  <a:lnTo>
                    <a:pt x="4054810" y="786858"/>
                  </a:lnTo>
                  <a:lnTo>
                    <a:pt x="4055445" y="785244"/>
                  </a:lnTo>
                  <a:lnTo>
                    <a:pt x="4056080" y="782571"/>
                  </a:lnTo>
                  <a:lnTo>
                    <a:pt x="4056715" y="779684"/>
                  </a:lnTo>
                  <a:lnTo>
                    <a:pt x="4057349" y="776402"/>
                  </a:lnTo>
                  <a:lnTo>
                    <a:pt x="4057984" y="770873"/>
                  </a:lnTo>
                  <a:lnTo>
                    <a:pt x="4058619" y="763974"/>
                  </a:lnTo>
                  <a:lnTo>
                    <a:pt x="4059254" y="754578"/>
                  </a:lnTo>
                  <a:lnTo>
                    <a:pt x="4059889" y="743863"/>
                  </a:lnTo>
                  <a:lnTo>
                    <a:pt x="4060524" y="732412"/>
                  </a:lnTo>
                  <a:lnTo>
                    <a:pt x="4061158" y="723430"/>
                  </a:lnTo>
                  <a:lnTo>
                    <a:pt x="4061793" y="717631"/>
                  </a:lnTo>
                  <a:lnTo>
                    <a:pt x="4062428" y="713212"/>
                  </a:lnTo>
                  <a:lnTo>
                    <a:pt x="4063063" y="708637"/>
                  </a:lnTo>
                  <a:lnTo>
                    <a:pt x="4063698" y="705075"/>
                  </a:lnTo>
                  <a:lnTo>
                    <a:pt x="4064333" y="702847"/>
                  </a:lnTo>
                  <a:lnTo>
                    <a:pt x="4064968" y="701857"/>
                  </a:lnTo>
                  <a:lnTo>
                    <a:pt x="4065602" y="701804"/>
                  </a:lnTo>
                  <a:lnTo>
                    <a:pt x="4066237" y="701087"/>
                  </a:lnTo>
                  <a:lnTo>
                    <a:pt x="4066872" y="702093"/>
                  </a:lnTo>
                  <a:lnTo>
                    <a:pt x="4067507" y="703803"/>
                  </a:lnTo>
                  <a:lnTo>
                    <a:pt x="4068142" y="704697"/>
                  </a:lnTo>
                  <a:lnTo>
                    <a:pt x="4068777" y="706741"/>
                  </a:lnTo>
                  <a:lnTo>
                    <a:pt x="4069411" y="708812"/>
                  </a:lnTo>
                  <a:lnTo>
                    <a:pt x="4070046" y="712202"/>
                  </a:lnTo>
                  <a:lnTo>
                    <a:pt x="4070681" y="714863"/>
                  </a:lnTo>
                  <a:lnTo>
                    <a:pt x="4071316" y="717938"/>
                  </a:lnTo>
                  <a:lnTo>
                    <a:pt x="4071951" y="721223"/>
                  </a:lnTo>
                  <a:lnTo>
                    <a:pt x="4072586" y="723431"/>
                  </a:lnTo>
                  <a:lnTo>
                    <a:pt x="4073221" y="725638"/>
                  </a:lnTo>
                  <a:lnTo>
                    <a:pt x="4073855" y="727930"/>
                  </a:lnTo>
                  <a:lnTo>
                    <a:pt x="4074490" y="728468"/>
                  </a:lnTo>
                  <a:lnTo>
                    <a:pt x="4075125" y="729978"/>
                  </a:lnTo>
                  <a:lnTo>
                    <a:pt x="4075760" y="731399"/>
                  </a:lnTo>
                  <a:lnTo>
                    <a:pt x="4076395" y="732896"/>
                  </a:lnTo>
                  <a:lnTo>
                    <a:pt x="4077030" y="733103"/>
                  </a:lnTo>
                  <a:lnTo>
                    <a:pt x="4077664" y="732205"/>
                  </a:lnTo>
                  <a:lnTo>
                    <a:pt x="4078299" y="730778"/>
                  </a:lnTo>
                  <a:lnTo>
                    <a:pt x="4078934" y="729819"/>
                  </a:lnTo>
                  <a:lnTo>
                    <a:pt x="4079569" y="729381"/>
                  </a:lnTo>
                  <a:lnTo>
                    <a:pt x="4080204" y="730007"/>
                  </a:lnTo>
                  <a:lnTo>
                    <a:pt x="4080839" y="732765"/>
                  </a:lnTo>
                  <a:lnTo>
                    <a:pt x="4081474" y="736292"/>
                  </a:lnTo>
                  <a:lnTo>
                    <a:pt x="4082108" y="740562"/>
                  </a:lnTo>
                  <a:lnTo>
                    <a:pt x="4082743" y="743948"/>
                  </a:lnTo>
                  <a:lnTo>
                    <a:pt x="4083378" y="747997"/>
                  </a:lnTo>
                  <a:lnTo>
                    <a:pt x="4084013" y="751574"/>
                  </a:lnTo>
                  <a:lnTo>
                    <a:pt x="4084648" y="753840"/>
                  </a:lnTo>
                  <a:lnTo>
                    <a:pt x="4085283" y="757464"/>
                  </a:lnTo>
                  <a:lnTo>
                    <a:pt x="4085917" y="760929"/>
                  </a:lnTo>
                  <a:lnTo>
                    <a:pt x="4086552" y="765138"/>
                  </a:lnTo>
                  <a:lnTo>
                    <a:pt x="4087187" y="771288"/>
                  </a:lnTo>
                  <a:lnTo>
                    <a:pt x="4087822" y="777525"/>
                  </a:lnTo>
                  <a:lnTo>
                    <a:pt x="4088457" y="783976"/>
                  </a:lnTo>
                  <a:lnTo>
                    <a:pt x="4089092" y="790376"/>
                  </a:lnTo>
                  <a:lnTo>
                    <a:pt x="4089727" y="796510"/>
                  </a:lnTo>
                  <a:lnTo>
                    <a:pt x="4090361" y="801222"/>
                  </a:lnTo>
                  <a:lnTo>
                    <a:pt x="4090996" y="806167"/>
                  </a:lnTo>
                  <a:lnTo>
                    <a:pt x="4091631" y="809702"/>
                  </a:lnTo>
                  <a:lnTo>
                    <a:pt x="4092266" y="813841"/>
                  </a:lnTo>
                  <a:lnTo>
                    <a:pt x="4092901" y="818027"/>
                  </a:lnTo>
                  <a:lnTo>
                    <a:pt x="4093536" y="823449"/>
                  </a:lnTo>
                  <a:lnTo>
                    <a:pt x="4094170" y="830466"/>
                  </a:lnTo>
                  <a:lnTo>
                    <a:pt x="4094805" y="837794"/>
                  </a:lnTo>
                  <a:lnTo>
                    <a:pt x="4095440" y="844941"/>
                  </a:lnTo>
                  <a:lnTo>
                    <a:pt x="4096075" y="850793"/>
                  </a:lnTo>
                  <a:lnTo>
                    <a:pt x="4096710" y="856397"/>
                  </a:lnTo>
                  <a:lnTo>
                    <a:pt x="4097345" y="862704"/>
                  </a:lnTo>
                  <a:lnTo>
                    <a:pt x="4097980" y="868885"/>
                  </a:lnTo>
                  <a:lnTo>
                    <a:pt x="4098614" y="875779"/>
                  </a:lnTo>
                  <a:lnTo>
                    <a:pt x="4099249" y="883472"/>
                  </a:lnTo>
                  <a:lnTo>
                    <a:pt x="4099884" y="890988"/>
                  </a:lnTo>
                  <a:lnTo>
                    <a:pt x="4100519" y="896524"/>
                  </a:lnTo>
                  <a:lnTo>
                    <a:pt x="4101154" y="902452"/>
                  </a:lnTo>
                  <a:lnTo>
                    <a:pt x="4101789" y="907703"/>
                  </a:lnTo>
                  <a:lnTo>
                    <a:pt x="4102423" y="913466"/>
                  </a:lnTo>
                  <a:lnTo>
                    <a:pt x="4103058" y="918642"/>
                  </a:lnTo>
                  <a:lnTo>
                    <a:pt x="4103693" y="923493"/>
                  </a:lnTo>
                  <a:lnTo>
                    <a:pt x="4104328" y="929196"/>
                  </a:lnTo>
                  <a:lnTo>
                    <a:pt x="4104963" y="935414"/>
                  </a:lnTo>
                  <a:lnTo>
                    <a:pt x="4105598" y="942125"/>
                  </a:lnTo>
                  <a:lnTo>
                    <a:pt x="4106233" y="948726"/>
                  </a:lnTo>
                  <a:lnTo>
                    <a:pt x="4106867" y="954947"/>
                  </a:lnTo>
                  <a:lnTo>
                    <a:pt x="4107502" y="960710"/>
                  </a:lnTo>
                  <a:lnTo>
                    <a:pt x="4108137" y="966329"/>
                  </a:lnTo>
                  <a:lnTo>
                    <a:pt x="4108772" y="971663"/>
                  </a:lnTo>
                  <a:lnTo>
                    <a:pt x="4109407" y="976922"/>
                  </a:lnTo>
                  <a:lnTo>
                    <a:pt x="4110042" y="983081"/>
                  </a:lnTo>
                  <a:lnTo>
                    <a:pt x="4110676" y="988429"/>
                  </a:lnTo>
                  <a:lnTo>
                    <a:pt x="4111311" y="994203"/>
                  </a:lnTo>
                  <a:lnTo>
                    <a:pt x="4111946" y="999432"/>
                  </a:lnTo>
                  <a:lnTo>
                    <a:pt x="4112581" y="1004658"/>
                  </a:lnTo>
                  <a:lnTo>
                    <a:pt x="4113216" y="1009911"/>
                  </a:lnTo>
                  <a:lnTo>
                    <a:pt x="4113851" y="1014855"/>
                  </a:lnTo>
                  <a:lnTo>
                    <a:pt x="4114485" y="1020076"/>
                  </a:lnTo>
                  <a:lnTo>
                    <a:pt x="4115120" y="1025333"/>
                  </a:lnTo>
                  <a:lnTo>
                    <a:pt x="4115755" y="1029952"/>
                  </a:lnTo>
                  <a:lnTo>
                    <a:pt x="4116390" y="1034931"/>
                  </a:lnTo>
                  <a:lnTo>
                    <a:pt x="4117025" y="1040151"/>
                  </a:lnTo>
                  <a:lnTo>
                    <a:pt x="4117660" y="1045424"/>
                  </a:lnTo>
                  <a:lnTo>
                    <a:pt x="4118295" y="1050679"/>
                  </a:lnTo>
                  <a:lnTo>
                    <a:pt x="4118929" y="1055613"/>
                  </a:lnTo>
                  <a:lnTo>
                    <a:pt x="4119564" y="1060054"/>
                  </a:lnTo>
                  <a:lnTo>
                    <a:pt x="4120199" y="1064702"/>
                  </a:lnTo>
                  <a:lnTo>
                    <a:pt x="4120834" y="1068737"/>
                  </a:lnTo>
                  <a:lnTo>
                    <a:pt x="4121469" y="1072154"/>
                  </a:lnTo>
                  <a:lnTo>
                    <a:pt x="4122104" y="1076123"/>
                  </a:lnTo>
                  <a:lnTo>
                    <a:pt x="4122738" y="1079432"/>
                  </a:lnTo>
                  <a:lnTo>
                    <a:pt x="4123373" y="1081858"/>
                  </a:lnTo>
                  <a:lnTo>
                    <a:pt x="4124008" y="1083753"/>
                  </a:lnTo>
                  <a:lnTo>
                    <a:pt x="4124643" y="1084053"/>
                  </a:lnTo>
                  <a:lnTo>
                    <a:pt x="4125278" y="1084890"/>
                  </a:lnTo>
                  <a:lnTo>
                    <a:pt x="4125913" y="1085142"/>
                  </a:lnTo>
                  <a:lnTo>
                    <a:pt x="4126548" y="1085243"/>
                  </a:lnTo>
                  <a:lnTo>
                    <a:pt x="4127182" y="1085281"/>
                  </a:lnTo>
                  <a:lnTo>
                    <a:pt x="4127817" y="1086259"/>
                  </a:lnTo>
                  <a:lnTo>
                    <a:pt x="4128452" y="1087616"/>
                  </a:lnTo>
                  <a:lnTo>
                    <a:pt x="4129087" y="1089740"/>
                  </a:lnTo>
                  <a:lnTo>
                    <a:pt x="4129722" y="1092527"/>
                  </a:lnTo>
                  <a:lnTo>
                    <a:pt x="4130357" y="1095897"/>
                  </a:lnTo>
                  <a:lnTo>
                    <a:pt x="4130991" y="1099413"/>
                  </a:lnTo>
                  <a:lnTo>
                    <a:pt x="4131626" y="1102888"/>
                  </a:lnTo>
                  <a:lnTo>
                    <a:pt x="4132261" y="1106222"/>
                  </a:lnTo>
                  <a:lnTo>
                    <a:pt x="4132896" y="1111619"/>
                  </a:lnTo>
                  <a:lnTo>
                    <a:pt x="4133531" y="1116308"/>
                  </a:lnTo>
                  <a:lnTo>
                    <a:pt x="4134166" y="1122443"/>
                  </a:lnTo>
                  <a:lnTo>
                    <a:pt x="4134801" y="1129194"/>
                  </a:lnTo>
                  <a:lnTo>
                    <a:pt x="4135435" y="1135814"/>
                  </a:lnTo>
                  <a:lnTo>
                    <a:pt x="4136070" y="1141520"/>
                  </a:lnTo>
                  <a:lnTo>
                    <a:pt x="4136705" y="1147479"/>
                  </a:lnTo>
                  <a:lnTo>
                    <a:pt x="4137340" y="1153343"/>
                  </a:lnTo>
                  <a:lnTo>
                    <a:pt x="4137975" y="1158619"/>
                  </a:lnTo>
                  <a:lnTo>
                    <a:pt x="4138610" y="1163030"/>
                  </a:lnTo>
                  <a:lnTo>
                    <a:pt x="4139244" y="1166644"/>
                  </a:lnTo>
                  <a:lnTo>
                    <a:pt x="4139879" y="1170514"/>
                  </a:lnTo>
                  <a:lnTo>
                    <a:pt x="4140514" y="1173855"/>
                  </a:lnTo>
                  <a:lnTo>
                    <a:pt x="4141149" y="1177499"/>
                  </a:lnTo>
                  <a:lnTo>
                    <a:pt x="4141784" y="1181209"/>
                  </a:lnTo>
                  <a:lnTo>
                    <a:pt x="4142419" y="1185316"/>
                  </a:lnTo>
                  <a:lnTo>
                    <a:pt x="4143054" y="1188893"/>
                  </a:lnTo>
                  <a:lnTo>
                    <a:pt x="4143688" y="1192816"/>
                  </a:lnTo>
                  <a:lnTo>
                    <a:pt x="4144323" y="1196920"/>
                  </a:lnTo>
                  <a:lnTo>
                    <a:pt x="4144958" y="1200705"/>
                  </a:lnTo>
                  <a:lnTo>
                    <a:pt x="4145593" y="1205166"/>
                  </a:lnTo>
                  <a:lnTo>
                    <a:pt x="4146228" y="1209794"/>
                  </a:lnTo>
                  <a:lnTo>
                    <a:pt x="4146863" y="1214811"/>
                  </a:lnTo>
                  <a:lnTo>
                    <a:pt x="4147497" y="1220109"/>
                  </a:lnTo>
                  <a:lnTo>
                    <a:pt x="4148132" y="1225078"/>
                  </a:lnTo>
                  <a:lnTo>
                    <a:pt x="4148767" y="1229730"/>
                  </a:lnTo>
                  <a:lnTo>
                    <a:pt x="4149402" y="1234884"/>
                  </a:lnTo>
                  <a:lnTo>
                    <a:pt x="4150037" y="1240423"/>
                  </a:lnTo>
                  <a:lnTo>
                    <a:pt x="4150672" y="1245573"/>
                  </a:lnTo>
                  <a:lnTo>
                    <a:pt x="4151307" y="1250792"/>
                  </a:lnTo>
                  <a:lnTo>
                    <a:pt x="4151941" y="1255035"/>
                  </a:lnTo>
                  <a:lnTo>
                    <a:pt x="4152576" y="1260020"/>
                  </a:lnTo>
                  <a:lnTo>
                    <a:pt x="4153211" y="1265529"/>
                  </a:lnTo>
                  <a:lnTo>
                    <a:pt x="4153846" y="1271238"/>
                  </a:lnTo>
                  <a:lnTo>
                    <a:pt x="4154481" y="1276546"/>
                  </a:lnTo>
                  <a:lnTo>
                    <a:pt x="4155116" y="1281535"/>
                  </a:lnTo>
                  <a:lnTo>
                    <a:pt x="4155750" y="1285351"/>
                  </a:lnTo>
                  <a:lnTo>
                    <a:pt x="4156385" y="1287620"/>
                  </a:lnTo>
                  <a:lnTo>
                    <a:pt x="4157020" y="1289829"/>
                  </a:lnTo>
                  <a:lnTo>
                    <a:pt x="4157655" y="1293005"/>
                  </a:lnTo>
                  <a:lnTo>
                    <a:pt x="4158290" y="1295553"/>
                  </a:lnTo>
                  <a:lnTo>
                    <a:pt x="4158925" y="1297901"/>
                  </a:lnTo>
                  <a:lnTo>
                    <a:pt x="4159560" y="1297467"/>
                  </a:lnTo>
                  <a:lnTo>
                    <a:pt x="4160194" y="1295131"/>
                  </a:lnTo>
                  <a:lnTo>
                    <a:pt x="4160829" y="1290508"/>
                  </a:lnTo>
                  <a:lnTo>
                    <a:pt x="4161464" y="1283903"/>
                  </a:lnTo>
                  <a:lnTo>
                    <a:pt x="4162099" y="1277091"/>
                  </a:lnTo>
                  <a:lnTo>
                    <a:pt x="4162734" y="1268482"/>
                  </a:lnTo>
                  <a:lnTo>
                    <a:pt x="4163369" y="1259090"/>
                  </a:lnTo>
                  <a:lnTo>
                    <a:pt x="4164003" y="1247885"/>
                  </a:lnTo>
                  <a:lnTo>
                    <a:pt x="4164638" y="1236375"/>
                  </a:lnTo>
                  <a:lnTo>
                    <a:pt x="4165273" y="1224902"/>
                  </a:lnTo>
                  <a:lnTo>
                    <a:pt x="4165908" y="1214294"/>
                  </a:lnTo>
                  <a:lnTo>
                    <a:pt x="4166543" y="1202519"/>
                  </a:lnTo>
                  <a:lnTo>
                    <a:pt x="4167178" y="1193020"/>
                  </a:lnTo>
                  <a:lnTo>
                    <a:pt x="4167812" y="1183561"/>
                  </a:lnTo>
                  <a:lnTo>
                    <a:pt x="4168447" y="1173797"/>
                  </a:lnTo>
                  <a:lnTo>
                    <a:pt x="4169082" y="1167637"/>
                  </a:lnTo>
                  <a:lnTo>
                    <a:pt x="4169717" y="1164206"/>
                  </a:lnTo>
                  <a:lnTo>
                    <a:pt x="4170352" y="1162306"/>
                  </a:lnTo>
                  <a:lnTo>
                    <a:pt x="4170987" y="1162033"/>
                  </a:lnTo>
                  <a:lnTo>
                    <a:pt x="4171622" y="1160765"/>
                  </a:lnTo>
                  <a:lnTo>
                    <a:pt x="4172256" y="1160039"/>
                  </a:lnTo>
                  <a:lnTo>
                    <a:pt x="4172891" y="1159455"/>
                  </a:lnTo>
                  <a:lnTo>
                    <a:pt x="4173526" y="1159032"/>
                  </a:lnTo>
                  <a:lnTo>
                    <a:pt x="4174161" y="1158074"/>
                  </a:lnTo>
                  <a:lnTo>
                    <a:pt x="4174796" y="1160156"/>
                  </a:lnTo>
                  <a:lnTo>
                    <a:pt x="4175431" y="1161168"/>
                  </a:lnTo>
                  <a:lnTo>
                    <a:pt x="4176065" y="1164371"/>
                  </a:lnTo>
                  <a:lnTo>
                    <a:pt x="4176700" y="1167460"/>
                  </a:lnTo>
                  <a:lnTo>
                    <a:pt x="4177335" y="1169522"/>
                  </a:lnTo>
                  <a:lnTo>
                    <a:pt x="4177970" y="1171951"/>
                  </a:lnTo>
                  <a:lnTo>
                    <a:pt x="4178605" y="1174127"/>
                  </a:lnTo>
                  <a:lnTo>
                    <a:pt x="4179240" y="1176080"/>
                  </a:lnTo>
                  <a:lnTo>
                    <a:pt x="4179875" y="1178148"/>
                  </a:lnTo>
                  <a:lnTo>
                    <a:pt x="4180509" y="1179646"/>
                  </a:lnTo>
                  <a:lnTo>
                    <a:pt x="4181144" y="1181670"/>
                  </a:lnTo>
                  <a:lnTo>
                    <a:pt x="4181779" y="1184052"/>
                  </a:lnTo>
                  <a:lnTo>
                    <a:pt x="4182414" y="1187884"/>
                  </a:lnTo>
                  <a:lnTo>
                    <a:pt x="4183049" y="1192033"/>
                  </a:lnTo>
                  <a:lnTo>
                    <a:pt x="4183684" y="1197292"/>
                  </a:lnTo>
                  <a:lnTo>
                    <a:pt x="4184318" y="1202307"/>
                  </a:lnTo>
                  <a:lnTo>
                    <a:pt x="4184953" y="1208530"/>
                  </a:lnTo>
                  <a:lnTo>
                    <a:pt x="4185588" y="1214104"/>
                  </a:lnTo>
                  <a:lnTo>
                    <a:pt x="4186223" y="1220459"/>
                  </a:lnTo>
                  <a:lnTo>
                    <a:pt x="4186858" y="1228925"/>
                  </a:lnTo>
                  <a:lnTo>
                    <a:pt x="4187493" y="1239108"/>
                  </a:lnTo>
                  <a:lnTo>
                    <a:pt x="4188128" y="1247490"/>
                  </a:lnTo>
                  <a:lnTo>
                    <a:pt x="4188762" y="1253719"/>
                  </a:lnTo>
                  <a:lnTo>
                    <a:pt x="4189397" y="1259315"/>
                  </a:lnTo>
                  <a:lnTo>
                    <a:pt x="4190032" y="1265648"/>
                  </a:lnTo>
                  <a:lnTo>
                    <a:pt x="4190667" y="1271116"/>
                  </a:lnTo>
                  <a:lnTo>
                    <a:pt x="4191302" y="1276980"/>
                  </a:lnTo>
                  <a:lnTo>
                    <a:pt x="4191937" y="1282316"/>
                  </a:lnTo>
                  <a:lnTo>
                    <a:pt x="4192571" y="1288912"/>
                  </a:lnTo>
                  <a:lnTo>
                    <a:pt x="4193206" y="1296328"/>
                  </a:lnTo>
                  <a:lnTo>
                    <a:pt x="4193841" y="1303825"/>
                  </a:lnTo>
                  <a:lnTo>
                    <a:pt x="4194476" y="1310554"/>
                  </a:lnTo>
                  <a:lnTo>
                    <a:pt x="4195111" y="1317795"/>
                  </a:lnTo>
                  <a:lnTo>
                    <a:pt x="4195746" y="1323440"/>
                  </a:lnTo>
                  <a:lnTo>
                    <a:pt x="4196381" y="1329143"/>
                  </a:lnTo>
                  <a:lnTo>
                    <a:pt x="4197015" y="1334747"/>
                  </a:lnTo>
                  <a:lnTo>
                    <a:pt x="4197650" y="1341875"/>
                  </a:lnTo>
                  <a:lnTo>
                    <a:pt x="4198285" y="1348698"/>
                  </a:lnTo>
                  <a:lnTo>
                    <a:pt x="4198920" y="1355437"/>
                  </a:lnTo>
                  <a:lnTo>
                    <a:pt x="4199555" y="1362801"/>
                  </a:lnTo>
                  <a:lnTo>
                    <a:pt x="4200190" y="1370864"/>
                  </a:lnTo>
                  <a:lnTo>
                    <a:pt x="4200824" y="1378528"/>
                  </a:lnTo>
                  <a:lnTo>
                    <a:pt x="4201459" y="1387650"/>
                  </a:lnTo>
                  <a:lnTo>
                    <a:pt x="4202094" y="1395356"/>
                  </a:lnTo>
                  <a:lnTo>
                    <a:pt x="4202729" y="1401523"/>
                  </a:lnTo>
                  <a:lnTo>
                    <a:pt x="4203364" y="1407066"/>
                  </a:lnTo>
                  <a:lnTo>
                    <a:pt x="4203999" y="1414456"/>
                  </a:lnTo>
                  <a:lnTo>
                    <a:pt x="4204634" y="1422939"/>
                  </a:lnTo>
                  <a:lnTo>
                    <a:pt x="4205268" y="1431080"/>
                  </a:lnTo>
                  <a:lnTo>
                    <a:pt x="4205903" y="1438894"/>
                  </a:lnTo>
                  <a:lnTo>
                    <a:pt x="4206538" y="1444942"/>
                  </a:lnTo>
                  <a:lnTo>
                    <a:pt x="4207173" y="1449811"/>
                  </a:lnTo>
                  <a:lnTo>
                    <a:pt x="4207808" y="1452591"/>
                  </a:lnTo>
                  <a:lnTo>
                    <a:pt x="4208443" y="1455086"/>
                  </a:lnTo>
                  <a:lnTo>
                    <a:pt x="4209077" y="1456646"/>
                  </a:lnTo>
                  <a:lnTo>
                    <a:pt x="4209712" y="1458204"/>
                  </a:lnTo>
                  <a:lnTo>
                    <a:pt x="4210347" y="1460571"/>
                  </a:lnTo>
                  <a:lnTo>
                    <a:pt x="4210982" y="1461923"/>
                  </a:lnTo>
                  <a:lnTo>
                    <a:pt x="4211617" y="1463786"/>
                  </a:lnTo>
                  <a:lnTo>
                    <a:pt x="4212252" y="1465464"/>
                  </a:lnTo>
                  <a:lnTo>
                    <a:pt x="4212887" y="1467798"/>
                  </a:lnTo>
                  <a:lnTo>
                    <a:pt x="4213521" y="1469535"/>
                  </a:lnTo>
                  <a:lnTo>
                    <a:pt x="4214156" y="1470610"/>
                  </a:lnTo>
                  <a:lnTo>
                    <a:pt x="4214791" y="1471433"/>
                  </a:lnTo>
                  <a:lnTo>
                    <a:pt x="4215426" y="1472161"/>
                  </a:lnTo>
                  <a:lnTo>
                    <a:pt x="4216061" y="1472539"/>
                  </a:lnTo>
                  <a:lnTo>
                    <a:pt x="4216696" y="1473784"/>
                  </a:lnTo>
                  <a:lnTo>
                    <a:pt x="4217330" y="1476495"/>
                  </a:lnTo>
                  <a:lnTo>
                    <a:pt x="4217965" y="1479944"/>
                  </a:lnTo>
                  <a:lnTo>
                    <a:pt x="4218600" y="1483791"/>
                  </a:lnTo>
                  <a:lnTo>
                    <a:pt x="4219235" y="1487859"/>
                  </a:lnTo>
                  <a:lnTo>
                    <a:pt x="4219870" y="1491363"/>
                  </a:lnTo>
                  <a:lnTo>
                    <a:pt x="4220505" y="1493337"/>
                  </a:lnTo>
                  <a:lnTo>
                    <a:pt x="4221140" y="1494627"/>
                  </a:lnTo>
                  <a:lnTo>
                    <a:pt x="4221774" y="1495714"/>
                  </a:lnTo>
                  <a:lnTo>
                    <a:pt x="4222409" y="1496733"/>
                  </a:lnTo>
                  <a:lnTo>
                    <a:pt x="4223044" y="1498010"/>
                  </a:lnTo>
                  <a:lnTo>
                    <a:pt x="4223679" y="1499731"/>
                  </a:lnTo>
                  <a:lnTo>
                    <a:pt x="4224314" y="1501060"/>
                  </a:lnTo>
                  <a:lnTo>
                    <a:pt x="4224949" y="1501694"/>
                  </a:lnTo>
                  <a:lnTo>
                    <a:pt x="4225583" y="1501448"/>
                  </a:lnTo>
                  <a:lnTo>
                    <a:pt x="4226218" y="1500868"/>
                  </a:lnTo>
                  <a:lnTo>
                    <a:pt x="4226853" y="1499882"/>
                  </a:lnTo>
                  <a:lnTo>
                    <a:pt x="4227488" y="1498081"/>
                  </a:lnTo>
                  <a:lnTo>
                    <a:pt x="4228123" y="1494874"/>
                  </a:lnTo>
                  <a:lnTo>
                    <a:pt x="4228758" y="1490891"/>
                  </a:lnTo>
                  <a:lnTo>
                    <a:pt x="4229392" y="1486759"/>
                  </a:lnTo>
                  <a:lnTo>
                    <a:pt x="4230027" y="1483409"/>
                  </a:lnTo>
                  <a:lnTo>
                    <a:pt x="4230662" y="1480147"/>
                  </a:lnTo>
                  <a:lnTo>
                    <a:pt x="4231297" y="1476175"/>
                  </a:lnTo>
                  <a:lnTo>
                    <a:pt x="4231932" y="1471821"/>
                  </a:lnTo>
                  <a:lnTo>
                    <a:pt x="4232567" y="1467079"/>
                  </a:lnTo>
                  <a:lnTo>
                    <a:pt x="4233202" y="1461918"/>
                  </a:lnTo>
                  <a:lnTo>
                    <a:pt x="4233836" y="1456518"/>
                  </a:lnTo>
                  <a:lnTo>
                    <a:pt x="4234471" y="1450837"/>
                  </a:lnTo>
                  <a:lnTo>
                    <a:pt x="4235106" y="1445052"/>
                  </a:lnTo>
                  <a:lnTo>
                    <a:pt x="4235741" y="1438891"/>
                  </a:lnTo>
                  <a:lnTo>
                    <a:pt x="4236376" y="1432642"/>
                  </a:lnTo>
                  <a:lnTo>
                    <a:pt x="4237011" y="1426801"/>
                  </a:lnTo>
                  <a:lnTo>
                    <a:pt x="4237645" y="1421198"/>
                  </a:lnTo>
                  <a:lnTo>
                    <a:pt x="4238280" y="1415025"/>
                  </a:lnTo>
                  <a:lnTo>
                    <a:pt x="4238915" y="1407798"/>
                  </a:lnTo>
                  <a:lnTo>
                    <a:pt x="4239550" y="1400339"/>
                  </a:lnTo>
                  <a:lnTo>
                    <a:pt x="4240185" y="1392509"/>
                  </a:lnTo>
                  <a:lnTo>
                    <a:pt x="4240820" y="1384540"/>
                  </a:lnTo>
                  <a:lnTo>
                    <a:pt x="4241455" y="1376486"/>
                  </a:lnTo>
                  <a:lnTo>
                    <a:pt x="4242089" y="1367389"/>
                  </a:lnTo>
                  <a:lnTo>
                    <a:pt x="4242724" y="1359006"/>
                  </a:lnTo>
                  <a:lnTo>
                    <a:pt x="4243359" y="1349694"/>
                  </a:lnTo>
                  <a:lnTo>
                    <a:pt x="4243994" y="1340553"/>
                  </a:lnTo>
                  <a:lnTo>
                    <a:pt x="4244629" y="1331427"/>
                  </a:lnTo>
                  <a:lnTo>
                    <a:pt x="4245264" y="1322097"/>
                  </a:lnTo>
                  <a:lnTo>
                    <a:pt x="4245898" y="1312453"/>
                  </a:lnTo>
                  <a:lnTo>
                    <a:pt x="4246533" y="1302940"/>
                  </a:lnTo>
                  <a:lnTo>
                    <a:pt x="4247168" y="1293787"/>
                  </a:lnTo>
                  <a:lnTo>
                    <a:pt x="4247803" y="1285497"/>
                  </a:lnTo>
                  <a:lnTo>
                    <a:pt x="4248438" y="1277934"/>
                  </a:lnTo>
                  <a:lnTo>
                    <a:pt x="4249073" y="1271485"/>
                  </a:lnTo>
                  <a:lnTo>
                    <a:pt x="4249708" y="1263962"/>
                  </a:lnTo>
                  <a:lnTo>
                    <a:pt x="4250342" y="1256053"/>
                  </a:lnTo>
                  <a:lnTo>
                    <a:pt x="4250977" y="1248553"/>
                  </a:lnTo>
                  <a:lnTo>
                    <a:pt x="4251612" y="1241544"/>
                  </a:lnTo>
                  <a:lnTo>
                    <a:pt x="4252247" y="1234072"/>
                  </a:lnTo>
                  <a:lnTo>
                    <a:pt x="4252882" y="1226939"/>
                  </a:lnTo>
                  <a:lnTo>
                    <a:pt x="4253517" y="1220862"/>
                  </a:lnTo>
                  <a:lnTo>
                    <a:pt x="4254151" y="1215628"/>
                  </a:lnTo>
                  <a:lnTo>
                    <a:pt x="4254786" y="1211041"/>
                  </a:lnTo>
                  <a:lnTo>
                    <a:pt x="4255421" y="1206774"/>
                  </a:lnTo>
                  <a:lnTo>
                    <a:pt x="4256056" y="1201820"/>
                  </a:lnTo>
                  <a:lnTo>
                    <a:pt x="4256691" y="1196497"/>
                  </a:lnTo>
                  <a:lnTo>
                    <a:pt x="4257326" y="1190374"/>
                  </a:lnTo>
                  <a:lnTo>
                    <a:pt x="4257961" y="1183288"/>
                  </a:lnTo>
                  <a:lnTo>
                    <a:pt x="4258595" y="1176681"/>
                  </a:lnTo>
                  <a:lnTo>
                    <a:pt x="4259230" y="1170422"/>
                  </a:lnTo>
                  <a:lnTo>
                    <a:pt x="4259865" y="1162676"/>
                  </a:lnTo>
                  <a:lnTo>
                    <a:pt x="4260500" y="1154391"/>
                  </a:lnTo>
                  <a:lnTo>
                    <a:pt x="4261135" y="1144439"/>
                  </a:lnTo>
                  <a:lnTo>
                    <a:pt x="4261770" y="1132990"/>
                  </a:lnTo>
                  <a:lnTo>
                    <a:pt x="4262404" y="1119110"/>
                  </a:lnTo>
                  <a:lnTo>
                    <a:pt x="4263039" y="1104414"/>
                  </a:lnTo>
                  <a:lnTo>
                    <a:pt x="4263674" y="1088522"/>
                  </a:lnTo>
                  <a:lnTo>
                    <a:pt x="4264309" y="1072231"/>
                  </a:lnTo>
                  <a:lnTo>
                    <a:pt x="4264944" y="1056008"/>
                  </a:lnTo>
                  <a:lnTo>
                    <a:pt x="4265579" y="1040328"/>
                  </a:lnTo>
                  <a:lnTo>
                    <a:pt x="4266214" y="1024184"/>
                  </a:lnTo>
                  <a:lnTo>
                    <a:pt x="4266848" y="1007198"/>
                  </a:lnTo>
                  <a:lnTo>
                    <a:pt x="4267483" y="990509"/>
                  </a:lnTo>
                  <a:lnTo>
                    <a:pt x="4268118" y="973364"/>
                  </a:lnTo>
                  <a:lnTo>
                    <a:pt x="4268753" y="955399"/>
                  </a:lnTo>
                  <a:lnTo>
                    <a:pt x="4269388" y="938711"/>
                  </a:lnTo>
                  <a:lnTo>
                    <a:pt x="4270023" y="923553"/>
                  </a:lnTo>
                  <a:lnTo>
                    <a:pt x="4270657" y="908768"/>
                  </a:lnTo>
                  <a:lnTo>
                    <a:pt x="4271292" y="894719"/>
                  </a:lnTo>
                  <a:lnTo>
                    <a:pt x="4271927" y="882260"/>
                  </a:lnTo>
                  <a:lnTo>
                    <a:pt x="4272562" y="870264"/>
                  </a:lnTo>
                  <a:lnTo>
                    <a:pt x="4273197" y="859365"/>
                  </a:lnTo>
                  <a:lnTo>
                    <a:pt x="4273832" y="848735"/>
                  </a:lnTo>
                  <a:lnTo>
                    <a:pt x="4274467" y="838832"/>
                  </a:lnTo>
                  <a:lnTo>
                    <a:pt x="4275101" y="830430"/>
                  </a:lnTo>
                  <a:lnTo>
                    <a:pt x="4275736" y="822212"/>
                  </a:lnTo>
                  <a:lnTo>
                    <a:pt x="4276371" y="816210"/>
                  </a:lnTo>
                  <a:lnTo>
                    <a:pt x="4277006" y="811342"/>
                  </a:lnTo>
                  <a:lnTo>
                    <a:pt x="4277641" y="808417"/>
                  </a:lnTo>
                  <a:lnTo>
                    <a:pt x="4278276" y="807263"/>
                  </a:lnTo>
                  <a:lnTo>
                    <a:pt x="4278910" y="806838"/>
                  </a:lnTo>
                  <a:lnTo>
                    <a:pt x="4279545" y="806241"/>
                  </a:lnTo>
                  <a:lnTo>
                    <a:pt x="4280180" y="806251"/>
                  </a:lnTo>
                  <a:lnTo>
                    <a:pt x="4280815" y="807344"/>
                  </a:lnTo>
                  <a:lnTo>
                    <a:pt x="4281450" y="809429"/>
                  </a:lnTo>
                  <a:lnTo>
                    <a:pt x="4282085" y="812020"/>
                  </a:lnTo>
                  <a:lnTo>
                    <a:pt x="4282719" y="815765"/>
                  </a:lnTo>
                  <a:lnTo>
                    <a:pt x="4283354" y="821566"/>
                  </a:lnTo>
                  <a:lnTo>
                    <a:pt x="4283989" y="828197"/>
                  </a:lnTo>
                  <a:lnTo>
                    <a:pt x="4284624" y="835372"/>
                  </a:lnTo>
                  <a:lnTo>
                    <a:pt x="4285259" y="842411"/>
                  </a:lnTo>
                  <a:lnTo>
                    <a:pt x="4285894" y="848470"/>
                  </a:lnTo>
                  <a:lnTo>
                    <a:pt x="4286529" y="855785"/>
                  </a:lnTo>
                  <a:lnTo>
                    <a:pt x="4287163" y="864834"/>
                  </a:lnTo>
                  <a:lnTo>
                    <a:pt x="4287798" y="874860"/>
                  </a:lnTo>
                  <a:lnTo>
                    <a:pt x="4288433" y="886642"/>
                  </a:lnTo>
                  <a:lnTo>
                    <a:pt x="4289068" y="899891"/>
                  </a:lnTo>
                  <a:lnTo>
                    <a:pt x="4289703" y="914767"/>
                  </a:lnTo>
                  <a:lnTo>
                    <a:pt x="4290338" y="931296"/>
                  </a:lnTo>
                  <a:lnTo>
                    <a:pt x="4290972" y="948595"/>
                  </a:lnTo>
                  <a:lnTo>
                    <a:pt x="4291607" y="966550"/>
                  </a:lnTo>
                  <a:lnTo>
                    <a:pt x="4292242" y="983566"/>
                  </a:lnTo>
                  <a:lnTo>
                    <a:pt x="4292877" y="998239"/>
                  </a:lnTo>
                  <a:lnTo>
                    <a:pt x="4293512" y="1012977"/>
                  </a:lnTo>
                  <a:lnTo>
                    <a:pt x="4294147" y="1024148"/>
                  </a:lnTo>
                  <a:lnTo>
                    <a:pt x="4294782" y="1035222"/>
                  </a:lnTo>
                  <a:lnTo>
                    <a:pt x="4295416" y="1046794"/>
                  </a:lnTo>
                  <a:lnTo>
                    <a:pt x="4296051" y="1055400"/>
                  </a:lnTo>
                  <a:lnTo>
                    <a:pt x="4296686" y="1061508"/>
                  </a:lnTo>
                  <a:lnTo>
                    <a:pt x="4297321" y="1066441"/>
                  </a:lnTo>
                  <a:lnTo>
                    <a:pt x="4297956" y="1070265"/>
                  </a:lnTo>
                  <a:lnTo>
                    <a:pt x="4298591" y="1072568"/>
                  </a:lnTo>
                  <a:lnTo>
                    <a:pt x="4299225" y="1072780"/>
                  </a:lnTo>
                  <a:lnTo>
                    <a:pt x="4299860" y="1071716"/>
                  </a:lnTo>
                  <a:lnTo>
                    <a:pt x="4300495" y="1069566"/>
                  </a:lnTo>
                  <a:lnTo>
                    <a:pt x="4301130" y="1065775"/>
                  </a:lnTo>
                  <a:lnTo>
                    <a:pt x="4301765" y="1059226"/>
                  </a:lnTo>
                  <a:lnTo>
                    <a:pt x="4302400" y="1053112"/>
                  </a:lnTo>
                  <a:lnTo>
                    <a:pt x="4303035" y="1044570"/>
                  </a:lnTo>
                  <a:lnTo>
                    <a:pt x="4303669" y="1036839"/>
                  </a:lnTo>
                  <a:lnTo>
                    <a:pt x="4304304" y="1029913"/>
                  </a:lnTo>
                  <a:lnTo>
                    <a:pt x="4304939" y="1023581"/>
                  </a:lnTo>
                  <a:lnTo>
                    <a:pt x="4305574" y="1016926"/>
                  </a:lnTo>
                  <a:lnTo>
                    <a:pt x="4306209" y="1010936"/>
                  </a:lnTo>
                  <a:lnTo>
                    <a:pt x="4306844" y="1004299"/>
                  </a:lnTo>
                  <a:lnTo>
                    <a:pt x="4307478" y="997820"/>
                  </a:lnTo>
                  <a:lnTo>
                    <a:pt x="4308113" y="992501"/>
                  </a:lnTo>
                  <a:lnTo>
                    <a:pt x="4308748" y="988506"/>
                  </a:lnTo>
                  <a:lnTo>
                    <a:pt x="4309383" y="985595"/>
                  </a:lnTo>
                  <a:lnTo>
                    <a:pt x="4310018" y="983064"/>
                  </a:lnTo>
                  <a:lnTo>
                    <a:pt x="4310653" y="982053"/>
                  </a:lnTo>
                  <a:lnTo>
                    <a:pt x="4311288" y="982656"/>
                  </a:lnTo>
                  <a:lnTo>
                    <a:pt x="4311922" y="984023"/>
                  </a:lnTo>
                  <a:lnTo>
                    <a:pt x="4312557" y="987537"/>
                  </a:lnTo>
                  <a:lnTo>
                    <a:pt x="4313192" y="992015"/>
                  </a:lnTo>
                  <a:lnTo>
                    <a:pt x="4313827" y="996553"/>
                  </a:lnTo>
                  <a:lnTo>
                    <a:pt x="4314462" y="1000516"/>
                  </a:lnTo>
                  <a:lnTo>
                    <a:pt x="4315097" y="1003449"/>
                  </a:lnTo>
                  <a:lnTo>
                    <a:pt x="4315731" y="1006903"/>
                  </a:lnTo>
                  <a:lnTo>
                    <a:pt x="4316366" y="1010998"/>
                  </a:lnTo>
                  <a:lnTo>
                    <a:pt x="4317001" y="1015145"/>
                  </a:lnTo>
                  <a:lnTo>
                    <a:pt x="4317636" y="1018934"/>
                  </a:lnTo>
                  <a:lnTo>
                    <a:pt x="4318271" y="1022704"/>
                  </a:lnTo>
                  <a:lnTo>
                    <a:pt x="4318906" y="1025936"/>
                  </a:lnTo>
                  <a:lnTo>
                    <a:pt x="4319541" y="1028627"/>
                  </a:lnTo>
                  <a:lnTo>
                    <a:pt x="4320175" y="1031199"/>
                  </a:lnTo>
                  <a:lnTo>
                    <a:pt x="4320810" y="1032457"/>
                  </a:lnTo>
                  <a:lnTo>
                    <a:pt x="4321445" y="1032511"/>
                  </a:lnTo>
                  <a:lnTo>
                    <a:pt x="4322080" y="1031032"/>
                  </a:lnTo>
                  <a:lnTo>
                    <a:pt x="4322715" y="1028989"/>
                  </a:lnTo>
                  <a:lnTo>
                    <a:pt x="4323350" y="1024948"/>
                  </a:lnTo>
                  <a:lnTo>
                    <a:pt x="4323984" y="1019221"/>
                  </a:lnTo>
                  <a:lnTo>
                    <a:pt x="4324619" y="1012139"/>
                  </a:lnTo>
                  <a:lnTo>
                    <a:pt x="4325254" y="1003772"/>
                  </a:lnTo>
                  <a:lnTo>
                    <a:pt x="4325889" y="994169"/>
                  </a:lnTo>
                  <a:lnTo>
                    <a:pt x="4326524" y="984428"/>
                  </a:lnTo>
                  <a:lnTo>
                    <a:pt x="4327159" y="973299"/>
                  </a:lnTo>
                  <a:lnTo>
                    <a:pt x="4327794" y="960927"/>
                  </a:lnTo>
                  <a:lnTo>
                    <a:pt x="4328428" y="949702"/>
                  </a:lnTo>
                  <a:lnTo>
                    <a:pt x="4329063" y="937882"/>
                  </a:lnTo>
                  <a:lnTo>
                    <a:pt x="4329698" y="924340"/>
                  </a:lnTo>
                  <a:lnTo>
                    <a:pt x="4330333" y="912034"/>
                  </a:lnTo>
                  <a:lnTo>
                    <a:pt x="4330968" y="898862"/>
                  </a:lnTo>
                  <a:lnTo>
                    <a:pt x="4331603" y="885853"/>
                  </a:lnTo>
                  <a:lnTo>
                    <a:pt x="4332237" y="873244"/>
                  </a:lnTo>
                  <a:lnTo>
                    <a:pt x="4332872" y="860716"/>
                  </a:lnTo>
                  <a:lnTo>
                    <a:pt x="4333507" y="849683"/>
                  </a:lnTo>
                  <a:lnTo>
                    <a:pt x="4334142" y="837057"/>
                  </a:lnTo>
                  <a:lnTo>
                    <a:pt x="4334777" y="825131"/>
                  </a:lnTo>
                  <a:lnTo>
                    <a:pt x="4335412" y="811584"/>
                  </a:lnTo>
                  <a:lnTo>
                    <a:pt x="4336046" y="798363"/>
                  </a:lnTo>
                  <a:lnTo>
                    <a:pt x="4336681" y="785017"/>
                  </a:lnTo>
                  <a:lnTo>
                    <a:pt x="4337316" y="771252"/>
                  </a:lnTo>
                  <a:lnTo>
                    <a:pt x="4337951" y="758590"/>
                  </a:lnTo>
                  <a:lnTo>
                    <a:pt x="4338586" y="746586"/>
                  </a:lnTo>
                  <a:lnTo>
                    <a:pt x="4339221" y="733188"/>
                  </a:lnTo>
                  <a:lnTo>
                    <a:pt x="4339856" y="721225"/>
                  </a:lnTo>
                  <a:lnTo>
                    <a:pt x="4340490" y="710584"/>
                  </a:lnTo>
                  <a:lnTo>
                    <a:pt x="4341125" y="698846"/>
                  </a:lnTo>
                  <a:lnTo>
                    <a:pt x="4341760" y="687975"/>
                  </a:lnTo>
                  <a:lnTo>
                    <a:pt x="4342395" y="678766"/>
                  </a:lnTo>
                  <a:lnTo>
                    <a:pt x="4343030" y="670734"/>
                  </a:lnTo>
                  <a:lnTo>
                    <a:pt x="4343665" y="662704"/>
                  </a:lnTo>
                  <a:lnTo>
                    <a:pt x="4344299" y="656434"/>
                  </a:lnTo>
                  <a:lnTo>
                    <a:pt x="4344934" y="652051"/>
                  </a:lnTo>
                  <a:lnTo>
                    <a:pt x="4345569" y="648766"/>
                  </a:lnTo>
                  <a:lnTo>
                    <a:pt x="4346204" y="646268"/>
                  </a:lnTo>
                  <a:lnTo>
                    <a:pt x="4346839" y="645496"/>
                  </a:lnTo>
                  <a:lnTo>
                    <a:pt x="4347474" y="645243"/>
                  </a:lnTo>
                  <a:lnTo>
                    <a:pt x="4348109" y="645947"/>
                  </a:lnTo>
                  <a:lnTo>
                    <a:pt x="4348743" y="647522"/>
                  </a:lnTo>
                  <a:lnTo>
                    <a:pt x="4349378" y="649022"/>
                  </a:lnTo>
                  <a:lnTo>
                    <a:pt x="4350013" y="650245"/>
                  </a:lnTo>
                  <a:lnTo>
                    <a:pt x="4350648" y="651025"/>
                  </a:lnTo>
                  <a:lnTo>
                    <a:pt x="4351283" y="650880"/>
                  </a:lnTo>
                  <a:lnTo>
                    <a:pt x="4351918" y="649224"/>
                  </a:lnTo>
                  <a:lnTo>
                    <a:pt x="4352552" y="647265"/>
                  </a:lnTo>
                  <a:lnTo>
                    <a:pt x="4353187" y="644978"/>
                  </a:lnTo>
                  <a:lnTo>
                    <a:pt x="4353822" y="642266"/>
                  </a:lnTo>
                  <a:lnTo>
                    <a:pt x="4354457" y="640124"/>
                  </a:lnTo>
                  <a:lnTo>
                    <a:pt x="4355092" y="638725"/>
                  </a:lnTo>
                  <a:lnTo>
                    <a:pt x="4355727" y="637725"/>
                  </a:lnTo>
                  <a:lnTo>
                    <a:pt x="4356362" y="636986"/>
                  </a:lnTo>
                  <a:lnTo>
                    <a:pt x="4356996" y="635398"/>
                  </a:lnTo>
                  <a:lnTo>
                    <a:pt x="4357631" y="633241"/>
                  </a:lnTo>
                  <a:lnTo>
                    <a:pt x="4358266" y="630582"/>
                  </a:lnTo>
                  <a:lnTo>
                    <a:pt x="4358901" y="627615"/>
                  </a:lnTo>
                  <a:lnTo>
                    <a:pt x="4359536" y="624504"/>
                  </a:lnTo>
                  <a:lnTo>
                    <a:pt x="4360171" y="621035"/>
                  </a:lnTo>
                  <a:lnTo>
                    <a:pt x="4360805" y="618596"/>
                  </a:lnTo>
                  <a:lnTo>
                    <a:pt x="4361440" y="616680"/>
                  </a:lnTo>
                  <a:lnTo>
                    <a:pt x="4362075" y="614803"/>
                  </a:lnTo>
                  <a:lnTo>
                    <a:pt x="4362710" y="614133"/>
                  </a:lnTo>
                  <a:lnTo>
                    <a:pt x="4363345" y="612873"/>
                  </a:lnTo>
                  <a:lnTo>
                    <a:pt x="4363980" y="610127"/>
                  </a:lnTo>
                  <a:lnTo>
                    <a:pt x="4364615" y="606227"/>
                  </a:lnTo>
                  <a:lnTo>
                    <a:pt x="4365249" y="602112"/>
                  </a:lnTo>
                  <a:lnTo>
                    <a:pt x="4365884" y="597436"/>
                  </a:lnTo>
                  <a:lnTo>
                    <a:pt x="4366519" y="592386"/>
                  </a:lnTo>
                  <a:lnTo>
                    <a:pt x="4367154" y="587310"/>
                  </a:lnTo>
                  <a:lnTo>
                    <a:pt x="4367789" y="582340"/>
                  </a:lnTo>
                  <a:lnTo>
                    <a:pt x="4368424" y="577831"/>
                  </a:lnTo>
                  <a:lnTo>
                    <a:pt x="4369058" y="574748"/>
                  </a:lnTo>
                  <a:lnTo>
                    <a:pt x="4369693" y="571888"/>
                  </a:lnTo>
                  <a:lnTo>
                    <a:pt x="4370328" y="570260"/>
                  </a:lnTo>
                  <a:lnTo>
                    <a:pt x="4370963" y="567664"/>
                  </a:lnTo>
                  <a:lnTo>
                    <a:pt x="4371598" y="565831"/>
                  </a:lnTo>
                  <a:lnTo>
                    <a:pt x="4372233" y="564833"/>
                  </a:lnTo>
                  <a:lnTo>
                    <a:pt x="4372868" y="564891"/>
                  </a:lnTo>
                  <a:lnTo>
                    <a:pt x="4373502" y="565892"/>
                  </a:lnTo>
                  <a:lnTo>
                    <a:pt x="4374137" y="566494"/>
                  </a:lnTo>
                  <a:lnTo>
                    <a:pt x="4374772" y="568463"/>
                  </a:lnTo>
                  <a:lnTo>
                    <a:pt x="4375407" y="571127"/>
                  </a:lnTo>
                  <a:lnTo>
                    <a:pt x="4376042" y="574622"/>
                  </a:lnTo>
                  <a:lnTo>
                    <a:pt x="4376677" y="580739"/>
                  </a:lnTo>
                  <a:lnTo>
                    <a:pt x="4377311" y="588539"/>
                  </a:lnTo>
                  <a:lnTo>
                    <a:pt x="4377946" y="596516"/>
                  </a:lnTo>
                  <a:lnTo>
                    <a:pt x="4378581" y="605200"/>
                  </a:lnTo>
                  <a:lnTo>
                    <a:pt x="4379216" y="613388"/>
                  </a:lnTo>
                  <a:lnTo>
                    <a:pt x="4379851" y="622313"/>
                  </a:lnTo>
                  <a:lnTo>
                    <a:pt x="4380486" y="630157"/>
                  </a:lnTo>
                  <a:lnTo>
                    <a:pt x="4381121" y="637346"/>
                  </a:lnTo>
                  <a:lnTo>
                    <a:pt x="4381755" y="643841"/>
                  </a:lnTo>
                  <a:lnTo>
                    <a:pt x="4382390" y="648961"/>
                  </a:lnTo>
                  <a:lnTo>
                    <a:pt x="4383025" y="654713"/>
                  </a:lnTo>
                  <a:lnTo>
                    <a:pt x="4383660" y="659864"/>
                  </a:lnTo>
                  <a:lnTo>
                    <a:pt x="4384295" y="664416"/>
                  </a:lnTo>
                  <a:lnTo>
                    <a:pt x="4384930" y="668793"/>
                  </a:lnTo>
                  <a:lnTo>
                    <a:pt x="4385564" y="671187"/>
                  </a:lnTo>
                  <a:lnTo>
                    <a:pt x="4386199" y="672148"/>
                  </a:lnTo>
                  <a:lnTo>
                    <a:pt x="4386834" y="673354"/>
                  </a:lnTo>
                  <a:lnTo>
                    <a:pt x="4387469" y="674190"/>
                  </a:lnTo>
                  <a:lnTo>
                    <a:pt x="4388104" y="675070"/>
                  </a:lnTo>
                  <a:lnTo>
                    <a:pt x="4388739" y="677088"/>
                  </a:lnTo>
                  <a:lnTo>
                    <a:pt x="4389373" y="681091"/>
                  </a:lnTo>
                  <a:lnTo>
                    <a:pt x="4390008" y="685472"/>
                  </a:lnTo>
                  <a:lnTo>
                    <a:pt x="4390643" y="690100"/>
                  </a:lnTo>
                  <a:lnTo>
                    <a:pt x="4391278" y="695217"/>
                  </a:lnTo>
                  <a:lnTo>
                    <a:pt x="4391913" y="699346"/>
                  </a:lnTo>
                  <a:lnTo>
                    <a:pt x="4392548" y="704615"/>
                  </a:lnTo>
                  <a:lnTo>
                    <a:pt x="4393183" y="711099"/>
                  </a:lnTo>
                  <a:lnTo>
                    <a:pt x="4393817" y="719004"/>
                  </a:lnTo>
                  <a:lnTo>
                    <a:pt x="4394452" y="727868"/>
                  </a:lnTo>
                  <a:lnTo>
                    <a:pt x="4395087" y="737885"/>
                  </a:lnTo>
                  <a:lnTo>
                    <a:pt x="4395722" y="749569"/>
                  </a:lnTo>
                  <a:lnTo>
                    <a:pt x="4396357" y="760615"/>
                  </a:lnTo>
                  <a:lnTo>
                    <a:pt x="4396992" y="770624"/>
                  </a:lnTo>
                  <a:lnTo>
                    <a:pt x="4397626" y="780582"/>
                  </a:lnTo>
                  <a:lnTo>
                    <a:pt x="4398261" y="789275"/>
                  </a:lnTo>
                  <a:lnTo>
                    <a:pt x="4398896" y="796365"/>
                  </a:lnTo>
                  <a:lnTo>
                    <a:pt x="4399531" y="802122"/>
                  </a:lnTo>
                  <a:lnTo>
                    <a:pt x="4400166" y="806545"/>
                  </a:lnTo>
                  <a:lnTo>
                    <a:pt x="4400801" y="809969"/>
                  </a:lnTo>
                  <a:lnTo>
                    <a:pt x="4401436" y="812164"/>
                  </a:lnTo>
                  <a:lnTo>
                    <a:pt x="4402070" y="812912"/>
                  </a:lnTo>
                  <a:lnTo>
                    <a:pt x="4402705" y="812885"/>
                  </a:lnTo>
                  <a:lnTo>
                    <a:pt x="4403340" y="811215"/>
                  </a:lnTo>
                  <a:lnTo>
                    <a:pt x="4403975" y="808089"/>
                  </a:lnTo>
                  <a:lnTo>
                    <a:pt x="4404610" y="802710"/>
                  </a:lnTo>
                  <a:lnTo>
                    <a:pt x="4405245" y="794916"/>
                  </a:lnTo>
                  <a:lnTo>
                    <a:pt x="4405879" y="785378"/>
                  </a:lnTo>
                  <a:lnTo>
                    <a:pt x="4406514" y="774642"/>
                  </a:lnTo>
                  <a:lnTo>
                    <a:pt x="4407149" y="761821"/>
                  </a:lnTo>
                  <a:lnTo>
                    <a:pt x="4407784" y="747919"/>
                  </a:lnTo>
                  <a:lnTo>
                    <a:pt x="4408419" y="732851"/>
                  </a:lnTo>
                  <a:lnTo>
                    <a:pt x="4409054" y="718561"/>
                  </a:lnTo>
                  <a:lnTo>
                    <a:pt x="4409689" y="705173"/>
                  </a:lnTo>
                  <a:lnTo>
                    <a:pt x="4410323" y="692268"/>
                  </a:lnTo>
                  <a:lnTo>
                    <a:pt x="4410958" y="679914"/>
                  </a:lnTo>
                  <a:lnTo>
                    <a:pt x="4411593" y="667985"/>
                  </a:lnTo>
                  <a:lnTo>
                    <a:pt x="4412228" y="654847"/>
                  </a:lnTo>
                  <a:lnTo>
                    <a:pt x="4412863" y="642371"/>
                  </a:lnTo>
                  <a:lnTo>
                    <a:pt x="4413498" y="630610"/>
                  </a:lnTo>
                  <a:lnTo>
                    <a:pt x="4414132" y="619407"/>
                  </a:lnTo>
                  <a:lnTo>
                    <a:pt x="4414767" y="609238"/>
                  </a:lnTo>
                  <a:lnTo>
                    <a:pt x="4415402" y="600959"/>
                  </a:lnTo>
                  <a:lnTo>
                    <a:pt x="4416037" y="594236"/>
                  </a:lnTo>
                  <a:lnTo>
                    <a:pt x="4416672" y="588960"/>
                  </a:lnTo>
                  <a:lnTo>
                    <a:pt x="4417307" y="584523"/>
                  </a:lnTo>
                  <a:lnTo>
                    <a:pt x="4417942" y="580874"/>
                  </a:lnTo>
                  <a:lnTo>
                    <a:pt x="4418576" y="577570"/>
                  </a:lnTo>
                  <a:lnTo>
                    <a:pt x="4419211" y="573925"/>
                  </a:lnTo>
                  <a:lnTo>
                    <a:pt x="4419846" y="571636"/>
                  </a:lnTo>
                  <a:lnTo>
                    <a:pt x="4420481" y="569398"/>
                  </a:lnTo>
                  <a:lnTo>
                    <a:pt x="4421116" y="569529"/>
                  </a:lnTo>
                  <a:lnTo>
                    <a:pt x="4421751" y="571440"/>
                  </a:lnTo>
                  <a:lnTo>
                    <a:pt x="4422385" y="574268"/>
                  </a:lnTo>
                  <a:lnTo>
                    <a:pt x="4423020" y="578050"/>
                  </a:lnTo>
                  <a:lnTo>
                    <a:pt x="4423655" y="583089"/>
                  </a:lnTo>
                  <a:lnTo>
                    <a:pt x="4424290" y="588513"/>
                  </a:lnTo>
                  <a:lnTo>
                    <a:pt x="4424925" y="594129"/>
                  </a:lnTo>
                  <a:lnTo>
                    <a:pt x="4425560" y="600810"/>
                  </a:lnTo>
                  <a:lnTo>
                    <a:pt x="4426195" y="609212"/>
                  </a:lnTo>
                  <a:lnTo>
                    <a:pt x="4426829" y="618264"/>
                  </a:lnTo>
                  <a:lnTo>
                    <a:pt x="4427464" y="626943"/>
                  </a:lnTo>
                  <a:lnTo>
                    <a:pt x="4428099" y="635897"/>
                  </a:lnTo>
                  <a:lnTo>
                    <a:pt x="4428734" y="646199"/>
                  </a:lnTo>
                  <a:lnTo>
                    <a:pt x="4429369" y="655028"/>
                  </a:lnTo>
                  <a:lnTo>
                    <a:pt x="4430004" y="664590"/>
                  </a:lnTo>
                  <a:lnTo>
                    <a:pt x="4430638" y="673011"/>
                  </a:lnTo>
                  <a:lnTo>
                    <a:pt x="4431273" y="680434"/>
                  </a:lnTo>
                  <a:lnTo>
                    <a:pt x="4431908" y="687716"/>
                  </a:lnTo>
                  <a:lnTo>
                    <a:pt x="4432543" y="696142"/>
                  </a:lnTo>
                  <a:lnTo>
                    <a:pt x="4433178" y="704515"/>
                  </a:lnTo>
                  <a:lnTo>
                    <a:pt x="4433813" y="713852"/>
                  </a:lnTo>
                  <a:lnTo>
                    <a:pt x="4434448" y="723533"/>
                  </a:lnTo>
                  <a:lnTo>
                    <a:pt x="4435082" y="732437"/>
                  </a:lnTo>
                  <a:lnTo>
                    <a:pt x="4435717" y="739476"/>
                  </a:lnTo>
                  <a:lnTo>
                    <a:pt x="4436352" y="745655"/>
                  </a:lnTo>
                  <a:lnTo>
                    <a:pt x="4436987" y="751413"/>
                  </a:lnTo>
                  <a:lnTo>
                    <a:pt x="4437622" y="755203"/>
                  </a:lnTo>
                  <a:lnTo>
                    <a:pt x="4438257" y="758310"/>
                  </a:lnTo>
                  <a:lnTo>
                    <a:pt x="4438891" y="761715"/>
                  </a:lnTo>
                  <a:lnTo>
                    <a:pt x="4439526" y="764817"/>
                  </a:lnTo>
                  <a:lnTo>
                    <a:pt x="4440161" y="768687"/>
                  </a:lnTo>
                  <a:lnTo>
                    <a:pt x="4440796" y="771349"/>
                  </a:lnTo>
                  <a:lnTo>
                    <a:pt x="4441431" y="773382"/>
                  </a:lnTo>
                  <a:lnTo>
                    <a:pt x="4442066" y="774639"/>
                  </a:lnTo>
                  <a:lnTo>
                    <a:pt x="4442701" y="775013"/>
                  </a:lnTo>
                  <a:lnTo>
                    <a:pt x="4443335" y="772902"/>
                  </a:lnTo>
                  <a:lnTo>
                    <a:pt x="4443970" y="770166"/>
                  </a:lnTo>
                  <a:lnTo>
                    <a:pt x="4444605" y="766544"/>
                  </a:lnTo>
                  <a:lnTo>
                    <a:pt x="4445240" y="762705"/>
                  </a:lnTo>
                  <a:lnTo>
                    <a:pt x="4445875" y="758737"/>
                  </a:lnTo>
                  <a:lnTo>
                    <a:pt x="4446510" y="753401"/>
                  </a:lnTo>
                  <a:lnTo>
                    <a:pt x="4447144" y="747893"/>
                  </a:lnTo>
                  <a:lnTo>
                    <a:pt x="4447779" y="742727"/>
                  </a:lnTo>
                  <a:lnTo>
                    <a:pt x="4448414" y="738334"/>
                  </a:lnTo>
                  <a:lnTo>
                    <a:pt x="4449049" y="735270"/>
                  </a:lnTo>
                  <a:lnTo>
                    <a:pt x="4449684" y="732675"/>
                  </a:lnTo>
                  <a:lnTo>
                    <a:pt x="4450319" y="731888"/>
                  </a:lnTo>
                  <a:lnTo>
                    <a:pt x="4450953" y="732846"/>
                  </a:lnTo>
                  <a:lnTo>
                    <a:pt x="4451588" y="735033"/>
                  </a:lnTo>
                  <a:lnTo>
                    <a:pt x="4452223" y="737613"/>
                  </a:lnTo>
                  <a:lnTo>
                    <a:pt x="4452858" y="741456"/>
                  </a:lnTo>
                  <a:lnTo>
                    <a:pt x="4453493" y="744016"/>
                  </a:lnTo>
                  <a:lnTo>
                    <a:pt x="4454128" y="747113"/>
                  </a:lnTo>
                  <a:lnTo>
                    <a:pt x="4454763" y="749985"/>
                  </a:lnTo>
                  <a:lnTo>
                    <a:pt x="4455397" y="753019"/>
                  </a:lnTo>
                  <a:lnTo>
                    <a:pt x="4456032" y="757986"/>
                  </a:lnTo>
                  <a:lnTo>
                    <a:pt x="4456667" y="765785"/>
                  </a:lnTo>
                  <a:lnTo>
                    <a:pt x="4457302" y="772926"/>
                  </a:lnTo>
                  <a:lnTo>
                    <a:pt x="4457937" y="781603"/>
                  </a:lnTo>
                  <a:lnTo>
                    <a:pt x="4458572" y="791309"/>
                  </a:lnTo>
                  <a:lnTo>
                    <a:pt x="4459206" y="802532"/>
                  </a:lnTo>
                  <a:lnTo>
                    <a:pt x="4459841" y="813856"/>
                  </a:lnTo>
                  <a:lnTo>
                    <a:pt x="4460476" y="824618"/>
                  </a:lnTo>
                  <a:lnTo>
                    <a:pt x="4461111" y="837946"/>
                  </a:lnTo>
                  <a:lnTo>
                    <a:pt x="4461746" y="852066"/>
                  </a:lnTo>
                  <a:lnTo>
                    <a:pt x="4462381" y="868353"/>
                  </a:lnTo>
                  <a:lnTo>
                    <a:pt x="4463016" y="886318"/>
                  </a:lnTo>
                  <a:lnTo>
                    <a:pt x="4463650" y="905451"/>
                  </a:lnTo>
                  <a:lnTo>
                    <a:pt x="4464285" y="924098"/>
                  </a:lnTo>
                  <a:lnTo>
                    <a:pt x="4464920" y="942430"/>
                  </a:lnTo>
                  <a:lnTo>
                    <a:pt x="4465555" y="960035"/>
                  </a:lnTo>
                  <a:lnTo>
                    <a:pt x="4466190" y="978249"/>
                  </a:lnTo>
                  <a:lnTo>
                    <a:pt x="4466825" y="995029"/>
                  </a:lnTo>
                  <a:lnTo>
                    <a:pt x="4467459" y="1010352"/>
                  </a:lnTo>
                  <a:lnTo>
                    <a:pt x="4468094" y="1026567"/>
                  </a:lnTo>
                  <a:lnTo>
                    <a:pt x="4468729" y="1041860"/>
                  </a:lnTo>
                  <a:lnTo>
                    <a:pt x="4469364" y="1054866"/>
                  </a:lnTo>
                  <a:lnTo>
                    <a:pt x="4469999" y="1066991"/>
                  </a:lnTo>
                  <a:lnTo>
                    <a:pt x="4470634" y="1077699"/>
                  </a:lnTo>
                  <a:lnTo>
                    <a:pt x="4471269" y="1085817"/>
                  </a:lnTo>
                  <a:lnTo>
                    <a:pt x="4471903" y="1090897"/>
                  </a:lnTo>
                  <a:lnTo>
                    <a:pt x="4472538" y="1093752"/>
                  </a:lnTo>
                  <a:lnTo>
                    <a:pt x="4473173" y="1093883"/>
                  </a:lnTo>
                  <a:lnTo>
                    <a:pt x="4473808" y="1090553"/>
                  </a:lnTo>
                  <a:lnTo>
                    <a:pt x="4474443" y="1085412"/>
                  </a:lnTo>
                  <a:lnTo>
                    <a:pt x="4475078" y="1078347"/>
                  </a:lnTo>
                  <a:lnTo>
                    <a:pt x="4475712" y="1070210"/>
                  </a:lnTo>
                  <a:lnTo>
                    <a:pt x="4476347" y="1061900"/>
                  </a:lnTo>
                  <a:lnTo>
                    <a:pt x="4476982" y="1053722"/>
                  </a:lnTo>
                  <a:lnTo>
                    <a:pt x="4477617" y="1045858"/>
                  </a:lnTo>
                  <a:lnTo>
                    <a:pt x="4478252" y="1038571"/>
                  </a:lnTo>
                  <a:lnTo>
                    <a:pt x="4478887" y="1032538"/>
                  </a:lnTo>
                  <a:lnTo>
                    <a:pt x="4479522" y="1025866"/>
                  </a:lnTo>
                  <a:lnTo>
                    <a:pt x="4480156" y="1018976"/>
                  </a:lnTo>
                  <a:lnTo>
                    <a:pt x="4480791" y="1012371"/>
                  </a:lnTo>
                  <a:lnTo>
                    <a:pt x="4481426" y="1006547"/>
                  </a:lnTo>
                  <a:lnTo>
                    <a:pt x="4482061" y="1001306"/>
                  </a:lnTo>
                  <a:lnTo>
                    <a:pt x="4482696" y="996177"/>
                  </a:lnTo>
                  <a:lnTo>
                    <a:pt x="4483331" y="992263"/>
                  </a:lnTo>
                  <a:lnTo>
                    <a:pt x="4483965" y="988558"/>
                  </a:lnTo>
                  <a:lnTo>
                    <a:pt x="4484600" y="985171"/>
                  </a:lnTo>
                  <a:lnTo>
                    <a:pt x="4485235" y="983280"/>
                  </a:lnTo>
                  <a:lnTo>
                    <a:pt x="4485870" y="981725"/>
                  </a:lnTo>
                  <a:lnTo>
                    <a:pt x="4486505" y="979990"/>
                  </a:lnTo>
                  <a:lnTo>
                    <a:pt x="4487140" y="978813"/>
                  </a:lnTo>
                  <a:lnTo>
                    <a:pt x="4487775" y="976605"/>
                  </a:lnTo>
                  <a:lnTo>
                    <a:pt x="4488409" y="973674"/>
                  </a:lnTo>
                  <a:lnTo>
                    <a:pt x="4489044" y="971902"/>
                  </a:lnTo>
                  <a:lnTo>
                    <a:pt x="4489679" y="969058"/>
                  </a:lnTo>
                  <a:lnTo>
                    <a:pt x="4490314" y="966625"/>
                  </a:lnTo>
                  <a:lnTo>
                    <a:pt x="4490949" y="964743"/>
                  </a:lnTo>
                  <a:lnTo>
                    <a:pt x="4491584" y="963195"/>
                  </a:lnTo>
                  <a:lnTo>
                    <a:pt x="4492218" y="962150"/>
                  </a:lnTo>
                  <a:lnTo>
                    <a:pt x="4492853" y="962387"/>
                  </a:lnTo>
                  <a:lnTo>
                    <a:pt x="4493488" y="962885"/>
                  </a:lnTo>
                  <a:lnTo>
                    <a:pt x="4494123" y="963593"/>
                  </a:lnTo>
                  <a:lnTo>
                    <a:pt x="4494758" y="965342"/>
                  </a:lnTo>
                  <a:lnTo>
                    <a:pt x="4495393" y="966953"/>
                  </a:lnTo>
                  <a:lnTo>
                    <a:pt x="4496028" y="968066"/>
                  </a:lnTo>
                  <a:lnTo>
                    <a:pt x="4496662" y="968482"/>
                  </a:lnTo>
                  <a:lnTo>
                    <a:pt x="4497297" y="969350"/>
                  </a:lnTo>
                  <a:lnTo>
                    <a:pt x="4497932" y="970406"/>
                  </a:lnTo>
                  <a:lnTo>
                    <a:pt x="4498567" y="970188"/>
                  </a:lnTo>
                  <a:lnTo>
                    <a:pt x="4499202" y="967997"/>
                  </a:lnTo>
                  <a:lnTo>
                    <a:pt x="4499837" y="966297"/>
                  </a:lnTo>
                  <a:lnTo>
                    <a:pt x="4500471" y="964557"/>
                  </a:lnTo>
                  <a:lnTo>
                    <a:pt x="4501106" y="964221"/>
                  </a:lnTo>
                  <a:lnTo>
                    <a:pt x="4501741" y="963762"/>
                  </a:lnTo>
                  <a:lnTo>
                    <a:pt x="4502376" y="964055"/>
                  </a:lnTo>
                  <a:lnTo>
                    <a:pt x="4503011" y="964298"/>
                  </a:lnTo>
                  <a:lnTo>
                    <a:pt x="4503646" y="964237"/>
                  </a:lnTo>
                  <a:lnTo>
                    <a:pt x="4504280" y="962456"/>
                  </a:lnTo>
                  <a:lnTo>
                    <a:pt x="4504915" y="960260"/>
                  </a:lnTo>
                  <a:lnTo>
                    <a:pt x="4505550" y="958235"/>
                  </a:lnTo>
                  <a:lnTo>
                    <a:pt x="4506185" y="956788"/>
                  </a:lnTo>
                  <a:lnTo>
                    <a:pt x="4506820" y="955605"/>
                  </a:lnTo>
                  <a:lnTo>
                    <a:pt x="4507455" y="955413"/>
                  </a:lnTo>
                  <a:lnTo>
                    <a:pt x="4508090" y="954864"/>
                  </a:lnTo>
                  <a:lnTo>
                    <a:pt x="4508724" y="954016"/>
                  </a:lnTo>
                  <a:lnTo>
                    <a:pt x="4509359" y="953886"/>
                  </a:lnTo>
                  <a:lnTo>
                    <a:pt x="4509994" y="953448"/>
                  </a:lnTo>
                  <a:lnTo>
                    <a:pt x="4510629" y="954254"/>
                  </a:lnTo>
                  <a:lnTo>
                    <a:pt x="4511264" y="955709"/>
                  </a:lnTo>
                  <a:lnTo>
                    <a:pt x="4511899" y="959043"/>
                  </a:lnTo>
                  <a:lnTo>
                    <a:pt x="4512533" y="962990"/>
                  </a:lnTo>
                  <a:lnTo>
                    <a:pt x="4513168" y="967531"/>
                  </a:lnTo>
                  <a:lnTo>
                    <a:pt x="4513803" y="973378"/>
                  </a:lnTo>
                  <a:lnTo>
                    <a:pt x="4514438" y="979961"/>
                  </a:lnTo>
                  <a:lnTo>
                    <a:pt x="4515073" y="986698"/>
                  </a:lnTo>
                  <a:lnTo>
                    <a:pt x="4515708" y="993468"/>
                  </a:lnTo>
                  <a:lnTo>
                    <a:pt x="4516343" y="999775"/>
                  </a:lnTo>
                  <a:lnTo>
                    <a:pt x="4516977" y="1006451"/>
                  </a:lnTo>
                  <a:lnTo>
                    <a:pt x="4517612" y="1014016"/>
                  </a:lnTo>
                  <a:lnTo>
                    <a:pt x="4518247" y="1021355"/>
                  </a:lnTo>
                  <a:lnTo>
                    <a:pt x="4518882" y="1030384"/>
                  </a:lnTo>
                  <a:lnTo>
                    <a:pt x="4519517" y="1037912"/>
                  </a:lnTo>
                  <a:lnTo>
                    <a:pt x="4520152" y="1045204"/>
                  </a:lnTo>
                  <a:lnTo>
                    <a:pt x="4520786" y="1052543"/>
                  </a:lnTo>
                  <a:lnTo>
                    <a:pt x="4521421" y="1058753"/>
                  </a:lnTo>
                  <a:lnTo>
                    <a:pt x="4522056" y="1064757"/>
                  </a:lnTo>
                  <a:lnTo>
                    <a:pt x="4522691" y="1070336"/>
                  </a:lnTo>
                  <a:lnTo>
                    <a:pt x="4523326" y="1075388"/>
                  </a:lnTo>
                  <a:lnTo>
                    <a:pt x="4523961" y="1080566"/>
                  </a:lnTo>
                  <a:lnTo>
                    <a:pt x="4524596" y="1085632"/>
                  </a:lnTo>
                  <a:lnTo>
                    <a:pt x="4525230" y="1090513"/>
                  </a:lnTo>
                  <a:lnTo>
                    <a:pt x="4525865" y="1095453"/>
                  </a:lnTo>
                  <a:lnTo>
                    <a:pt x="4526500" y="1101485"/>
                  </a:lnTo>
                  <a:lnTo>
                    <a:pt x="4527135" y="1108245"/>
                  </a:lnTo>
                  <a:lnTo>
                    <a:pt x="4527770" y="1116280"/>
                  </a:lnTo>
                  <a:lnTo>
                    <a:pt x="4528405" y="1124760"/>
                  </a:lnTo>
                  <a:lnTo>
                    <a:pt x="4529039" y="1133022"/>
                  </a:lnTo>
                  <a:lnTo>
                    <a:pt x="4529674" y="1141999"/>
                  </a:lnTo>
                  <a:lnTo>
                    <a:pt x="4530309" y="1150069"/>
                  </a:lnTo>
                  <a:lnTo>
                    <a:pt x="4530944" y="1158531"/>
                  </a:lnTo>
                  <a:lnTo>
                    <a:pt x="4531579" y="1167445"/>
                  </a:lnTo>
                  <a:lnTo>
                    <a:pt x="4532214" y="1176948"/>
                  </a:lnTo>
                  <a:lnTo>
                    <a:pt x="4532849" y="1187659"/>
                  </a:lnTo>
                  <a:lnTo>
                    <a:pt x="4533483" y="1199062"/>
                  </a:lnTo>
                  <a:lnTo>
                    <a:pt x="4534118" y="1211520"/>
                  </a:lnTo>
                  <a:lnTo>
                    <a:pt x="4534753" y="1223902"/>
                  </a:lnTo>
                  <a:lnTo>
                    <a:pt x="4535388" y="1237144"/>
                  </a:lnTo>
                  <a:lnTo>
                    <a:pt x="4536023" y="1249599"/>
                  </a:lnTo>
                  <a:lnTo>
                    <a:pt x="4536658" y="1261210"/>
                  </a:lnTo>
                  <a:lnTo>
                    <a:pt x="4537292" y="1271233"/>
                  </a:lnTo>
                  <a:lnTo>
                    <a:pt x="4537927" y="1280163"/>
                  </a:lnTo>
                  <a:lnTo>
                    <a:pt x="4538562" y="1288273"/>
                  </a:lnTo>
                  <a:lnTo>
                    <a:pt x="4539197" y="1297120"/>
                  </a:lnTo>
                  <a:lnTo>
                    <a:pt x="4539832" y="1305409"/>
                  </a:lnTo>
                  <a:lnTo>
                    <a:pt x="4540467" y="1314027"/>
                  </a:lnTo>
                  <a:lnTo>
                    <a:pt x="4541102" y="1322271"/>
                  </a:lnTo>
                  <a:lnTo>
                    <a:pt x="4541736" y="1329519"/>
                  </a:lnTo>
                  <a:lnTo>
                    <a:pt x="4542371" y="1335114"/>
                  </a:lnTo>
                  <a:lnTo>
                    <a:pt x="4543006" y="1339430"/>
                  </a:lnTo>
                  <a:lnTo>
                    <a:pt x="4543641" y="1343423"/>
                  </a:lnTo>
                  <a:lnTo>
                    <a:pt x="4544276" y="1348666"/>
                  </a:lnTo>
                  <a:lnTo>
                    <a:pt x="4544911" y="1354522"/>
                  </a:lnTo>
                  <a:lnTo>
                    <a:pt x="4545545" y="1360568"/>
                  </a:lnTo>
                  <a:lnTo>
                    <a:pt x="4546180" y="1366775"/>
                  </a:lnTo>
                  <a:lnTo>
                    <a:pt x="4546815" y="1372766"/>
                  </a:lnTo>
                  <a:lnTo>
                    <a:pt x="4547450" y="1377988"/>
                  </a:lnTo>
                  <a:lnTo>
                    <a:pt x="4548085" y="1382820"/>
                  </a:lnTo>
                  <a:lnTo>
                    <a:pt x="4548720" y="1385516"/>
                  </a:lnTo>
                  <a:lnTo>
                    <a:pt x="4549355" y="1387068"/>
                  </a:lnTo>
                  <a:lnTo>
                    <a:pt x="4549989" y="1388464"/>
                  </a:lnTo>
                  <a:lnTo>
                    <a:pt x="4550624" y="1389715"/>
                  </a:lnTo>
                  <a:lnTo>
                    <a:pt x="4551259" y="1390293"/>
                  </a:lnTo>
                  <a:lnTo>
                    <a:pt x="4551894" y="1390630"/>
                  </a:lnTo>
                  <a:lnTo>
                    <a:pt x="4552529" y="1392826"/>
                  </a:lnTo>
                  <a:lnTo>
                    <a:pt x="4553164" y="1394995"/>
                  </a:lnTo>
                  <a:lnTo>
                    <a:pt x="4553798" y="1397197"/>
                  </a:lnTo>
                  <a:lnTo>
                    <a:pt x="4554433" y="1400512"/>
                  </a:lnTo>
                  <a:lnTo>
                    <a:pt x="4555068" y="1404858"/>
                  </a:lnTo>
                  <a:lnTo>
                    <a:pt x="4555703" y="1408566"/>
                  </a:lnTo>
                  <a:lnTo>
                    <a:pt x="4556338" y="1412992"/>
                  </a:lnTo>
                  <a:lnTo>
                    <a:pt x="4556973" y="1417239"/>
                  </a:lnTo>
                  <a:lnTo>
                    <a:pt x="4557607" y="1422157"/>
                  </a:lnTo>
                  <a:lnTo>
                    <a:pt x="4558242" y="1427340"/>
                  </a:lnTo>
                  <a:lnTo>
                    <a:pt x="4558877" y="1432035"/>
                  </a:lnTo>
                  <a:lnTo>
                    <a:pt x="4559512" y="1436326"/>
                  </a:lnTo>
                  <a:lnTo>
                    <a:pt x="4560147" y="1439891"/>
                  </a:lnTo>
                  <a:lnTo>
                    <a:pt x="4560782" y="1443171"/>
                  </a:lnTo>
                  <a:lnTo>
                    <a:pt x="4561417" y="1446182"/>
                  </a:lnTo>
                  <a:lnTo>
                    <a:pt x="4562051" y="1448926"/>
                  </a:lnTo>
                  <a:lnTo>
                    <a:pt x="4562686" y="1452147"/>
                  </a:lnTo>
                  <a:lnTo>
                    <a:pt x="4563321" y="1455157"/>
                  </a:lnTo>
                  <a:lnTo>
                    <a:pt x="4563956" y="1458326"/>
                  </a:lnTo>
                  <a:lnTo>
                    <a:pt x="4564591" y="1461495"/>
                  </a:lnTo>
                  <a:lnTo>
                    <a:pt x="4565226" y="1464749"/>
                  </a:lnTo>
                  <a:lnTo>
                    <a:pt x="4565860" y="1467805"/>
                  </a:lnTo>
                  <a:lnTo>
                    <a:pt x="4566495" y="1470200"/>
                  </a:lnTo>
                  <a:lnTo>
                    <a:pt x="4567130" y="1471845"/>
                  </a:lnTo>
                  <a:lnTo>
                    <a:pt x="4567765" y="1473281"/>
                  </a:lnTo>
                  <a:lnTo>
                    <a:pt x="4568400" y="1474607"/>
                  </a:lnTo>
                  <a:lnTo>
                    <a:pt x="4569035" y="1477250"/>
                  </a:lnTo>
                  <a:lnTo>
                    <a:pt x="4569670" y="1480204"/>
                  </a:lnTo>
                  <a:lnTo>
                    <a:pt x="4570304" y="1484036"/>
                  </a:lnTo>
                  <a:lnTo>
                    <a:pt x="4570939" y="1487429"/>
                  </a:lnTo>
                  <a:lnTo>
                    <a:pt x="4571574" y="1492119"/>
                  </a:lnTo>
                  <a:lnTo>
                    <a:pt x="4572209" y="1497294"/>
                  </a:lnTo>
                  <a:lnTo>
                    <a:pt x="4572844" y="1502230"/>
                  </a:lnTo>
                  <a:lnTo>
                    <a:pt x="4573479" y="1507732"/>
                  </a:lnTo>
                  <a:lnTo>
                    <a:pt x="4574113" y="1513047"/>
                  </a:lnTo>
                  <a:lnTo>
                    <a:pt x="4574748" y="1518756"/>
                  </a:lnTo>
                  <a:lnTo>
                    <a:pt x="4575383" y="1524079"/>
                  </a:lnTo>
                  <a:lnTo>
                    <a:pt x="4576018" y="1529406"/>
                  </a:lnTo>
                  <a:lnTo>
                    <a:pt x="4576653" y="1534599"/>
                  </a:lnTo>
                  <a:lnTo>
                    <a:pt x="4577288" y="1540065"/>
                  </a:lnTo>
                  <a:lnTo>
                    <a:pt x="4577923" y="1544993"/>
                  </a:lnTo>
                  <a:lnTo>
                    <a:pt x="4578557" y="1549717"/>
                  </a:lnTo>
                  <a:lnTo>
                    <a:pt x="4579192" y="1555428"/>
                  </a:lnTo>
                  <a:lnTo>
                    <a:pt x="4579827" y="1560950"/>
                  </a:lnTo>
                  <a:lnTo>
                    <a:pt x="4580462" y="1568738"/>
                  </a:lnTo>
                  <a:lnTo>
                    <a:pt x="4581097" y="1576863"/>
                  </a:lnTo>
                  <a:lnTo>
                    <a:pt x="4581732" y="1586178"/>
                  </a:lnTo>
                  <a:lnTo>
                    <a:pt x="4582366" y="1594951"/>
                  </a:lnTo>
                  <a:lnTo>
                    <a:pt x="4583001" y="1602748"/>
                  </a:lnTo>
                  <a:lnTo>
                    <a:pt x="4583636" y="1608720"/>
                  </a:lnTo>
                  <a:lnTo>
                    <a:pt x="4584271" y="1614716"/>
                  </a:lnTo>
                  <a:lnTo>
                    <a:pt x="4584906" y="1620000"/>
                  </a:lnTo>
                  <a:lnTo>
                    <a:pt x="4585541" y="1624192"/>
                  </a:lnTo>
                  <a:lnTo>
                    <a:pt x="4586176" y="1627043"/>
                  </a:lnTo>
                  <a:lnTo>
                    <a:pt x="4586810" y="1629914"/>
                  </a:lnTo>
                  <a:lnTo>
                    <a:pt x="4587445" y="1633151"/>
                  </a:lnTo>
                  <a:lnTo>
                    <a:pt x="4588080" y="1635485"/>
                  </a:lnTo>
                  <a:lnTo>
                    <a:pt x="4588715" y="1637580"/>
                  </a:lnTo>
                  <a:lnTo>
                    <a:pt x="4589350" y="1638491"/>
                  </a:lnTo>
                  <a:lnTo>
                    <a:pt x="4589985" y="1638441"/>
                  </a:lnTo>
                  <a:lnTo>
                    <a:pt x="4590619" y="1637661"/>
                  </a:lnTo>
                  <a:lnTo>
                    <a:pt x="4591254" y="1637125"/>
                  </a:lnTo>
                  <a:lnTo>
                    <a:pt x="4591889" y="1636386"/>
                  </a:lnTo>
                  <a:lnTo>
                    <a:pt x="4592524" y="1635192"/>
                  </a:lnTo>
                  <a:lnTo>
                    <a:pt x="4593159" y="1633906"/>
                  </a:lnTo>
                  <a:lnTo>
                    <a:pt x="4593794" y="1632702"/>
                  </a:lnTo>
                  <a:lnTo>
                    <a:pt x="4594429" y="1631791"/>
                  </a:lnTo>
                  <a:lnTo>
                    <a:pt x="4595063" y="1630840"/>
                  </a:lnTo>
                  <a:lnTo>
                    <a:pt x="4595698" y="1629575"/>
                  </a:lnTo>
                  <a:lnTo>
                    <a:pt x="4596333" y="1628350"/>
                  </a:lnTo>
                  <a:lnTo>
                    <a:pt x="4596968" y="1626882"/>
                  </a:lnTo>
                  <a:lnTo>
                    <a:pt x="4597603" y="1625091"/>
                  </a:lnTo>
                  <a:lnTo>
                    <a:pt x="4598238" y="1622753"/>
                  </a:lnTo>
                  <a:lnTo>
                    <a:pt x="4598872" y="1620799"/>
                  </a:lnTo>
                  <a:lnTo>
                    <a:pt x="4599507" y="1619787"/>
                  </a:lnTo>
                  <a:lnTo>
                    <a:pt x="4600142" y="1620121"/>
                  </a:lnTo>
                  <a:lnTo>
                    <a:pt x="4600777" y="1622621"/>
                  </a:lnTo>
                  <a:lnTo>
                    <a:pt x="4601412" y="1626528"/>
                  </a:lnTo>
                  <a:lnTo>
                    <a:pt x="4602047" y="1632307"/>
                  </a:lnTo>
                  <a:lnTo>
                    <a:pt x="4602682" y="1639331"/>
                  </a:lnTo>
                  <a:lnTo>
                    <a:pt x="4603316" y="1646507"/>
                  </a:lnTo>
                  <a:lnTo>
                    <a:pt x="4603951" y="1653936"/>
                  </a:lnTo>
                  <a:lnTo>
                    <a:pt x="4604586" y="1661568"/>
                  </a:lnTo>
                  <a:lnTo>
                    <a:pt x="4605221" y="1669705"/>
                  </a:lnTo>
                  <a:lnTo>
                    <a:pt x="4605856" y="1678480"/>
                  </a:lnTo>
                  <a:lnTo>
                    <a:pt x="4606491" y="1688753"/>
                  </a:lnTo>
                  <a:lnTo>
                    <a:pt x="4607125" y="1699705"/>
                  </a:lnTo>
                  <a:lnTo>
                    <a:pt x="4607760" y="1711739"/>
                  </a:lnTo>
                  <a:lnTo>
                    <a:pt x="4608395" y="1722801"/>
                  </a:lnTo>
                  <a:lnTo>
                    <a:pt x="4609030" y="1733166"/>
                  </a:lnTo>
                  <a:lnTo>
                    <a:pt x="4609665" y="1743145"/>
                  </a:lnTo>
                  <a:lnTo>
                    <a:pt x="4610300" y="1751748"/>
                  </a:lnTo>
                  <a:lnTo>
                    <a:pt x="4610934" y="1760483"/>
                  </a:lnTo>
                  <a:lnTo>
                    <a:pt x="4611569" y="1769309"/>
                  </a:lnTo>
                  <a:lnTo>
                    <a:pt x="4612204" y="1776524"/>
                  </a:lnTo>
                  <a:lnTo>
                    <a:pt x="4612839" y="1783407"/>
                  </a:lnTo>
                  <a:lnTo>
                    <a:pt x="4613474" y="1790170"/>
                  </a:lnTo>
                  <a:lnTo>
                    <a:pt x="4614109" y="1796222"/>
                  </a:lnTo>
                  <a:lnTo>
                    <a:pt x="4614744" y="1802049"/>
                  </a:lnTo>
                  <a:lnTo>
                    <a:pt x="4615378" y="1807830"/>
                  </a:lnTo>
                  <a:lnTo>
                    <a:pt x="4616013" y="1811798"/>
                  </a:lnTo>
                  <a:lnTo>
                    <a:pt x="4616648" y="1815483"/>
                  </a:lnTo>
                  <a:lnTo>
                    <a:pt x="4617283" y="1818470"/>
                  </a:lnTo>
                  <a:lnTo>
                    <a:pt x="4617918" y="1822981"/>
                  </a:lnTo>
                  <a:lnTo>
                    <a:pt x="4618553" y="1827411"/>
                  </a:lnTo>
                  <a:lnTo>
                    <a:pt x="4619187" y="1831636"/>
                  </a:lnTo>
                  <a:lnTo>
                    <a:pt x="4619822" y="1835753"/>
                  </a:lnTo>
                  <a:lnTo>
                    <a:pt x="4620457" y="1840798"/>
                  </a:lnTo>
                  <a:lnTo>
                    <a:pt x="4621092" y="1845287"/>
                  </a:lnTo>
                  <a:lnTo>
                    <a:pt x="4621727" y="1848859"/>
                  </a:lnTo>
                  <a:lnTo>
                    <a:pt x="4622362" y="1851835"/>
                  </a:lnTo>
                  <a:lnTo>
                    <a:pt x="4622997" y="1854406"/>
                  </a:lnTo>
                  <a:lnTo>
                    <a:pt x="4623631" y="1857050"/>
                  </a:lnTo>
                  <a:lnTo>
                    <a:pt x="4624266" y="1859055"/>
                  </a:lnTo>
                  <a:lnTo>
                    <a:pt x="4624901" y="1862411"/>
                  </a:lnTo>
                  <a:lnTo>
                    <a:pt x="4625536" y="1866911"/>
                  </a:lnTo>
                  <a:lnTo>
                    <a:pt x="4626171" y="1873441"/>
                  </a:lnTo>
                  <a:lnTo>
                    <a:pt x="4626806" y="1879415"/>
                  </a:lnTo>
                  <a:lnTo>
                    <a:pt x="4627440" y="1884355"/>
                  </a:lnTo>
                  <a:lnTo>
                    <a:pt x="4628075" y="1888427"/>
                  </a:lnTo>
                  <a:lnTo>
                    <a:pt x="4628710" y="1890647"/>
                  </a:lnTo>
                  <a:lnTo>
                    <a:pt x="4629345" y="1890456"/>
                  </a:lnTo>
                  <a:lnTo>
                    <a:pt x="4629980" y="1888249"/>
                  </a:lnTo>
                  <a:lnTo>
                    <a:pt x="4630615" y="1886110"/>
                  </a:lnTo>
                  <a:lnTo>
                    <a:pt x="4631250" y="1883023"/>
                  </a:lnTo>
                  <a:lnTo>
                    <a:pt x="4631884" y="1880837"/>
                  </a:lnTo>
                  <a:lnTo>
                    <a:pt x="4632519" y="1879835"/>
                  </a:lnTo>
                  <a:lnTo>
                    <a:pt x="4633154" y="1879167"/>
                  </a:lnTo>
                  <a:lnTo>
                    <a:pt x="4633789" y="1878155"/>
                  </a:lnTo>
                  <a:lnTo>
                    <a:pt x="4634424" y="1875776"/>
                  </a:lnTo>
                  <a:lnTo>
                    <a:pt x="4635059" y="1872568"/>
                  </a:lnTo>
                  <a:lnTo>
                    <a:pt x="4635693" y="1868803"/>
                  </a:lnTo>
                  <a:lnTo>
                    <a:pt x="4636328" y="1864218"/>
                  </a:lnTo>
                  <a:lnTo>
                    <a:pt x="4636963" y="1860169"/>
                  </a:lnTo>
                  <a:lnTo>
                    <a:pt x="4637598" y="1855316"/>
                  </a:lnTo>
                  <a:lnTo>
                    <a:pt x="4638233" y="1850513"/>
                  </a:lnTo>
                  <a:lnTo>
                    <a:pt x="4638868" y="1844865"/>
                  </a:lnTo>
                  <a:lnTo>
                    <a:pt x="4639503" y="1839876"/>
                  </a:lnTo>
                  <a:lnTo>
                    <a:pt x="4640137" y="1835246"/>
                  </a:lnTo>
                  <a:lnTo>
                    <a:pt x="4640772" y="1831631"/>
                  </a:lnTo>
                  <a:lnTo>
                    <a:pt x="4641407" y="1827367"/>
                  </a:lnTo>
                  <a:lnTo>
                    <a:pt x="4642042" y="1822617"/>
                  </a:lnTo>
                  <a:lnTo>
                    <a:pt x="4642677" y="1816708"/>
                  </a:lnTo>
                  <a:lnTo>
                    <a:pt x="4643312" y="1811621"/>
                  </a:lnTo>
                  <a:lnTo>
                    <a:pt x="4643946" y="1806816"/>
                  </a:lnTo>
                  <a:lnTo>
                    <a:pt x="4644581" y="1802507"/>
                  </a:lnTo>
                  <a:lnTo>
                    <a:pt x="4645216" y="1799089"/>
                  </a:lnTo>
                  <a:lnTo>
                    <a:pt x="4645851" y="1796049"/>
                  </a:lnTo>
                  <a:lnTo>
                    <a:pt x="4646486" y="1793144"/>
                  </a:lnTo>
                  <a:lnTo>
                    <a:pt x="4647121" y="1790489"/>
                  </a:lnTo>
                  <a:lnTo>
                    <a:pt x="4647756" y="1787816"/>
                  </a:lnTo>
                  <a:lnTo>
                    <a:pt x="4648390" y="1785053"/>
                  </a:lnTo>
                  <a:lnTo>
                    <a:pt x="4649025" y="1781610"/>
                  </a:lnTo>
                  <a:lnTo>
                    <a:pt x="4649660" y="1778087"/>
                  </a:lnTo>
                  <a:lnTo>
                    <a:pt x="4650295" y="1775055"/>
                  </a:lnTo>
                  <a:lnTo>
                    <a:pt x="4650930" y="1772636"/>
                  </a:lnTo>
                  <a:lnTo>
                    <a:pt x="4651565" y="1770447"/>
                  </a:lnTo>
                  <a:lnTo>
                    <a:pt x="4652199" y="1768945"/>
                  </a:lnTo>
                  <a:lnTo>
                    <a:pt x="4652834" y="1767800"/>
                  </a:lnTo>
                  <a:lnTo>
                    <a:pt x="4653469" y="1766526"/>
                  </a:lnTo>
                  <a:lnTo>
                    <a:pt x="4654104" y="1764569"/>
                  </a:lnTo>
                  <a:lnTo>
                    <a:pt x="4654739" y="1762214"/>
                  </a:lnTo>
                  <a:lnTo>
                    <a:pt x="4655374" y="1759589"/>
                  </a:lnTo>
                  <a:lnTo>
                    <a:pt x="4656009" y="1757053"/>
                  </a:lnTo>
                  <a:lnTo>
                    <a:pt x="4656643" y="1754209"/>
                  </a:lnTo>
                  <a:lnTo>
                    <a:pt x="4657278" y="1751871"/>
                  </a:lnTo>
                  <a:lnTo>
                    <a:pt x="4657913" y="1749467"/>
                  </a:lnTo>
                  <a:lnTo>
                    <a:pt x="4658548" y="1747447"/>
                  </a:lnTo>
                  <a:lnTo>
                    <a:pt x="4659183" y="1745284"/>
                  </a:lnTo>
                  <a:lnTo>
                    <a:pt x="4659818" y="1743220"/>
                  </a:lnTo>
                  <a:lnTo>
                    <a:pt x="4660452" y="1741252"/>
                  </a:lnTo>
                  <a:lnTo>
                    <a:pt x="4661087" y="1739934"/>
                  </a:lnTo>
                  <a:lnTo>
                    <a:pt x="4661722" y="1739342"/>
                  </a:lnTo>
                  <a:lnTo>
                    <a:pt x="4662357" y="1738683"/>
                  </a:lnTo>
                  <a:lnTo>
                    <a:pt x="4662992" y="1738334"/>
                  </a:lnTo>
                  <a:lnTo>
                    <a:pt x="4663627" y="1738491"/>
                  </a:lnTo>
                  <a:lnTo>
                    <a:pt x="4664262" y="1739212"/>
                  </a:lnTo>
                  <a:lnTo>
                    <a:pt x="4664896" y="1740821"/>
                  </a:lnTo>
                  <a:lnTo>
                    <a:pt x="4665531" y="1742970"/>
                  </a:lnTo>
                  <a:lnTo>
                    <a:pt x="4666166" y="1746780"/>
                  </a:lnTo>
                  <a:lnTo>
                    <a:pt x="4666801" y="1751918"/>
                  </a:lnTo>
                  <a:lnTo>
                    <a:pt x="4667436" y="1757208"/>
                  </a:lnTo>
                  <a:lnTo>
                    <a:pt x="4668071" y="1762708"/>
                  </a:lnTo>
                  <a:lnTo>
                    <a:pt x="4668705" y="1769124"/>
                  </a:lnTo>
                  <a:lnTo>
                    <a:pt x="4669340" y="1775801"/>
                  </a:lnTo>
                  <a:lnTo>
                    <a:pt x="4669975" y="1782561"/>
                  </a:lnTo>
                  <a:lnTo>
                    <a:pt x="4670610" y="1788065"/>
                  </a:lnTo>
                  <a:lnTo>
                    <a:pt x="4671245" y="1791287"/>
                  </a:lnTo>
                  <a:lnTo>
                    <a:pt x="4671880" y="1793159"/>
                  </a:lnTo>
                  <a:lnTo>
                    <a:pt x="4672514" y="1793950"/>
                  </a:lnTo>
                  <a:lnTo>
                    <a:pt x="4673149" y="1794677"/>
                  </a:lnTo>
                  <a:lnTo>
                    <a:pt x="4673784" y="1795548"/>
                  </a:lnTo>
                  <a:lnTo>
                    <a:pt x="4674419" y="1796998"/>
                  </a:lnTo>
                  <a:lnTo>
                    <a:pt x="4675054" y="1797904"/>
                  </a:lnTo>
                  <a:lnTo>
                    <a:pt x="4675689" y="1798906"/>
                  </a:lnTo>
                  <a:lnTo>
                    <a:pt x="4676324" y="1800337"/>
                  </a:lnTo>
                  <a:lnTo>
                    <a:pt x="4676958" y="1801544"/>
                  </a:lnTo>
                  <a:lnTo>
                    <a:pt x="4677593" y="1802311"/>
                  </a:lnTo>
                  <a:lnTo>
                    <a:pt x="4678228" y="1803566"/>
                  </a:lnTo>
                  <a:lnTo>
                    <a:pt x="4678863" y="1805113"/>
                  </a:lnTo>
                  <a:lnTo>
                    <a:pt x="4679498" y="1804808"/>
                  </a:lnTo>
                  <a:lnTo>
                    <a:pt x="4680133" y="1804022"/>
                  </a:lnTo>
                  <a:lnTo>
                    <a:pt x="4680767" y="1803605"/>
                  </a:lnTo>
                  <a:lnTo>
                    <a:pt x="4681402" y="1803216"/>
                  </a:lnTo>
                  <a:lnTo>
                    <a:pt x="4682037" y="1802774"/>
                  </a:lnTo>
                  <a:lnTo>
                    <a:pt x="4682672" y="1802359"/>
                  </a:lnTo>
                  <a:lnTo>
                    <a:pt x="4683307" y="1801919"/>
                  </a:lnTo>
                  <a:lnTo>
                    <a:pt x="4683942" y="1801711"/>
                  </a:lnTo>
                  <a:lnTo>
                    <a:pt x="4684577" y="1801458"/>
                  </a:lnTo>
                  <a:lnTo>
                    <a:pt x="4685211" y="1801014"/>
                  </a:lnTo>
                  <a:lnTo>
                    <a:pt x="4685846" y="1800830"/>
                  </a:lnTo>
                  <a:lnTo>
                    <a:pt x="4686481" y="1800766"/>
                  </a:lnTo>
                  <a:lnTo>
                    <a:pt x="4687116" y="1800559"/>
                  </a:lnTo>
                  <a:lnTo>
                    <a:pt x="4687751" y="1800474"/>
                  </a:lnTo>
                  <a:lnTo>
                    <a:pt x="4688386" y="1800682"/>
                  </a:lnTo>
                  <a:lnTo>
                    <a:pt x="4689020" y="1800784"/>
                  </a:lnTo>
                  <a:lnTo>
                    <a:pt x="4689655" y="1801398"/>
                  </a:lnTo>
                  <a:lnTo>
                    <a:pt x="4690290" y="1802225"/>
                  </a:lnTo>
                  <a:lnTo>
                    <a:pt x="4690925" y="1802963"/>
                  </a:lnTo>
                  <a:lnTo>
                    <a:pt x="4691560" y="1803677"/>
                  </a:lnTo>
                  <a:lnTo>
                    <a:pt x="4692195" y="1804374"/>
                  </a:lnTo>
                  <a:lnTo>
                    <a:pt x="4692830" y="1805430"/>
                  </a:lnTo>
                  <a:lnTo>
                    <a:pt x="4693464" y="1807293"/>
                  </a:lnTo>
                  <a:lnTo>
                    <a:pt x="4694099" y="1810331"/>
                  </a:lnTo>
                  <a:lnTo>
                    <a:pt x="4694734" y="1813968"/>
                  </a:lnTo>
                  <a:lnTo>
                    <a:pt x="4695369" y="1818122"/>
                  </a:lnTo>
                  <a:lnTo>
                    <a:pt x="4696004" y="1821980"/>
                  </a:lnTo>
                  <a:lnTo>
                    <a:pt x="4696639" y="1825499"/>
                  </a:lnTo>
                  <a:lnTo>
                    <a:pt x="4697273" y="1829092"/>
                  </a:lnTo>
                  <a:lnTo>
                    <a:pt x="4697908" y="1833135"/>
                  </a:lnTo>
                  <a:lnTo>
                    <a:pt x="4698543" y="1837082"/>
                  </a:lnTo>
                  <a:lnTo>
                    <a:pt x="4699178" y="1840820"/>
                  </a:lnTo>
                  <a:lnTo>
                    <a:pt x="4699813" y="1844925"/>
                  </a:lnTo>
                  <a:lnTo>
                    <a:pt x="4700448" y="1848871"/>
                  </a:lnTo>
                  <a:lnTo>
                    <a:pt x="4701083" y="1852230"/>
                  </a:lnTo>
                  <a:lnTo>
                    <a:pt x="4701717" y="1854875"/>
                  </a:lnTo>
                  <a:lnTo>
                    <a:pt x="4702352" y="1857680"/>
                  </a:lnTo>
                  <a:lnTo>
                    <a:pt x="4702987" y="1860467"/>
                  </a:lnTo>
                  <a:lnTo>
                    <a:pt x="4703622" y="1863594"/>
                  </a:lnTo>
                  <a:lnTo>
                    <a:pt x="4704257" y="1866070"/>
                  </a:lnTo>
                  <a:lnTo>
                    <a:pt x="4704892" y="1868699"/>
                  </a:lnTo>
                  <a:lnTo>
                    <a:pt x="4705526" y="1871269"/>
                  </a:lnTo>
                  <a:lnTo>
                    <a:pt x="4706161" y="1874004"/>
                  </a:lnTo>
                  <a:lnTo>
                    <a:pt x="4706796" y="1876473"/>
                  </a:lnTo>
                  <a:lnTo>
                    <a:pt x="4707431" y="1878655"/>
                  </a:lnTo>
                  <a:lnTo>
                    <a:pt x="4708066" y="1880957"/>
                  </a:lnTo>
                  <a:lnTo>
                    <a:pt x="4708701" y="1883968"/>
                  </a:lnTo>
                  <a:lnTo>
                    <a:pt x="4709336" y="1886783"/>
                  </a:lnTo>
                  <a:lnTo>
                    <a:pt x="4709970" y="1890190"/>
                  </a:lnTo>
                  <a:lnTo>
                    <a:pt x="4710605" y="1894376"/>
                  </a:lnTo>
                  <a:lnTo>
                    <a:pt x="4711240" y="1898703"/>
                  </a:lnTo>
                  <a:lnTo>
                    <a:pt x="4711875" y="1903011"/>
                  </a:lnTo>
                  <a:lnTo>
                    <a:pt x="4712510" y="1907264"/>
                  </a:lnTo>
                  <a:lnTo>
                    <a:pt x="4713145" y="1909987"/>
                  </a:lnTo>
                  <a:lnTo>
                    <a:pt x="4713779" y="1912455"/>
                  </a:lnTo>
                  <a:lnTo>
                    <a:pt x="4714414" y="1913870"/>
                  </a:lnTo>
                  <a:lnTo>
                    <a:pt x="4715049" y="1914306"/>
                  </a:lnTo>
                  <a:lnTo>
                    <a:pt x="4715684" y="1913449"/>
                  </a:lnTo>
                  <a:lnTo>
                    <a:pt x="4716319" y="1912362"/>
                  </a:lnTo>
                  <a:lnTo>
                    <a:pt x="4716954" y="1910555"/>
                  </a:lnTo>
                  <a:lnTo>
                    <a:pt x="4717589" y="1908160"/>
                  </a:lnTo>
                  <a:lnTo>
                    <a:pt x="4718223" y="1904764"/>
                  </a:lnTo>
                  <a:lnTo>
                    <a:pt x="4718858" y="1900658"/>
                  </a:lnTo>
                  <a:lnTo>
                    <a:pt x="4719493" y="1896214"/>
                  </a:lnTo>
                  <a:lnTo>
                    <a:pt x="4720128" y="1891826"/>
                  </a:lnTo>
                  <a:lnTo>
                    <a:pt x="4720763" y="1887289"/>
                  </a:lnTo>
                  <a:lnTo>
                    <a:pt x="4721398" y="1882210"/>
                  </a:lnTo>
                  <a:lnTo>
                    <a:pt x="4722032" y="1876868"/>
                  </a:lnTo>
                  <a:lnTo>
                    <a:pt x="4722667" y="1872399"/>
                  </a:lnTo>
                  <a:lnTo>
                    <a:pt x="4723302" y="1867886"/>
                  </a:lnTo>
                  <a:lnTo>
                    <a:pt x="4723937" y="1863585"/>
                  </a:lnTo>
                  <a:lnTo>
                    <a:pt x="4724572" y="1860382"/>
                  </a:lnTo>
                  <a:lnTo>
                    <a:pt x="4725207" y="1858172"/>
                  </a:lnTo>
                  <a:lnTo>
                    <a:pt x="4725841" y="1856758"/>
                  </a:lnTo>
                  <a:lnTo>
                    <a:pt x="4726476" y="1855542"/>
                  </a:lnTo>
                  <a:lnTo>
                    <a:pt x="4727111" y="1854774"/>
                  </a:lnTo>
                  <a:lnTo>
                    <a:pt x="4727746" y="1854367"/>
                  </a:lnTo>
                  <a:lnTo>
                    <a:pt x="4728381" y="1854302"/>
                  </a:lnTo>
                  <a:lnTo>
                    <a:pt x="4729016" y="1853763"/>
                  </a:lnTo>
                  <a:lnTo>
                    <a:pt x="4729651" y="1852857"/>
                  </a:lnTo>
                  <a:lnTo>
                    <a:pt x="4730285" y="1851945"/>
                  </a:lnTo>
                  <a:lnTo>
                    <a:pt x="4730920" y="1851315"/>
                  </a:lnTo>
                  <a:lnTo>
                    <a:pt x="4731555" y="1850522"/>
                  </a:lnTo>
                  <a:lnTo>
                    <a:pt x="4732190" y="1849754"/>
                  </a:lnTo>
                  <a:lnTo>
                    <a:pt x="4732825" y="1848973"/>
                  </a:lnTo>
                  <a:lnTo>
                    <a:pt x="4733460" y="1848566"/>
                  </a:lnTo>
                  <a:lnTo>
                    <a:pt x="4734094" y="1848657"/>
                  </a:lnTo>
                  <a:lnTo>
                    <a:pt x="4734729" y="1848065"/>
                  </a:lnTo>
                  <a:lnTo>
                    <a:pt x="4735364" y="1846868"/>
                  </a:lnTo>
                  <a:lnTo>
                    <a:pt x="4735999" y="1845117"/>
                  </a:lnTo>
                  <a:lnTo>
                    <a:pt x="4736634" y="1843538"/>
                  </a:lnTo>
                  <a:lnTo>
                    <a:pt x="4737269" y="1842669"/>
                  </a:lnTo>
                  <a:lnTo>
                    <a:pt x="4737904" y="1841498"/>
                  </a:lnTo>
                  <a:lnTo>
                    <a:pt x="4738538" y="1840480"/>
                  </a:lnTo>
                  <a:lnTo>
                    <a:pt x="4739173" y="1840193"/>
                  </a:lnTo>
                  <a:lnTo>
                    <a:pt x="4739808" y="1840484"/>
                  </a:lnTo>
                  <a:lnTo>
                    <a:pt x="4740443" y="1841612"/>
                  </a:lnTo>
                  <a:lnTo>
                    <a:pt x="4741078" y="1843728"/>
                  </a:lnTo>
                  <a:lnTo>
                    <a:pt x="4741713" y="1846485"/>
                  </a:lnTo>
                  <a:lnTo>
                    <a:pt x="4742347" y="1849951"/>
                  </a:lnTo>
                  <a:lnTo>
                    <a:pt x="4742982" y="1854119"/>
                  </a:lnTo>
                  <a:lnTo>
                    <a:pt x="4743617" y="1858814"/>
                  </a:lnTo>
                  <a:lnTo>
                    <a:pt x="4744252" y="1864724"/>
                  </a:lnTo>
                  <a:lnTo>
                    <a:pt x="4744887" y="1869872"/>
                  </a:lnTo>
                  <a:lnTo>
                    <a:pt x="4745522" y="1875837"/>
                  </a:lnTo>
                  <a:lnTo>
                    <a:pt x="4746157" y="1882432"/>
                  </a:lnTo>
                  <a:lnTo>
                    <a:pt x="4746791" y="1889540"/>
                  </a:lnTo>
                  <a:lnTo>
                    <a:pt x="4747426" y="1896412"/>
                  </a:lnTo>
                  <a:lnTo>
                    <a:pt x="4748061" y="1903669"/>
                  </a:lnTo>
                  <a:lnTo>
                    <a:pt x="4748696" y="1910618"/>
                  </a:lnTo>
                  <a:lnTo>
                    <a:pt x="4749331" y="1917498"/>
                  </a:lnTo>
                  <a:lnTo>
                    <a:pt x="4749966" y="1924350"/>
                  </a:lnTo>
                  <a:lnTo>
                    <a:pt x="4750600" y="1930433"/>
                  </a:lnTo>
                  <a:lnTo>
                    <a:pt x="4751235" y="1936046"/>
                  </a:lnTo>
                  <a:lnTo>
                    <a:pt x="4751870" y="1941007"/>
                  </a:lnTo>
                  <a:lnTo>
                    <a:pt x="4752505" y="1945748"/>
                  </a:lnTo>
                  <a:lnTo>
                    <a:pt x="4753140" y="1949504"/>
                  </a:lnTo>
                  <a:lnTo>
                    <a:pt x="4753775" y="1951826"/>
                  </a:lnTo>
                  <a:lnTo>
                    <a:pt x="4754410" y="1954122"/>
                  </a:lnTo>
                  <a:lnTo>
                    <a:pt x="4755044" y="1955981"/>
                  </a:lnTo>
                  <a:lnTo>
                    <a:pt x="4755679" y="1957869"/>
                  </a:lnTo>
                  <a:lnTo>
                    <a:pt x="4756314" y="1960298"/>
                  </a:lnTo>
                  <a:lnTo>
                    <a:pt x="4756949" y="1962870"/>
                  </a:lnTo>
                  <a:lnTo>
                    <a:pt x="4757584" y="1965331"/>
                  </a:lnTo>
                  <a:lnTo>
                    <a:pt x="4758219" y="1969469"/>
                  </a:lnTo>
                  <a:lnTo>
                    <a:pt x="4758853" y="1973039"/>
                  </a:lnTo>
                  <a:lnTo>
                    <a:pt x="4759488" y="1974997"/>
                  </a:lnTo>
                  <a:lnTo>
                    <a:pt x="4760123" y="1976424"/>
                  </a:lnTo>
                  <a:lnTo>
                    <a:pt x="4760758" y="1977634"/>
                  </a:lnTo>
                  <a:lnTo>
                    <a:pt x="4761393" y="1978843"/>
                  </a:lnTo>
                  <a:lnTo>
                    <a:pt x="4762028" y="1980069"/>
                  </a:lnTo>
                  <a:lnTo>
                    <a:pt x="4762663" y="1982168"/>
                  </a:lnTo>
                  <a:lnTo>
                    <a:pt x="4763297" y="1985978"/>
                  </a:lnTo>
                  <a:lnTo>
                    <a:pt x="4763932" y="1989780"/>
                  </a:lnTo>
                  <a:lnTo>
                    <a:pt x="4764567" y="1993890"/>
                  </a:lnTo>
                  <a:lnTo>
                    <a:pt x="4765202" y="1998420"/>
                  </a:lnTo>
                  <a:lnTo>
                    <a:pt x="4765837" y="2002786"/>
                  </a:lnTo>
                  <a:lnTo>
                    <a:pt x="4766472" y="2007278"/>
                  </a:lnTo>
                  <a:lnTo>
                    <a:pt x="4767106" y="2011145"/>
                  </a:lnTo>
                  <a:lnTo>
                    <a:pt x="4767741" y="2013984"/>
                  </a:lnTo>
                  <a:lnTo>
                    <a:pt x="4768376" y="2017792"/>
                  </a:lnTo>
                  <a:lnTo>
                    <a:pt x="4769011" y="2022740"/>
                  </a:lnTo>
                  <a:lnTo>
                    <a:pt x="4769646" y="2028797"/>
                  </a:lnTo>
                  <a:lnTo>
                    <a:pt x="4770281" y="2034569"/>
                  </a:lnTo>
                  <a:lnTo>
                    <a:pt x="4770916" y="2041071"/>
                  </a:lnTo>
                  <a:lnTo>
                    <a:pt x="4771550" y="2048147"/>
                  </a:lnTo>
                  <a:lnTo>
                    <a:pt x="4772185" y="2055187"/>
                  </a:lnTo>
                  <a:lnTo>
                    <a:pt x="4772820" y="2061292"/>
                  </a:lnTo>
                  <a:lnTo>
                    <a:pt x="4773455" y="2066786"/>
                  </a:lnTo>
                  <a:lnTo>
                    <a:pt x="4774090" y="2071444"/>
                  </a:lnTo>
                  <a:lnTo>
                    <a:pt x="4774725" y="2075496"/>
                  </a:lnTo>
                  <a:lnTo>
                    <a:pt x="4775359" y="2079115"/>
                  </a:lnTo>
                  <a:lnTo>
                    <a:pt x="4775994" y="2081688"/>
                  </a:lnTo>
                  <a:lnTo>
                    <a:pt x="4776629" y="2083312"/>
                  </a:lnTo>
                  <a:lnTo>
                    <a:pt x="4777264" y="2083513"/>
                  </a:lnTo>
                  <a:lnTo>
                    <a:pt x="4777899" y="2081024"/>
                  </a:lnTo>
                  <a:lnTo>
                    <a:pt x="4778534" y="2077630"/>
                  </a:lnTo>
                  <a:lnTo>
                    <a:pt x="4779168" y="2073970"/>
                  </a:lnTo>
                  <a:lnTo>
                    <a:pt x="4779803" y="2068660"/>
                  </a:lnTo>
                  <a:lnTo>
                    <a:pt x="4780438" y="2061237"/>
                  </a:lnTo>
                  <a:lnTo>
                    <a:pt x="4781073" y="2051786"/>
                  </a:lnTo>
                  <a:lnTo>
                    <a:pt x="4781708" y="2042785"/>
                  </a:lnTo>
                  <a:lnTo>
                    <a:pt x="4782343" y="2032802"/>
                  </a:lnTo>
                  <a:lnTo>
                    <a:pt x="4782978" y="2024270"/>
                  </a:lnTo>
                  <a:lnTo>
                    <a:pt x="4783612" y="2017368"/>
                  </a:lnTo>
                  <a:lnTo>
                    <a:pt x="4784247" y="2010473"/>
                  </a:lnTo>
                  <a:lnTo>
                    <a:pt x="4784882" y="2005300"/>
                  </a:lnTo>
                  <a:lnTo>
                    <a:pt x="4785517" y="2000115"/>
                  </a:lnTo>
                  <a:lnTo>
                    <a:pt x="4786152" y="1994553"/>
                  </a:lnTo>
                  <a:lnTo>
                    <a:pt x="4786787" y="1988659"/>
                  </a:lnTo>
                  <a:lnTo>
                    <a:pt x="4787421" y="1983217"/>
                  </a:lnTo>
                  <a:lnTo>
                    <a:pt x="4788056" y="1977398"/>
                  </a:lnTo>
                  <a:lnTo>
                    <a:pt x="4788691" y="1970746"/>
                  </a:lnTo>
                  <a:lnTo>
                    <a:pt x="4789326" y="1965109"/>
                  </a:lnTo>
                  <a:lnTo>
                    <a:pt x="4789961" y="1958885"/>
                  </a:lnTo>
                  <a:lnTo>
                    <a:pt x="4790596" y="1953471"/>
                  </a:lnTo>
                  <a:lnTo>
                    <a:pt x="4791231" y="1948624"/>
                  </a:lnTo>
                  <a:lnTo>
                    <a:pt x="4791865" y="1944049"/>
                  </a:lnTo>
                  <a:lnTo>
                    <a:pt x="4792500" y="1940048"/>
                  </a:lnTo>
                  <a:lnTo>
                    <a:pt x="4793135" y="1934456"/>
                  </a:lnTo>
                  <a:lnTo>
                    <a:pt x="4793770" y="1929007"/>
                  </a:lnTo>
                  <a:lnTo>
                    <a:pt x="4794405" y="1922174"/>
                  </a:lnTo>
                  <a:lnTo>
                    <a:pt x="4795040" y="1915429"/>
                  </a:lnTo>
                  <a:lnTo>
                    <a:pt x="4795674" y="1908483"/>
                  </a:lnTo>
                  <a:lnTo>
                    <a:pt x="4796309" y="1901132"/>
                  </a:lnTo>
                  <a:lnTo>
                    <a:pt x="4796944" y="1893213"/>
                  </a:lnTo>
                  <a:lnTo>
                    <a:pt x="4797579" y="1884902"/>
                  </a:lnTo>
                  <a:lnTo>
                    <a:pt x="4798214" y="1877629"/>
                  </a:lnTo>
                  <a:lnTo>
                    <a:pt x="4798849" y="1870261"/>
                  </a:lnTo>
                  <a:lnTo>
                    <a:pt x="4799484" y="1863499"/>
                  </a:lnTo>
                  <a:lnTo>
                    <a:pt x="4800118" y="1856866"/>
                  </a:lnTo>
                  <a:lnTo>
                    <a:pt x="4800753" y="1849508"/>
                  </a:lnTo>
                  <a:lnTo>
                    <a:pt x="4801388" y="1841478"/>
                  </a:lnTo>
                  <a:lnTo>
                    <a:pt x="4802023" y="1833968"/>
                  </a:lnTo>
                  <a:lnTo>
                    <a:pt x="4802658" y="1825059"/>
                  </a:lnTo>
                  <a:lnTo>
                    <a:pt x="4803293" y="1816247"/>
                  </a:lnTo>
                  <a:lnTo>
                    <a:pt x="4803927" y="1806341"/>
                  </a:lnTo>
                  <a:lnTo>
                    <a:pt x="4804562" y="1796936"/>
                  </a:lnTo>
                  <a:lnTo>
                    <a:pt x="4805197" y="1787725"/>
                  </a:lnTo>
                  <a:lnTo>
                    <a:pt x="4805832" y="1779738"/>
                  </a:lnTo>
                  <a:lnTo>
                    <a:pt x="4806467" y="1771973"/>
                  </a:lnTo>
                  <a:lnTo>
                    <a:pt x="4807102" y="1764994"/>
                  </a:lnTo>
                  <a:lnTo>
                    <a:pt x="4807737" y="1758937"/>
                  </a:lnTo>
                  <a:lnTo>
                    <a:pt x="4808371" y="1752782"/>
                  </a:lnTo>
                  <a:lnTo>
                    <a:pt x="4809006" y="1745462"/>
                  </a:lnTo>
                  <a:lnTo>
                    <a:pt x="4809641" y="1737896"/>
                  </a:lnTo>
                  <a:lnTo>
                    <a:pt x="4810276" y="1730573"/>
                  </a:lnTo>
                  <a:lnTo>
                    <a:pt x="4810911" y="1723866"/>
                  </a:lnTo>
                  <a:lnTo>
                    <a:pt x="4811546" y="1717302"/>
                  </a:lnTo>
                  <a:lnTo>
                    <a:pt x="4812180" y="1712202"/>
                  </a:lnTo>
                  <a:lnTo>
                    <a:pt x="4812815" y="1707339"/>
                  </a:lnTo>
                  <a:lnTo>
                    <a:pt x="4813450" y="1702472"/>
                  </a:lnTo>
                  <a:lnTo>
                    <a:pt x="4814085" y="1696738"/>
                  </a:lnTo>
                  <a:lnTo>
                    <a:pt x="4814720" y="1690392"/>
                  </a:lnTo>
                  <a:lnTo>
                    <a:pt x="4815355" y="1682916"/>
                  </a:lnTo>
                  <a:lnTo>
                    <a:pt x="4815990" y="1674944"/>
                  </a:lnTo>
                  <a:lnTo>
                    <a:pt x="4816624" y="1667231"/>
                  </a:lnTo>
                  <a:lnTo>
                    <a:pt x="4817259" y="1659213"/>
                  </a:lnTo>
                  <a:lnTo>
                    <a:pt x="4817894" y="1651615"/>
                  </a:lnTo>
                  <a:lnTo>
                    <a:pt x="4818529" y="1644705"/>
                  </a:lnTo>
                  <a:lnTo>
                    <a:pt x="4819164" y="1637997"/>
                  </a:lnTo>
                  <a:lnTo>
                    <a:pt x="4819799" y="1629655"/>
                  </a:lnTo>
                  <a:lnTo>
                    <a:pt x="4820433" y="1620314"/>
                  </a:lnTo>
                  <a:lnTo>
                    <a:pt x="4821068" y="1609581"/>
                  </a:lnTo>
                  <a:lnTo>
                    <a:pt x="4821703" y="1598330"/>
                  </a:lnTo>
                  <a:lnTo>
                    <a:pt x="4822338" y="1588019"/>
                  </a:lnTo>
                  <a:lnTo>
                    <a:pt x="4822973" y="1579726"/>
                  </a:lnTo>
                  <a:lnTo>
                    <a:pt x="4823608" y="1572312"/>
                  </a:lnTo>
                  <a:lnTo>
                    <a:pt x="4824243" y="1565072"/>
                  </a:lnTo>
                  <a:lnTo>
                    <a:pt x="4824877" y="1558665"/>
                  </a:lnTo>
                  <a:lnTo>
                    <a:pt x="4825512" y="1551653"/>
                  </a:lnTo>
                  <a:lnTo>
                    <a:pt x="4826147" y="1544132"/>
                  </a:lnTo>
                  <a:lnTo>
                    <a:pt x="4826782" y="1536541"/>
                  </a:lnTo>
                  <a:lnTo>
                    <a:pt x="4827417" y="1528662"/>
                  </a:lnTo>
                  <a:lnTo>
                    <a:pt x="4828052" y="1520643"/>
                  </a:lnTo>
                  <a:lnTo>
                    <a:pt x="4828686" y="1512126"/>
                  </a:lnTo>
                  <a:lnTo>
                    <a:pt x="4829321" y="1504008"/>
                  </a:lnTo>
                  <a:lnTo>
                    <a:pt x="4829956" y="1496575"/>
                  </a:lnTo>
                  <a:lnTo>
                    <a:pt x="4830591" y="1489560"/>
                  </a:lnTo>
                  <a:lnTo>
                    <a:pt x="4831226" y="1482816"/>
                  </a:lnTo>
                  <a:lnTo>
                    <a:pt x="4831861" y="1476009"/>
                  </a:lnTo>
                  <a:lnTo>
                    <a:pt x="4832496" y="1469357"/>
                  </a:lnTo>
                  <a:lnTo>
                    <a:pt x="4833130" y="1461185"/>
                  </a:lnTo>
                  <a:lnTo>
                    <a:pt x="4833765" y="1454454"/>
                  </a:lnTo>
                  <a:lnTo>
                    <a:pt x="4834400" y="1446628"/>
                  </a:lnTo>
                  <a:lnTo>
                    <a:pt x="4835035" y="1439335"/>
                  </a:lnTo>
                  <a:lnTo>
                    <a:pt x="4835670" y="1432152"/>
                  </a:lnTo>
                  <a:lnTo>
                    <a:pt x="4836305" y="1423703"/>
                  </a:lnTo>
                  <a:lnTo>
                    <a:pt x="4836939" y="1416736"/>
                  </a:lnTo>
                  <a:lnTo>
                    <a:pt x="4837574" y="1410728"/>
                  </a:lnTo>
                  <a:lnTo>
                    <a:pt x="4838209" y="1404802"/>
                  </a:lnTo>
                  <a:lnTo>
                    <a:pt x="4838844" y="1398716"/>
                  </a:lnTo>
                  <a:lnTo>
                    <a:pt x="4839479" y="1393103"/>
                  </a:lnTo>
                  <a:lnTo>
                    <a:pt x="4840114" y="1388418"/>
                  </a:lnTo>
                  <a:lnTo>
                    <a:pt x="4840748" y="1384249"/>
                  </a:lnTo>
                  <a:lnTo>
                    <a:pt x="4841383" y="1381103"/>
                  </a:lnTo>
                  <a:lnTo>
                    <a:pt x="4842018" y="1378804"/>
                  </a:lnTo>
                  <a:lnTo>
                    <a:pt x="4842653" y="1377554"/>
                  </a:lnTo>
                  <a:lnTo>
                    <a:pt x="4843288" y="1376366"/>
                  </a:lnTo>
                  <a:lnTo>
                    <a:pt x="4843923" y="1375487"/>
                  </a:lnTo>
                  <a:lnTo>
                    <a:pt x="4844558" y="1374160"/>
                  </a:lnTo>
                  <a:lnTo>
                    <a:pt x="4845192" y="1373562"/>
                  </a:lnTo>
                  <a:lnTo>
                    <a:pt x="4845827" y="1373877"/>
                  </a:lnTo>
                  <a:lnTo>
                    <a:pt x="4846462" y="1375111"/>
                  </a:lnTo>
                  <a:lnTo>
                    <a:pt x="4847097" y="1376215"/>
                  </a:lnTo>
                  <a:lnTo>
                    <a:pt x="4847732" y="1378538"/>
                  </a:lnTo>
                  <a:lnTo>
                    <a:pt x="4848367" y="1380267"/>
                  </a:lnTo>
                  <a:lnTo>
                    <a:pt x="4849001" y="1382631"/>
                  </a:lnTo>
                  <a:lnTo>
                    <a:pt x="4849636" y="1384278"/>
                  </a:lnTo>
                  <a:lnTo>
                    <a:pt x="4850271" y="1385539"/>
                  </a:lnTo>
                  <a:lnTo>
                    <a:pt x="4850906" y="1385935"/>
                  </a:lnTo>
                  <a:lnTo>
                    <a:pt x="4851541" y="1386031"/>
                  </a:lnTo>
                  <a:lnTo>
                    <a:pt x="4852176" y="1385524"/>
                  </a:lnTo>
                  <a:lnTo>
                    <a:pt x="4852811" y="1385363"/>
                  </a:lnTo>
                  <a:lnTo>
                    <a:pt x="4853445" y="1384814"/>
                  </a:lnTo>
                  <a:lnTo>
                    <a:pt x="4854080" y="1384049"/>
                  </a:lnTo>
                  <a:lnTo>
                    <a:pt x="4854715" y="1382829"/>
                  </a:lnTo>
                  <a:lnTo>
                    <a:pt x="4855350" y="1381160"/>
                  </a:lnTo>
                  <a:lnTo>
                    <a:pt x="4855985" y="1378400"/>
                  </a:lnTo>
                  <a:lnTo>
                    <a:pt x="4856620" y="1375406"/>
                  </a:lnTo>
                  <a:lnTo>
                    <a:pt x="4857254" y="1372356"/>
                  </a:lnTo>
                  <a:lnTo>
                    <a:pt x="4857889" y="1369367"/>
                  </a:lnTo>
                  <a:lnTo>
                    <a:pt x="4858524" y="1366895"/>
                  </a:lnTo>
                  <a:lnTo>
                    <a:pt x="4859159" y="1364316"/>
                  </a:lnTo>
                  <a:lnTo>
                    <a:pt x="4859794" y="1362008"/>
                  </a:lnTo>
                  <a:lnTo>
                    <a:pt x="4860429" y="1360098"/>
                  </a:lnTo>
                  <a:lnTo>
                    <a:pt x="4861064" y="1356774"/>
                  </a:lnTo>
                  <a:lnTo>
                    <a:pt x="4861698" y="1353509"/>
                  </a:lnTo>
                  <a:lnTo>
                    <a:pt x="4862333" y="1350733"/>
                  </a:lnTo>
                  <a:lnTo>
                    <a:pt x="4862968" y="1348979"/>
                  </a:lnTo>
                  <a:lnTo>
                    <a:pt x="4863603" y="1346824"/>
                  </a:lnTo>
                  <a:lnTo>
                    <a:pt x="4864238" y="1343624"/>
                  </a:lnTo>
                  <a:lnTo>
                    <a:pt x="4864873" y="1340234"/>
                  </a:lnTo>
                  <a:lnTo>
                    <a:pt x="4865507" y="1337012"/>
                  </a:lnTo>
                  <a:lnTo>
                    <a:pt x="4866142" y="1334116"/>
                  </a:lnTo>
                  <a:lnTo>
                    <a:pt x="4866777" y="1330989"/>
                  </a:lnTo>
                  <a:lnTo>
                    <a:pt x="4867412" y="1327655"/>
                  </a:lnTo>
                  <a:lnTo>
                    <a:pt x="4868047" y="1323887"/>
                  </a:lnTo>
                  <a:lnTo>
                    <a:pt x="4868682" y="1320230"/>
                  </a:lnTo>
                  <a:lnTo>
                    <a:pt x="4869317" y="1315975"/>
                  </a:lnTo>
                  <a:lnTo>
                    <a:pt x="4869951" y="1310653"/>
                  </a:lnTo>
                  <a:lnTo>
                    <a:pt x="4870586" y="1304983"/>
                  </a:lnTo>
                  <a:lnTo>
                    <a:pt x="4871221" y="1297994"/>
                  </a:lnTo>
                  <a:lnTo>
                    <a:pt x="4871856" y="1291494"/>
                  </a:lnTo>
                  <a:lnTo>
                    <a:pt x="4872491" y="1284505"/>
                  </a:lnTo>
                  <a:lnTo>
                    <a:pt x="4873126" y="1278088"/>
                  </a:lnTo>
                  <a:lnTo>
                    <a:pt x="4873760" y="1271161"/>
                  </a:lnTo>
                  <a:lnTo>
                    <a:pt x="4874395" y="1264076"/>
                  </a:lnTo>
                  <a:lnTo>
                    <a:pt x="4875030" y="1256455"/>
                  </a:lnTo>
                  <a:lnTo>
                    <a:pt x="4875665" y="1248759"/>
                  </a:lnTo>
                  <a:lnTo>
                    <a:pt x="4876300" y="1241357"/>
                  </a:lnTo>
                  <a:lnTo>
                    <a:pt x="4876935" y="1234336"/>
                  </a:lnTo>
                  <a:lnTo>
                    <a:pt x="4877570" y="1227238"/>
                  </a:lnTo>
                  <a:lnTo>
                    <a:pt x="4878204" y="1220484"/>
                  </a:lnTo>
                  <a:lnTo>
                    <a:pt x="4878839" y="1213691"/>
                  </a:lnTo>
                  <a:lnTo>
                    <a:pt x="4879474" y="1205802"/>
                  </a:lnTo>
                  <a:lnTo>
                    <a:pt x="4880109" y="1198891"/>
                  </a:lnTo>
                  <a:lnTo>
                    <a:pt x="4880744" y="1193558"/>
                  </a:lnTo>
                  <a:lnTo>
                    <a:pt x="4881379" y="1188602"/>
                  </a:lnTo>
                  <a:lnTo>
                    <a:pt x="4882013" y="1182973"/>
                  </a:lnTo>
                  <a:lnTo>
                    <a:pt x="4882648" y="1177979"/>
                  </a:lnTo>
                  <a:lnTo>
                    <a:pt x="4883283" y="1172619"/>
                  </a:lnTo>
                  <a:lnTo>
                    <a:pt x="4883918" y="1166779"/>
                  </a:lnTo>
                  <a:lnTo>
                    <a:pt x="4884553" y="1160981"/>
                  </a:lnTo>
                  <a:lnTo>
                    <a:pt x="4885188" y="1155082"/>
                  </a:lnTo>
                  <a:lnTo>
                    <a:pt x="4885823" y="1148997"/>
                  </a:lnTo>
                  <a:lnTo>
                    <a:pt x="4886457" y="1142088"/>
                  </a:lnTo>
                  <a:lnTo>
                    <a:pt x="4887092" y="1134416"/>
                  </a:lnTo>
                  <a:lnTo>
                    <a:pt x="4887727" y="1125256"/>
                  </a:lnTo>
                  <a:lnTo>
                    <a:pt x="4888362" y="1115984"/>
                  </a:lnTo>
                  <a:lnTo>
                    <a:pt x="4888997" y="1108381"/>
                  </a:lnTo>
                  <a:lnTo>
                    <a:pt x="4889632" y="1100400"/>
                  </a:lnTo>
                  <a:lnTo>
                    <a:pt x="4890266" y="1091557"/>
                  </a:lnTo>
                  <a:lnTo>
                    <a:pt x="4890901" y="1082239"/>
                  </a:lnTo>
                  <a:lnTo>
                    <a:pt x="4891536" y="1072312"/>
                  </a:lnTo>
                  <a:lnTo>
                    <a:pt x="4892171" y="1061697"/>
                  </a:lnTo>
                  <a:lnTo>
                    <a:pt x="4892806" y="1050609"/>
                  </a:lnTo>
                  <a:lnTo>
                    <a:pt x="4893441" y="1039168"/>
                  </a:lnTo>
                  <a:lnTo>
                    <a:pt x="4894075" y="1027735"/>
                  </a:lnTo>
                  <a:lnTo>
                    <a:pt x="4894710" y="1015637"/>
                  </a:lnTo>
                  <a:lnTo>
                    <a:pt x="4895345" y="1002902"/>
                  </a:lnTo>
                  <a:lnTo>
                    <a:pt x="4895980" y="990117"/>
                  </a:lnTo>
                  <a:lnTo>
                    <a:pt x="4896615" y="980139"/>
                  </a:lnTo>
                  <a:lnTo>
                    <a:pt x="4897250" y="970567"/>
                  </a:lnTo>
                  <a:lnTo>
                    <a:pt x="4897885" y="961506"/>
                  </a:lnTo>
                  <a:lnTo>
                    <a:pt x="4898519" y="951518"/>
                  </a:lnTo>
                  <a:lnTo>
                    <a:pt x="4899154" y="941052"/>
                  </a:lnTo>
                  <a:lnTo>
                    <a:pt x="4899789" y="930903"/>
                  </a:lnTo>
                  <a:lnTo>
                    <a:pt x="4900424" y="921653"/>
                  </a:lnTo>
                  <a:lnTo>
                    <a:pt x="4901059" y="913624"/>
                  </a:lnTo>
                  <a:lnTo>
                    <a:pt x="4901694" y="906430"/>
                  </a:lnTo>
                  <a:lnTo>
                    <a:pt x="4902328" y="900068"/>
                  </a:lnTo>
                  <a:lnTo>
                    <a:pt x="4902963" y="893916"/>
                  </a:lnTo>
                  <a:lnTo>
                    <a:pt x="4903598" y="888340"/>
                  </a:lnTo>
                  <a:lnTo>
                    <a:pt x="4904233" y="884271"/>
                  </a:lnTo>
                  <a:lnTo>
                    <a:pt x="4904868" y="882629"/>
                  </a:lnTo>
                  <a:lnTo>
                    <a:pt x="4905503" y="882295"/>
                  </a:lnTo>
                  <a:lnTo>
                    <a:pt x="4906138" y="882765"/>
                  </a:lnTo>
                  <a:lnTo>
                    <a:pt x="4906772" y="884079"/>
                  </a:lnTo>
                  <a:lnTo>
                    <a:pt x="4907407" y="887814"/>
                  </a:lnTo>
                  <a:lnTo>
                    <a:pt x="4908042" y="893296"/>
                  </a:lnTo>
                  <a:lnTo>
                    <a:pt x="4908677" y="898527"/>
                  </a:lnTo>
                  <a:lnTo>
                    <a:pt x="4909312" y="905510"/>
                  </a:lnTo>
                  <a:lnTo>
                    <a:pt x="4909947" y="912008"/>
                  </a:lnTo>
                  <a:lnTo>
                    <a:pt x="4910581" y="917206"/>
                  </a:lnTo>
                  <a:lnTo>
                    <a:pt x="4911216" y="923248"/>
                  </a:lnTo>
                  <a:lnTo>
                    <a:pt x="4911851" y="927426"/>
                  </a:lnTo>
                  <a:lnTo>
                    <a:pt x="4912486" y="931954"/>
                  </a:lnTo>
                  <a:lnTo>
                    <a:pt x="4913121" y="937802"/>
                  </a:lnTo>
                  <a:lnTo>
                    <a:pt x="4913756" y="944173"/>
                  </a:lnTo>
                  <a:lnTo>
                    <a:pt x="4914391" y="950352"/>
                  </a:lnTo>
                  <a:lnTo>
                    <a:pt x="4915025" y="956116"/>
                  </a:lnTo>
                  <a:lnTo>
                    <a:pt x="4915660" y="962334"/>
                  </a:lnTo>
                  <a:lnTo>
                    <a:pt x="4916295" y="967308"/>
                  </a:lnTo>
                  <a:lnTo>
                    <a:pt x="4916930" y="972317"/>
                  </a:lnTo>
                  <a:lnTo>
                    <a:pt x="4917565" y="975703"/>
                  </a:lnTo>
                  <a:lnTo>
                    <a:pt x="4918200" y="978952"/>
                  </a:lnTo>
                  <a:lnTo>
                    <a:pt x="4918834" y="982338"/>
                  </a:lnTo>
                  <a:lnTo>
                    <a:pt x="4919469" y="985422"/>
                  </a:lnTo>
                  <a:lnTo>
                    <a:pt x="4920104" y="989254"/>
                  </a:lnTo>
                  <a:lnTo>
                    <a:pt x="4920739" y="992189"/>
                  </a:lnTo>
                  <a:lnTo>
                    <a:pt x="4921374" y="996017"/>
                  </a:lnTo>
                  <a:lnTo>
                    <a:pt x="4922009" y="999600"/>
                  </a:lnTo>
                  <a:lnTo>
                    <a:pt x="4922644" y="1002363"/>
                  </a:lnTo>
                  <a:lnTo>
                    <a:pt x="4923278" y="1004730"/>
                  </a:lnTo>
                  <a:lnTo>
                    <a:pt x="4923913" y="1006862"/>
                  </a:lnTo>
                  <a:lnTo>
                    <a:pt x="4924548" y="1009906"/>
                  </a:lnTo>
                  <a:lnTo>
                    <a:pt x="4925183" y="1012085"/>
                  </a:lnTo>
                  <a:lnTo>
                    <a:pt x="4925818" y="1013983"/>
                  </a:lnTo>
                  <a:lnTo>
                    <a:pt x="4926453" y="1015681"/>
                  </a:lnTo>
                  <a:lnTo>
                    <a:pt x="4927087" y="1017772"/>
                  </a:lnTo>
                  <a:lnTo>
                    <a:pt x="4927722" y="1019966"/>
                  </a:lnTo>
                  <a:lnTo>
                    <a:pt x="4928357" y="1021390"/>
                  </a:lnTo>
                  <a:lnTo>
                    <a:pt x="4928992" y="1022570"/>
                  </a:lnTo>
                  <a:lnTo>
                    <a:pt x="4929627" y="1024392"/>
                  </a:lnTo>
                  <a:lnTo>
                    <a:pt x="4930262" y="1025186"/>
                  </a:lnTo>
                  <a:lnTo>
                    <a:pt x="4930897" y="1025830"/>
                  </a:lnTo>
                  <a:lnTo>
                    <a:pt x="4931531" y="1026336"/>
                  </a:lnTo>
                  <a:lnTo>
                    <a:pt x="4932166" y="1027438"/>
                  </a:lnTo>
                  <a:lnTo>
                    <a:pt x="4932801" y="1028043"/>
                  </a:lnTo>
                  <a:lnTo>
                    <a:pt x="4933436" y="1029138"/>
                  </a:lnTo>
                  <a:lnTo>
                    <a:pt x="4934071" y="1030058"/>
                  </a:lnTo>
                  <a:lnTo>
                    <a:pt x="4934706" y="1028864"/>
                  </a:lnTo>
                  <a:lnTo>
                    <a:pt x="4935340" y="1026996"/>
                  </a:lnTo>
                  <a:lnTo>
                    <a:pt x="4935975" y="1026123"/>
                  </a:lnTo>
                  <a:lnTo>
                    <a:pt x="4936610" y="1024789"/>
                  </a:lnTo>
                  <a:lnTo>
                    <a:pt x="4937245" y="1023017"/>
                  </a:lnTo>
                  <a:lnTo>
                    <a:pt x="4937880" y="1021295"/>
                  </a:lnTo>
                  <a:lnTo>
                    <a:pt x="4938515" y="1019113"/>
                  </a:lnTo>
                  <a:lnTo>
                    <a:pt x="4939150" y="1017016"/>
                  </a:lnTo>
                  <a:lnTo>
                    <a:pt x="4939784" y="1016008"/>
                  </a:lnTo>
                  <a:lnTo>
                    <a:pt x="4940419" y="1015695"/>
                  </a:lnTo>
                  <a:lnTo>
                    <a:pt x="4941054" y="1018171"/>
                  </a:lnTo>
                  <a:lnTo>
                    <a:pt x="4941689" y="1021217"/>
                  </a:lnTo>
                  <a:lnTo>
                    <a:pt x="4942324" y="1025624"/>
                  </a:lnTo>
                  <a:lnTo>
                    <a:pt x="4942959" y="1030350"/>
                  </a:lnTo>
                  <a:lnTo>
                    <a:pt x="4943593" y="1034965"/>
                  </a:lnTo>
                  <a:lnTo>
                    <a:pt x="4944228" y="1039637"/>
                  </a:lnTo>
                  <a:lnTo>
                    <a:pt x="4944863" y="1043832"/>
                  </a:lnTo>
                  <a:lnTo>
                    <a:pt x="4945498" y="1047284"/>
                  </a:lnTo>
                  <a:lnTo>
                    <a:pt x="4946133" y="1050419"/>
                  </a:lnTo>
                  <a:lnTo>
                    <a:pt x="4946768" y="1054866"/>
                  </a:lnTo>
                  <a:lnTo>
                    <a:pt x="4947402" y="1060489"/>
                  </a:lnTo>
                  <a:lnTo>
                    <a:pt x="4948037" y="1066897"/>
                  </a:lnTo>
                  <a:lnTo>
                    <a:pt x="4948672" y="1074219"/>
                  </a:lnTo>
                  <a:lnTo>
                    <a:pt x="4949307" y="1079876"/>
                  </a:lnTo>
                  <a:lnTo>
                    <a:pt x="4949942" y="1083553"/>
                  </a:lnTo>
                  <a:lnTo>
                    <a:pt x="4950577" y="1086022"/>
                  </a:lnTo>
                  <a:lnTo>
                    <a:pt x="4951212" y="1087389"/>
                  </a:lnTo>
                  <a:lnTo>
                    <a:pt x="4951846" y="1086493"/>
                  </a:lnTo>
                  <a:lnTo>
                    <a:pt x="4952481" y="1085519"/>
                  </a:lnTo>
                  <a:lnTo>
                    <a:pt x="4953116" y="1083656"/>
                  </a:lnTo>
                  <a:lnTo>
                    <a:pt x="4953751" y="1082841"/>
                  </a:lnTo>
                  <a:lnTo>
                    <a:pt x="4954386" y="1082112"/>
                  </a:lnTo>
                  <a:lnTo>
                    <a:pt x="4955021" y="1082461"/>
                  </a:lnTo>
                  <a:lnTo>
                    <a:pt x="4955655" y="1083868"/>
                  </a:lnTo>
                  <a:lnTo>
                    <a:pt x="4956290" y="1085656"/>
                  </a:lnTo>
                  <a:lnTo>
                    <a:pt x="4956925" y="1086790"/>
                  </a:lnTo>
                  <a:lnTo>
                    <a:pt x="4957560" y="1087730"/>
                  </a:lnTo>
                  <a:lnTo>
                    <a:pt x="4958195" y="1089174"/>
                  </a:lnTo>
                  <a:lnTo>
                    <a:pt x="4958830" y="1090475"/>
                  </a:lnTo>
                  <a:lnTo>
                    <a:pt x="4959465" y="1092446"/>
                  </a:lnTo>
                  <a:lnTo>
                    <a:pt x="4960099" y="1095331"/>
                  </a:lnTo>
                  <a:lnTo>
                    <a:pt x="4960734" y="1097355"/>
                  </a:lnTo>
                  <a:lnTo>
                    <a:pt x="4961369" y="1100241"/>
                  </a:lnTo>
                  <a:lnTo>
                    <a:pt x="4962004" y="1102458"/>
                  </a:lnTo>
                  <a:lnTo>
                    <a:pt x="4962639" y="1104336"/>
                  </a:lnTo>
                  <a:lnTo>
                    <a:pt x="4963274" y="1107280"/>
                  </a:lnTo>
                  <a:lnTo>
                    <a:pt x="4963908" y="1108450"/>
                  </a:lnTo>
                  <a:lnTo>
                    <a:pt x="4964543" y="1109346"/>
                  </a:lnTo>
                  <a:lnTo>
                    <a:pt x="4965178" y="1109175"/>
                  </a:lnTo>
                  <a:lnTo>
                    <a:pt x="4965813" y="1109284"/>
                  </a:lnTo>
                  <a:lnTo>
                    <a:pt x="4966448" y="1110102"/>
                  </a:lnTo>
                  <a:lnTo>
                    <a:pt x="4967083" y="1110616"/>
                  </a:lnTo>
                  <a:lnTo>
                    <a:pt x="4967718" y="1111228"/>
                  </a:lnTo>
                  <a:lnTo>
                    <a:pt x="4968352" y="1111444"/>
                  </a:lnTo>
                  <a:lnTo>
                    <a:pt x="4968987" y="1112528"/>
                  </a:lnTo>
                  <a:lnTo>
                    <a:pt x="4969622" y="1114000"/>
                  </a:lnTo>
                  <a:lnTo>
                    <a:pt x="4970257" y="1115921"/>
                  </a:lnTo>
                  <a:lnTo>
                    <a:pt x="4970892" y="1118373"/>
                  </a:lnTo>
                  <a:lnTo>
                    <a:pt x="4971527" y="1121715"/>
                  </a:lnTo>
                  <a:lnTo>
                    <a:pt x="4972161" y="1124701"/>
                  </a:lnTo>
                  <a:lnTo>
                    <a:pt x="4972796" y="1127791"/>
                  </a:lnTo>
                  <a:lnTo>
                    <a:pt x="4973431" y="1130787"/>
                  </a:lnTo>
                  <a:lnTo>
                    <a:pt x="4974066" y="1134153"/>
                  </a:lnTo>
                  <a:lnTo>
                    <a:pt x="4974701" y="1136375"/>
                  </a:lnTo>
                  <a:lnTo>
                    <a:pt x="4975336" y="1139622"/>
                  </a:lnTo>
                  <a:lnTo>
                    <a:pt x="4975971" y="1142696"/>
                  </a:lnTo>
                  <a:lnTo>
                    <a:pt x="4976605" y="1146244"/>
                  </a:lnTo>
                  <a:lnTo>
                    <a:pt x="4977240" y="1151216"/>
                  </a:lnTo>
                  <a:lnTo>
                    <a:pt x="4977875" y="1157262"/>
                  </a:lnTo>
                  <a:lnTo>
                    <a:pt x="4978510" y="1163157"/>
                  </a:lnTo>
                  <a:lnTo>
                    <a:pt x="4979145" y="1168944"/>
                  </a:lnTo>
                  <a:lnTo>
                    <a:pt x="4979780" y="1173727"/>
                  </a:lnTo>
                  <a:lnTo>
                    <a:pt x="4980414" y="1178857"/>
                  </a:lnTo>
                  <a:lnTo>
                    <a:pt x="4981049" y="1183072"/>
                  </a:lnTo>
                  <a:lnTo>
                    <a:pt x="4981684" y="1187086"/>
                  </a:lnTo>
                  <a:lnTo>
                    <a:pt x="4982319" y="1191200"/>
                  </a:lnTo>
                  <a:lnTo>
                    <a:pt x="4982954" y="1196057"/>
                  </a:lnTo>
                  <a:lnTo>
                    <a:pt x="4983589" y="1200539"/>
                  </a:lnTo>
                  <a:lnTo>
                    <a:pt x="4984224" y="1204770"/>
                  </a:lnTo>
                  <a:lnTo>
                    <a:pt x="4984858" y="1208539"/>
                  </a:lnTo>
                  <a:lnTo>
                    <a:pt x="4985493" y="1211852"/>
                  </a:lnTo>
                  <a:lnTo>
                    <a:pt x="4986128" y="1215189"/>
                  </a:lnTo>
                  <a:lnTo>
                    <a:pt x="4986763" y="1217887"/>
                  </a:lnTo>
                  <a:lnTo>
                    <a:pt x="4987398" y="1219674"/>
                  </a:lnTo>
                  <a:lnTo>
                    <a:pt x="4988033" y="1221921"/>
                  </a:lnTo>
                  <a:lnTo>
                    <a:pt x="4988667" y="1224544"/>
                  </a:lnTo>
                  <a:lnTo>
                    <a:pt x="4989302" y="1227667"/>
                  </a:lnTo>
                  <a:lnTo>
                    <a:pt x="4989937" y="1230001"/>
                  </a:lnTo>
                  <a:lnTo>
                    <a:pt x="4990572" y="1232544"/>
                  </a:lnTo>
                  <a:lnTo>
                    <a:pt x="4991207" y="1234649"/>
                  </a:lnTo>
                  <a:lnTo>
                    <a:pt x="4991842" y="1236498"/>
                  </a:lnTo>
                  <a:lnTo>
                    <a:pt x="4992477" y="1238016"/>
                  </a:lnTo>
                  <a:lnTo>
                    <a:pt x="4993111" y="1239589"/>
                  </a:lnTo>
                  <a:lnTo>
                    <a:pt x="4993746" y="1241686"/>
                  </a:lnTo>
                  <a:lnTo>
                    <a:pt x="4994381" y="1243791"/>
                  </a:lnTo>
                  <a:lnTo>
                    <a:pt x="4995016" y="1246111"/>
                  </a:lnTo>
                  <a:lnTo>
                    <a:pt x="4995651" y="1248488"/>
                  </a:lnTo>
                  <a:lnTo>
                    <a:pt x="4996286" y="1251636"/>
                  </a:lnTo>
                  <a:lnTo>
                    <a:pt x="4996920" y="1256028"/>
                  </a:lnTo>
                  <a:lnTo>
                    <a:pt x="4997555" y="1260768"/>
                  </a:lnTo>
                  <a:lnTo>
                    <a:pt x="4998190" y="1266574"/>
                  </a:lnTo>
                  <a:lnTo>
                    <a:pt x="4998825" y="1271810"/>
                  </a:lnTo>
                  <a:lnTo>
                    <a:pt x="4999460" y="1277988"/>
                  </a:lnTo>
                  <a:lnTo>
                    <a:pt x="5000095" y="1284502"/>
                  </a:lnTo>
                  <a:lnTo>
                    <a:pt x="5000729" y="1292023"/>
                  </a:lnTo>
                  <a:lnTo>
                    <a:pt x="5001364" y="1299486"/>
                  </a:lnTo>
                  <a:lnTo>
                    <a:pt x="5001999" y="1307558"/>
                  </a:lnTo>
                  <a:lnTo>
                    <a:pt x="5002634" y="1315771"/>
                  </a:lnTo>
                  <a:lnTo>
                    <a:pt x="5003269" y="1324097"/>
                  </a:lnTo>
                  <a:lnTo>
                    <a:pt x="5003904" y="1332570"/>
                  </a:lnTo>
                  <a:lnTo>
                    <a:pt x="5004539" y="1341606"/>
                  </a:lnTo>
                  <a:lnTo>
                    <a:pt x="5005173" y="1350502"/>
                  </a:lnTo>
                  <a:lnTo>
                    <a:pt x="5005808" y="1359566"/>
                  </a:lnTo>
                  <a:lnTo>
                    <a:pt x="5006443" y="1369239"/>
                  </a:lnTo>
                  <a:lnTo>
                    <a:pt x="5007078" y="1378383"/>
                  </a:lnTo>
                  <a:lnTo>
                    <a:pt x="5007713" y="1386980"/>
                  </a:lnTo>
                  <a:lnTo>
                    <a:pt x="5008348" y="1395357"/>
                  </a:lnTo>
                  <a:lnTo>
                    <a:pt x="5008982" y="1404457"/>
                  </a:lnTo>
                  <a:lnTo>
                    <a:pt x="5009617" y="1412990"/>
                  </a:lnTo>
                  <a:lnTo>
                    <a:pt x="5010252" y="1421939"/>
                  </a:lnTo>
                  <a:lnTo>
                    <a:pt x="5010887" y="1431246"/>
                  </a:lnTo>
                  <a:lnTo>
                    <a:pt x="5011522" y="1439517"/>
                  </a:lnTo>
                  <a:lnTo>
                    <a:pt x="5012157" y="1447483"/>
                  </a:lnTo>
                  <a:lnTo>
                    <a:pt x="5012792" y="1454647"/>
                  </a:lnTo>
                  <a:lnTo>
                    <a:pt x="5013426" y="1462594"/>
                  </a:lnTo>
                  <a:lnTo>
                    <a:pt x="5014061" y="1470980"/>
                  </a:lnTo>
                  <a:lnTo>
                    <a:pt x="5014696" y="1480065"/>
                  </a:lnTo>
                  <a:lnTo>
                    <a:pt x="5015331" y="1489553"/>
                  </a:lnTo>
                  <a:lnTo>
                    <a:pt x="5015966" y="1498332"/>
                  </a:lnTo>
                  <a:lnTo>
                    <a:pt x="5016601" y="1507379"/>
                  </a:lnTo>
                  <a:lnTo>
                    <a:pt x="5017235" y="1516480"/>
                  </a:lnTo>
                  <a:lnTo>
                    <a:pt x="5017870" y="1525698"/>
                  </a:lnTo>
                  <a:lnTo>
                    <a:pt x="5018505" y="1535215"/>
                  </a:lnTo>
                  <a:lnTo>
                    <a:pt x="5019140" y="1545706"/>
                  </a:lnTo>
                  <a:lnTo>
                    <a:pt x="5019775" y="1556578"/>
                  </a:lnTo>
                  <a:lnTo>
                    <a:pt x="5020410" y="1568170"/>
                  </a:lnTo>
                  <a:lnTo>
                    <a:pt x="5021045" y="1579855"/>
                  </a:lnTo>
                  <a:lnTo>
                    <a:pt x="5021679" y="1592379"/>
                  </a:lnTo>
                  <a:lnTo>
                    <a:pt x="5022314" y="1606147"/>
                  </a:lnTo>
                  <a:lnTo>
                    <a:pt x="5022949" y="1619205"/>
                  </a:lnTo>
                  <a:lnTo>
                    <a:pt x="5023584" y="1629344"/>
                  </a:lnTo>
                  <a:lnTo>
                    <a:pt x="5024219" y="1638744"/>
                  </a:lnTo>
                  <a:lnTo>
                    <a:pt x="5024854" y="1645619"/>
                  </a:lnTo>
                  <a:lnTo>
                    <a:pt x="5025488" y="1651397"/>
                  </a:lnTo>
                  <a:lnTo>
                    <a:pt x="5026123" y="1656731"/>
                  </a:lnTo>
                  <a:lnTo>
                    <a:pt x="5026758" y="1661617"/>
                  </a:lnTo>
                  <a:lnTo>
                    <a:pt x="5027393" y="1666049"/>
                  </a:lnTo>
                  <a:lnTo>
                    <a:pt x="5028028" y="1670090"/>
                  </a:lnTo>
                  <a:lnTo>
                    <a:pt x="5028663" y="1673459"/>
                  </a:lnTo>
                  <a:lnTo>
                    <a:pt x="5029298" y="1676694"/>
                  </a:lnTo>
                  <a:lnTo>
                    <a:pt x="5029932" y="1680153"/>
                  </a:lnTo>
                  <a:lnTo>
                    <a:pt x="5030567" y="1683765"/>
                  </a:lnTo>
                  <a:lnTo>
                    <a:pt x="5031202" y="1686751"/>
                  </a:lnTo>
                  <a:lnTo>
                    <a:pt x="5031837" y="1689365"/>
                  </a:lnTo>
                  <a:lnTo>
                    <a:pt x="5032472" y="1693262"/>
                  </a:lnTo>
                  <a:lnTo>
                    <a:pt x="5033107" y="1696831"/>
                  </a:lnTo>
                  <a:lnTo>
                    <a:pt x="5033741" y="1701638"/>
                  </a:lnTo>
                  <a:lnTo>
                    <a:pt x="5034376" y="1706507"/>
                  </a:lnTo>
                  <a:lnTo>
                    <a:pt x="5035011" y="1712229"/>
                  </a:lnTo>
                  <a:lnTo>
                    <a:pt x="5035646" y="1717352"/>
                  </a:lnTo>
                  <a:lnTo>
                    <a:pt x="5036281" y="1721708"/>
                  </a:lnTo>
                  <a:lnTo>
                    <a:pt x="5036916" y="1725610"/>
                  </a:lnTo>
                  <a:lnTo>
                    <a:pt x="5037551" y="1729300"/>
                  </a:lnTo>
                  <a:lnTo>
                    <a:pt x="5038185" y="1731529"/>
                  </a:lnTo>
                  <a:lnTo>
                    <a:pt x="5038820" y="1733166"/>
                  </a:lnTo>
                  <a:lnTo>
                    <a:pt x="5039455" y="1734197"/>
                  </a:lnTo>
                  <a:lnTo>
                    <a:pt x="5040090" y="1733892"/>
                  </a:lnTo>
                  <a:lnTo>
                    <a:pt x="5040725" y="1733368"/>
                  </a:lnTo>
                  <a:lnTo>
                    <a:pt x="5041360" y="1732777"/>
                  </a:lnTo>
                  <a:lnTo>
                    <a:pt x="5041994" y="1731368"/>
                  </a:lnTo>
                  <a:lnTo>
                    <a:pt x="5042629" y="1729520"/>
                  </a:lnTo>
                  <a:lnTo>
                    <a:pt x="5043264" y="1727549"/>
                  </a:lnTo>
                  <a:lnTo>
                    <a:pt x="5043899" y="1725866"/>
                  </a:lnTo>
                  <a:lnTo>
                    <a:pt x="5044534" y="1724651"/>
                  </a:lnTo>
                  <a:lnTo>
                    <a:pt x="5045169" y="1723135"/>
                  </a:lnTo>
                  <a:lnTo>
                    <a:pt x="5045804" y="1720955"/>
                  </a:lnTo>
                  <a:lnTo>
                    <a:pt x="5046438" y="1718258"/>
                  </a:lnTo>
                  <a:lnTo>
                    <a:pt x="5047073" y="1715328"/>
                  </a:lnTo>
                  <a:lnTo>
                    <a:pt x="5047708" y="1712273"/>
                  </a:lnTo>
                  <a:lnTo>
                    <a:pt x="5048343" y="1709077"/>
                  </a:lnTo>
                  <a:lnTo>
                    <a:pt x="5048978" y="1706125"/>
                  </a:lnTo>
                  <a:lnTo>
                    <a:pt x="5049613" y="1704038"/>
                  </a:lnTo>
                  <a:lnTo>
                    <a:pt x="5050247" y="1701819"/>
                  </a:lnTo>
                  <a:lnTo>
                    <a:pt x="5050882" y="1700053"/>
                  </a:lnTo>
                  <a:lnTo>
                    <a:pt x="5051517" y="1698381"/>
                  </a:lnTo>
                  <a:lnTo>
                    <a:pt x="5052152" y="1697485"/>
                  </a:lnTo>
                  <a:lnTo>
                    <a:pt x="5052787" y="1697435"/>
                  </a:lnTo>
                  <a:lnTo>
                    <a:pt x="5053422" y="1697809"/>
                  </a:lnTo>
                  <a:lnTo>
                    <a:pt x="5054057" y="1698260"/>
                  </a:lnTo>
                  <a:lnTo>
                    <a:pt x="5054691" y="1699479"/>
                  </a:lnTo>
                  <a:lnTo>
                    <a:pt x="5055326" y="1702433"/>
                  </a:lnTo>
                  <a:lnTo>
                    <a:pt x="5055961" y="1705259"/>
                  </a:lnTo>
                  <a:lnTo>
                    <a:pt x="5056596" y="1709299"/>
                  </a:lnTo>
                  <a:lnTo>
                    <a:pt x="5057231" y="1714943"/>
                  </a:lnTo>
                  <a:lnTo>
                    <a:pt x="5057866" y="1722659"/>
                  </a:lnTo>
                  <a:lnTo>
                    <a:pt x="5058500" y="1730422"/>
                  </a:lnTo>
                  <a:lnTo>
                    <a:pt x="5059135" y="1737960"/>
                  </a:lnTo>
                  <a:lnTo>
                    <a:pt x="5059770" y="1745671"/>
                  </a:lnTo>
                  <a:lnTo>
                    <a:pt x="5060405" y="1753137"/>
                  </a:lnTo>
                  <a:lnTo>
                    <a:pt x="5061040" y="1760188"/>
                  </a:lnTo>
                  <a:lnTo>
                    <a:pt x="5061675" y="1768265"/>
                  </a:lnTo>
                  <a:lnTo>
                    <a:pt x="5062309" y="1777113"/>
                  </a:lnTo>
                  <a:lnTo>
                    <a:pt x="5062944" y="1784913"/>
                  </a:lnTo>
                  <a:lnTo>
                    <a:pt x="5063579" y="1792119"/>
                  </a:lnTo>
                  <a:lnTo>
                    <a:pt x="5064214" y="1798819"/>
                  </a:lnTo>
                  <a:lnTo>
                    <a:pt x="5064849" y="1803613"/>
                  </a:lnTo>
                  <a:lnTo>
                    <a:pt x="5065484" y="1807813"/>
                  </a:lnTo>
                  <a:lnTo>
                    <a:pt x="5066119" y="1810712"/>
                  </a:lnTo>
                  <a:lnTo>
                    <a:pt x="5066753" y="1812190"/>
                  </a:lnTo>
                  <a:lnTo>
                    <a:pt x="5067388" y="1811831"/>
                  </a:lnTo>
                  <a:lnTo>
                    <a:pt x="5068023" y="1808645"/>
                  </a:lnTo>
                  <a:lnTo>
                    <a:pt x="5068658" y="1804680"/>
                  </a:lnTo>
                  <a:lnTo>
                    <a:pt x="5069293" y="1798470"/>
                  </a:lnTo>
                  <a:lnTo>
                    <a:pt x="5069928" y="1790761"/>
                  </a:lnTo>
                  <a:lnTo>
                    <a:pt x="5070562" y="1782202"/>
                  </a:lnTo>
                  <a:lnTo>
                    <a:pt x="5071197" y="1773130"/>
                  </a:lnTo>
                  <a:lnTo>
                    <a:pt x="5071832" y="1763388"/>
                  </a:lnTo>
                  <a:lnTo>
                    <a:pt x="5072467" y="1754099"/>
                  </a:lnTo>
                  <a:lnTo>
                    <a:pt x="5073102" y="1745441"/>
                  </a:lnTo>
                  <a:lnTo>
                    <a:pt x="5073737" y="1737320"/>
                  </a:lnTo>
                  <a:lnTo>
                    <a:pt x="5074372" y="1729804"/>
                  </a:lnTo>
                  <a:lnTo>
                    <a:pt x="5075006" y="1722992"/>
                  </a:lnTo>
                  <a:lnTo>
                    <a:pt x="5075641" y="1715092"/>
                  </a:lnTo>
                  <a:lnTo>
                    <a:pt x="5076276" y="1707015"/>
                  </a:lnTo>
                  <a:lnTo>
                    <a:pt x="5076911" y="1699070"/>
                  </a:lnTo>
                  <a:lnTo>
                    <a:pt x="5077546" y="1691706"/>
                  </a:lnTo>
                  <a:lnTo>
                    <a:pt x="5078181" y="1685281"/>
                  </a:lnTo>
                  <a:lnTo>
                    <a:pt x="5078815" y="1681152"/>
                  </a:lnTo>
                  <a:lnTo>
                    <a:pt x="5079450" y="1678912"/>
                  </a:lnTo>
                  <a:lnTo>
                    <a:pt x="5080085" y="1677753"/>
                  </a:lnTo>
                  <a:lnTo>
                    <a:pt x="5080720" y="1676158"/>
                  </a:lnTo>
                  <a:lnTo>
                    <a:pt x="5081355" y="1675990"/>
                  </a:lnTo>
                  <a:lnTo>
                    <a:pt x="5081990" y="1675422"/>
                  </a:lnTo>
                  <a:lnTo>
                    <a:pt x="5082625" y="1673990"/>
                  </a:lnTo>
                  <a:lnTo>
                    <a:pt x="5083259" y="1672785"/>
                  </a:lnTo>
                  <a:lnTo>
                    <a:pt x="5083894" y="1671859"/>
                  </a:lnTo>
                  <a:lnTo>
                    <a:pt x="5084529" y="1671719"/>
                  </a:lnTo>
                  <a:lnTo>
                    <a:pt x="5085164" y="1670636"/>
                  </a:lnTo>
                  <a:lnTo>
                    <a:pt x="5085799" y="1669686"/>
                  </a:lnTo>
                  <a:lnTo>
                    <a:pt x="5086434" y="1667677"/>
                  </a:lnTo>
                  <a:lnTo>
                    <a:pt x="5087068" y="1666124"/>
                  </a:lnTo>
                  <a:lnTo>
                    <a:pt x="5087703" y="1663623"/>
                  </a:lnTo>
                  <a:lnTo>
                    <a:pt x="5088338" y="1660630"/>
                  </a:lnTo>
                  <a:lnTo>
                    <a:pt x="5088973" y="1657756"/>
                  </a:lnTo>
                  <a:lnTo>
                    <a:pt x="5089608" y="1654928"/>
                  </a:lnTo>
                  <a:lnTo>
                    <a:pt x="5090243" y="1651925"/>
                  </a:lnTo>
                  <a:lnTo>
                    <a:pt x="5090878" y="1648574"/>
                  </a:lnTo>
                  <a:lnTo>
                    <a:pt x="5091512" y="1644745"/>
                  </a:lnTo>
                  <a:lnTo>
                    <a:pt x="5092147" y="1641713"/>
                  </a:lnTo>
                  <a:lnTo>
                    <a:pt x="5092782" y="1638565"/>
                  </a:lnTo>
                  <a:lnTo>
                    <a:pt x="5093417" y="1634362"/>
                  </a:lnTo>
                  <a:lnTo>
                    <a:pt x="5094052" y="1629347"/>
                  </a:lnTo>
                  <a:lnTo>
                    <a:pt x="5094687" y="1623011"/>
                  </a:lnTo>
                  <a:lnTo>
                    <a:pt x="5095321" y="1616484"/>
                  </a:lnTo>
                  <a:lnTo>
                    <a:pt x="5095956" y="1608460"/>
                  </a:lnTo>
                  <a:lnTo>
                    <a:pt x="5096591" y="1599832"/>
                  </a:lnTo>
                  <a:lnTo>
                    <a:pt x="5097226" y="1591131"/>
                  </a:lnTo>
                  <a:lnTo>
                    <a:pt x="5097861" y="1583345"/>
                  </a:lnTo>
                  <a:lnTo>
                    <a:pt x="5098496" y="1574108"/>
                  </a:lnTo>
                  <a:lnTo>
                    <a:pt x="5099131" y="1565055"/>
                  </a:lnTo>
                  <a:lnTo>
                    <a:pt x="5099765" y="1555368"/>
                  </a:lnTo>
                  <a:lnTo>
                    <a:pt x="5100400" y="1545448"/>
                  </a:lnTo>
                  <a:lnTo>
                    <a:pt x="5101035" y="1534583"/>
                  </a:lnTo>
                  <a:lnTo>
                    <a:pt x="5101670" y="1522975"/>
                  </a:lnTo>
                  <a:lnTo>
                    <a:pt x="5102305" y="1511333"/>
                  </a:lnTo>
                  <a:lnTo>
                    <a:pt x="5102940" y="1500718"/>
                  </a:lnTo>
                  <a:lnTo>
                    <a:pt x="5103574" y="1490631"/>
                  </a:lnTo>
                  <a:lnTo>
                    <a:pt x="5104209" y="1479968"/>
                  </a:lnTo>
                  <a:lnTo>
                    <a:pt x="5104844" y="1469844"/>
                  </a:lnTo>
                  <a:lnTo>
                    <a:pt x="5105479" y="1462026"/>
                  </a:lnTo>
                  <a:lnTo>
                    <a:pt x="5106114" y="1455600"/>
                  </a:lnTo>
                  <a:lnTo>
                    <a:pt x="5106749" y="1449722"/>
                  </a:lnTo>
                  <a:lnTo>
                    <a:pt x="5107384" y="1444021"/>
                  </a:lnTo>
                  <a:lnTo>
                    <a:pt x="5108018" y="1439347"/>
                  </a:lnTo>
                  <a:lnTo>
                    <a:pt x="5108653" y="1434900"/>
                  </a:lnTo>
                  <a:lnTo>
                    <a:pt x="5109288" y="1430763"/>
                  </a:lnTo>
                  <a:lnTo>
                    <a:pt x="5109923" y="1427795"/>
                  </a:lnTo>
                  <a:lnTo>
                    <a:pt x="5110558" y="1426599"/>
                  </a:lnTo>
                  <a:lnTo>
                    <a:pt x="5111193" y="1426430"/>
                  </a:lnTo>
                  <a:lnTo>
                    <a:pt x="5111827" y="1426295"/>
                  </a:lnTo>
                  <a:lnTo>
                    <a:pt x="5112462" y="1426174"/>
                  </a:lnTo>
                  <a:lnTo>
                    <a:pt x="5113097" y="1426211"/>
                  </a:lnTo>
                  <a:lnTo>
                    <a:pt x="5113732" y="1426815"/>
                  </a:lnTo>
                  <a:lnTo>
                    <a:pt x="5114367" y="1427366"/>
                  </a:lnTo>
                  <a:lnTo>
                    <a:pt x="5115002" y="1428221"/>
                  </a:lnTo>
                  <a:lnTo>
                    <a:pt x="5115636" y="1429016"/>
                  </a:lnTo>
                  <a:lnTo>
                    <a:pt x="5116271" y="1429400"/>
                  </a:lnTo>
                  <a:lnTo>
                    <a:pt x="5116906" y="1430374"/>
                  </a:lnTo>
                  <a:lnTo>
                    <a:pt x="5117541" y="1431723"/>
                  </a:lnTo>
                  <a:lnTo>
                    <a:pt x="5118176" y="1433528"/>
                  </a:lnTo>
                  <a:lnTo>
                    <a:pt x="5118811" y="1435463"/>
                  </a:lnTo>
                  <a:lnTo>
                    <a:pt x="5119446" y="1437151"/>
                  </a:lnTo>
                  <a:lnTo>
                    <a:pt x="5120080" y="1438263"/>
                  </a:lnTo>
                  <a:lnTo>
                    <a:pt x="5120715" y="1438707"/>
                  </a:lnTo>
                  <a:lnTo>
                    <a:pt x="5121350" y="1439331"/>
                  </a:lnTo>
                  <a:lnTo>
                    <a:pt x="5121985" y="1439177"/>
                  </a:lnTo>
                  <a:lnTo>
                    <a:pt x="5122620" y="1438317"/>
                  </a:lnTo>
                  <a:lnTo>
                    <a:pt x="5123255" y="1436835"/>
                  </a:lnTo>
                  <a:lnTo>
                    <a:pt x="5123889" y="1434269"/>
                  </a:lnTo>
                  <a:lnTo>
                    <a:pt x="5124524" y="1430824"/>
                  </a:lnTo>
                  <a:lnTo>
                    <a:pt x="5125159" y="1425974"/>
                  </a:lnTo>
                  <a:lnTo>
                    <a:pt x="5125794" y="1420988"/>
                  </a:lnTo>
                  <a:lnTo>
                    <a:pt x="5126429" y="1414448"/>
                  </a:lnTo>
                  <a:lnTo>
                    <a:pt x="5127064" y="1406792"/>
                  </a:lnTo>
                  <a:lnTo>
                    <a:pt x="5127699" y="1398654"/>
                  </a:lnTo>
                  <a:lnTo>
                    <a:pt x="5128333" y="1390255"/>
                  </a:lnTo>
                  <a:lnTo>
                    <a:pt x="5128968" y="1381355"/>
                  </a:lnTo>
                  <a:lnTo>
                    <a:pt x="5129603" y="1371434"/>
                  </a:lnTo>
                  <a:lnTo>
                    <a:pt x="5130238" y="1361146"/>
                  </a:lnTo>
                  <a:lnTo>
                    <a:pt x="5130873" y="1349907"/>
                  </a:lnTo>
                  <a:lnTo>
                    <a:pt x="5131508" y="1338893"/>
                  </a:lnTo>
                  <a:lnTo>
                    <a:pt x="5132142" y="1327747"/>
                  </a:lnTo>
                  <a:lnTo>
                    <a:pt x="5132777" y="1316489"/>
                  </a:lnTo>
                  <a:lnTo>
                    <a:pt x="5133412" y="1305529"/>
                  </a:lnTo>
                  <a:lnTo>
                    <a:pt x="5134047" y="1295352"/>
                  </a:lnTo>
                  <a:lnTo>
                    <a:pt x="5134682" y="1286399"/>
                  </a:lnTo>
                  <a:lnTo>
                    <a:pt x="5135317" y="1278201"/>
                  </a:lnTo>
                  <a:lnTo>
                    <a:pt x="5135952" y="1269844"/>
                  </a:lnTo>
                  <a:lnTo>
                    <a:pt x="5136586" y="1261683"/>
                  </a:lnTo>
                  <a:lnTo>
                    <a:pt x="5137221" y="1254819"/>
                  </a:lnTo>
                  <a:lnTo>
                    <a:pt x="5137856" y="1248575"/>
                  </a:lnTo>
                  <a:lnTo>
                    <a:pt x="5138491" y="1243511"/>
                  </a:lnTo>
                  <a:lnTo>
                    <a:pt x="5139126" y="1239689"/>
                  </a:lnTo>
                  <a:lnTo>
                    <a:pt x="5139761" y="1237462"/>
                  </a:lnTo>
                  <a:lnTo>
                    <a:pt x="5140395" y="1236022"/>
                  </a:lnTo>
                  <a:lnTo>
                    <a:pt x="5141030" y="1235039"/>
                  </a:lnTo>
                  <a:lnTo>
                    <a:pt x="5141665" y="1233537"/>
                  </a:lnTo>
                  <a:lnTo>
                    <a:pt x="5142300" y="1232434"/>
                  </a:lnTo>
                  <a:lnTo>
                    <a:pt x="5142935" y="1230628"/>
                  </a:lnTo>
                  <a:lnTo>
                    <a:pt x="5143570" y="1228597"/>
                  </a:lnTo>
                  <a:lnTo>
                    <a:pt x="5144205" y="1225791"/>
                  </a:lnTo>
                  <a:lnTo>
                    <a:pt x="5144839" y="1223159"/>
                  </a:lnTo>
                  <a:lnTo>
                    <a:pt x="5145474" y="1220134"/>
                  </a:lnTo>
                  <a:lnTo>
                    <a:pt x="5146109" y="1215932"/>
                  </a:lnTo>
                  <a:lnTo>
                    <a:pt x="5146744" y="1212219"/>
                  </a:lnTo>
                  <a:lnTo>
                    <a:pt x="5147379" y="1207064"/>
                  </a:lnTo>
                  <a:lnTo>
                    <a:pt x="5148014" y="1201864"/>
                  </a:lnTo>
                  <a:lnTo>
                    <a:pt x="5148648" y="1196857"/>
                  </a:lnTo>
                  <a:lnTo>
                    <a:pt x="5149283" y="1190864"/>
                  </a:lnTo>
                  <a:lnTo>
                    <a:pt x="5149918" y="1184197"/>
                  </a:lnTo>
                  <a:lnTo>
                    <a:pt x="5150553" y="1177820"/>
                  </a:lnTo>
                  <a:lnTo>
                    <a:pt x="5151188" y="1171681"/>
                  </a:lnTo>
                  <a:lnTo>
                    <a:pt x="5151823" y="1166968"/>
                  </a:lnTo>
                  <a:lnTo>
                    <a:pt x="5152458" y="1162782"/>
                  </a:lnTo>
                  <a:lnTo>
                    <a:pt x="5153092" y="1159247"/>
                  </a:lnTo>
                  <a:lnTo>
                    <a:pt x="5153727" y="1154831"/>
                  </a:lnTo>
                  <a:lnTo>
                    <a:pt x="5154362" y="1149553"/>
                  </a:lnTo>
                  <a:lnTo>
                    <a:pt x="5154997" y="1143309"/>
                  </a:lnTo>
                  <a:lnTo>
                    <a:pt x="5155632" y="1137425"/>
                  </a:lnTo>
                  <a:lnTo>
                    <a:pt x="5156267" y="1130802"/>
                  </a:lnTo>
                  <a:lnTo>
                    <a:pt x="5156901" y="1124525"/>
                  </a:lnTo>
                  <a:lnTo>
                    <a:pt x="5157536" y="1118066"/>
                  </a:lnTo>
                  <a:lnTo>
                    <a:pt x="5158171" y="1111025"/>
                  </a:lnTo>
                  <a:lnTo>
                    <a:pt x="5158806" y="1104550"/>
                  </a:lnTo>
                  <a:lnTo>
                    <a:pt x="5159441" y="1096895"/>
                  </a:lnTo>
                  <a:lnTo>
                    <a:pt x="5160076" y="1088847"/>
                  </a:lnTo>
                  <a:lnTo>
                    <a:pt x="5160711" y="1078811"/>
                  </a:lnTo>
                  <a:lnTo>
                    <a:pt x="5161345" y="1068460"/>
                  </a:lnTo>
                  <a:lnTo>
                    <a:pt x="5161980" y="1057868"/>
                  </a:lnTo>
                  <a:lnTo>
                    <a:pt x="5162615" y="1047162"/>
                  </a:lnTo>
                  <a:lnTo>
                    <a:pt x="5163250" y="1037735"/>
                  </a:lnTo>
                  <a:lnTo>
                    <a:pt x="5163885" y="1029811"/>
                  </a:lnTo>
                  <a:lnTo>
                    <a:pt x="5164520" y="1021807"/>
                  </a:lnTo>
                  <a:lnTo>
                    <a:pt x="5165154" y="1014831"/>
                  </a:lnTo>
                  <a:lnTo>
                    <a:pt x="5165789" y="1008808"/>
                  </a:lnTo>
                  <a:lnTo>
                    <a:pt x="5166424" y="1002958"/>
                  </a:lnTo>
                  <a:lnTo>
                    <a:pt x="5167059" y="998667"/>
                  </a:lnTo>
                  <a:lnTo>
                    <a:pt x="5167694" y="994568"/>
                  </a:lnTo>
                  <a:lnTo>
                    <a:pt x="5168329" y="989655"/>
                  </a:lnTo>
                  <a:lnTo>
                    <a:pt x="5168963" y="986428"/>
                  </a:lnTo>
                  <a:lnTo>
                    <a:pt x="5169598" y="983847"/>
                  </a:lnTo>
                  <a:lnTo>
                    <a:pt x="5170233" y="982431"/>
                  </a:lnTo>
                  <a:lnTo>
                    <a:pt x="5170868" y="980913"/>
                  </a:lnTo>
                  <a:lnTo>
                    <a:pt x="5171503" y="978994"/>
                  </a:lnTo>
                  <a:lnTo>
                    <a:pt x="5172138" y="976381"/>
                  </a:lnTo>
                  <a:lnTo>
                    <a:pt x="5172773" y="973528"/>
                  </a:lnTo>
                  <a:lnTo>
                    <a:pt x="5173407" y="970570"/>
                  </a:lnTo>
                  <a:lnTo>
                    <a:pt x="5174042" y="968424"/>
                  </a:lnTo>
                  <a:lnTo>
                    <a:pt x="5174677" y="967773"/>
                  </a:lnTo>
                  <a:lnTo>
                    <a:pt x="5175312" y="967199"/>
                  </a:lnTo>
                  <a:lnTo>
                    <a:pt x="5175947" y="966570"/>
                  </a:lnTo>
                  <a:lnTo>
                    <a:pt x="5176582" y="965231"/>
                  </a:lnTo>
                  <a:lnTo>
                    <a:pt x="5177216" y="963229"/>
                  </a:lnTo>
                  <a:lnTo>
                    <a:pt x="5177851" y="962008"/>
                  </a:lnTo>
                  <a:lnTo>
                    <a:pt x="5178486" y="960313"/>
                  </a:lnTo>
                  <a:lnTo>
                    <a:pt x="5179121" y="957822"/>
                  </a:lnTo>
                  <a:lnTo>
                    <a:pt x="5179756" y="954081"/>
                  </a:lnTo>
                  <a:lnTo>
                    <a:pt x="5180391" y="950880"/>
                  </a:lnTo>
                  <a:lnTo>
                    <a:pt x="5181026" y="947086"/>
                  </a:lnTo>
                  <a:lnTo>
                    <a:pt x="5181660" y="942861"/>
                  </a:lnTo>
                  <a:lnTo>
                    <a:pt x="5182295" y="938502"/>
                  </a:lnTo>
                  <a:lnTo>
                    <a:pt x="5182930" y="932525"/>
                  </a:lnTo>
                  <a:lnTo>
                    <a:pt x="5183565" y="926115"/>
                  </a:lnTo>
                  <a:lnTo>
                    <a:pt x="5184200" y="917366"/>
                  </a:lnTo>
                  <a:lnTo>
                    <a:pt x="5184835" y="909435"/>
                  </a:lnTo>
                  <a:lnTo>
                    <a:pt x="5185469" y="902448"/>
                  </a:lnTo>
                  <a:lnTo>
                    <a:pt x="5186104" y="896070"/>
                  </a:lnTo>
                  <a:lnTo>
                    <a:pt x="5186739" y="889069"/>
                  </a:lnTo>
                  <a:lnTo>
                    <a:pt x="5187374" y="881985"/>
                  </a:lnTo>
                  <a:lnTo>
                    <a:pt x="5188009" y="874732"/>
                  </a:lnTo>
                  <a:lnTo>
                    <a:pt x="5188644" y="867951"/>
                  </a:lnTo>
                  <a:lnTo>
                    <a:pt x="5189279" y="861318"/>
                  </a:lnTo>
                  <a:lnTo>
                    <a:pt x="5189913" y="855719"/>
                  </a:lnTo>
                  <a:lnTo>
                    <a:pt x="5190548" y="850331"/>
                  </a:lnTo>
                  <a:lnTo>
                    <a:pt x="5191183" y="846919"/>
                  </a:lnTo>
                  <a:lnTo>
                    <a:pt x="5191818" y="845619"/>
                  </a:lnTo>
                  <a:lnTo>
                    <a:pt x="5192453" y="845394"/>
                  </a:lnTo>
                  <a:lnTo>
                    <a:pt x="5193088" y="845513"/>
                  </a:lnTo>
                  <a:lnTo>
                    <a:pt x="5193722" y="846721"/>
                  </a:lnTo>
                  <a:lnTo>
                    <a:pt x="5194357" y="847934"/>
                  </a:lnTo>
                  <a:lnTo>
                    <a:pt x="5194992" y="850509"/>
                  </a:lnTo>
                  <a:lnTo>
                    <a:pt x="5195627" y="853719"/>
                  </a:lnTo>
                  <a:lnTo>
                    <a:pt x="5196262" y="858414"/>
                  </a:lnTo>
                  <a:lnTo>
                    <a:pt x="5196897" y="864710"/>
                  </a:lnTo>
                  <a:lnTo>
                    <a:pt x="5197532" y="871205"/>
                  </a:lnTo>
                  <a:lnTo>
                    <a:pt x="5198166" y="877903"/>
                  </a:lnTo>
                  <a:lnTo>
                    <a:pt x="5198801" y="885422"/>
                  </a:lnTo>
                  <a:lnTo>
                    <a:pt x="5199436" y="892757"/>
                  </a:lnTo>
                  <a:lnTo>
                    <a:pt x="5200071" y="899797"/>
                  </a:lnTo>
                  <a:lnTo>
                    <a:pt x="5200706" y="905917"/>
                  </a:lnTo>
                  <a:lnTo>
                    <a:pt x="5201341" y="910876"/>
                  </a:lnTo>
                  <a:lnTo>
                    <a:pt x="5201975" y="914750"/>
                  </a:lnTo>
                  <a:lnTo>
                    <a:pt x="5202610" y="919066"/>
                  </a:lnTo>
                  <a:lnTo>
                    <a:pt x="5203245" y="924031"/>
                  </a:lnTo>
                  <a:lnTo>
                    <a:pt x="5203880" y="927522"/>
                  </a:lnTo>
                  <a:lnTo>
                    <a:pt x="5204515" y="929660"/>
                  </a:lnTo>
                  <a:lnTo>
                    <a:pt x="5205150" y="932139"/>
                  </a:lnTo>
                  <a:lnTo>
                    <a:pt x="5205785" y="933736"/>
                  </a:lnTo>
                  <a:lnTo>
                    <a:pt x="5206419" y="934906"/>
                  </a:lnTo>
                  <a:lnTo>
                    <a:pt x="5207054" y="936012"/>
                  </a:lnTo>
                  <a:lnTo>
                    <a:pt x="5207689" y="937406"/>
                  </a:lnTo>
                  <a:lnTo>
                    <a:pt x="5208324" y="937733"/>
                  </a:lnTo>
                  <a:lnTo>
                    <a:pt x="5208959" y="937655"/>
                  </a:lnTo>
                  <a:lnTo>
                    <a:pt x="5209594" y="938767"/>
                  </a:lnTo>
                  <a:lnTo>
                    <a:pt x="5210228" y="938557"/>
                  </a:lnTo>
                  <a:lnTo>
                    <a:pt x="5210863" y="937785"/>
                  </a:lnTo>
                  <a:lnTo>
                    <a:pt x="5211498" y="937048"/>
                  </a:lnTo>
                  <a:lnTo>
                    <a:pt x="5212133" y="937092"/>
                  </a:lnTo>
                  <a:lnTo>
                    <a:pt x="5212768" y="936933"/>
                  </a:lnTo>
                  <a:lnTo>
                    <a:pt x="5213403" y="937739"/>
                  </a:lnTo>
                  <a:lnTo>
                    <a:pt x="5214038" y="939470"/>
                  </a:lnTo>
                  <a:lnTo>
                    <a:pt x="5214672" y="940800"/>
                  </a:lnTo>
                  <a:lnTo>
                    <a:pt x="5215307" y="942291"/>
                  </a:lnTo>
                  <a:lnTo>
                    <a:pt x="5215942" y="943426"/>
                  </a:lnTo>
                  <a:lnTo>
                    <a:pt x="5216577" y="945362"/>
                  </a:lnTo>
                  <a:lnTo>
                    <a:pt x="5217212" y="947061"/>
                  </a:lnTo>
                  <a:lnTo>
                    <a:pt x="5217847" y="948853"/>
                  </a:lnTo>
                  <a:lnTo>
                    <a:pt x="5218481" y="949359"/>
                  </a:lnTo>
                  <a:lnTo>
                    <a:pt x="5219116" y="949979"/>
                  </a:lnTo>
                  <a:lnTo>
                    <a:pt x="5219751" y="950769"/>
                  </a:lnTo>
                  <a:lnTo>
                    <a:pt x="5220386" y="950424"/>
                  </a:lnTo>
                  <a:lnTo>
                    <a:pt x="5221021" y="950933"/>
                  </a:lnTo>
                  <a:lnTo>
                    <a:pt x="5221656" y="947786"/>
                  </a:lnTo>
                  <a:lnTo>
                    <a:pt x="5222290" y="943748"/>
                  </a:lnTo>
                  <a:lnTo>
                    <a:pt x="5222925" y="941620"/>
                  </a:lnTo>
                  <a:lnTo>
                    <a:pt x="5223560" y="938806"/>
                  </a:lnTo>
                  <a:lnTo>
                    <a:pt x="5224195" y="934080"/>
                  </a:lnTo>
                  <a:lnTo>
                    <a:pt x="5224830" y="928399"/>
                  </a:lnTo>
                  <a:lnTo>
                    <a:pt x="5225465" y="924235"/>
                  </a:lnTo>
                  <a:lnTo>
                    <a:pt x="5226100" y="920800"/>
                  </a:lnTo>
                  <a:lnTo>
                    <a:pt x="5226734" y="918462"/>
                  </a:lnTo>
                  <a:lnTo>
                    <a:pt x="5227369" y="918105"/>
                  </a:lnTo>
                  <a:lnTo>
                    <a:pt x="5228004" y="920372"/>
                  </a:lnTo>
                  <a:lnTo>
                    <a:pt x="5228639" y="924059"/>
                  </a:lnTo>
                  <a:lnTo>
                    <a:pt x="5229274" y="927920"/>
                  </a:lnTo>
                  <a:lnTo>
                    <a:pt x="5229909" y="930818"/>
                  </a:lnTo>
                  <a:lnTo>
                    <a:pt x="5230543" y="934149"/>
                  </a:lnTo>
                  <a:lnTo>
                    <a:pt x="5231178" y="938633"/>
                  </a:lnTo>
                  <a:lnTo>
                    <a:pt x="5231813" y="943200"/>
                  </a:lnTo>
                  <a:lnTo>
                    <a:pt x="5232448" y="946157"/>
                  </a:lnTo>
                  <a:lnTo>
                    <a:pt x="5233083" y="948714"/>
                  </a:lnTo>
                  <a:lnTo>
                    <a:pt x="5233718" y="951646"/>
                  </a:lnTo>
                  <a:lnTo>
                    <a:pt x="5234353" y="953962"/>
                  </a:lnTo>
                  <a:lnTo>
                    <a:pt x="5234987" y="954862"/>
                  </a:lnTo>
                  <a:lnTo>
                    <a:pt x="5235622" y="954805"/>
                  </a:lnTo>
                  <a:lnTo>
                    <a:pt x="5236257" y="953942"/>
                  </a:lnTo>
                  <a:lnTo>
                    <a:pt x="5236892" y="950960"/>
                  </a:lnTo>
                  <a:lnTo>
                    <a:pt x="5237527" y="946107"/>
                  </a:lnTo>
                  <a:lnTo>
                    <a:pt x="5238162" y="939176"/>
                  </a:lnTo>
                  <a:lnTo>
                    <a:pt x="5238796" y="931428"/>
                  </a:lnTo>
                  <a:lnTo>
                    <a:pt x="5239431" y="923465"/>
                  </a:lnTo>
                  <a:lnTo>
                    <a:pt x="5240066" y="915340"/>
                  </a:lnTo>
                  <a:lnTo>
                    <a:pt x="5240701" y="906029"/>
                  </a:lnTo>
                  <a:lnTo>
                    <a:pt x="5241336" y="895128"/>
                  </a:lnTo>
                  <a:lnTo>
                    <a:pt x="5241971" y="882283"/>
                  </a:lnTo>
                  <a:lnTo>
                    <a:pt x="5242606" y="866700"/>
                  </a:lnTo>
                  <a:lnTo>
                    <a:pt x="5243240" y="849463"/>
                  </a:lnTo>
                  <a:lnTo>
                    <a:pt x="5243875" y="831513"/>
                  </a:lnTo>
                  <a:lnTo>
                    <a:pt x="5244510" y="812268"/>
                  </a:lnTo>
                  <a:lnTo>
                    <a:pt x="5245145" y="792760"/>
                  </a:lnTo>
                  <a:lnTo>
                    <a:pt x="5245780" y="773579"/>
                  </a:lnTo>
                  <a:lnTo>
                    <a:pt x="5246415" y="755120"/>
                  </a:lnTo>
                  <a:lnTo>
                    <a:pt x="5247049" y="736316"/>
                  </a:lnTo>
                  <a:lnTo>
                    <a:pt x="5247684" y="718949"/>
                  </a:lnTo>
                  <a:lnTo>
                    <a:pt x="5248319" y="701756"/>
                  </a:lnTo>
                  <a:lnTo>
                    <a:pt x="5248954" y="684886"/>
                  </a:lnTo>
                  <a:lnTo>
                    <a:pt x="5249589" y="667791"/>
                  </a:lnTo>
                  <a:lnTo>
                    <a:pt x="5250224" y="650994"/>
                  </a:lnTo>
                  <a:lnTo>
                    <a:pt x="5250859" y="635990"/>
                  </a:lnTo>
                  <a:lnTo>
                    <a:pt x="5251493" y="623180"/>
                  </a:lnTo>
                  <a:lnTo>
                    <a:pt x="5252128" y="613192"/>
                  </a:lnTo>
                  <a:lnTo>
                    <a:pt x="5252763" y="606025"/>
                  </a:lnTo>
                  <a:lnTo>
                    <a:pt x="5253398" y="599334"/>
                  </a:lnTo>
                  <a:lnTo>
                    <a:pt x="5254033" y="591941"/>
                  </a:lnTo>
                  <a:lnTo>
                    <a:pt x="5254668" y="583890"/>
                  </a:lnTo>
                  <a:lnTo>
                    <a:pt x="5255302" y="575407"/>
                  </a:lnTo>
                  <a:lnTo>
                    <a:pt x="5255937" y="566988"/>
                  </a:lnTo>
                  <a:lnTo>
                    <a:pt x="5256572" y="559982"/>
                  </a:lnTo>
                  <a:lnTo>
                    <a:pt x="5257207" y="552331"/>
                  </a:lnTo>
                  <a:lnTo>
                    <a:pt x="5257842" y="544419"/>
                  </a:lnTo>
                  <a:lnTo>
                    <a:pt x="5258477" y="538795"/>
                  </a:lnTo>
                  <a:lnTo>
                    <a:pt x="5259112" y="533724"/>
                  </a:lnTo>
                  <a:lnTo>
                    <a:pt x="5259746" y="528597"/>
                  </a:lnTo>
                  <a:lnTo>
                    <a:pt x="5260381" y="523097"/>
                  </a:lnTo>
                  <a:lnTo>
                    <a:pt x="5261016" y="515803"/>
                  </a:lnTo>
                  <a:lnTo>
                    <a:pt x="5261651" y="506759"/>
                  </a:lnTo>
                  <a:lnTo>
                    <a:pt x="5262286" y="494251"/>
                  </a:lnTo>
                  <a:lnTo>
                    <a:pt x="5262921" y="484344"/>
                  </a:lnTo>
                  <a:lnTo>
                    <a:pt x="5263555" y="475745"/>
                  </a:lnTo>
                  <a:lnTo>
                    <a:pt x="5264190" y="466693"/>
                  </a:lnTo>
                  <a:lnTo>
                    <a:pt x="5264825" y="458114"/>
                  </a:lnTo>
                  <a:lnTo>
                    <a:pt x="5265460" y="449193"/>
                  </a:lnTo>
                  <a:lnTo>
                    <a:pt x="5266095" y="439810"/>
                  </a:lnTo>
                  <a:lnTo>
                    <a:pt x="5266730" y="430858"/>
                  </a:lnTo>
                  <a:lnTo>
                    <a:pt x="5267365" y="422780"/>
                  </a:lnTo>
                  <a:lnTo>
                    <a:pt x="5267999" y="415435"/>
                  </a:lnTo>
                  <a:lnTo>
                    <a:pt x="5268634" y="409905"/>
                  </a:lnTo>
                  <a:lnTo>
                    <a:pt x="5269269" y="404999"/>
                  </a:lnTo>
                  <a:lnTo>
                    <a:pt x="5269904" y="401150"/>
                  </a:lnTo>
                  <a:lnTo>
                    <a:pt x="5270539" y="398292"/>
                  </a:lnTo>
                  <a:lnTo>
                    <a:pt x="5271174" y="396346"/>
                  </a:lnTo>
                  <a:lnTo>
                    <a:pt x="5271808" y="393866"/>
                  </a:lnTo>
                  <a:lnTo>
                    <a:pt x="5272443" y="390945"/>
                  </a:lnTo>
                  <a:lnTo>
                    <a:pt x="5273078" y="390181"/>
                  </a:lnTo>
                  <a:lnTo>
                    <a:pt x="5273713" y="388689"/>
                  </a:lnTo>
                  <a:lnTo>
                    <a:pt x="5274348" y="387823"/>
                  </a:lnTo>
                  <a:lnTo>
                    <a:pt x="5274983" y="387042"/>
                  </a:lnTo>
                  <a:lnTo>
                    <a:pt x="5275618" y="384275"/>
                  </a:lnTo>
                  <a:lnTo>
                    <a:pt x="5276252" y="381281"/>
                  </a:lnTo>
                  <a:lnTo>
                    <a:pt x="5276887" y="379158"/>
                  </a:lnTo>
                  <a:lnTo>
                    <a:pt x="5277522" y="376489"/>
                  </a:lnTo>
                  <a:lnTo>
                    <a:pt x="5278157" y="373197"/>
                  </a:lnTo>
                  <a:lnTo>
                    <a:pt x="5278792" y="368678"/>
                  </a:lnTo>
                  <a:lnTo>
                    <a:pt x="5279427" y="364326"/>
                  </a:lnTo>
                  <a:lnTo>
                    <a:pt x="5280061" y="359369"/>
                  </a:lnTo>
                  <a:lnTo>
                    <a:pt x="5280696" y="355223"/>
                  </a:lnTo>
                  <a:lnTo>
                    <a:pt x="5281331" y="351778"/>
                  </a:lnTo>
                  <a:lnTo>
                    <a:pt x="5281966" y="349153"/>
                  </a:lnTo>
                  <a:lnTo>
                    <a:pt x="5282601" y="346321"/>
                  </a:lnTo>
                  <a:lnTo>
                    <a:pt x="5283236" y="343675"/>
                  </a:lnTo>
                  <a:lnTo>
                    <a:pt x="5283870" y="343608"/>
                  </a:lnTo>
                  <a:lnTo>
                    <a:pt x="5284505" y="342703"/>
                  </a:lnTo>
                  <a:lnTo>
                    <a:pt x="5285140" y="344188"/>
                  </a:lnTo>
                  <a:lnTo>
                    <a:pt x="5285775" y="345236"/>
                  </a:lnTo>
                  <a:lnTo>
                    <a:pt x="5286410" y="346827"/>
                  </a:lnTo>
                  <a:lnTo>
                    <a:pt x="5287045" y="348927"/>
                  </a:lnTo>
                  <a:lnTo>
                    <a:pt x="5287680" y="352849"/>
                  </a:lnTo>
                  <a:lnTo>
                    <a:pt x="5288314" y="356872"/>
                  </a:lnTo>
                  <a:lnTo>
                    <a:pt x="5288949" y="360603"/>
                  </a:lnTo>
                  <a:lnTo>
                    <a:pt x="5289584" y="364424"/>
                  </a:lnTo>
                  <a:lnTo>
                    <a:pt x="5290219" y="367113"/>
                  </a:lnTo>
                  <a:lnTo>
                    <a:pt x="5290854" y="368600"/>
                  </a:lnTo>
                  <a:lnTo>
                    <a:pt x="5291489" y="370277"/>
                  </a:lnTo>
                  <a:lnTo>
                    <a:pt x="5292123" y="371594"/>
                  </a:lnTo>
                  <a:lnTo>
                    <a:pt x="5292758" y="372817"/>
                  </a:lnTo>
                  <a:lnTo>
                    <a:pt x="5293393" y="373104"/>
                  </a:lnTo>
                  <a:lnTo>
                    <a:pt x="5294028" y="371599"/>
                  </a:lnTo>
                  <a:lnTo>
                    <a:pt x="5294663" y="368813"/>
                  </a:lnTo>
                  <a:lnTo>
                    <a:pt x="5295298" y="364161"/>
                  </a:lnTo>
                  <a:lnTo>
                    <a:pt x="5295933" y="357448"/>
                  </a:lnTo>
                  <a:lnTo>
                    <a:pt x="5296567" y="346283"/>
                  </a:lnTo>
                  <a:lnTo>
                    <a:pt x="5297202" y="333559"/>
                  </a:lnTo>
                  <a:lnTo>
                    <a:pt x="5297837" y="320171"/>
                  </a:lnTo>
                  <a:lnTo>
                    <a:pt x="5298472" y="307294"/>
                  </a:lnTo>
                  <a:lnTo>
                    <a:pt x="5299107" y="295377"/>
                  </a:lnTo>
                  <a:lnTo>
                    <a:pt x="5299742" y="284487"/>
                  </a:lnTo>
                  <a:lnTo>
                    <a:pt x="5300376" y="273319"/>
                  </a:lnTo>
                  <a:lnTo>
                    <a:pt x="5301011" y="261767"/>
                  </a:lnTo>
                  <a:lnTo>
                    <a:pt x="5301646" y="249174"/>
                  </a:lnTo>
                  <a:lnTo>
                    <a:pt x="5302281" y="235463"/>
                  </a:lnTo>
                  <a:lnTo>
                    <a:pt x="5302916" y="221822"/>
                  </a:lnTo>
                  <a:lnTo>
                    <a:pt x="5303551" y="210366"/>
                  </a:lnTo>
                  <a:lnTo>
                    <a:pt x="5304186" y="198673"/>
                  </a:lnTo>
                  <a:lnTo>
                    <a:pt x="5304820" y="187519"/>
                  </a:lnTo>
                  <a:lnTo>
                    <a:pt x="5305455" y="177188"/>
                  </a:lnTo>
                  <a:lnTo>
                    <a:pt x="5306090" y="167812"/>
                  </a:lnTo>
                  <a:lnTo>
                    <a:pt x="5306725" y="160869"/>
                  </a:lnTo>
                  <a:lnTo>
                    <a:pt x="5307360" y="154862"/>
                  </a:lnTo>
                  <a:lnTo>
                    <a:pt x="5307995" y="150613"/>
                  </a:lnTo>
                  <a:lnTo>
                    <a:pt x="5308629" y="147771"/>
                  </a:lnTo>
                  <a:lnTo>
                    <a:pt x="5309264" y="145693"/>
                  </a:lnTo>
                  <a:lnTo>
                    <a:pt x="5309899" y="146764"/>
                  </a:lnTo>
                  <a:lnTo>
                    <a:pt x="5310534" y="148922"/>
                  </a:lnTo>
                  <a:lnTo>
                    <a:pt x="5311169" y="153078"/>
                  </a:lnTo>
                  <a:lnTo>
                    <a:pt x="5311804" y="156440"/>
                  </a:lnTo>
                  <a:lnTo>
                    <a:pt x="5312439" y="159623"/>
                  </a:lnTo>
                  <a:lnTo>
                    <a:pt x="5313073" y="160829"/>
                  </a:lnTo>
                  <a:lnTo>
                    <a:pt x="5313708" y="163522"/>
                  </a:lnTo>
                  <a:lnTo>
                    <a:pt x="5314343" y="166456"/>
                  </a:lnTo>
                  <a:lnTo>
                    <a:pt x="5314978" y="168942"/>
                  </a:lnTo>
                  <a:lnTo>
                    <a:pt x="5315613" y="170239"/>
                  </a:lnTo>
                  <a:lnTo>
                    <a:pt x="5316248" y="171332"/>
                  </a:lnTo>
                  <a:lnTo>
                    <a:pt x="5316882" y="171448"/>
                  </a:lnTo>
                  <a:lnTo>
                    <a:pt x="5317517" y="171156"/>
                  </a:lnTo>
                  <a:lnTo>
                    <a:pt x="5318152" y="169826"/>
                  </a:lnTo>
                  <a:lnTo>
                    <a:pt x="5318787" y="166333"/>
                  </a:lnTo>
                  <a:lnTo>
                    <a:pt x="5319422" y="162276"/>
                  </a:lnTo>
                  <a:lnTo>
                    <a:pt x="5320057" y="157341"/>
                  </a:lnTo>
                  <a:lnTo>
                    <a:pt x="5320692" y="151374"/>
                  </a:lnTo>
                  <a:lnTo>
                    <a:pt x="5321326" y="145990"/>
                  </a:lnTo>
                  <a:lnTo>
                    <a:pt x="5321961" y="139472"/>
                  </a:lnTo>
                  <a:lnTo>
                    <a:pt x="5322596" y="134007"/>
                  </a:lnTo>
                  <a:lnTo>
                    <a:pt x="5323231" y="128383"/>
                  </a:lnTo>
                  <a:lnTo>
                    <a:pt x="5323866" y="121635"/>
                  </a:lnTo>
                  <a:lnTo>
                    <a:pt x="5324501" y="113499"/>
                  </a:lnTo>
                  <a:lnTo>
                    <a:pt x="5325135" y="106452"/>
                  </a:lnTo>
                  <a:lnTo>
                    <a:pt x="5325770" y="99440"/>
                  </a:lnTo>
                  <a:lnTo>
                    <a:pt x="5326405" y="92134"/>
                  </a:lnTo>
                  <a:lnTo>
                    <a:pt x="5327040" y="85182"/>
                  </a:lnTo>
                  <a:lnTo>
                    <a:pt x="5327675" y="78058"/>
                  </a:lnTo>
                  <a:lnTo>
                    <a:pt x="5328310" y="71222"/>
                  </a:lnTo>
                  <a:lnTo>
                    <a:pt x="5328945" y="66564"/>
                  </a:lnTo>
                  <a:lnTo>
                    <a:pt x="5329579" y="63134"/>
                  </a:lnTo>
                  <a:lnTo>
                    <a:pt x="5330214" y="61532"/>
                  </a:lnTo>
                  <a:lnTo>
                    <a:pt x="5330849" y="61319"/>
                  </a:lnTo>
                  <a:lnTo>
                    <a:pt x="5331484" y="63058"/>
                  </a:lnTo>
                  <a:lnTo>
                    <a:pt x="5332119" y="64232"/>
                  </a:lnTo>
                  <a:lnTo>
                    <a:pt x="5332754" y="65035"/>
                  </a:lnTo>
                  <a:lnTo>
                    <a:pt x="5333388" y="65840"/>
                  </a:lnTo>
                  <a:lnTo>
                    <a:pt x="5334023" y="66870"/>
                  </a:lnTo>
                  <a:lnTo>
                    <a:pt x="5334658" y="67846"/>
                  </a:lnTo>
                  <a:lnTo>
                    <a:pt x="5335293" y="68952"/>
                  </a:lnTo>
                  <a:lnTo>
                    <a:pt x="5335928" y="70052"/>
                  </a:lnTo>
                  <a:lnTo>
                    <a:pt x="5336563" y="70131"/>
                  </a:lnTo>
                  <a:lnTo>
                    <a:pt x="5337197" y="70564"/>
                  </a:lnTo>
                  <a:lnTo>
                    <a:pt x="5337832" y="71289"/>
                  </a:lnTo>
                  <a:lnTo>
                    <a:pt x="5338467" y="71016"/>
                  </a:lnTo>
                  <a:lnTo>
                    <a:pt x="5339102" y="70552"/>
                  </a:lnTo>
                  <a:lnTo>
                    <a:pt x="5339737" y="69651"/>
                  </a:lnTo>
                  <a:lnTo>
                    <a:pt x="5340372" y="67187"/>
                  </a:lnTo>
                  <a:lnTo>
                    <a:pt x="5341007" y="63317"/>
                  </a:lnTo>
                  <a:lnTo>
                    <a:pt x="5341641" y="60996"/>
                  </a:lnTo>
                  <a:lnTo>
                    <a:pt x="5342276" y="59643"/>
                  </a:lnTo>
                  <a:lnTo>
                    <a:pt x="5342911" y="58277"/>
                  </a:lnTo>
                  <a:lnTo>
                    <a:pt x="5343546" y="54652"/>
                  </a:lnTo>
                  <a:lnTo>
                    <a:pt x="5344181" y="51513"/>
                  </a:lnTo>
                  <a:lnTo>
                    <a:pt x="5344816" y="48984"/>
                  </a:lnTo>
                  <a:lnTo>
                    <a:pt x="5345450" y="47809"/>
                  </a:lnTo>
                  <a:lnTo>
                    <a:pt x="5346085" y="46417"/>
                  </a:lnTo>
                  <a:lnTo>
                    <a:pt x="5346720" y="44543"/>
                  </a:lnTo>
                  <a:lnTo>
                    <a:pt x="5347355" y="44485"/>
                  </a:lnTo>
                  <a:lnTo>
                    <a:pt x="5347990" y="44783"/>
                  </a:lnTo>
                  <a:lnTo>
                    <a:pt x="5348625" y="49533"/>
                  </a:lnTo>
                  <a:lnTo>
                    <a:pt x="5349260" y="55960"/>
                  </a:lnTo>
                  <a:lnTo>
                    <a:pt x="5349894" y="60630"/>
                  </a:lnTo>
                  <a:lnTo>
                    <a:pt x="5350529" y="65685"/>
                  </a:lnTo>
                  <a:lnTo>
                    <a:pt x="5351164" y="71643"/>
                  </a:lnTo>
                  <a:lnTo>
                    <a:pt x="5351799" y="76912"/>
                  </a:lnTo>
                  <a:lnTo>
                    <a:pt x="5352434" y="81032"/>
                  </a:lnTo>
                  <a:lnTo>
                    <a:pt x="5353069" y="85198"/>
                  </a:lnTo>
                  <a:lnTo>
                    <a:pt x="5353703" y="88401"/>
                  </a:lnTo>
                  <a:lnTo>
                    <a:pt x="5354338" y="89657"/>
                  </a:lnTo>
                  <a:lnTo>
                    <a:pt x="5354973" y="89599"/>
                  </a:lnTo>
                  <a:lnTo>
                    <a:pt x="5355608" y="88539"/>
                  </a:lnTo>
                  <a:lnTo>
                    <a:pt x="5356243" y="86632"/>
                  </a:lnTo>
                  <a:lnTo>
                    <a:pt x="5356878" y="84357"/>
                  </a:lnTo>
                  <a:lnTo>
                    <a:pt x="5357513" y="80969"/>
                  </a:lnTo>
                  <a:lnTo>
                    <a:pt x="5358147" y="75963"/>
                  </a:lnTo>
                  <a:lnTo>
                    <a:pt x="5358782" y="70290"/>
                  </a:lnTo>
                  <a:lnTo>
                    <a:pt x="5359417" y="63456"/>
                  </a:lnTo>
                  <a:lnTo>
                    <a:pt x="5360052" y="55718"/>
                  </a:lnTo>
                  <a:lnTo>
                    <a:pt x="5360687" y="48793"/>
                  </a:lnTo>
                  <a:lnTo>
                    <a:pt x="5361322" y="41378"/>
                  </a:lnTo>
                  <a:lnTo>
                    <a:pt x="5361956" y="34068"/>
                  </a:lnTo>
                  <a:lnTo>
                    <a:pt x="5362591" y="25789"/>
                  </a:lnTo>
                  <a:lnTo>
                    <a:pt x="5363226" y="18836"/>
                  </a:lnTo>
                  <a:lnTo>
                    <a:pt x="5363861" y="13330"/>
                  </a:lnTo>
                  <a:lnTo>
                    <a:pt x="5364496" y="9018"/>
                  </a:lnTo>
                  <a:lnTo>
                    <a:pt x="5365131" y="6721"/>
                  </a:lnTo>
                  <a:lnTo>
                    <a:pt x="5365766" y="6164"/>
                  </a:lnTo>
                  <a:lnTo>
                    <a:pt x="5366400" y="6012"/>
                  </a:lnTo>
                  <a:lnTo>
                    <a:pt x="5367035" y="5284"/>
                  </a:lnTo>
                  <a:lnTo>
                    <a:pt x="5367670" y="5172"/>
                  </a:lnTo>
                  <a:lnTo>
                    <a:pt x="5368305" y="6923"/>
                  </a:lnTo>
                  <a:lnTo>
                    <a:pt x="5368940" y="11883"/>
                  </a:lnTo>
                  <a:lnTo>
                    <a:pt x="5369575" y="20597"/>
                  </a:lnTo>
                  <a:lnTo>
                    <a:pt x="5370209" y="31548"/>
                  </a:lnTo>
                  <a:lnTo>
                    <a:pt x="5370844" y="43805"/>
                  </a:lnTo>
                  <a:lnTo>
                    <a:pt x="5371479" y="58117"/>
                  </a:lnTo>
                  <a:lnTo>
                    <a:pt x="5372114" y="72641"/>
                  </a:lnTo>
                  <a:lnTo>
                    <a:pt x="5372749" y="86152"/>
                  </a:lnTo>
                  <a:lnTo>
                    <a:pt x="5373384" y="98703"/>
                  </a:lnTo>
                  <a:lnTo>
                    <a:pt x="5374019" y="110494"/>
                  </a:lnTo>
                  <a:lnTo>
                    <a:pt x="5374653" y="122972"/>
                  </a:lnTo>
                  <a:lnTo>
                    <a:pt x="5375288" y="134887"/>
                  </a:lnTo>
                  <a:lnTo>
                    <a:pt x="5375923" y="148385"/>
                  </a:lnTo>
                  <a:lnTo>
                    <a:pt x="5376558" y="163509"/>
                  </a:lnTo>
                  <a:lnTo>
                    <a:pt x="5377193" y="178627"/>
                  </a:lnTo>
                  <a:lnTo>
                    <a:pt x="5377828" y="192659"/>
                  </a:lnTo>
                  <a:lnTo>
                    <a:pt x="5378462" y="204777"/>
                  </a:lnTo>
                  <a:lnTo>
                    <a:pt x="5379097" y="215254"/>
                  </a:lnTo>
                  <a:lnTo>
                    <a:pt x="5379732" y="222605"/>
                  </a:lnTo>
                  <a:lnTo>
                    <a:pt x="5380367" y="230134"/>
                  </a:lnTo>
                  <a:lnTo>
                    <a:pt x="5381002" y="238488"/>
                  </a:lnTo>
                  <a:lnTo>
                    <a:pt x="5381637" y="247922"/>
                  </a:lnTo>
                  <a:lnTo>
                    <a:pt x="5382272" y="258510"/>
                  </a:lnTo>
                  <a:lnTo>
                    <a:pt x="5382906" y="270028"/>
                  </a:lnTo>
                  <a:lnTo>
                    <a:pt x="5383541" y="282268"/>
                  </a:lnTo>
                  <a:lnTo>
                    <a:pt x="5384176" y="295946"/>
                  </a:lnTo>
                  <a:lnTo>
                    <a:pt x="5384811" y="311275"/>
                  </a:lnTo>
                  <a:lnTo>
                    <a:pt x="5385446" y="323806"/>
                  </a:lnTo>
                  <a:lnTo>
                    <a:pt x="5386081" y="335955"/>
                  </a:lnTo>
                  <a:lnTo>
                    <a:pt x="5386715" y="348572"/>
                  </a:lnTo>
                  <a:lnTo>
                    <a:pt x="5387350" y="361730"/>
                  </a:lnTo>
                  <a:lnTo>
                    <a:pt x="5387985" y="376325"/>
                  </a:lnTo>
                  <a:lnTo>
                    <a:pt x="5388620" y="391744"/>
                  </a:lnTo>
                  <a:lnTo>
                    <a:pt x="5389255" y="409996"/>
                  </a:lnTo>
                  <a:lnTo>
                    <a:pt x="5389890" y="426259"/>
                  </a:lnTo>
                  <a:lnTo>
                    <a:pt x="5390524" y="440861"/>
                  </a:lnTo>
                  <a:lnTo>
                    <a:pt x="5391159" y="454528"/>
                  </a:lnTo>
                  <a:lnTo>
                    <a:pt x="5391794" y="467824"/>
                  </a:lnTo>
                  <a:lnTo>
                    <a:pt x="5392429" y="481394"/>
                  </a:lnTo>
                  <a:lnTo>
                    <a:pt x="5393064" y="495131"/>
                  </a:lnTo>
                  <a:lnTo>
                    <a:pt x="5393699" y="508052"/>
                  </a:lnTo>
                  <a:lnTo>
                    <a:pt x="5394334" y="520037"/>
                  </a:lnTo>
                  <a:lnTo>
                    <a:pt x="5394968" y="531304"/>
                  </a:lnTo>
                  <a:lnTo>
                    <a:pt x="5395603" y="541967"/>
                  </a:lnTo>
                  <a:lnTo>
                    <a:pt x="5396238" y="551593"/>
                  </a:lnTo>
                  <a:lnTo>
                    <a:pt x="5396873" y="560816"/>
                  </a:lnTo>
                  <a:lnTo>
                    <a:pt x="5397508" y="569556"/>
                  </a:lnTo>
                  <a:lnTo>
                    <a:pt x="5398143" y="578225"/>
                  </a:lnTo>
                  <a:lnTo>
                    <a:pt x="5398777" y="587682"/>
                  </a:lnTo>
                  <a:lnTo>
                    <a:pt x="5399412" y="598521"/>
                  </a:lnTo>
                  <a:lnTo>
                    <a:pt x="5400047" y="608371"/>
                  </a:lnTo>
                  <a:lnTo>
                    <a:pt x="5400682" y="618647"/>
                  </a:lnTo>
                  <a:lnTo>
                    <a:pt x="5401317" y="629356"/>
                  </a:lnTo>
                  <a:lnTo>
                    <a:pt x="5401952" y="639984"/>
                  </a:lnTo>
                  <a:lnTo>
                    <a:pt x="5402587" y="650652"/>
                  </a:lnTo>
                  <a:lnTo>
                    <a:pt x="5403221" y="660500"/>
                  </a:lnTo>
                  <a:lnTo>
                    <a:pt x="5403856" y="669390"/>
                  </a:lnTo>
                  <a:lnTo>
                    <a:pt x="5404491" y="678497"/>
                  </a:lnTo>
                  <a:lnTo>
                    <a:pt x="5405126" y="687858"/>
                  </a:lnTo>
                  <a:lnTo>
                    <a:pt x="5405761" y="698406"/>
                  </a:lnTo>
                  <a:lnTo>
                    <a:pt x="5406396" y="709382"/>
                  </a:lnTo>
                  <a:lnTo>
                    <a:pt x="5407030" y="720507"/>
                  </a:lnTo>
                  <a:lnTo>
                    <a:pt x="5407665" y="732023"/>
                  </a:lnTo>
                  <a:lnTo>
                    <a:pt x="5408300" y="743429"/>
                  </a:lnTo>
                  <a:lnTo>
                    <a:pt x="5408935" y="754281"/>
                  </a:lnTo>
                  <a:lnTo>
                    <a:pt x="5409570" y="764789"/>
                  </a:lnTo>
                  <a:lnTo>
                    <a:pt x="5410205" y="775830"/>
                  </a:lnTo>
                  <a:lnTo>
                    <a:pt x="5410840" y="784400"/>
                  </a:lnTo>
                  <a:lnTo>
                    <a:pt x="5411474" y="794325"/>
                  </a:lnTo>
                  <a:lnTo>
                    <a:pt x="5412109" y="803514"/>
                  </a:lnTo>
                  <a:lnTo>
                    <a:pt x="5412744" y="813273"/>
                  </a:lnTo>
                  <a:lnTo>
                    <a:pt x="5413379" y="822768"/>
                  </a:lnTo>
                  <a:lnTo>
                    <a:pt x="5414014" y="832257"/>
                  </a:lnTo>
                  <a:lnTo>
                    <a:pt x="5414649" y="841542"/>
                  </a:lnTo>
                  <a:lnTo>
                    <a:pt x="5415283" y="850399"/>
                  </a:lnTo>
                  <a:lnTo>
                    <a:pt x="5415918" y="859183"/>
                  </a:lnTo>
                  <a:lnTo>
                    <a:pt x="5416553" y="868113"/>
                  </a:lnTo>
                  <a:lnTo>
                    <a:pt x="5417188" y="876532"/>
                  </a:lnTo>
                  <a:lnTo>
                    <a:pt x="5417823" y="884142"/>
                  </a:lnTo>
                  <a:lnTo>
                    <a:pt x="5418458" y="891842"/>
                  </a:lnTo>
                  <a:lnTo>
                    <a:pt x="5419093" y="899460"/>
                  </a:lnTo>
                  <a:lnTo>
                    <a:pt x="5419727" y="907062"/>
                  </a:lnTo>
                  <a:lnTo>
                    <a:pt x="5420362" y="915434"/>
                  </a:lnTo>
                  <a:lnTo>
                    <a:pt x="5420997" y="924566"/>
                  </a:lnTo>
                  <a:lnTo>
                    <a:pt x="5421632" y="934556"/>
                  </a:lnTo>
                  <a:lnTo>
                    <a:pt x="5422267" y="946724"/>
                  </a:lnTo>
                  <a:lnTo>
                    <a:pt x="5422902" y="960051"/>
                  </a:lnTo>
                  <a:lnTo>
                    <a:pt x="5423536" y="976986"/>
                  </a:lnTo>
                  <a:lnTo>
                    <a:pt x="5424171" y="993828"/>
                  </a:lnTo>
                  <a:lnTo>
                    <a:pt x="5424806" y="1010586"/>
                  </a:lnTo>
                  <a:lnTo>
                    <a:pt x="5425441" y="1026581"/>
                  </a:lnTo>
                  <a:lnTo>
                    <a:pt x="5426076" y="1041517"/>
                  </a:lnTo>
                  <a:lnTo>
                    <a:pt x="5426711" y="1054623"/>
                  </a:lnTo>
                  <a:lnTo>
                    <a:pt x="5427346" y="1067494"/>
                  </a:lnTo>
                  <a:lnTo>
                    <a:pt x="5427980" y="1079353"/>
                  </a:lnTo>
                  <a:lnTo>
                    <a:pt x="5428615" y="1089938"/>
                  </a:lnTo>
                  <a:lnTo>
                    <a:pt x="5429250" y="1101042"/>
                  </a:lnTo>
                  <a:lnTo>
                    <a:pt x="5429885" y="1111902"/>
                  </a:lnTo>
                  <a:lnTo>
                    <a:pt x="5430520" y="1120314"/>
                  </a:lnTo>
                  <a:lnTo>
                    <a:pt x="5431155" y="1130293"/>
                  </a:lnTo>
                  <a:lnTo>
                    <a:pt x="5431789" y="1139483"/>
                  </a:lnTo>
                  <a:lnTo>
                    <a:pt x="5432424" y="1147884"/>
                  </a:lnTo>
                  <a:lnTo>
                    <a:pt x="5433059" y="1155708"/>
                  </a:lnTo>
                  <a:lnTo>
                    <a:pt x="5433694" y="1162317"/>
                  </a:lnTo>
                  <a:lnTo>
                    <a:pt x="5434329" y="1167266"/>
                  </a:lnTo>
                  <a:lnTo>
                    <a:pt x="5434964" y="1171062"/>
                  </a:lnTo>
                  <a:lnTo>
                    <a:pt x="5435599" y="1173936"/>
                  </a:lnTo>
                  <a:lnTo>
                    <a:pt x="5436233" y="1177387"/>
                  </a:lnTo>
                  <a:lnTo>
                    <a:pt x="5436868" y="1180717"/>
                  </a:lnTo>
                  <a:lnTo>
                    <a:pt x="5437503" y="1183774"/>
                  </a:lnTo>
                  <a:lnTo>
                    <a:pt x="5438138" y="1187043"/>
                  </a:lnTo>
                  <a:lnTo>
                    <a:pt x="5438773" y="1188622"/>
                  </a:lnTo>
                  <a:lnTo>
                    <a:pt x="5439408" y="1187792"/>
                  </a:lnTo>
                  <a:lnTo>
                    <a:pt x="5440042" y="1186618"/>
                  </a:lnTo>
                  <a:lnTo>
                    <a:pt x="5440677" y="1182585"/>
                  </a:lnTo>
                  <a:lnTo>
                    <a:pt x="5441312" y="1177818"/>
                  </a:lnTo>
                  <a:lnTo>
                    <a:pt x="5441947" y="1173284"/>
                  </a:lnTo>
                  <a:lnTo>
                    <a:pt x="5442582" y="1168880"/>
                  </a:lnTo>
                  <a:lnTo>
                    <a:pt x="5443217" y="1163154"/>
                  </a:lnTo>
                  <a:lnTo>
                    <a:pt x="5443852" y="1157534"/>
                  </a:lnTo>
                  <a:lnTo>
                    <a:pt x="5444486" y="1151778"/>
                  </a:lnTo>
                  <a:lnTo>
                    <a:pt x="5445121" y="1144303"/>
                  </a:lnTo>
                  <a:lnTo>
                    <a:pt x="5445756" y="1138706"/>
                  </a:lnTo>
                  <a:lnTo>
                    <a:pt x="5446391" y="1134970"/>
                  </a:lnTo>
                  <a:lnTo>
                    <a:pt x="5447026" y="1130083"/>
                  </a:lnTo>
                  <a:lnTo>
                    <a:pt x="5447661" y="1124031"/>
                  </a:lnTo>
                  <a:lnTo>
                    <a:pt x="5448295" y="1117920"/>
                  </a:lnTo>
                  <a:lnTo>
                    <a:pt x="5448930" y="1113718"/>
                  </a:lnTo>
                  <a:lnTo>
                    <a:pt x="5449565" y="1107829"/>
                  </a:lnTo>
                  <a:lnTo>
                    <a:pt x="5450200" y="1101601"/>
                  </a:lnTo>
                  <a:lnTo>
                    <a:pt x="5450835" y="1095188"/>
                  </a:lnTo>
                  <a:lnTo>
                    <a:pt x="5451470" y="1090706"/>
                  </a:lnTo>
                  <a:lnTo>
                    <a:pt x="5452104" y="1085685"/>
                  </a:lnTo>
                  <a:lnTo>
                    <a:pt x="5452739" y="1080176"/>
                  </a:lnTo>
                  <a:lnTo>
                    <a:pt x="5453374" y="1074374"/>
                  </a:lnTo>
                  <a:lnTo>
                    <a:pt x="5454009" y="1067705"/>
                  </a:lnTo>
                  <a:lnTo>
                    <a:pt x="5454644" y="1060991"/>
                  </a:lnTo>
                  <a:lnTo>
                    <a:pt x="5455279" y="1054309"/>
                  </a:lnTo>
                  <a:lnTo>
                    <a:pt x="5455914" y="1044633"/>
                  </a:lnTo>
                  <a:lnTo>
                    <a:pt x="5456548" y="1032434"/>
                  </a:lnTo>
                  <a:lnTo>
                    <a:pt x="5457183" y="1019823"/>
                  </a:lnTo>
                  <a:lnTo>
                    <a:pt x="5457818" y="1006898"/>
                  </a:lnTo>
                  <a:lnTo>
                    <a:pt x="5458453" y="993946"/>
                  </a:lnTo>
                  <a:lnTo>
                    <a:pt x="5459088" y="979628"/>
                  </a:lnTo>
                  <a:lnTo>
                    <a:pt x="5459723" y="966252"/>
                  </a:lnTo>
                  <a:lnTo>
                    <a:pt x="5460357" y="952561"/>
                  </a:lnTo>
                  <a:lnTo>
                    <a:pt x="5460992" y="937270"/>
                  </a:lnTo>
                  <a:lnTo>
                    <a:pt x="5461627" y="921544"/>
                  </a:lnTo>
                  <a:lnTo>
                    <a:pt x="5462262" y="905526"/>
                  </a:lnTo>
                  <a:lnTo>
                    <a:pt x="5462897" y="887838"/>
                  </a:lnTo>
                  <a:lnTo>
                    <a:pt x="5463532" y="870805"/>
                  </a:lnTo>
                  <a:lnTo>
                    <a:pt x="5464167" y="855395"/>
                  </a:lnTo>
                  <a:lnTo>
                    <a:pt x="5464801" y="841006"/>
                  </a:lnTo>
                  <a:lnTo>
                    <a:pt x="5465436" y="827537"/>
                  </a:lnTo>
                  <a:lnTo>
                    <a:pt x="5466071" y="814701"/>
                  </a:lnTo>
                  <a:lnTo>
                    <a:pt x="5466706" y="804065"/>
                  </a:lnTo>
                  <a:lnTo>
                    <a:pt x="5467341" y="792161"/>
                  </a:lnTo>
                  <a:lnTo>
                    <a:pt x="5467976" y="781515"/>
                  </a:lnTo>
                  <a:lnTo>
                    <a:pt x="5468610" y="771454"/>
                  </a:lnTo>
                  <a:lnTo>
                    <a:pt x="5469245" y="761315"/>
                  </a:lnTo>
                  <a:lnTo>
                    <a:pt x="5469880" y="752037"/>
                  </a:lnTo>
                  <a:lnTo>
                    <a:pt x="5470515" y="745230"/>
                  </a:lnTo>
                  <a:lnTo>
                    <a:pt x="5471150" y="739925"/>
                  </a:lnTo>
                  <a:lnTo>
                    <a:pt x="5471785" y="735427"/>
                  </a:lnTo>
                  <a:lnTo>
                    <a:pt x="5472420" y="730919"/>
                  </a:lnTo>
                  <a:lnTo>
                    <a:pt x="5473054" y="727580"/>
                  </a:lnTo>
                  <a:lnTo>
                    <a:pt x="5473689" y="724794"/>
                  </a:lnTo>
                  <a:lnTo>
                    <a:pt x="5474324" y="722027"/>
                  </a:lnTo>
                  <a:lnTo>
                    <a:pt x="5474959" y="718615"/>
                  </a:lnTo>
                  <a:lnTo>
                    <a:pt x="5475594" y="715157"/>
                  </a:lnTo>
                  <a:lnTo>
                    <a:pt x="5476229" y="711395"/>
                  </a:lnTo>
                  <a:lnTo>
                    <a:pt x="5476863" y="708486"/>
                  </a:lnTo>
                  <a:lnTo>
                    <a:pt x="5477498" y="707463"/>
                  </a:lnTo>
                  <a:lnTo>
                    <a:pt x="5478133" y="708029"/>
                  </a:lnTo>
                  <a:lnTo>
                    <a:pt x="5478768" y="709944"/>
                  </a:lnTo>
                  <a:lnTo>
                    <a:pt x="5479403" y="713480"/>
                  </a:lnTo>
                  <a:lnTo>
                    <a:pt x="5480038" y="716362"/>
                  </a:lnTo>
                  <a:lnTo>
                    <a:pt x="5480673" y="719662"/>
                  </a:lnTo>
                  <a:lnTo>
                    <a:pt x="5481307" y="723098"/>
                  </a:lnTo>
                  <a:lnTo>
                    <a:pt x="5481942" y="726176"/>
                  </a:lnTo>
                  <a:lnTo>
                    <a:pt x="5482577" y="729075"/>
                  </a:lnTo>
                  <a:lnTo>
                    <a:pt x="5483212" y="732095"/>
                  </a:lnTo>
                  <a:lnTo>
                    <a:pt x="5483847" y="734206"/>
                  </a:lnTo>
                  <a:lnTo>
                    <a:pt x="5484482" y="735661"/>
                  </a:lnTo>
                  <a:lnTo>
                    <a:pt x="5485116" y="737100"/>
                  </a:lnTo>
                  <a:lnTo>
                    <a:pt x="5485751" y="738385"/>
                  </a:lnTo>
                  <a:lnTo>
                    <a:pt x="5486386" y="740662"/>
                  </a:lnTo>
                  <a:lnTo>
                    <a:pt x="5487021" y="742854"/>
                  </a:lnTo>
                  <a:lnTo>
                    <a:pt x="5487656" y="743210"/>
                  </a:lnTo>
                  <a:lnTo>
                    <a:pt x="5488291" y="743247"/>
                  </a:lnTo>
                  <a:lnTo>
                    <a:pt x="5488926" y="743056"/>
                  </a:lnTo>
                  <a:lnTo>
                    <a:pt x="5489560" y="743188"/>
                  </a:lnTo>
                  <a:lnTo>
                    <a:pt x="5490195" y="740789"/>
                  </a:lnTo>
                  <a:lnTo>
                    <a:pt x="5490830" y="737682"/>
                  </a:lnTo>
                  <a:lnTo>
                    <a:pt x="5491465" y="734433"/>
                  </a:lnTo>
                  <a:lnTo>
                    <a:pt x="5492100" y="730901"/>
                  </a:lnTo>
                  <a:lnTo>
                    <a:pt x="5492735" y="726296"/>
                  </a:lnTo>
                  <a:lnTo>
                    <a:pt x="5493369" y="721346"/>
                  </a:lnTo>
                  <a:lnTo>
                    <a:pt x="5494004" y="716225"/>
                  </a:lnTo>
                  <a:lnTo>
                    <a:pt x="5494639" y="711973"/>
                  </a:lnTo>
                  <a:lnTo>
                    <a:pt x="5495274" y="705898"/>
                  </a:lnTo>
                  <a:lnTo>
                    <a:pt x="5495909" y="696975"/>
                  </a:lnTo>
                  <a:lnTo>
                    <a:pt x="5496544" y="686916"/>
                  </a:lnTo>
                  <a:lnTo>
                    <a:pt x="5497179" y="675204"/>
                  </a:lnTo>
                  <a:lnTo>
                    <a:pt x="5497813" y="664994"/>
                  </a:lnTo>
                  <a:lnTo>
                    <a:pt x="5498448" y="655479"/>
                  </a:lnTo>
                  <a:lnTo>
                    <a:pt x="5499083" y="646709"/>
                  </a:lnTo>
                  <a:lnTo>
                    <a:pt x="5499718" y="639614"/>
                  </a:lnTo>
                  <a:lnTo>
                    <a:pt x="5500353" y="632626"/>
                  </a:lnTo>
                  <a:lnTo>
                    <a:pt x="5500988" y="625644"/>
                  </a:lnTo>
                  <a:lnTo>
                    <a:pt x="5501622" y="618036"/>
                  </a:lnTo>
                  <a:lnTo>
                    <a:pt x="5502257" y="610147"/>
                  </a:lnTo>
                  <a:lnTo>
                    <a:pt x="5502892" y="600759"/>
                  </a:lnTo>
                  <a:lnTo>
                    <a:pt x="5503527" y="590340"/>
                  </a:lnTo>
                  <a:lnTo>
                    <a:pt x="5504162" y="580144"/>
                  </a:lnTo>
                  <a:lnTo>
                    <a:pt x="5504797" y="570677"/>
                  </a:lnTo>
                  <a:lnTo>
                    <a:pt x="5505431" y="561921"/>
                  </a:lnTo>
                  <a:lnTo>
                    <a:pt x="5506066" y="553757"/>
                  </a:lnTo>
                  <a:lnTo>
                    <a:pt x="5506701" y="546268"/>
                  </a:lnTo>
                  <a:lnTo>
                    <a:pt x="5507336" y="538178"/>
                  </a:lnTo>
                  <a:lnTo>
                    <a:pt x="5507971" y="529994"/>
                  </a:lnTo>
                  <a:lnTo>
                    <a:pt x="5508606" y="520345"/>
                  </a:lnTo>
                  <a:lnTo>
                    <a:pt x="5509241" y="510369"/>
                  </a:lnTo>
                  <a:lnTo>
                    <a:pt x="5509875" y="500476"/>
                  </a:lnTo>
                  <a:lnTo>
                    <a:pt x="5510510" y="489920"/>
                  </a:lnTo>
                  <a:lnTo>
                    <a:pt x="5511145" y="477149"/>
                  </a:lnTo>
                  <a:lnTo>
                    <a:pt x="5511780" y="463817"/>
                  </a:lnTo>
                  <a:lnTo>
                    <a:pt x="5512415" y="452096"/>
                  </a:lnTo>
                  <a:lnTo>
                    <a:pt x="5513050" y="440573"/>
                  </a:lnTo>
                  <a:lnTo>
                    <a:pt x="5513684" y="429269"/>
                  </a:lnTo>
                  <a:lnTo>
                    <a:pt x="5514319" y="417554"/>
                  </a:lnTo>
                  <a:lnTo>
                    <a:pt x="5514954" y="405516"/>
                  </a:lnTo>
                  <a:lnTo>
                    <a:pt x="5515589" y="394531"/>
                  </a:lnTo>
                  <a:lnTo>
                    <a:pt x="5516224" y="383255"/>
                  </a:lnTo>
                  <a:lnTo>
                    <a:pt x="5516859" y="371879"/>
                  </a:lnTo>
                  <a:lnTo>
                    <a:pt x="5517494" y="358519"/>
                  </a:lnTo>
                  <a:lnTo>
                    <a:pt x="5518128" y="344682"/>
                  </a:lnTo>
                  <a:lnTo>
                    <a:pt x="5518763" y="331897"/>
                  </a:lnTo>
                  <a:lnTo>
                    <a:pt x="5519398" y="319744"/>
                  </a:lnTo>
                  <a:lnTo>
                    <a:pt x="5520033" y="308622"/>
                  </a:lnTo>
                  <a:lnTo>
                    <a:pt x="5520668" y="299062"/>
                  </a:lnTo>
                  <a:lnTo>
                    <a:pt x="5521303" y="290634"/>
                  </a:lnTo>
                  <a:lnTo>
                    <a:pt x="5521937" y="281851"/>
                  </a:lnTo>
                  <a:lnTo>
                    <a:pt x="5522572" y="272997"/>
                  </a:lnTo>
                  <a:lnTo>
                    <a:pt x="5523207" y="264994"/>
                  </a:lnTo>
                  <a:lnTo>
                    <a:pt x="5523842" y="256832"/>
                  </a:lnTo>
                  <a:lnTo>
                    <a:pt x="5524477" y="248562"/>
                  </a:lnTo>
                  <a:lnTo>
                    <a:pt x="5525112" y="240466"/>
                  </a:lnTo>
                  <a:lnTo>
                    <a:pt x="5525747" y="232082"/>
                  </a:lnTo>
                  <a:lnTo>
                    <a:pt x="5526381" y="223505"/>
                  </a:lnTo>
                  <a:lnTo>
                    <a:pt x="5527016" y="216008"/>
                  </a:lnTo>
                  <a:lnTo>
                    <a:pt x="5527651" y="208462"/>
                  </a:lnTo>
                  <a:lnTo>
                    <a:pt x="5528286" y="201800"/>
                  </a:lnTo>
                  <a:lnTo>
                    <a:pt x="5528921" y="195369"/>
                  </a:lnTo>
                  <a:lnTo>
                    <a:pt x="5529556" y="189643"/>
                  </a:lnTo>
                  <a:lnTo>
                    <a:pt x="5530190" y="185012"/>
                  </a:lnTo>
                  <a:lnTo>
                    <a:pt x="5530825" y="181153"/>
                  </a:lnTo>
                  <a:lnTo>
                    <a:pt x="5531460" y="178071"/>
                  </a:lnTo>
                  <a:lnTo>
                    <a:pt x="5532095" y="174989"/>
                  </a:lnTo>
                  <a:lnTo>
                    <a:pt x="5532730" y="171844"/>
                  </a:lnTo>
                  <a:lnTo>
                    <a:pt x="5533365" y="169291"/>
                  </a:lnTo>
                  <a:lnTo>
                    <a:pt x="5534000" y="166733"/>
                  </a:lnTo>
                  <a:lnTo>
                    <a:pt x="5534634" y="163956"/>
                  </a:lnTo>
                  <a:lnTo>
                    <a:pt x="5535269" y="161207"/>
                  </a:lnTo>
                  <a:lnTo>
                    <a:pt x="5535904" y="158618"/>
                  </a:lnTo>
                  <a:lnTo>
                    <a:pt x="5536539" y="156282"/>
                  </a:lnTo>
                  <a:lnTo>
                    <a:pt x="5537174" y="153918"/>
                  </a:lnTo>
                  <a:lnTo>
                    <a:pt x="5537809" y="151497"/>
                  </a:lnTo>
                  <a:lnTo>
                    <a:pt x="5538443" y="148155"/>
                  </a:lnTo>
                  <a:lnTo>
                    <a:pt x="5539078" y="143414"/>
                  </a:lnTo>
                  <a:lnTo>
                    <a:pt x="5539713" y="138644"/>
                  </a:lnTo>
                  <a:lnTo>
                    <a:pt x="5540348" y="133185"/>
                  </a:lnTo>
                  <a:lnTo>
                    <a:pt x="5540983" y="126990"/>
                  </a:lnTo>
                  <a:lnTo>
                    <a:pt x="5541618" y="120796"/>
                  </a:lnTo>
                  <a:lnTo>
                    <a:pt x="5542253" y="114616"/>
                  </a:lnTo>
                  <a:lnTo>
                    <a:pt x="5542887" y="108762"/>
                  </a:lnTo>
                  <a:lnTo>
                    <a:pt x="5543522" y="102936"/>
                  </a:lnTo>
                  <a:lnTo>
                    <a:pt x="5544157" y="96510"/>
                  </a:lnTo>
                  <a:lnTo>
                    <a:pt x="5544792" y="90793"/>
                  </a:lnTo>
                  <a:lnTo>
                    <a:pt x="5545427" y="85110"/>
                  </a:lnTo>
                  <a:lnTo>
                    <a:pt x="5546062" y="79192"/>
                  </a:lnTo>
                  <a:lnTo>
                    <a:pt x="5546696" y="73125"/>
                  </a:lnTo>
                  <a:lnTo>
                    <a:pt x="5547331" y="67249"/>
                  </a:lnTo>
                  <a:lnTo>
                    <a:pt x="5547966" y="61326"/>
                  </a:lnTo>
                  <a:lnTo>
                    <a:pt x="5548601" y="56546"/>
                  </a:lnTo>
                  <a:lnTo>
                    <a:pt x="5549236" y="51370"/>
                  </a:lnTo>
                  <a:lnTo>
                    <a:pt x="5549871" y="46544"/>
                  </a:lnTo>
                  <a:lnTo>
                    <a:pt x="5550506" y="41192"/>
                  </a:lnTo>
                  <a:lnTo>
                    <a:pt x="5551140" y="36495"/>
                  </a:lnTo>
                  <a:lnTo>
                    <a:pt x="5551775" y="32637"/>
                  </a:lnTo>
                  <a:lnTo>
                    <a:pt x="5552410" y="29244"/>
                  </a:lnTo>
                  <a:lnTo>
                    <a:pt x="5553045" y="26480"/>
                  </a:lnTo>
                  <a:lnTo>
                    <a:pt x="5553680" y="24718"/>
                  </a:lnTo>
                  <a:lnTo>
                    <a:pt x="5554315" y="23867"/>
                  </a:lnTo>
                  <a:lnTo>
                    <a:pt x="5554949" y="23123"/>
                  </a:lnTo>
                  <a:lnTo>
                    <a:pt x="5555584" y="23933"/>
                  </a:lnTo>
                  <a:lnTo>
                    <a:pt x="5556219" y="24537"/>
                  </a:lnTo>
                  <a:lnTo>
                    <a:pt x="5556854" y="24893"/>
                  </a:lnTo>
                  <a:lnTo>
                    <a:pt x="5557489" y="25866"/>
                  </a:lnTo>
                  <a:lnTo>
                    <a:pt x="5558124" y="26760"/>
                  </a:lnTo>
                  <a:lnTo>
                    <a:pt x="5558758" y="26840"/>
                  </a:lnTo>
                  <a:lnTo>
                    <a:pt x="5559393" y="26973"/>
                  </a:lnTo>
                  <a:lnTo>
                    <a:pt x="5560028" y="27201"/>
                  </a:lnTo>
                  <a:lnTo>
                    <a:pt x="5560663" y="26670"/>
                  </a:lnTo>
                  <a:lnTo>
                    <a:pt x="5561298" y="25435"/>
                  </a:lnTo>
                  <a:lnTo>
                    <a:pt x="5561933" y="23996"/>
                  </a:lnTo>
                  <a:lnTo>
                    <a:pt x="5562568" y="21826"/>
                  </a:lnTo>
                  <a:lnTo>
                    <a:pt x="5563202" y="18868"/>
                  </a:lnTo>
                  <a:lnTo>
                    <a:pt x="5563837" y="14710"/>
                  </a:lnTo>
                  <a:lnTo>
                    <a:pt x="5564472" y="11192"/>
                  </a:lnTo>
                  <a:lnTo>
                    <a:pt x="5565107" y="7691"/>
                  </a:lnTo>
                  <a:lnTo>
                    <a:pt x="5565742" y="4573"/>
                  </a:lnTo>
                  <a:lnTo>
                    <a:pt x="5566377" y="2099"/>
                  </a:lnTo>
                  <a:lnTo>
                    <a:pt x="5567011" y="319"/>
                  </a:lnTo>
                  <a:lnTo>
                    <a:pt x="5567646" y="0"/>
                  </a:lnTo>
                  <a:lnTo>
                    <a:pt x="5568281" y="50"/>
                  </a:lnTo>
                  <a:lnTo>
                    <a:pt x="5568916" y="941"/>
                  </a:lnTo>
                  <a:lnTo>
                    <a:pt x="5569551" y="3690"/>
                  </a:lnTo>
                  <a:lnTo>
                    <a:pt x="5570186" y="8340"/>
                  </a:lnTo>
                  <a:lnTo>
                    <a:pt x="5570821" y="13316"/>
                  </a:lnTo>
                  <a:lnTo>
                    <a:pt x="5571455" y="20024"/>
                  </a:lnTo>
                  <a:lnTo>
                    <a:pt x="5572090" y="28251"/>
                  </a:lnTo>
                  <a:lnTo>
                    <a:pt x="5572725" y="36783"/>
                  </a:lnTo>
                  <a:lnTo>
                    <a:pt x="5573360" y="44706"/>
                  </a:lnTo>
                  <a:lnTo>
                    <a:pt x="5573995" y="52827"/>
                  </a:lnTo>
                  <a:lnTo>
                    <a:pt x="5574630" y="63213"/>
                  </a:lnTo>
                  <a:lnTo>
                    <a:pt x="5575264" y="75256"/>
                  </a:lnTo>
                  <a:lnTo>
                    <a:pt x="5575899" y="86113"/>
                  </a:lnTo>
                  <a:lnTo>
                    <a:pt x="5576534" y="99161"/>
                  </a:lnTo>
                  <a:lnTo>
                    <a:pt x="5577169" y="112497"/>
                  </a:lnTo>
                  <a:lnTo>
                    <a:pt x="5577804" y="127359"/>
                  </a:lnTo>
                  <a:lnTo>
                    <a:pt x="5578439" y="141861"/>
                  </a:lnTo>
                  <a:lnTo>
                    <a:pt x="5579074" y="156457"/>
                  </a:lnTo>
                  <a:lnTo>
                    <a:pt x="5579708" y="172121"/>
                  </a:lnTo>
                  <a:lnTo>
                    <a:pt x="5580343" y="189628"/>
                  </a:lnTo>
                  <a:lnTo>
                    <a:pt x="5580978" y="208231"/>
                  </a:lnTo>
                  <a:lnTo>
                    <a:pt x="5581613" y="227528"/>
                  </a:lnTo>
                  <a:lnTo>
                    <a:pt x="5582248" y="246742"/>
                  </a:lnTo>
                  <a:lnTo>
                    <a:pt x="5582883" y="267452"/>
                  </a:lnTo>
                  <a:lnTo>
                    <a:pt x="5583517" y="289360"/>
                  </a:lnTo>
                  <a:lnTo>
                    <a:pt x="5584152" y="309639"/>
                  </a:lnTo>
                  <a:lnTo>
                    <a:pt x="5584787" y="329836"/>
                  </a:lnTo>
                  <a:lnTo>
                    <a:pt x="5585422" y="349298"/>
                  </a:lnTo>
                  <a:lnTo>
                    <a:pt x="5586057" y="370717"/>
                  </a:lnTo>
                  <a:lnTo>
                    <a:pt x="5586692" y="391885"/>
                  </a:lnTo>
                  <a:lnTo>
                    <a:pt x="5587327" y="412083"/>
                  </a:lnTo>
                  <a:lnTo>
                    <a:pt x="5587961" y="433912"/>
                  </a:lnTo>
                  <a:lnTo>
                    <a:pt x="5588596" y="455273"/>
                  </a:lnTo>
                  <a:lnTo>
                    <a:pt x="5589231" y="476924"/>
                  </a:lnTo>
                  <a:lnTo>
                    <a:pt x="5589866" y="500776"/>
                  </a:lnTo>
                  <a:lnTo>
                    <a:pt x="5590501" y="524057"/>
                  </a:lnTo>
                  <a:lnTo>
                    <a:pt x="5591136" y="545798"/>
                  </a:lnTo>
                  <a:lnTo>
                    <a:pt x="5591770" y="566416"/>
                  </a:lnTo>
                  <a:lnTo>
                    <a:pt x="5592405" y="586107"/>
                  </a:lnTo>
                  <a:lnTo>
                    <a:pt x="5593040" y="605432"/>
                  </a:lnTo>
                  <a:lnTo>
                    <a:pt x="5593675" y="624101"/>
                  </a:lnTo>
                  <a:lnTo>
                    <a:pt x="5594310" y="644950"/>
                  </a:lnTo>
                  <a:lnTo>
                    <a:pt x="5594945" y="665051"/>
                  </a:lnTo>
                  <a:lnTo>
                    <a:pt x="5595580" y="682925"/>
                  </a:lnTo>
                  <a:lnTo>
                    <a:pt x="5596214" y="700253"/>
                  </a:lnTo>
                  <a:lnTo>
                    <a:pt x="5596849" y="716589"/>
                  </a:lnTo>
                  <a:lnTo>
                    <a:pt x="5597484" y="731315"/>
                  </a:lnTo>
                  <a:lnTo>
                    <a:pt x="5598119" y="744341"/>
                  </a:lnTo>
                  <a:lnTo>
                    <a:pt x="5598754" y="755839"/>
                  </a:lnTo>
                  <a:lnTo>
                    <a:pt x="5599389" y="766851"/>
                  </a:lnTo>
                  <a:lnTo>
                    <a:pt x="5600023" y="776668"/>
                  </a:lnTo>
                  <a:lnTo>
                    <a:pt x="5600658" y="785707"/>
                  </a:lnTo>
                  <a:lnTo>
                    <a:pt x="5601293" y="793652"/>
                  </a:lnTo>
                  <a:lnTo>
                    <a:pt x="5601928" y="801749"/>
                  </a:lnTo>
                  <a:lnTo>
                    <a:pt x="5602563" y="809411"/>
                  </a:lnTo>
                  <a:lnTo>
                    <a:pt x="5603198" y="816546"/>
                  </a:lnTo>
                  <a:lnTo>
                    <a:pt x="5603833" y="823591"/>
                  </a:lnTo>
                  <a:lnTo>
                    <a:pt x="5604467" y="829765"/>
                  </a:lnTo>
                  <a:lnTo>
                    <a:pt x="5605102" y="835979"/>
                  </a:lnTo>
                  <a:lnTo>
                    <a:pt x="5605737" y="841546"/>
                  </a:lnTo>
                  <a:lnTo>
                    <a:pt x="5606372" y="846667"/>
                  </a:lnTo>
                  <a:lnTo>
                    <a:pt x="5607007" y="852416"/>
                  </a:lnTo>
                  <a:lnTo>
                    <a:pt x="5607642" y="857851"/>
                  </a:lnTo>
                  <a:lnTo>
                    <a:pt x="5608276" y="862750"/>
                  </a:lnTo>
                  <a:lnTo>
                    <a:pt x="5608911" y="867578"/>
                  </a:lnTo>
                  <a:lnTo>
                    <a:pt x="5609546" y="872841"/>
                  </a:lnTo>
                  <a:lnTo>
                    <a:pt x="5610181" y="878822"/>
                  </a:lnTo>
                  <a:lnTo>
                    <a:pt x="5610816" y="885958"/>
                  </a:lnTo>
                  <a:lnTo>
                    <a:pt x="5611451" y="893761"/>
                  </a:lnTo>
                  <a:lnTo>
                    <a:pt x="5612085" y="902212"/>
                  </a:lnTo>
                  <a:lnTo>
                    <a:pt x="5612720" y="909611"/>
                  </a:lnTo>
                  <a:lnTo>
                    <a:pt x="5613355" y="916192"/>
                  </a:lnTo>
                  <a:lnTo>
                    <a:pt x="5613990" y="921974"/>
                  </a:lnTo>
                  <a:lnTo>
                    <a:pt x="5614625" y="926509"/>
                  </a:lnTo>
                  <a:lnTo>
                    <a:pt x="5615260" y="930898"/>
                  </a:lnTo>
                  <a:lnTo>
                    <a:pt x="5615895" y="936771"/>
                  </a:lnTo>
                  <a:lnTo>
                    <a:pt x="5616529" y="944912"/>
                  </a:lnTo>
                  <a:lnTo>
                    <a:pt x="5617164" y="954427"/>
                  </a:lnTo>
                  <a:lnTo>
                    <a:pt x="5617799" y="965684"/>
                  </a:lnTo>
                  <a:lnTo>
                    <a:pt x="5618434" y="976098"/>
                  </a:lnTo>
                  <a:lnTo>
                    <a:pt x="5619069" y="986807"/>
                  </a:lnTo>
                  <a:lnTo>
                    <a:pt x="5619704" y="998370"/>
                  </a:lnTo>
                  <a:lnTo>
                    <a:pt x="5620338" y="1009405"/>
                  </a:lnTo>
                  <a:lnTo>
                    <a:pt x="5620973" y="1021438"/>
                  </a:lnTo>
                  <a:lnTo>
                    <a:pt x="5621608" y="1033011"/>
                  </a:lnTo>
                  <a:lnTo>
                    <a:pt x="5622243" y="1045992"/>
                  </a:lnTo>
                  <a:lnTo>
                    <a:pt x="5622878" y="1060434"/>
                  </a:lnTo>
                  <a:lnTo>
                    <a:pt x="5623513" y="1074687"/>
                  </a:lnTo>
                  <a:lnTo>
                    <a:pt x="5624148" y="1090075"/>
                  </a:lnTo>
                  <a:lnTo>
                    <a:pt x="5624782" y="1103543"/>
                  </a:lnTo>
                  <a:lnTo>
                    <a:pt x="5625417" y="1115299"/>
                  </a:lnTo>
                  <a:lnTo>
                    <a:pt x="5626052" y="1126808"/>
                  </a:lnTo>
                  <a:lnTo>
                    <a:pt x="5626687" y="1137403"/>
                  </a:lnTo>
                  <a:lnTo>
                    <a:pt x="5627322" y="1148306"/>
                  </a:lnTo>
                  <a:lnTo>
                    <a:pt x="5627957" y="1160950"/>
                  </a:lnTo>
                  <a:lnTo>
                    <a:pt x="5628591" y="1171579"/>
                  </a:lnTo>
                  <a:lnTo>
                    <a:pt x="5629226" y="1181647"/>
                  </a:lnTo>
                  <a:lnTo>
                    <a:pt x="5629861" y="1191926"/>
                  </a:lnTo>
                  <a:lnTo>
                    <a:pt x="5630496" y="1202044"/>
                  </a:lnTo>
                  <a:lnTo>
                    <a:pt x="5631131" y="1211069"/>
                  </a:lnTo>
                  <a:lnTo>
                    <a:pt x="5631766" y="1218945"/>
                  </a:lnTo>
                  <a:lnTo>
                    <a:pt x="5632401" y="1226865"/>
                  </a:lnTo>
                  <a:lnTo>
                    <a:pt x="5633035" y="1234944"/>
                  </a:lnTo>
                  <a:lnTo>
                    <a:pt x="5633670" y="1243747"/>
                  </a:lnTo>
                  <a:lnTo>
                    <a:pt x="5634305" y="1254075"/>
                  </a:lnTo>
                  <a:lnTo>
                    <a:pt x="5634940" y="1265309"/>
                  </a:lnTo>
                  <a:lnTo>
                    <a:pt x="5635575" y="1277821"/>
                  </a:lnTo>
                  <a:lnTo>
                    <a:pt x="5636210" y="1289596"/>
                  </a:lnTo>
                  <a:lnTo>
                    <a:pt x="5636844" y="1300833"/>
                  </a:lnTo>
                  <a:lnTo>
                    <a:pt x="5637479" y="1311353"/>
                  </a:lnTo>
                  <a:lnTo>
                    <a:pt x="5638114" y="1323300"/>
                  </a:lnTo>
                  <a:lnTo>
                    <a:pt x="5638749" y="1336011"/>
                  </a:lnTo>
                  <a:lnTo>
                    <a:pt x="5639384" y="1347382"/>
                  </a:lnTo>
                  <a:lnTo>
                    <a:pt x="5640019" y="1358630"/>
                  </a:lnTo>
                  <a:lnTo>
                    <a:pt x="5640654" y="1369323"/>
                  </a:lnTo>
                  <a:lnTo>
                    <a:pt x="5641288" y="1380155"/>
                  </a:lnTo>
                  <a:lnTo>
                    <a:pt x="5641923" y="1390860"/>
                  </a:lnTo>
                  <a:lnTo>
                    <a:pt x="5642558" y="1400233"/>
                  </a:lnTo>
                  <a:lnTo>
                    <a:pt x="5643193" y="1409170"/>
                  </a:lnTo>
                  <a:lnTo>
                    <a:pt x="5643828" y="1417285"/>
                  </a:lnTo>
                  <a:lnTo>
                    <a:pt x="5644463" y="1426938"/>
                  </a:lnTo>
                  <a:lnTo>
                    <a:pt x="5645097" y="1436704"/>
                  </a:lnTo>
                  <a:lnTo>
                    <a:pt x="5645732" y="1444764"/>
                  </a:lnTo>
                  <a:lnTo>
                    <a:pt x="5646367" y="1451090"/>
                  </a:lnTo>
                  <a:lnTo>
                    <a:pt x="5647002" y="1456124"/>
                  </a:lnTo>
                  <a:lnTo>
                    <a:pt x="5647637" y="1459608"/>
                  </a:lnTo>
                  <a:lnTo>
                    <a:pt x="5648272" y="1460078"/>
                  </a:lnTo>
                  <a:lnTo>
                    <a:pt x="5648907" y="1460970"/>
                  </a:lnTo>
                  <a:lnTo>
                    <a:pt x="5649541" y="1461820"/>
                  </a:lnTo>
                  <a:lnTo>
                    <a:pt x="5650176" y="1460963"/>
                  </a:lnTo>
                  <a:lnTo>
                    <a:pt x="5650811" y="1460456"/>
                  </a:lnTo>
                  <a:lnTo>
                    <a:pt x="5651446" y="1460020"/>
                  </a:lnTo>
                  <a:lnTo>
                    <a:pt x="5652081" y="1459563"/>
                  </a:lnTo>
                  <a:lnTo>
                    <a:pt x="5652716" y="1459062"/>
                  </a:lnTo>
                  <a:lnTo>
                    <a:pt x="5653350" y="1458747"/>
                  </a:lnTo>
                  <a:lnTo>
                    <a:pt x="5653985" y="1456937"/>
                  </a:lnTo>
                  <a:lnTo>
                    <a:pt x="5654620" y="1455108"/>
                  </a:lnTo>
                  <a:lnTo>
                    <a:pt x="5655255" y="1451950"/>
                  </a:lnTo>
                  <a:lnTo>
                    <a:pt x="5655890" y="1448314"/>
                  </a:lnTo>
                  <a:lnTo>
                    <a:pt x="5656525" y="1445249"/>
                  </a:lnTo>
                  <a:lnTo>
                    <a:pt x="5657160" y="1440792"/>
                  </a:lnTo>
                  <a:lnTo>
                    <a:pt x="5657794" y="1436830"/>
                  </a:lnTo>
                  <a:lnTo>
                    <a:pt x="5658429" y="1432193"/>
                  </a:lnTo>
                  <a:lnTo>
                    <a:pt x="5659064" y="1428907"/>
                  </a:lnTo>
                  <a:lnTo>
                    <a:pt x="5659699" y="1425377"/>
                  </a:lnTo>
                  <a:lnTo>
                    <a:pt x="5660334" y="1420490"/>
                  </a:lnTo>
                  <a:lnTo>
                    <a:pt x="5660969" y="1415611"/>
                  </a:lnTo>
                  <a:lnTo>
                    <a:pt x="5661603" y="1411250"/>
                  </a:lnTo>
                  <a:lnTo>
                    <a:pt x="5662238" y="1407224"/>
                  </a:lnTo>
                  <a:lnTo>
                    <a:pt x="5662873" y="1403906"/>
                  </a:lnTo>
                  <a:lnTo>
                    <a:pt x="5663508" y="1401263"/>
                  </a:lnTo>
                  <a:lnTo>
                    <a:pt x="5664143" y="1398999"/>
                  </a:lnTo>
                  <a:lnTo>
                    <a:pt x="5664778" y="1395940"/>
                  </a:lnTo>
                  <a:lnTo>
                    <a:pt x="5665413" y="1393012"/>
                  </a:lnTo>
                  <a:lnTo>
                    <a:pt x="5666047" y="1390518"/>
                  </a:lnTo>
                  <a:lnTo>
                    <a:pt x="5666682" y="1388366"/>
                  </a:lnTo>
                  <a:lnTo>
                    <a:pt x="5667317" y="1386205"/>
                  </a:lnTo>
                  <a:lnTo>
                    <a:pt x="5667952" y="1385198"/>
                  </a:lnTo>
                  <a:lnTo>
                    <a:pt x="5668587" y="1383557"/>
                  </a:lnTo>
                  <a:lnTo>
                    <a:pt x="5669222" y="1381506"/>
                  </a:lnTo>
                  <a:lnTo>
                    <a:pt x="5669856" y="1379609"/>
                  </a:lnTo>
                  <a:lnTo>
                    <a:pt x="5670491" y="1377537"/>
                  </a:lnTo>
                  <a:lnTo>
                    <a:pt x="5671126" y="1376011"/>
                  </a:lnTo>
                  <a:lnTo>
                    <a:pt x="5671761" y="1373600"/>
                  </a:lnTo>
                  <a:lnTo>
                    <a:pt x="5672396" y="1371629"/>
                  </a:lnTo>
                  <a:lnTo>
                    <a:pt x="5673031" y="1368716"/>
                  </a:lnTo>
                  <a:lnTo>
                    <a:pt x="5673665" y="1365758"/>
                  </a:lnTo>
                  <a:lnTo>
                    <a:pt x="5674300" y="1361796"/>
                  </a:lnTo>
                  <a:lnTo>
                    <a:pt x="5674935" y="1357920"/>
                  </a:lnTo>
                  <a:lnTo>
                    <a:pt x="5675570" y="1351426"/>
                  </a:lnTo>
                  <a:lnTo>
                    <a:pt x="5676205" y="1345358"/>
                  </a:lnTo>
                  <a:lnTo>
                    <a:pt x="5676840" y="1338355"/>
                  </a:lnTo>
                  <a:lnTo>
                    <a:pt x="5677475" y="1332117"/>
                  </a:lnTo>
                  <a:lnTo>
                    <a:pt x="5678109" y="1325529"/>
                  </a:lnTo>
                  <a:lnTo>
                    <a:pt x="5678744" y="1318215"/>
                  </a:lnTo>
                  <a:lnTo>
                    <a:pt x="5679379" y="1311972"/>
                  </a:lnTo>
                  <a:lnTo>
                    <a:pt x="5680014" y="1305686"/>
                  </a:lnTo>
                  <a:lnTo>
                    <a:pt x="5680649" y="1300207"/>
                  </a:lnTo>
                  <a:lnTo>
                    <a:pt x="5681284" y="1294875"/>
                  </a:lnTo>
                  <a:lnTo>
                    <a:pt x="5681918" y="1288772"/>
                  </a:lnTo>
                  <a:lnTo>
                    <a:pt x="5682553" y="1281605"/>
                  </a:lnTo>
                  <a:lnTo>
                    <a:pt x="5683188" y="1275552"/>
                  </a:lnTo>
                  <a:lnTo>
                    <a:pt x="5683823" y="1268930"/>
                  </a:lnTo>
                  <a:lnTo>
                    <a:pt x="5684458" y="1262591"/>
                  </a:lnTo>
                  <a:lnTo>
                    <a:pt x="5685093" y="1258626"/>
                  </a:lnTo>
                  <a:lnTo>
                    <a:pt x="5685728" y="1256488"/>
                  </a:lnTo>
                  <a:lnTo>
                    <a:pt x="5686362" y="1254129"/>
                  </a:lnTo>
                  <a:lnTo>
                    <a:pt x="5686997" y="1252747"/>
                  </a:lnTo>
                  <a:lnTo>
                    <a:pt x="5687632" y="1253581"/>
                  </a:lnTo>
                  <a:lnTo>
                    <a:pt x="5688267" y="1255605"/>
                  </a:lnTo>
                  <a:lnTo>
                    <a:pt x="5688902" y="1256720"/>
                  </a:lnTo>
                  <a:lnTo>
                    <a:pt x="5689537" y="1257464"/>
                  </a:lnTo>
                  <a:lnTo>
                    <a:pt x="5690171" y="1257830"/>
                  </a:lnTo>
                  <a:lnTo>
                    <a:pt x="5690806" y="1257636"/>
                  </a:lnTo>
                  <a:lnTo>
                    <a:pt x="5691441" y="1256488"/>
                  </a:lnTo>
                  <a:lnTo>
                    <a:pt x="5692076" y="1256012"/>
                  </a:lnTo>
                  <a:lnTo>
                    <a:pt x="5692711" y="1255374"/>
                  </a:lnTo>
                  <a:lnTo>
                    <a:pt x="5693346" y="1254297"/>
                  </a:lnTo>
                  <a:lnTo>
                    <a:pt x="5693981" y="1252109"/>
                  </a:lnTo>
                  <a:lnTo>
                    <a:pt x="5694615" y="1248198"/>
                  </a:lnTo>
                  <a:lnTo>
                    <a:pt x="5695250" y="1245385"/>
                  </a:lnTo>
                  <a:lnTo>
                    <a:pt x="5695885" y="1241701"/>
                  </a:lnTo>
                  <a:lnTo>
                    <a:pt x="5696520" y="1238245"/>
                  </a:lnTo>
                  <a:lnTo>
                    <a:pt x="5697155" y="1233298"/>
                  </a:lnTo>
                  <a:lnTo>
                    <a:pt x="5697790" y="1229178"/>
                  </a:lnTo>
                  <a:lnTo>
                    <a:pt x="5698424" y="1224783"/>
                  </a:lnTo>
                  <a:lnTo>
                    <a:pt x="5699059" y="1220496"/>
                  </a:lnTo>
                  <a:lnTo>
                    <a:pt x="5699694" y="1214985"/>
                  </a:lnTo>
                  <a:lnTo>
                    <a:pt x="5700329" y="1208679"/>
                  </a:lnTo>
                  <a:lnTo>
                    <a:pt x="5700964" y="1203799"/>
                  </a:lnTo>
                  <a:lnTo>
                    <a:pt x="5701599" y="1197230"/>
                  </a:lnTo>
                  <a:lnTo>
                    <a:pt x="5702234" y="1190184"/>
                  </a:lnTo>
                  <a:lnTo>
                    <a:pt x="5702868" y="1184450"/>
                  </a:lnTo>
                  <a:lnTo>
                    <a:pt x="5703503" y="1177547"/>
                  </a:lnTo>
                  <a:lnTo>
                    <a:pt x="5704138" y="1171452"/>
                  </a:lnTo>
                  <a:lnTo>
                    <a:pt x="5704773" y="1165723"/>
                  </a:lnTo>
                  <a:lnTo>
                    <a:pt x="5705408" y="1159422"/>
                  </a:lnTo>
                  <a:lnTo>
                    <a:pt x="5706043" y="1152821"/>
                  </a:lnTo>
                  <a:lnTo>
                    <a:pt x="5706677" y="1143670"/>
                  </a:lnTo>
                  <a:lnTo>
                    <a:pt x="5707312" y="1130681"/>
                  </a:lnTo>
                  <a:lnTo>
                    <a:pt x="5707947" y="1117171"/>
                  </a:lnTo>
                  <a:lnTo>
                    <a:pt x="5708582" y="1104500"/>
                  </a:lnTo>
                  <a:lnTo>
                    <a:pt x="5709217" y="1092397"/>
                  </a:lnTo>
                  <a:lnTo>
                    <a:pt x="5709852" y="1081206"/>
                  </a:lnTo>
                  <a:lnTo>
                    <a:pt x="5710487" y="1070166"/>
                  </a:lnTo>
                  <a:lnTo>
                    <a:pt x="5711121" y="1059781"/>
                  </a:lnTo>
                  <a:lnTo>
                    <a:pt x="5711756" y="1049424"/>
                  </a:lnTo>
                  <a:lnTo>
                    <a:pt x="5712391" y="1038825"/>
                  </a:lnTo>
                  <a:lnTo>
                    <a:pt x="5713026" y="1028861"/>
                  </a:lnTo>
                  <a:lnTo>
                    <a:pt x="5713661" y="1018962"/>
                  </a:lnTo>
                  <a:lnTo>
                    <a:pt x="5714296" y="1009721"/>
                  </a:lnTo>
                  <a:lnTo>
                    <a:pt x="5714930" y="999701"/>
                  </a:lnTo>
                  <a:lnTo>
                    <a:pt x="5715565" y="990035"/>
                  </a:lnTo>
                  <a:lnTo>
                    <a:pt x="5716200" y="980865"/>
                  </a:lnTo>
                  <a:lnTo>
                    <a:pt x="5716835" y="971868"/>
                  </a:lnTo>
                  <a:lnTo>
                    <a:pt x="5717470" y="962526"/>
                  </a:lnTo>
                  <a:lnTo>
                    <a:pt x="5718105" y="954752"/>
                  </a:lnTo>
                  <a:lnTo>
                    <a:pt x="5718740" y="946536"/>
                  </a:lnTo>
                  <a:lnTo>
                    <a:pt x="5719374" y="937358"/>
                  </a:lnTo>
                  <a:lnTo>
                    <a:pt x="5720009" y="927385"/>
                  </a:lnTo>
                  <a:lnTo>
                    <a:pt x="5720644" y="916126"/>
                  </a:lnTo>
                  <a:lnTo>
                    <a:pt x="5721279" y="904079"/>
                  </a:lnTo>
                  <a:lnTo>
                    <a:pt x="5721914" y="891466"/>
                  </a:lnTo>
                  <a:lnTo>
                    <a:pt x="5722549" y="879800"/>
                  </a:lnTo>
                  <a:lnTo>
                    <a:pt x="5723183" y="869471"/>
                  </a:lnTo>
                  <a:lnTo>
                    <a:pt x="5723818" y="859686"/>
                  </a:lnTo>
                  <a:lnTo>
                    <a:pt x="5724453" y="849590"/>
                  </a:lnTo>
                  <a:lnTo>
                    <a:pt x="5725088" y="839569"/>
                  </a:lnTo>
                  <a:lnTo>
                    <a:pt x="5725723" y="830012"/>
                  </a:lnTo>
                  <a:lnTo>
                    <a:pt x="5726358" y="820547"/>
                  </a:lnTo>
                  <a:lnTo>
                    <a:pt x="5726992" y="810908"/>
                  </a:lnTo>
                  <a:lnTo>
                    <a:pt x="5727627" y="801287"/>
                  </a:lnTo>
                  <a:lnTo>
                    <a:pt x="5728262" y="793325"/>
                  </a:lnTo>
                  <a:lnTo>
                    <a:pt x="5728897" y="786759"/>
                  </a:lnTo>
                  <a:lnTo>
                    <a:pt x="5729532" y="781731"/>
                  </a:lnTo>
                  <a:lnTo>
                    <a:pt x="5730167" y="776487"/>
                  </a:lnTo>
                  <a:lnTo>
                    <a:pt x="5730802" y="772030"/>
                  </a:lnTo>
                  <a:lnTo>
                    <a:pt x="5731436" y="766999"/>
                  </a:lnTo>
                  <a:lnTo>
                    <a:pt x="5732071" y="761164"/>
                  </a:lnTo>
                  <a:lnTo>
                    <a:pt x="5732706" y="754834"/>
                  </a:lnTo>
                  <a:lnTo>
                    <a:pt x="5733341" y="749310"/>
                  </a:lnTo>
                  <a:lnTo>
                    <a:pt x="5733976" y="743074"/>
                  </a:lnTo>
                  <a:lnTo>
                    <a:pt x="5734611" y="736651"/>
                  </a:lnTo>
                  <a:lnTo>
                    <a:pt x="5735245" y="731306"/>
                  </a:lnTo>
                  <a:lnTo>
                    <a:pt x="5735880" y="725357"/>
                  </a:lnTo>
                  <a:lnTo>
                    <a:pt x="5736515" y="719182"/>
                  </a:lnTo>
                  <a:lnTo>
                    <a:pt x="5737150" y="712140"/>
                  </a:lnTo>
                  <a:lnTo>
                    <a:pt x="5737785" y="704701"/>
                  </a:lnTo>
                  <a:lnTo>
                    <a:pt x="5738420" y="697916"/>
                  </a:lnTo>
                  <a:lnTo>
                    <a:pt x="5739055" y="690926"/>
                  </a:lnTo>
                  <a:lnTo>
                    <a:pt x="5739689" y="684977"/>
                  </a:lnTo>
                  <a:lnTo>
                    <a:pt x="5740324" y="680085"/>
                  </a:lnTo>
                  <a:lnTo>
                    <a:pt x="5740959" y="677071"/>
                  </a:lnTo>
                  <a:lnTo>
                    <a:pt x="5741594" y="675449"/>
                  </a:lnTo>
                  <a:lnTo>
                    <a:pt x="5742229" y="674922"/>
                  </a:lnTo>
                  <a:lnTo>
                    <a:pt x="5742864" y="674971"/>
                  </a:lnTo>
                  <a:lnTo>
                    <a:pt x="5743498" y="674413"/>
                  </a:lnTo>
                  <a:lnTo>
                    <a:pt x="5744133" y="674209"/>
                  </a:lnTo>
                  <a:lnTo>
                    <a:pt x="5744768" y="673130"/>
                  </a:lnTo>
                  <a:lnTo>
                    <a:pt x="5745403" y="672140"/>
                  </a:lnTo>
                  <a:lnTo>
                    <a:pt x="5746038" y="670162"/>
                  </a:lnTo>
                  <a:lnTo>
                    <a:pt x="5746673" y="667429"/>
                  </a:lnTo>
                  <a:lnTo>
                    <a:pt x="5747308" y="665181"/>
                  </a:lnTo>
                  <a:lnTo>
                    <a:pt x="5747942" y="662907"/>
                  </a:lnTo>
                  <a:lnTo>
                    <a:pt x="5748577" y="659708"/>
                  </a:lnTo>
                  <a:lnTo>
                    <a:pt x="5749212" y="656825"/>
                  </a:lnTo>
                  <a:lnTo>
                    <a:pt x="5749847" y="653169"/>
                  </a:lnTo>
                  <a:lnTo>
                    <a:pt x="5750482" y="648687"/>
                  </a:lnTo>
                  <a:lnTo>
                    <a:pt x="5751117" y="642978"/>
                  </a:lnTo>
                  <a:lnTo>
                    <a:pt x="5751751" y="637531"/>
                  </a:lnTo>
                  <a:lnTo>
                    <a:pt x="5752386" y="630122"/>
                  </a:lnTo>
                  <a:lnTo>
                    <a:pt x="5753021" y="622600"/>
                  </a:lnTo>
                  <a:lnTo>
                    <a:pt x="5753656" y="613992"/>
                  </a:lnTo>
                  <a:lnTo>
                    <a:pt x="5754291" y="605986"/>
                  </a:lnTo>
                  <a:lnTo>
                    <a:pt x="5754926" y="598265"/>
                  </a:lnTo>
                  <a:lnTo>
                    <a:pt x="5755561" y="590428"/>
                  </a:lnTo>
                  <a:lnTo>
                    <a:pt x="5756195" y="584521"/>
                  </a:lnTo>
                  <a:lnTo>
                    <a:pt x="5756830" y="577384"/>
                  </a:lnTo>
                  <a:lnTo>
                    <a:pt x="5757465" y="571053"/>
                  </a:lnTo>
                  <a:lnTo>
                    <a:pt x="5758100" y="565497"/>
                  </a:lnTo>
                  <a:lnTo>
                    <a:pt x="5758735" y="558886"/>
                  </a:lnTo>
                  <a:lnTo>
                    <a:pt x="5759370" y="552452"/>
                  </a:lnTo>
                  <a:lnTo>
                    <a:pt x="5760004" y="548248"/>
                  </a:lnTo>
                  <a:lnTo>
                    <a:pt x="5760639" y="544838"/>
                  </a:lnTo>
                  <a:lnTo>
                    <a:pt x="5761274" y="541522"/>
                  </a:lnTo>
                  <a:lnTo>
                    <a:pt x="5761909" y="537360"/>
                  </a:lnTo>
                  <a:lnTo>
                    <a:pt x="5762544" y="532836"/>
                  </a:lnTo>
                  <a:lnTo>
                    <a:pt x="5763179" y="528821"/>
                  </a:lnTo>
                  <a:lnTo>
                    <a:pt x="5763814" y="525027"/>
                  </a:lnTo>
                  <a:lnTo>
                    <a:pt x="5764448" y="521782"/>
                  </a:lnTo>
                  <a:lnTo>
                    <a:pt x="5765083" y="519359"/>
                  </a:lnTo>
                  <a:lnTo>
                    <a:pt x="5765718" y="516534"/>
                  </a:lnTo>
                  <a:lnTo>
                    <a:pt x="5766353" y="514284"/>
                  </a:lnTo>
                  <a:lnTo>
                    <a:pt x="5766988" y="512043"/>
                  </a:lnTo>
                  <a:lnTo>
                    <a:pt x="5767623" y="509815"/>
                  </a:lnTo>
                  <a:lnTo>
                    <a:pt x="5768257" y="507998"/>
                  </a:lnTo>
                  <a:lnTo>
                    <a:pt x="5768892" y="507105"/>
                  </a:lnTo>
                  <a:lnTo>
                    <a:pt x="5769527" y="506938"/>
                  </a:lnTo>
                  <a:lnTo>
                    <a:pt x="5770162" y="507260"/>
                  </a:lnTo>
                  <a:lnTo>
                    <a:pt x="5770797" y="508072"/>
                  </a:lnTo>
                  <a:lnTo>
                    <a:pt x="5771432" y="509296"/>
                  </a:lnTo>
                  <a:lnTo>
                    <a:pt x="5772067" y="510227"/>
                  </a:lnTo>
                  <a:lnTo>
                    <a:pt x="5772701" y="510337"/>
                  </a:lnTo>
                  <a:lnTo>
                    <a:pt x="5773336" y="510732"/>
                  </a:lnTo>
                  <a:lnTo>
                    <a:pt x="5773971" y="510517"/>
                  </a:lnTo>
                  <a:lnTo>
                    <a:pt x="5774606" y="509163"/>
                  </a:lnTo>
                  <a:lnTo>
                    <a:pt x="5775241" y="509081"/>
                  </a:lnTo>
                  <a:lnTo>
                    <a:pt x="5775876" y="508196"/>
                  </a:lnTo>
                  <a:lnTo>
                    <a:pt x="5776510" y="506779"/>
                  </a:lnTo>
                  <a:lnTo>
                    <a:pt x="5777145" y="505879"/>
                  </a:lnTo>
                  <a:lnTo>
                    <a:pt x="5777780" y="504767"/>
                  </a:lnTo>
                  <a:lnTo>
                    <a:pt x="5778415" y="503786"/>
                  </a:lnTo>
                  <a:lnTo>
                    <a:pt x="5779050" y="502692"/>
                  </a:lnTo>
                  <a:lnTo>
                    <a:pt x="5779685" y="501584"/>
                  </a:lnTo>
                  <a:lnTo>
                    <a:pt x="5780319" y="500716"/>
                  </a:lnTo>
                  <a:lnTo>
                    <a:pt x="5780954" y="500909"/>
                  </a:lnTo>
                  <a:lnTo>
                    <a:pt x="5781589" y="501590"/>
                  </a:lnTo>
                  <a:lnTo>
                    <a:pt x="5782224" y="503689"/>
                  </a:lnTo>
                  <a:lnTo>
                    <a:pt x="5782859" y="506835"/>
                  </a:lnTo>
                  <a:lnTo>
                    <a:pt x="5783494" y="509908"/>
                  </a:lnTo>
                  <a:lnTo>
                    <a:pt x="5784129" y="513819"/>
                  </a:lnTo>
                  <a:lnTo>
                    <a:pt x="5784763" y="516834"/>
                  </a:lnTo>
                  <a:lnTo>
                    <a:pt x="5785398" y="519859"/>
                  </a:lnTo>
                  <a:lnTo>
                    <a:pt x="5786033" y="521978"/>
                  </a:lnTo>
                  <a:lnTo>
                    <a:pt x="5786668" y="524790"/>
                  </a:lnTo>
                  <a:lnTo>
                    <a:pt x="5787303" y="527878"/>
                  </a:lnTo>
                  <a:lnTo>
                    <a:pt x="5787938" y="530603"/>
                  </a:lnTo>
                  <a:lnTo>
                    <a:pt x="5788572" y="532120"/>
                  </a:lnTo>
                  <a:lnTo>
                    <a:pt x="5789207" y="533022"/>
                  </a:lnTo>
                  <a:lnTo>
                    <a:pt x="5789842" y="533730"/>
                  </a:lnTo>
                  <a:lnTo>
                    <a:pt x="5790477" y="533319"/>
                  </a:lnTo>
                  <a:lnTo>
                    <a:pt x="5791112" y="532085"/>
                  </a:lnTo>
                  <a:lnTo>
                    <a:pt x="5791747" y="531589"/>
                  </a:lnTo>
                  <a:lnTo>
                    <a:pt x="5792382" y="530964"/>
                  </a:lnTo>
                  <a:lnTo>
                    <a:pt x="5793016" y="529462"/>
                  </a:lnTo>
                  <a:lnTo>
                    <a:pt x="5793651" y="527558"/>
                  </a:lnTo>
                  <a:lnTo>
                    <a:pt x="5794286" y="525271"/>
                  </a:lnTo>
                  <a:lnTo>
                    <a:pt x="5794921" y="522419"/>
                  </a:lnTo>
                  <a:lnTo>
                    <a:pt x="5795556" y="520402"/>
                  </a:lnTo>
                  <a:lnTo>
                    <a:pt x="5796191" y="519028"/>
                  </a:lnTo>
                  <a:lnTo>
                    <a:pt x="5796825" y="518062"/>
                  </a:lnTo>
                  <a:lnTo>
                    <a:pt x="5797460" y="517088"/>
                  </a:lnTo>
                  <a:lnTo>
                    <a:pt x="5798095" y="516140"/>
                  </a:lnTo>
                  <a:lnTo>
                    <a:pt x="5798730" y="515797"/>
                  </a:lnTo>
                  <a:lnTo>
                    <a:pt x="5799365" y="514867"/>
                  </a:lnTo>
                  <a:lnTo>
                    <a:pt x="5800000" y="515480"/>
                  </a:lnTo>
                  <a:lnTo>
                    <a:pt x="5800635" y="516313"/>
                  </a:lnTo>
                  <a:lnTo>
                    <a:pt x="5801269" y="516482"/>
                  </a:lnTo>
                  <a:lnTo>
                    <a:pt x="5801904" y="517301"/>
                  </a:lnTo>
                  <a:lnTo>
                    <a:pt x="5802539" y="521069"/>
                  </a:lnTo>
                  <a:lnTo>
                    <a:pt x="5803174" y="525784"/>
                  </a:lnTo>
                  <a:lnTo>
                    <a:pt x="5803809" y="532103"/>
                  </a:lnTo>
                  <a:lnTo>
                    <a:pt x="5804444" y="537732"/>
                  </a:lnTo>
                  <a:lnTo>
                    <a:pt x="5805078" y="542862"/>
                  </a:lnTo>
                  <a:lnTo>
                    <a:pt x="5805713" y="547911"/>
                  </a:lnTo>
                  <a:lnTo>
                    <a:pt x="5806348" y="551251"/>
                  </a:lnTo>
                  <a:lnTo>
                    <a:pt x="5806983" y="555201"/>
                  </a:lnTo>
                  <a:lnTo>
                    <a:pt x="5807618" y="559932"/>
                  </a:lnTo>
                  <a:lnTo>
                    <a:pt x="5808253" y="564910"/>
                  </a:lnTo>
                  <a:lnTo>
                    <a:pt x="5808888" y="571939"/>
                  </a:lnTo>
                  <a:lnTo>
                    <a:pt x="5809522" y="579754"/>
                  </a:lnTo>
                  <a:lnTo>
                    <a:pt x="5810157" y="587845"/>
                  </a:lnTo>
                  <a:lnTo>
                    <a:pt x="5810792" y="597704"/>
                  </a:lnTo>
                  <a:lnTo>
                    <a:pt x="5811427" y="607877"/>
                  </a:lnTo>
                  <a:lnTo>
                    <a:pt x="5812062" y="615189"/>
                  </a:lnTo>
                  <a:lnTo>
                    <a:pt x="5812697" y="620536"/>
                  </a:lnTo>
                  <a:lnTo>
                    <a:pt x="5813331" y="625668"/>
                  </a:lnTo>
                  <a:lnTo>
                    <a:pt x="5813966" y="629676"/>
                  </a:lnTo>
                  <a:lnTo>
                    <a:pt x="5814601" y="632419"/>
                  </a:lnTo>
                  <a:lnTo>
                    <a:pt x="5815236" y="635759"/>
                  </a:lnTo>
                  <a:lnTo>
                    <a:pt x="5815871" y="641062"/>
                  </a:lnTo>
                  <a:lnTo>
                    <a:pt x="5816506" y="647732"/>
                  </a:lnTo>
                  <a:lnTo>
                    <a:pt x="5817141" y="654605"/>
                  </a:lnTo>
                  <a:lnTo>
                    <a:pt x="5817775" y="662509"/>
                  </a:lnTo>
                  <a:lnTo>
                    <a:pt x="5818410" y="670809"/>
                  </a:lnTo>
                  <a:lnTo>
                    <a:pt x="5819045" y="678035"/>
                  </a:lnTo>
                  <a:lnTo>
                    <a:pt x="5819680" y="685910"/>
                  </a:lnTo>
                  <a:lnTo>
                    <a:pt x="5820315" y="695009"/>
                  </a:lnTo>
                  <a:lnTo>
                    <a:pt x="5820950" y="705798"/>
                  </a:lnTo>
                  <a:lnTo>
                    <a:pt x="5821584" y="719036"/>
                  </a:lnTo>
                  <a:lnTo>
                    <a:pt x="5822219" y="732041"/>
                  </a:lnTo>
                  <a:lnTo>
                    <a:pt x="5822854" y="746291"/>
                  </a:lnTo>
                  <a:lnTo>
                    <a:pt x="5823489" y="759376"/>
                  </a:lnTo>
                  <a:lnTo>
                    <a:pt x="5824124" y="773378"/>
                  </a:lnTo>
                  <a:lnTo>
                    <a:pt x="5824759" y="786672"/>
                  </a:lnTo>
                  <a:lnTo>
                    <a:pt x="5825394" y="799692"/>
                  </a:lnTo>
                  <a:lnTo>
                    <a:pt x="5826028" y="812564"/>
                  </a:lnTo>
                  <a:lnTo>
                    <a:pt x="5826663" y="825489"/>
                  </a:lnTo>
                  <a:lnTo>
                    <a:pt x="5827298" y="838267"/>
                  </a:lnTo>
                  <a:lnTo>
                    <a:pt x="5827933" y="850750"/>
                  </a:lnTo>
                  <a:lnTo>
                    <a:pt x="5828568" y="862795"/>
                  </a:lnTo>
                  <a:lnTo>
                    <a:pt x="5829203" y="873080"/>
                  </a:lnTo>
                  <a:lnTo>
                    <a:pt x="5829837" y="881679"/>
                  </a:lnTo>
                  <a:lnTo>
                    <a:pt x="5830472" y="888930"/>
                  </a:lnTo>
                  <a:lnTo>
                    <a:pt x="5831107" y="895183"/>
                  </a:lnTo>
                  <a:lnTo>
                    <a:pt x="5831742" y="900880"/>
                  </a:lnTo>
                  <a:lnTo>
                    <a:pt x="5832377" y="907081"/>
                  </a:lnTo>
                  <a:lnTo>
                    <a:pt x="5833012" y="913443"/>
                  </a:lnTo>
                  <a:lnTo>
                    <a:pt x="5833647" y="922064"/>
                  </a:lnTo>
                  <a:lnTo>
                    <a:pt x="5834281" y="933420"/>
                  </a:lnTo>
                  <a:lnTo>
                    <a:pt x="5834916" y="944806"/>
                  </a:lnTo>
                  <a:lnTo>
                    <a:pt x="5835551" y="955181"/>
                  </a:lnTo>
                  <a:lnTo>
                    <a:pt x="5836186" y="964745"/>
                  </a:lnTo>
                  <a:lnTo>
                    <a:pt x="5836821" y="973095"/>
                  </a:lnTo>
                  <a:lnTo>
                    <a:pt x="5837456" y="981718"/>
                  </a:lnTo>
                  <a:lnTo>
                    <a:pt x="5838090" y="990817"/>
                  </a:lnTo>
                  <a:lnTo>
                    <a:pt x="5838725" y="1000757"/>
                  </a:lnTo>
                  <a:lnTo>
                    <a:pt x="5839360" y="1011495"/>
                  </a:lnTo>
                  <a:lnTo>
                    <a:pt x="5839995" y="1022031"/>
                  </a:lnTo>
                  <a:lnTo>
                    <a:pt x="5840630" y="1032487"/>
                  </a:lnTo>
                  <a:lnTo>
                    <a:pt x="5841265" y="1042628"/>
                  </a:lnTo>
                  <a:lnTo>
                    <a:pt x="5841899" y="1053458"/>
                  </a:lnTo>
                  <a:lnTo>
                    <a:pt x="5842534" y="1063539"/>
                  </a:lnTo>
                  <a:lnTo>
                    <a:pt x="5843169" y="1072648"/>
                  </a:lnTo>
                  <a:lnTo>
                    <a:pt x="5843804" y="1081129"/>
                  </a:lnTo>
                  <a:lnTo>
                    <a:pt x="5844439" y="1090036"/>
                  </a:lnTo>
                  <a:lnTo>
                    <a:pt x="5845074" y="1097030"/>
                  </a:lnTo>
                  <a:lnTo>
                    <a:pt x="5845709" y="1104619"/>
                  </a:lnTo>
                  <a:lnTo>
                    <a:pt x="5846343" y="1113108"/>
                  </a:lnTo>
                  <a:lnTo>
                    <a:pt x="5846978" y="1121958"/>
                  </a:lnTo>
                  <a:lnTo>
                    <a:pt x="5847613" y="1130910"/>
                  </a:lnTo>
                  <a:lnTo>
                    <a:pt x="5848248" y="1140396"/>
                  </a:lnTo>
                  <a:lnTo>
                    <a:pt x="5848883" y="1150054"/>
                  </a:lnTo>
                  <a:lnTo>
                    <a:pt x="5849518" y="1158916"/>
                  </a:lnTo>
                  <a:lnTo>
                    <a:pt x="5850152" y="1166118"/>
                  </a:lnTo>
                  <a:lnTo>
                    <a:pt x="5850787" y="1172735"/>
                  </a:lnTo>
                  <a:lnTo>
                    <a:pt x="5851422" y="1179926"/>
                  </a:lnTo>
                  <a:lnTo>
                    <a:pt x="5852057" y="1187335"/>
                  </a:lnTo>
                  <a:lnTo>
                    <a:pt x="5852692" y="1194868"/>
                  </a:lnTo>
                  <a:lnTo>
                    <a:pt x="5853327" y="1203017"/>
                  </a:lnTo>
                  <a:lnTo>
                    <a:pt x="5853962" y="1211563"/>
                  </a:lnTo>
                  <a:lnTo>
                    <a:pt x="5854596" y="1221103"/>
                  </a:lnTo>
                  <a:lnTo>
                    <a:pt x="5855231" y="1229713"/>
                  </a:lnTo>
                  <a:lnTo>
                    <a:pt x="5855866" y="1236815"/>
                  </a:lnTo>
                  <a:lnTo>
                    <a:pt x="5856501" y="1242391"/>
                  </a:lnTo>
                  <a:lnTo>
                    <a:pt x="5857136" y="1248829"/>
                  </a:lnTo>
                  <a:lnTo>
                    <a:pt x="5857771" y="1254591"/>
                  </a:lnTo>
                  <a:lnTo>
                    <a:pt x="5858405" y="1260866"/>
                  </a:lnTo>
                  <a:lnTo>
                    <a:pt x="5859040" y="1267623"/>
                  </a:lnTo>
                  <a:lnTo>
                    <a:pt x="5859675" y="1275678"/>
                  </a:lnTo>
                  <a:lnTo>
                    <a:pt x="5860310" y="1282320"/>
                  </a:lnTo>
                  <a:lnTo>
                    <a:pt x="5860945" y="1288584"/>
                  </a:lnTo>
                  <a:lnTo>
                    <a:pt x="5861580" y="1294703"/>
                  </a:lnTo>
                  <a:lnTo>
                    <a:pt x="5862215" y="1299667"/>
                  </a:lnTo>
                  <a:lnTo>
                    <a:pt x="5862849" y="1304644"/>
                  </a:lnTo>
                  <a:lnTo>
                    <a:pt x="5863484" y="1309447"/>
                  </a:lnTo>
                  <a:lnTo>
                    <a:pt x="5864119" y="1314601"/>
                  </a:lnTo>
                  <a:lnTo>
                    <a:pt x="5864754" y="1320134"/>
                  </a:lnTo>
                  <a:lnTo>
                    <a:pt x="5865389" y="1325160"/>
                  </a:lnTo>
                  <a:lnTo>
                    <a:pt x="5866024" y="1330405"/>
                  </a:lnTo>
                  <a:lnTo>
                    <a:pt x="5866658" y="1335435"/>
                  </a:lnTo>
                  <a:lnTo>
                    <a:pt x="5867293" y="1339252"/>
                  </a:lnTo>
                  <a:lnTo>
                    <a:pt x="5867928" y="1342403"/>
                  </a:lnTo>
                  <a:lnTo>
                    <a:pt x="5868563" y="1345959"/>
                  </a:lnTo>
                  <a:lnTo>
                    <a:pt x="5869198" y="1349440"/>
                  </a:lnTo>
                  <a:lnTo>
                    <a:pt x="5869833" y="1352604"/>
                  </a:lnTo>
                  <a:lnTo>
                    <a:pt x="5870468" y="1356661"/>
                  </a:lnTo>
                  <a:lnTo>
                    <a:pt x="5871102" y="1360660"/>
                  </a:lnTo>
                  <a:lnTo>
                    <a:pt x="5871737" y="1364784"/>
                  </a:lnTo>
                  <a:lnTo>
                    <a:pt x="5872372" y="1369701"/>
                  </a:lnTo>
                  <a:lnTo>
                    <a:pt x="5873007" y="1375251"/>
                  </a:lnTo>
                  <a:lnTo>
                    <a:pt x="5873642" y="1380875"/>
                  </a:lnTo>
                  <a:lnTo>
                    <a:pt x="5874277" y="1386520"/>
                  </a:lnTo>
                  <a:lnTo>
                    <a:pt x="5874911" y="1392226"/>
                  </a:lnTo>
                  <a:lnTo>
                    <a:pt x="5875546" y="1398934"/>
                  </a:lnTo>
                  <a:lnTo>
                    <a:pt x="5876181" y="1405761"/>
                  </a:lnTo>
                  <a:lnTo>
                    <a:pt x="5876816" y="1413939"/>
                  </a:lnTo>
                  <a:lnTo>
                    <a:pt x="5877451" y="1422839"/>
                  </a:lnTo>
                  <a:lnTo>
                    <a:pt x="5878086" y="1432646"/>
                  </a:lnTo>
                  <a:lnTo>
                    <a:pt x="5878721" y="1441799"/>
                  </a:lnTo>
                  <a:lnTo>
                    <a:pt x="5879355" y="1452746"/>
                  </a:lnTo>
                  <a:lnTo>
                    <a:pt x="5879990" y="1463661"/>
                  </a:lnTo>
                  <a:lnTo>
                    <a:pt x="5880625" y="1475369"/>
                  </a:lnTo>
                  <a:lnTo>
                    <a:pt x="5881260" y="1486099"/>
                  </a:lnTo>
                  <a:lnTo>
                    <a:pt x="5881895" y="1495993"/>
                  </a:lnTo>
                  <a:lnTo>
                    <a:pt x="5882530" y="1506438"/>
                  </a:lnTo>
                  <a:lnTo>
                    <a:pt x="5883164" y="1516158"/>
                  </a:lnTo>
                  <a:lnTo>
                    <a:pt x="5883799" y="1526812"/>
                  </a:lnTo>
                  <a:lnTo>
                    <a:pt x="5884434" y="1536798"/>
                  </a:lnTo>
                  <a:lnTo>
                    <a:pt x="5885069" y="1546198"/>
                  </a:lnTo>
                  <a:lnTo>
                    <a:pt x="5885704" y="1556222"/>
                  </a:lnTo>
                  <a:lnTo>
                    <a:pt x="5886339" y="1566022"/>
                  </a:lnTo>
                  <a:lnTo>
                    <a:pt x="5886974" y="1572565"/>
                  </a:lnTo>
                  <a:lnTo>
                    <a:pt x="5887608" y="1576618"/>
                  </a:lnTo>
                  <a:lnTo>
                    <a:pt x="5888243" y="1579917"/>
                  </a:lnTo>
                  <a:lnTo>
                    <a:pt x="5888878" y="1582827"/>
                  </a:lnTo>
                  <a:lnTo>
                    <a:pt x="5889513" y="1585399"/>
                  </a:lnTo>
                  <a:lnTo>
                    <a:pt x="5890148" y="1587892"/>
                  </a:lnTo>
                  <a:lnTo>
                    <a:pt x="5890783" y="1590879"/>
                  </a:lnTo>
                  <a:lnTo>
                    <a:pt x="5891417" y="1593676"/>
                  </a:lnTo>
                  <a:lnTo>
                    <a:pt x="5892052" y="1596071"/>
                  </a:lnTo>
                  <a:lnTo>
                    <a:pt x="5892687" y="1597555"/>
                  </a:lnTo>
                  <a:lnTo>
                    <a:pt x="5893322" y="1598636"/>
                  </a:lnTo>
                  <a:lnTo>
                    <a:pt x="5893957" y="1599636"/>
                  </a:lnTo>
                  <a:lnTo>
                    <a:pt x="5894592" y="1601039"/>
                  </a:lnTo>
                  <a:lnTo>
                    <a:pt x="5895226" y="1602336"/>
                  </a:lnTo>
                  <a:lnTo>
                    <a:pt x="5895861" y="1602272"/>
                  </a:lnTo>
                  <a:lnTo>
                    <a:pt x="5896496" y="1601984"/>
                  </a:lnTo>
                  <a:lnTo>
                    <a:pt x="5897131" y="1601536"/>
                  </a:lnTo>
                  <a:lnTo>
                    <a:pt x="5897766" y="1601426"/>
                  </a:lnTo>
                  <a:lnTo>
                    <a:pt x="5898401" y="1602267"/>
                  </a:lnTo>
                  <a:lnTo>
                    <a:pt x="5899036" y="1603380"/>
                  </a:lnTo>
                  <a:lnTo>
                    <a:pt x="5899670" y="1605654"/>
                  </a:lnTo>
                  <a:lnTo>
                    <a:pt x="5900305" y="1608271"/>
                  </a:lnTo>
                  <a:lnTo>
                    <a:pt x="5900940" y="1611454"/>
                  </a:lnTo>
                  <a:lnTo>
                    <a:pt x="5901575" y="1616195"/>
                  </a:lnTo>
                  <a:lnTo>
                    <a:pt x="5902210" y="1622312"/>
                  </a:lnTo>
                  <a:lnTo>
                    <a:pt x="5902845" y="1629575"/>
                  </a:lnTo>
                  <a:lnTo>
                    <a:pt x="5903479" y="1637340"/>
                  </a:lnTo>
                  <a:lnTo>
                    <a:pt x="5904114" y="1645856"/>
                  </a:lnTo>
                  <a:lnTo>
                    <a:pt x="5904749" y="1654681"/>
                  </a:lnTo>
                  <a:lnTo>
                    <a:pt x="5905384" y="1663531"/>
                  </a:lnTo>
                  <a:lnTo>
                    <a:pt x="5906019" y="1672555"/>
                  </a:lnTo>
                  <a:lnTo>
                    <a:pt x="5906654" y="1682127"/>
                  </a:lnTo>
                  <a:lnTo>
                    <a:pt x="5907289" y="1691685"/>
                  </a:lnTo>
                  <a:lnTo>
                    <a:pt x="5907923" y="1700016"/>
                  </a:lnTo>
                  <a:lnTo>
                    <a:pt x="5908558" y="1708125"/>
                  </a:lnTo>
                  <a:lnTo>
                    <a:pt x="5909193" y="1715289"/>
                  </a:lnTo>
                  <a:lnTo>
                    <a:pt x="5909828" y="1722143"/>
                  </a:lnTo>
                  <a:lnTo>
                    <a:pt x="5910463" y="1728328"/>
                  </a:lnTo>
                  <a:lnTo>
                    <a:pt x="5911098" y="1733809"/>
                  </a:lnTo>
                  <a:lnTo>
                    <a:pt x="5911732" y="1738872"/>
                  </a:lnTo>
                  <a:lnTo>
                    <a:pt x="5912367" y="1743705"/>
                  </a:lnTo>
                  <a:lnTo>
                    <a:pt x="5913002" y="1748451"/>
                  </a:lnTo>
                  <a:lnTo>
                    <a:pt x="5913637" y="1752778"/>
                  </a:lnTo>
                  <a:lnTo>
                    <a:pt x="5914272" y="1757353"/>
                  </a:lnTo>
                  <a:lnTo>
                    <a:pt x="5914907" y="1761962"/>
                  </a:lnTo>
                  <a:lnTo>
                    <a:pt x="5915542" y="1766978"/>
                  </a:lnTo>
                  <a:lnTo>
                    <a:pt x="5916176" y="1772135"/>
                  </a:lnTo>
                  <a:lnTo>
                    <a:pt x="5916811" y="1776497"/>
                  </a:lnTo>
                  <a:lnTo>
                    <a:pt x="5917446" y="1781549"/>
                  </a:lnTo>
                  <a:lnTo>
                    <a:pt x="5918081" y="1786930"/>
                  </a:lnTo>
                  <a:lnTo>
                    <a:pt x="5918716" y="1792199"/>
                  </a:lnTo>
                  <a:lnTo>
                    <a:pt x="5919351" y="1797831"/>
                  </a:lnTo>
                  <a:lnTo>
                    <a:pt x="5919985" y="1804657"/>
                  </a:lnTo>
                  <a:lnTo>
                    <a:pt x="5920620" y="1811567"/>
                  </a:lnTo>
                  <a:lnTo>
                    <a:pt x="5921255" y="1819476"/>
                  </a:lnTo>
                  <a:lnTo>
                    <a:pt x="5921890" y="1827649"/>
                  </a:lnTo>
                  <a:lnTo>
                    <a:pt x="5922525" y="1835412"/>
                  </a:lnTo>
                  <a:lnTo>
                    <a:pt x="5923160" y="1842366"/>
                  </a:lnTo>
                  <a:lnTo>
                    <a:pt x="5923795" y="1848787"/>
                  </a:lnTo>
                  <a:lnTo>
                    <a:pt x="5924429" y="1856018"/>
                  </a:lnTo>
                  <a:lnTo>
                    <a:pt x="5925064" y="1864321"/>
                  </a:lnTo>
                  <a:lnTo>
                    <a:pt x="5925699" y="1873177"/>
                  </a:lnTo>
                  <a:lnTo>
                    <a:pt x="5926334" y="1882995"/>
                  </a:lnTo>
                  <a:lnTo>
                    <a:pt x="5926969" y="1892205"/>
                  </a:lnTo>
                  <a:lnTo>
                    <a:pt x="5927604" y="1901339"/>
                  </a:lnTo>
                  <a:lnTo>
                    <a:pt x="5928238" y="1912181"/>
                  </a:lnTo>
                  <a:lnTo>
                    <a:pt x="5928873" y="1922589"/>
                  </a:lnTo>
                  <a:lnTo>
                    <a:pt x="5929508" y="1931997"/>
                  </a:lnTo>
                  <a:lnTo>
                    <a:pt x="5930143" y="1940631"/>
                  </a:lnTo>
                  <a:lnTo>
                    <a:pt x="5930778" y="1948409"/>
                  </a:lnTo>
                  <a:lnTo>
                    <a:pt x="5931413" y="1956324"/>
                  </a:lnTo>
                  <a:lnTo>
                    <a:pt x="5932048" y="1964330"/>
                  </a:lnTo>
                  <a:lnTo>
                    <a:pt x="5932682" y="1972710"/>
                  </a:lnTo>
                  <a:lnTo>
                    <a:pt x="5933317" y="1981698"/>
                  </a:lnTo>
                  <a:lnTo>
                    <a:pt x="5933952" y="1989957"/>
                  </a:lnTo>
                  <a:lnTo>
                    <a:pt x="5934587" y="1995979"/>
                  </a:lnTo>
                  <a:lnTo>
                    <a:pt x="5935222" y="2001292"/>
                  </a:lnTo>
                  <a:lnTo>
                    <a:pt x="5935857" y="2005837"/>
                  </a:lnTo>
                  <a:lnTo>
                    <a:pt x="5936491" y="2009733"/>
                  </a:lnTo>
                  <a:lnTo>
                    <a:pt x="5937126" y="2011677"/>
                  </a:lnTo>
                  <a:lnTo>
                    <a:pt x="5937761" y="2011626"/>
                  </a:lnTo>
                  <a:lnTo>
                    <a:pt x="5938396" y="2010078"/>
                  </a:lnTo>
                  <a:lnTo>
                    <a:pt x="5939031" y="2008671"/>
                  </a:lnTo>
                  <a:lnTo>
                    <a:pt x="5939666" y="2008033"/>
                  </a:lnTo>
                  <a:lnTo>
                    <a:pt x="5940301" y="2007871"/>
                  </a:lnTo>
                  <a:lnTo>
                    <a:pt x="5940935" y="2008286"/>
                  </a:lnTo>
                  <a:lnTo>
                    <a:pt x="5941570" y="2008914"/>
                  </a:lnTo>
                  <a:lnTo>
                    <a:pt x="5942205" y="2008387"/>
                  </a:lnTo>
                  <a:lnTo>
                    <a:pt x="5942840" y="2006110"/>
                  </a:lnTo>
                  <a:lnTo>
                    <a:pt x="5943475" y="2003347"/>
                  </a:lnTo>
                  <a:lnTo>
                    <a:pt x="5944110" y="2000554"/>
                  </a:lnTo>
                  <a:lnTo>
                    <a:pt x="5944744" y="1997092"/>
                  </a:lnTo>
                  <a:lnTo>
                    <a:pt x="5945379" y="1993094"/>
                  </a:lnTo>
                  <a:lnTo>
                    <a:pt x="5946014" y="1989542"/>
                  </a:lnTo>
                  <a:lnTo>
                    <a:pt x="5946649" y="1987143"/>
                  </a:lnTo>
                  <a:lnTo>
                    <a:pt x="5947284" y="1985918"/>
                  </a:lnTo>
                  <a:lnTo>
                    <a:pt x="5947919" y="1985058"/>
                  </a:lnTo>
                  <a:lnTo>
                    <a:pt x="5948553" y="1983226"/>
                  </a:lnTo>
                  <a:lnTo>
                    <a:pt x="5949188" y="1979937"/>
                  </a:lnTo>
                  <a:lnTo>
                    <a:pt x="5949823" y="1975756"/>
                  </a:lnTo>
                  <a:lnTo>
                    <a:pt x="5950458" y="1971364"/>
                  </a:lnTo>
                  <a:lnTo>
                    <a:pt x="5951093" y="1966910"/>
                  </a:lnTo>
                  <a:lnTo>
                    <a:pt x="5951728" y="1963054"/>
                  </a:lnTo>
                  <a:lnTo>
                    <a:pt x="5952363" y="1960068"/>
                  </a:lnTo>
                  <a:lnTo>
                    <a:pt x="5952997" y="1956870"/>
                  </a:lnTo>
                  <a:lnTo>
                    <a:pt x="5953632" y="1953945"/>
                  </a:lnTo>
                  <a:lnTo>
                    <a:pt x="5954267" y="1950858"/>
                  </a:lnTo>
                  <a:lnTo>
                    <a:pt x="5954902" y="1947842"/>
                  </a:lnTo>
                  <a:lnTo>
                    <a:pt x="5955537" y="1945423"/>
                  </a:lnTo>
                  <a:lnTo>
                    <a:pt x="5956172" y="1943014"/>
                  </a:lnTo>
                  <a:lnTo>
                    <a:pt x="5956806" y="1941415"/>
                  </a:lnTo>
                  <a:lnTo>
                    <a:pt x="5957441" y="1940228"/>
                  </a:lnTo>
                  <a:lnTo>
                    <a:pt x="5958076" y="1939591"/>
                  </a:lnTo>
                  <a:lnTo>
                    <a:pt x="5958711" y="1938612"/>
                  </a:lnTo>
                  <a:lnTo>
                    <a:pt x="5959346" y="1937363"/>
                  </a:lnTo>
                  <a:lnTo>
                    <a:pt x="5959981" y="1934799"/>
                  </a:lnTo>
                  <a:lnTo>
                    <a:pt x="5960616" y="1932166"/>
                  </a:lnTo>
                  <a:lnTo>
                    <a:pt x="5961250" y="1928423"/>
                  </a:lnTo>
                  <a:lnTo>
                    <a:pt x="5961885" y="1923542"/>
                  </a:lnTo>
                  <a:lnTo>
                    <a:pt x="5962520" y="1918324"/>
                  </a:lnTo>
                  <a:lnTo>
                    <a:pt x="5963155" y="1913632"/>
                  </a:lnTo>
                  <a:lnTo>
                    <a:pt x="5963790" y="1908596"/>
                  </a:lnTo>
                  <a:lnTo>
                    <a:pt x="5964425" y="1902957"/>
                  </a:lnTo>
                  <a:lnTo>
                    <a:pt x="5965059" y="1895657"/>
                  </a:lnTo>
                  <a:lnTo>
                    <a:pt x="5965694" y="1888511"/>
                  </a:lnTo>
                  <a:lnTo>
                    <a:pt x="5966329" y="1879814"/>
                  </a:lnTo>
                  <a:lnTo>
                    <a:pt x="5966964" y="1870914"/>
                  </a:lnTo>
                  <a:lnTo>
                    <a:pt x="5967599" y="1862467"/>
                  </a:lnTo>
                  <a:lnTo>
                    <a:pt x="5968234" y="1853478"/>
                  </a:lnTo>
                  <a:lnTo>
                    <a:pt x="5968869" y="1845350"/>
                  </a:lnTo>
                  <a:lnTo>
                    <a:pt x="5969503" y="1838486"/>
                  </a:lnTo>
                  <a:lnTo>
                    <a:pt x="5970138" y="1832332"/>
                  </a:lnTo>
                  <a:lnTo>
                    <a:pt x="5970773" y="1826446"/>
                  </a:lnTo>
                  <a:lnTo>
                    <a:pt x="5971408" y="1822507"/>
                  </a:lnTo>
                  <a:lnTo>
                    <a:pt x="5972043" y="1819095"/>
                  </a:lnTo>
                  <a:lnTo>
                    <a:pt x="5972678" y="1815540"/>
                  </a:lnTo>
                  <a:lnTo>
                    <a:pt x="5973312" y="1812021"/>
                  </a:lnTo>
                  <a:lnTo>
                    <a:pt x="5973947" y="1809624"/>
                  </a:lnTo>
                  <a:lnTo>
                    <a:pt x="5974582" y="1809851"/>
                  </a:lnTo>
                  <a:lnTo>
                    <a:pt x="5975217" y="1810712"/>
                  </a:lnTo>
                  <a:lnTo>
                    <a:pt x="5975852" y="1812533"/>
                  </a:lnTo>
                  <a:lnTo>
                    <a:pt x="5976487" y="1815175"/>
                  </a:lnTo>
                  <a:lnTo>
                    <a:pt x="5977122" y="1818131"/>
                  </a:lnTo>
                  <a:lnTo>
                    <a:pt x="5977756" y="1820843"/>
                  </a:lnTo>
                  <a:lnTo>
                    <a:pt x="5978391" y="1824663"/>
                  </a:lnTo>
                  <a:lnTo>
                    <a:pt x="5979026" y="1828405"/>
                  </a:lnTo>
                  <a:lnTo>
                    <a:pt x="5979661" y="1831693"/>
                  </a:lnTo>
                  <a:lnTo>
                    <a:pt x="5980296" y="1834792"/>
                  </a:lnTo>
                  <a:lnTo>
                    <a:pt x="5980931" y="1837504"/>
                  </a:lnTo>
                  <a:lnTo>
                    <a:pt x="5981565" y="1839916"/>
                  </a:lnTo>
                  <a:lnTo>
                    <a:pt x="5982200" y="1842099"/>
                  </a:lnTo>
                  <a:lnTo>
                    <a:pt x="5982835" y="1844349"/>
                  </a:lnTo>
                  <a:lnTo>
                    <a:pt x="5983470" y="1846800"/>
                  </a:lnTo>
                  <a:lnTo>
                    <a:pt x="5984105" y="1847630"/>
                  </a:lnTo>
                  <a:lnTo>
                    <a:pt x="5984740" y="1847175"/>
                  </a:lnTo>
                  <a:lnTo>
                    <a:pt x="5985375" y="1845851"/>
                  </a:lnTo>
                  <a:lnTo>
                    <a:pt x="5986009" y="1842788"/>
                  </a:lnTo>
                  <a:lnTo>
                    <a:pt x="5986644" y="1838448"/>
                  </a:lnTo>
                  <a:lnTo>
                    <a:pt x="5987279" y="1833977"/>
                  </a:lnTo>
                  <a:lnTo>
                    <a:pt x="5987914" y="1829317"/>
                  </a:lnTo>
                  <a:lnTo>
                    <a:pt x="5988549" y="1824932"/>
                  </a:lnTo>
                  <a:lnTo>
                    <a:pt x="5989184" y="1820838"/>
                  </a:lnTo>
                  <a:lnTo>
                    <a:pt x="5989818" y="1817193"/>
                  </a:lnTo>
                  <a:lnTo>
                    <a:pt x="5990453" y="1813838"/>
                  </a:lnTo>
                  <a:lnTo>
                    <a:pt x="5991088" y="1810167"/>
                  </a:lnTo>
                  <a:lnTo>
                    <a:pt x="5991723" y="1806372"/>
                  </a:lnTo>
                  <a:lnTo>
                    <a:pt x="5992358" y="1802411"/>
                  </a:lnTo>
                  <a:lnTo>
                    <a:pt x="5992993" y="1798342"/>
                  </a:lnTo>
                  <a:lnTo>
                    <a:pt x="5993628" y="1795394"/>
                  </a:lnTo>
                  <a:lnTo>
                    <a:pt x="5994262" y="1794566"/>
                  </a:lnTo>
                  <a:lnTo>
                    <a:pt x="5994897" y="1794855"/>
                  </a:lnTo>
                  <a:lnTo>
                    <a:pt x="5995532" y="1796134"/>
                  </a:lnTo>
                  <a:lnTo>
                    <a:pt x="5996167" y="1797879"/>
                  </a:lnTo>
                  <a:lnTo>
                    <a:pt x="5996802" y="1799783"/>
                  </a:lnTo>
                  <a:lnTo>
                    <a:pt x="5997437" y="1801056"/>
                  </a:lnTo>
                  <a:lnTo>
                    <a:pt x="5998071" y="1802426"/>
                  </a:lnTo>
                  <a:lnTo>
                    <a:pt x="5998706" y="1802798"/>
                  </a:lnTo>
                  <a:lnTo>
                    <a:pt x="5999341" y="1801900"/>
                  </a:lnTo>
                  <a:lnTo>
                    <a:pt x="5999976" y="1800215"/>
                  </a:lnTo>
                  <a:lnTo>
                    <a:pt x="6000611" y="1798650"/>
                  </a:lnTo>
                  <a:lnTo>
                    <a:pt x="6001246" y="1796855"/>
                  </a:lnTo>
                  <a:lnTo>
                    <a:pt x="6001880" y="1794586"/>
                  </a:lnTo>
                  <a:lnTo>
                    <a:pt x="6002515" y="1791345"/>
                  </a:lnTo>
                  <a:lnTo>
                    <a:pt x="6003150" y="1786990"/>
                  </a:lnTo>
                  <a:lnTo>
                    <a:pt x="6003785" y="1779903"/>
                  </a:lnTo>
                  <a:lnTo>
                    <a:pt x="6004420" y="1772083"/>
                  </a:lnTo>
                  <a:lnTo>
                    <a:pt x="6005055" y="1763762"/>
                  </a:lnTo>
                  <a:lnTo>
                    <a:pt x="6005690" y="1755555"/>
                  </a:lnTo>
                  <a:lnTo>
                    <a:pt x="6006324" y="1747084"/>
                  </a:lnTo>
                  <a:lnTo>
                    <a:pt x="6006959" y="1738276"/>
                  </a:lnTo>
                  <a:lnTo>
                    <a:pt x="6007594" y="1729819"/>
                  </a:lnTo>
                  <a:lnTo>
                    <a:pt x="6008229" y="1721813"/>
                  </a:lnTo>
                  <a:lnTo>
                    <a:pt x="6008864" y="1713403"/>
                  </a:lnTo>
                  <a:lnTo>
                    <a:pt x="6009499" y="1705556"/>
                  </a:lnTo>
                  <a:lnTo>
                    <a:pt x="6010133" y="1696577"/>
                  </a:lnTo>
                  <a:lnTo>
                    <a:pt x="6010768" y="1688962"/>
                  </a:lnTo>
                  <a:lnTo>
                    <a:pt x="6011403" y="1681548"/>
                  </a:lnTo>
                  <a:lnTo>
                    <a:pt x="6012038" y="1675336"/>
                  </a:lnTo>
                  <a:lnTo>
                    <a:pt x="6012673" y="1671090"/>
                  </a:lnTo>
                  <a:lnTo>
                    <a:pt x="6013308" y="1667242"/>
                  </a:lnTo>
                  <a:lnTo>
                    <a:pt x="6013943" y="1663326"/>
                  </a:lnTo>
                  <a:lnTo>
                    <a:pt x="6014577" y="1659614"/>
                  </a:lnTo>
                  <a:lnTo>
                    <a:pt x="6015212" y="1654937"/>
                  </a:lnTo>
                  <a:lnTo>
                    <a:pt x="6015847" y="1650329"/>
                  </a:lnTo>
                  <a:lnTo>
                    <a:pt x="6016482" y="1645334"/>
                  </a:lnTo>
                  <a:lnTo>
                    <a:pt x="6017117" y="1641225"/>
                  </a:lnTo>
                  <a:lnTo>
                    <a:pt x="6017752" y="1636965"/>
                  </a:lnTo>
                  <a:lnTo>
                    <a:pt x="6018386" y="1632980"/>
                  </a:lnTo>
                  <a:lnTo>
                    <a:pt x="6019021" y="1628351"/>
                  </a:lnTo>
                  <a:lnTo>
                    <a:pt x="6019656" y="1624930"/>
                  </a:lnTo>
                  <a:lnTo>
                    <a:pt x="6020291" y="1620228"/>
                  </a:lnTo>
                  <a:lnTo>
                    <a:pt x="6020926" y="1615799"/>
                  </a:lnTo>
                  <a:lnTo>
                    <a:pt x="6021561" y="1609789"/>
                  </a:lnTo>
                  <a:lnTo>
                    <a:pt x="6022196" y="1603292"/>
                  </a:lnTo>
                  <a:lnTo>
                    <a:pt x="6022830" y="1597174"/>
                  </a:lnTo>
                  <a:lnTo>
                    <a:pt x="6023465" y="1591668"/>
                  </a:lnTo>
                  <a:lnTo>
                    <a:pt x="6024100" y="1586596"/>
                  </a:lnTo>
                  <a:lnTo>
                    <a:pt x="6024735" y="1580940"/>
                  </a:lnTo>
                  <a:lnTo>
                    <a:pt x="6025370" y="1574745"/>
                  </a:lnTo>
                  <a:lnTo>
                    <a:pt x="6026005" y="1569488"/>
                  </a:lnTo>
                  <a:lnTo>
                    <a:pt x="6026639" y="1564318"/>
                  </a:lnTo>
                  <a:lnTo>
                    <a:pt x="6027274" y="1558724"/>
                  </a:lnTo>
                  <a:lnTo>
                    <a:pt x="6027909" y="1553302"/>
                  </a:lnTo>
                  <a:lnTo>
                    <a:pt x="6028544" y="1547670"/>
                  </a:lnTo>
                  <a:lnTo>
                    <a:pt x="6029179" y="1541802"/>
                  </a:lnTo>
                  <a:lnTo>
                    <a:pt x="6029814" y="1536377"/>
                  </a:lnTo>
                  <a:lnTo>
                    <a:pt x="6030449" y="1531225"/>
                  </a:lnTo>
                  <a:lnTo>
                    <a:pt x="6031083" y="1526570"/>
                  </a:lnTo>
                  <a:lnTo>
                    <a:pt x="6031718" y="1519829"/>
                  </a:lnTo>
                  <a:lnTo>
                    <a:pt x="6032353" y="1512997"/>
                  </a:lnTo>
                  <a:lnTo>
                    <a:pt x="6032988" y="1505053"/>
                  </a:lnTo>
                  <a:lnTo>
                    <a:pt x="6033623" y="1496377"/>
                  </a:lnTo>
                  <a:lnTo>
                    <a:pt x="6034258" y="1485809"/>
                  </a:lnTo>
                  <a:lnTo>
                    <a:pt x="6034892" y="1474711"/>
                  </a:lnTo>
                  <a:lnTo>
                    <a:pt x="6035527" y="1463038"/>
                  </a:lnTo>
                  <a:lnTo>
                    <a:pt x="6036162" y="1453540"/>
                  </a:lnTo>
                  <a:lnTo>
                    <a:pt x="6036797" y="1443454"/>
                  </a:lnTo>
                  <a:lnTo>
                    <a:pt x="6037432" y="1435505"/>
                  </a:lnTo>
                  <a:lnTo>
                    <a:pt x="6038067" y="1428226"/>
                  </a:lnTo>
                  <a:lnTo>
                    <a:pt x="6038702" y="1420592"/>
                  </a:lnTo>
                  <a:lnTo>
                    <a:pt x="6039336" y="1414317"/>
                  </a:lnTo>
                  <a:lnTo>
                    <a:pt x="6039971" y="1408507"/>
                  </a:lnTo>
                  <a:lnTo>
                    <a:pt x="6040606" y="1402844"/>
                  </a:lnTo>
                  <a:lnTo>
                    <a:pt x="6041241" y="1397641"/>
                  </a:lnTo>
                  <a:lnTo>
                    <a:pt x="6041876" y="1393226"/>
                  </a:lnTo>
                  <a:lnTo>
                    <a:pt x="6042511" y="1390038"/>
                  </a:lnTo>
                  <a:lnTo>
                    <a:pt x="6043145" y="1388368"/>
                  </a:lnTo>
                  <a:lnTo>
                    <a:pt x="6043780" y="1386594"/>
                  </a:lnTo>
                  <a:lnTo>
                    <a:pt x="6044415" y="1385541"/>
                  </a:lnTo>
                  <a:lnTo>
                    <a:pt x="6045050" y="1384635"/>
                  </a:lnTo>
                  <a:lnTo>
                    <a:pt x="6045685" y="1384533"/>
                  </a:lnTo>
                  <a:lnTo>
                    <a:pt x="6046320" y="1384459"/>
                  </a:lnTo>
                  <a:lnTo>
                    <a:pt x="6046955" y="1384072"/>
                  </a:lnTo>
                  <a:lnTo>
                    <a:pt x="6047589" y="1383148"/>
                  </a:lnTo>
                  <a:lnTo>
                    <a:pt x="6048224" y="1381508"/>
                  </a:lnTo>
                  <a:lnTo>
                    <a:pt x="6048859" y="1379687"/>
                  </a:lnTo>
                  <a:lnTo>
                    <a:pt x="6049494" y="1378374"/>
                  </a:lnTo>
                  <a:lnTo>
                    <a:pt x="6050129" y="1377559"/>
                  </a:lnTo>
                  <a:lnTo>
                    <a:pt x="6050764" y="1376720"/>
                  </a:lnTo>
                  <a:lnTo>
                    <a:pt x="6051398" y="1375242"/>
                  </a:lnTo>
                  <a:lnTo>
                    <a:pt x="6052033" y="1373207"/>
                  </a:lnTo>
                  <a:lnTo>
                    <a:pt x="6052668" y="1370904"/>
                  </a:lnTo>
                  <a:lnTo>
                    <a:pt x="6053303" y="1367730"/>
                  </a:lnTo>
                  <a:lnTo>
                    <a:pt x="6053938" y="1364411"/>
                  </a:lnTo>
                  <a:lnTo>
                    <a:pt x="6054573" y="1361176"/>
                  </a:lnTo>
                  <a:lnTo>
                    <a:pt x="6055208" y="1357618"/>
                  </a:lnTo>
                  <a:lnTo>
                    <a:pt x="6055842" y="1354070"/>
                  </a:lnTo>
                  <a:lnTo>
                    <a:pt x="6056477" y="1349956"/>
                  </a:lnTo>
                  <a:lnTo>
                    <a:pt x="6057112" y="1346383"/>
                  </a:lnTo>
                  <a:lnTo>
                    <a:pt x="6057747" y="1343162"/>
                  </a:lnTo>
                  <a:lnTo>
                    <a:pt x="6058382" y="1340471"/>
                  </a:lnTo>
                  <a:lnTo>
                    <a:pt x="6059017" y="1338739"/>
                  </a:lnTo>
                  <a:lnTo>
                    <a:pt x="6059651" y="1337608"/>
                  </a:lnTo>
                  <a:lnTo>
                    <a:pt x="6060286" y="1336153"/>
                  </a:lnTo>
                  <a:lnTo>
                    <a:pt x="6060921" y="1335045"/>
                  </a:lnTo>
                  <a:lnTo>
                    <a:pt x="6061556" y="1334935"/>
                  </a:lnTo>
                  <a:lnTo>
                    <a:pt x="6062191" y="1334920"/>
                  </a:lnTo>
                  <a:lnTo>
                    <a:pt x="6062826" y="1335159"/>
                  </a:lnTo>
                  <a:lnTo>
                    <a:pt x="6063460" y="1335777"/>
                  </a:lnTo>
                  <a:lnTo>
                    <a:pt x="6064095" y="1337698"/>
                  </a:lnTo>
                  <a:lnTo>
                    <a:pt x="6064730" y="1340907"/>
                  </a:lnTo>
                  <a:lnTo>
                    <a:pt x="6065365" y="1344606"/>
                  </a:lnTo>
                  <a:lnTo>
                    <a:pt x="6066000" y="1348763"/>
                  </a:lnTo>
                  <a:lnTo>
                    <a:pt x="6066635" y="1352717"/>
                  </a:lnTo>
                  <a:lnTo>
                    <a:pt x="6067270" y="1356488"/>
                  </a:lnTo>
                  <a:lnTo>
                    <a:pt x="6067904" y="1359491"/>
                  </a:lnTo>
                  <a:lnTo>
                    <a:pt x="6068539" y="1361562"/>
                  </a:lnTo>
                  <a:lnTo>
                    <a:pt x="6069174" y="1362858"/>
                  </a:lnTo>
                  <a:lnTo>
                    <a:pt x="6069809" y="1365242"/>
                  </a:lnTo>
                  <a:lnTo>
                    <a:pt x="6070444" y="1366897"/>
                  </a:lnTo>
                  <a:lnTo>
                    <a:pt x="6071079" y="1367588"/>
                  </a:lnTo>
                  <a:lnTo>
                    <a:pt x="6071713" y="1368352"/>
                  </a:lnTo>
                  <a:lnTo>
                    <a:pt x="6072348" y="1368550"/>
                  </a:lnTo>
                  <a:lnTo>
                    <a:pt x="6072983" y="1368503"/>
                  </a:lnTo>
                  <a:lnTo>
                    <a:pt x="6073618" y="1366501"/>
                  </a:lnTo>
                  <a:lnTo>
                    <a:pt x="6074253" y="1363016"/>
                  </a:lnTo>
                  <a:lnTo>
                    <a:pt x="6074888" y="1358633"/>
                  </a:lnTo>
                  <a:lnTo>
                    <a:pt x="6075523" y="1354328"/>
                  </a:lnTo>
                  <a:lnTo>
                    <a:pt x="6076157" y="1350592"/>
                  </a:lnTo>
                  <a:lnTo>
                    <a:pt x="6076792" y="1346707"/>
                  </a:lnTo>
                  <a:lnTo>
                    <a:pt x="6077427" y="1343002"/>
                  </a:lnTo>
                  <a:lnTo>
                    <a:pt x="6078062" y="1338233"/>
                  </a:lnTo>
                  <a:lnTo>
                    <a:pt x="6078697" y="1333359"/>
                  </a:lnTo>
                  <a:lnTo>
                    <a:pt x="6079332" y="1325831"/>
                  </a:lnTo>
                  <a:lnTo>
                    <a:pt x="6079966" y="1318966"/>
                  </a:lnTo>
                  <a:lnTo>
                    <a:pt x="6080601" y="1312119"/>
                  </a:lnTo>
                  <a:lnTo>
                    <a:pt x="6081236" y="1305192"/>
                  </a:lnTo>
                  <a:lnTo>
                    <a:pt x="6081871" y="1298515"/>
                  </a:lnTo>
                  <a:lnTo>
                    <a:pt x="6082506" y="1293621"/>
                  </a:lnTo>
                  <a:lnTo>
                    <a:pt x="6083141" y="1290023"/>
                  </a:lnTo>
                  <a:lnTo>
                    <a:pt x="6083776" y="1286664"/>
                  </a:lnTo>
                  <a:lnTo>
                    <a:pt x="6084410" y="1284323"/>
                  </a:lnTo>
                  <a:lnTo>
                    <a:pt x="6085045" y="1280623"/>
                  </a:lnTo>
                  <a:lnTo>
                    <a:pt x="6085680" y="1277439"/>
                  </a:lnTo>
                  <a:lnTo>
                    <a:pt x="6086315" y="1273944"/>
                  </a:lnTo>
                  <a:lnTo>
                    <a:pt x="6086950" y="1272049"/>
                  </a:lnTo>
                  <a:lnTo>
                    <a:pt x="6087585" y="1270246"/>
                  </a:lnTo>
                  <a:lnTo>
                    <a:pt x="6088219" y="1268593"/>
                  </a:lnTo>
                  <a:lnTo>
                    <a:pt x="6088854" y="1267747"/>
                  </a:lnTo>
                  <a:lnTo>
                    <a:pt x="6089489" y="1267733"/>
                  </a:lnTo>
                  <a:lnTo>
                    <a:pt x="6090124" y="1267921"/>
                  </a:lnTo>
                  <a:lnTo>
                    <a:pt x="6090759" y="1268334"/>
                  </a:lnTo>
                  <a:lnTo>
                    <a:pt x="6091394" y="1269459"/>
                  </a:lnTo>
                  <a:lnTo>
                    <a:pt x="6092029" y="1271098"/>
                  </a:lnTo>
                  <a:lnTo>
                    <a:pt x="6092663" y="1272098"/>
                  </a:lnTo>
                  <a:lnTo>
                    <a:pt x="6093298" y="1273741"/>
                  </a:lnTo>
                  <a:lnTo>
                    <a:pt x="6093933" y="1274992"/>
                  </a:lnTo>
                  <a:lnTo>
                    <a:pt x="6094568" y="1276380"/>
                  </a:lnTo>
                  <a:lnTo>
                    <a:pt x="6095203" y="1278722"/>
                  </a:lnTo>
                  <a:lnTo>
                    <a:pt x="6095838" y="1280355"/>
                  </a:lnTo>
                  <a:lnTo>
                    <a:pt x="6096472" y="1281673"/>
                  </a:lnTo>
                  <a:lnTo>
                    <a:pt x="6097107" y="1283276"/>
                  </a:lnTo>
                  <a:lnTo>
                    <a:pt x="6097742" y="1285534"/>
                  </a:lnTo>
                  <a:lnTo>
                    <a:pt x="6098377" y="1286984"/>
                  </a:lnTo>
                  <a:lnTo>
                    <a:pt x="6099012" y="1288895"/>
                  </a:lnTo>
                  <a:lnTo>
                    <a:pt x="6099647" y="1291256"/>
                  </a:lnTo>
                  <a:lnTo>
                    <a:pt x="6100282" y="1293368"/>
                  </a:lnTo>
                  <a:lnTo>
                    <a:pt x="6100916" y="1294996"/>
                  </a:lnTo>
                  <a:lnTo>
                    <a:pt x="6101551" y="1294436"/>
                  </a:lnTo>
                  <a:lnTo>
                    <a:pt x="6102186" y="1293515"/>
                  </a:lnTo>
                  <a:lnTo>
                    <a:pt x="6102821" y="1292998"/>
                  </a:lnTo>
                  <a:lnTo>
                    <a:pt x="6103456" y="1293545"/>
                  </a:lnTo>
                  <a:lnTo>
                    <a:pt x="6104091" y="1294891"/>
                  </a:lnTo>
                  <a:lnTo>
                    <a:pt x="6104725" y="1297421"/>
                  </a:lnTo>
                  <a:lnTo>
                    <a:pt x="6105360" y="1298844"/>
                  </a:lnTo>
                  <a:lnTo>
                    <a:pt x="6105995" y="1300011"/>
                  </a:lnTo>
                  <a:lnTo>
                    <a:pt x="6106630" y="1300852"/>
                  </a:lnTo>
                  <a:lnTo>
                    <a:pt x="6107265" y="1300860"/>
                  </a:lnTo>
                  <a:lnTo>
                    <a:pt x="6107900" y="1300264"/>
                  </a:lnTo>
                  <a:lnTo>
                    <a:pt x="6108535" y="1298843"/>
                  </a:lnTo>
                  <a:lnTo>
                    <a:pt x="6109169" y="1297622"/>
                  </a:lnTo>
                  <a:lnTo>
                    <a:pt x="6109804" y="1296526"/>
                  </a:lnTo>
                  <a:lnTo>
                    <a:pt x="6110439" y="1295634"/>
                  </a:lnTo>
                  <a:lnTo>
                    <a:pt x="6111074" y="1295928"/>
                  </a:lnTo>
                  <a:lnTo>
                    <a:pt x="6111709" y="1297162"/>
                  </a:lnTo>
                  <a:lnTo>
                    <a:pt x="6112344" y="1298971"/>
                  </a:lnTo>
                  <a:lnTo>
                    <a:pt x="6112978" y="1302025"/>
                  </a:lnTo>
                  <a:lnTo>
                    <a:pt x="6113613" y="1305247"/>
                  </a:lnTo>
                  <a:lnTo>
                    <a:pt x="6114248" y="1308963"/>
                  </a:lnTo>
                  <a:lnTo>
                    <a:pt x="6114883" y="1313900"/>
                  </a:lnTo>
                  <a:lnTo>
                    <a:pt x="6115518" y="1319226"/>
                  </a:lnTo>
                  <a:lnTo>
                    <a:pt x="6116153" y="1324874"/>
                  </a:lnTo>
                  <a:lnTo>
                    <a:pt x="6116787" y="1331254"/>
                  </a:lnTo>
                  <a:lnTo>
                    <a:pt x="6117422" y="1338339"/>
                  </a:lnTo>
                  <a:lnTo>
                    <a:pt x="6118057" y="1346104"/>
                  </a:lnTo>
                  <a:lnTo>
                    <a:pt x="6118692" y="1353597"/>
                  </a:lnTo>
                  <a:lnTo>
                    <a:pt x="6119327" y="1360562"/>
                  </a:lnTo>
                  <a:lnTo>
                    <a:pt x="6119962" y="1367328"/>
                  </a:lnTo>
                  <a:lnTo>
                    <a:pt x="6120597" y="1373390"/>
                  </a:lnTo>
                  <a:lnTo>
                    <a:pt x="6121231" y="1377983"/>
                  </a:lnTo>
                  <a:lnTo>
                    <a:pt x="6121866" y="1381369"/>
                  </a:lnTo>
                  <a:lnTo>
                    <a:pt x="6122501" y="1383168"/>
                  </a:lnTo>
                  <a:lnTo>
                    <a:pt x="6123136" y="1384199"/>
                  </a:lnTo>
                  <a:lnTo>
                    <a:pt x="6123771" y="1384323"/>
                  </a:lnTo>
                  <a:lnTo>
                    <a:pt x="6124406" y="1383636"/>
                  </a:lnTo>
                  <a:lnTo>
                    <a:pt x="6125040" y="1381912"/>
                  </a:lnTo>
                  <a:lnTo>
                    <a:pt x="6125675" y="1379982"/>
                  </a:lnTo>
                  <a:lnTo>
                    <a:pt x="6126310" y="1378359"/>
                  </a:lnTo>
                  <a:lnTo>
                    <a:pt x="6126945" y="1377017"/>
                  </a:lnTo>
                  <a:lnTo>
                    <a:pt x="6127580" y="1375466"/>
                  </a:lnTo>
                  <a:lnTo>
                    <a:pt x="6128215" y="1373920"/>
                  </a:lnTo>
                  <a:lnTo>
                    <a:pt x="6128850" y="1372829"/>
                  </a:lnTo>
                  <a:lnTo>
                    <a:pt x="6129484" y="1372133"/>
                  </a:lnTo>
                  <a:lnTo>
                    <a:pt x="6130119" y="1371427"/>
                  </a:lnTo>
                  <a:lnTo>
                    <a:pt x="6130754" y="1372331"/>
                  </a:lnTo>
                  <a:lnTo>
                    <a:pt x="6131389" y="1373844"/>
                  </a:lnTo>
                  <a:lnTo>
                    <a:pt x="6132024" y="1376498"/>
                  </a:lnTo>
                  <a:lnTo>
                    <a:pt x="6132659" y="1379714"/>
                  </a:lnTo>
                  <a:lnTo>
                    <a:pt x="6133293" y="1383347"/>
                  </a:lnTo>
                  <a:lnTo>
                    <a:pt x="6133928" y="1387733"/>
                  </a:lnTo>
                  <a:lnTo>
                    <a:pt x="6134563" y="1392607"/>
                  </a:lnTo>
                  <a:lnTo>
                    <a:pt x="6135198" y="1397496"/>
                  </a:lnTo>
                  <a:lnTo>
                    <a:pt x="6135833" y="1402950"/>
                  </a:lnTo>
                  <a:lnTo>
                    <a:pt x="6136468" y="1407842"/>
                  </a:lnTo>
                  <a:lnTo>
                    <a:pt x="6137103" y="1413337"/>
                  </a:lnTo>
                  <a:lnTo>
                    <a:pt x="6137737" y="1418175"/>
                  </a:lnTo>
                  <a:lnTo>
                    <a:pt x="6138372" y="1423104"/>
                  </a:lnTo>
                  <a:lnTo>
                    <a:pt x="6139007" y="1427315"/>
                  </a:lnTo>
                  <a:lnTo>
                    <a:pt x="6139642" y="1430888"/>
                  </a:lnTo>
                  <a:lnTo>
                    <a:pt x="6140277" y="1434511"/>
                  </a:lnTo>
                  <a:lnTo>
                    <a:pt x="6140912" y="1439086"/>
                  </a:lnTo>
                  <a:lnTo>
                    <a:pt x="6141546" y="1443671"/>
                  </a:lnTo>
                  <a:lnTo>
                    <a:pt x="6142181" y="1448438"/>
                  </a:lnTo>
                  <a:lnTo>
                    <a:pt x="6142816" y="1452820"/>
                  </a:lnTo>
                  <a:lnTo>
                    <a:pt x="6143451" y="1457567"/>
                  </a:lnTo>
                  <a:lnTo>
                    <a:pt x="6144086" y="1461955"/>
                  </a:lnTo>
                  <a:lnTo>
                    <a:pt x="6144721" y="1466369"/>
                  </a:lnTo>
                  <a:lnTo>
                    <a:pt x="6145356" y="1470502"/>
                  </a:lnTo>
                  <a:lnTo>
                    <a:pt x="6145990" y="1475741"/>
                  </a:lnTo>
                  <a:lnTo>
                    <a:pt x="6146625" y="1480888"/>
                  </a:lnTo>
                  <a:lnTo>
                    <a:pt x="6147260" y="1487622"/>
                  </a:lnTo>
                  <a:lnTo>
                    <a:pt x="6147895" y="1493991"/>
                  </a:lnTo>
                  <a:lnTo>
                    <a:pt x="6148530" y="1502130"/>
                  </a:lnTo>
                  <a:lnTo>
                    <a:pt x="6149165" y="1510870"/>
                  </a:lnTo>
                  <a:lnTo>
                    <a:pt x="6149799" y="1519522"/>
                  </a:lnTo>
                  <a:lnTo>
                    <a:pt x="6150434" y="1526699"/>
                  </a:lnTo>
                  <a:lnTo>
                    <a:pt x="6151069" y="1533999"/>
                  </a:lnTo>
                  <a:lnTo>
                    <a:pt x="6151704" y="1542229"/>
                  </a:lnTo>
                  <a:lnTo>
                    <a:pt x="6152339" y="1551018"/>
                  </a:lnTo>
                  <a:lnTo>
                    <a:pt x="6152974" y="1560207"/>
                  </a:lnTo>
                  <a:lnTo>
                    <a:pt x="6153609" y="1569594"/>
                  </a:lnTo>
                  <a:lnTo>
                    <a:pt x="6154243" y="1579338"/>
                  </a:lnTo>
                  <a:lnTo>
                    <a:pt x="6154878" y="1588431"/>
                  </a:lnTo>
                  <a:lnTo>
                    <a:pt x="6155513" y="1596938"/>
                  </a:lnTo>
                  <a:lnTo>
                    <a:pt x="6156148" y="1604347"/>
                  </a:lnTo>
                  <a:lnTo>
                    <a:pt x="6156783" y="1610517"/>
                  </a:lnTo>
                  <a:lnTo>
                    <a:pt x="6157418" y="1616423"/>
                  </a:lnTo>
                  <a:lnTo>
                    <a:pt x="6158052" y="1621412"/>
                  </a:lnTo>
                  <a:lnTo>
                    <a:pt x="6158687" y="1628238"/>
                  </a:lnTo>
                  <a:lnTo>
                    <a:pt x="6159322" y="1634825"/>
                  </a:lnTo>
                  <a:lnTo>
                    <a:pt x="6159957" y="1642673"/>
                  </a:lnTo>
                  <a:lnTo>
                    <a:pt x="6160592" y="1650636"/>
                  </a:lnTo>
                  <a:lnTo>
                    <a:pt x="6161227" y="1660171"/>
                  </a:lnTo>
                  <a:lnTo>
                    <a:pt x="6161862" y="1670616"/>
                  </a:lnTo>
                  <a:lnTo>
                    <a:pt x="6162496" y="1680858"/>
                  </a:lnTo>
                  <a:lnTo>
                    <a:pt x="6163131" y="1689020"/>
                  </a:lnTo>
                  <a:lnTo>
                    <a:pt x="6163766" y="1697690"/>
                  </a:lnTo>
                  <a:lnTo>
                    <a:pt x="6164401" y="1705130"/>
                  </a:lnTo>
                  <a:lnTo>
                    <a:pt x="6165036" y="1712803"/>
                  </a:lnTo>
                  <a:lnTo>
                    <a:pt x="6165671" y="1721656"/>
                  </a:lnTo>
                  <a:lnTo>
                    <a:pt x="6166305" y="1729510"/>
                  </a:lnTo>
                  <a:lnTo>
                    <a:pt x="6166940" y="1736911"/>
                  </a:lnTo>
                  <a:lnTo>
                    <a:pt x="6167575" y="1743888"/>
                  </a:lnTo>
                  <a:lnTo>
                    <a:pt x="6168210" y="1749910"/>
                  </a:lnTo>
                  <a:lnTo>
                    <a:pt x="6168845" y="1755635"/>
                  </a:lnTo>
                  <a:lnTo>
                    <a:pt x="6169480" y="1760474"/>
                  </a:lnTo>
                  <a:lnTo>
                    <a:pt x="6170114" y="1764162"/>
                  </a:lnTo>
                  <a:lnTo>
                    <a:pt x="6170749" y="1768236"/>
                  </a:lnTo>
                  <a:lnTo>
                    <a:pt x="6171384" y="1771232"/>
                  </a:lnTo>
                  <a:lnTo>
                    <a:pt x="6172019" y="1774331"/>
                  </a:lnTo>
                  <a:lnTo>
                    <a:pt x="6172654" y="1776761"/>
                  </a:lnTo>
                  <a:lnTo>
                    <a:pt x="6173289" y="1778972"/>
                  </a:lnTo>
                  <a:lnTo>
                    <a:pt x="6173924" y="1781024"/>
                  </a:lnTo>
                  <a:lnTo>
                    <a:pt x="6174558" y="1783178"/>
                  </a:lnTo>
                  <a:lnTo>
                    <a:pt x="6175193" y="1785505"/>
                  </a:lnTo>
                  <a:lnTo>
                    <a:pt x="6175828" y="1787862"/>
                  </a:lnTo>
                  <a:lnTo>
                    <a:pt x="6176463" y="1789485"/>
                  </a:lnTo>
                  <a:lnTo>
                    <a:pt x="6177098" y="1791256"/>
                  </a:lnTo>
                  <a:lnTo>
                    <a:pt x="6177733" y="1793369"/>
                  </a:lnTo>
                  <a:lnTo>
                    <a:pt x="6178367" y="1795131"/>
                  </a:lnTo>
                  <a:lnTo>
                    <a:pt x="6179002" y="1796372"/>
                  </a:lnTo>
                  <a:lnTo>
                    <a:pt x="6179637" y="1796074"/>
                  </a:lnTo>
                  <a:lnTo>
                    <a:pt x="6180272" y="1795665"/>
                  </a:lnTo>
                  <a:lnTo>
                    <a:pt x="6180907" y="1795331"/>
                  </a:lnTo>
                  <a:lnTo>
                    <a:pt x="6181542" y="1794781"/>
                  </a:lnTo>
                  <a:lnTo>
                    <a:pt x="6182177" y="1794766"/>
                  </a:lnTo>
                  <a:lnTo>
                    <a:pt x="6182811" y="1795095"/>
                  </a:lnTo>
                  <a:lnTo>
                    <a:pt x="6183446" y="1795504"/>
                  </a:lnTo>
                  <a:lnTo>
                    <a:pt x="6184081" y="1794988"/>
                  </a:lnTo>
                  <a:lnTo>
                    <a:pt x="6184716" y="1794140"/>
                  </a:lnTo>
                  <a:lnTo>
                    <a:pt x="6185351" y="1793319"/>
                  </a:lnTo>
                  <a:lnTo>
                    <a:pt x="6185986" y="1792309"/>
                  </a:lnTo>
                  <a:lnTo>
                    <a:pt x="6186620" y="1791921"/>
                  </a:lnTo>
                  <a:lnTo>
                    <a:pt x="6187255" y="1792426"/>
                  </a:lnTo>
                  <a:lnTo>
                    <a:pt x="6187890" y="1793656"/>
                  </a:lnTo>
                  <a:lnTo>
                    <a:pt x="6188525" y="1794959"/>
                  </a:lnTo>
                  <a:lnTo>
                    <a:pt x="6189160" y="1796852"/>
                  </a:lnTo>
                  <a:lnTo>
                    <a:pt x="6189795" y="1798899"/>
                  </a:lnTo>
                  <a:lnTo>
                    <a:pt x="6190430" y="1801290"/>
                  </a:lnTo>
                  <a:lnTo>
                    <a:pt x="6191064" y="1803891"/>
                  </a:lnTo>
                  <a:lnTo>
                    <a:pt x="6191699" y="1806380"/>
                  </a:lnTo>
                  <a:lnTo>
                    <a:pt x="6192334" y="1809336"/>
                  </a:lnTo>
                  <a:lnTo>
                    <a:pt x="6192969" y="1812584"/>
                  </a:lnTo>
                  <a:lnTo>
                    <a:pt x="6193604" y="1816283"/>
                  </a:lnTo>
                  <a:lnTo>
                    <a:pt x="6194239" y="1820285"/>
                  </a:lnTo>
                  <a:lnTo>
                    <a:pt x="6194873" y="1824524"/>
                  </a:lnTo>
                  <a:lnTo>
                    <a:pt x="6195508" y="1829206"/>
                  </a:lnTo>
                  <a:lnTo>
                    <a:pt x="6196143" y="1834841"/>
                  </a:lnTo>
                  <a:lnTo>
                    <a:pt x="6196778" y="1839941"/>
                  </a:lnTo>
                  <a:lnTo>
                    <a:pt x="6197413" y="1845738"/>
                  </a:lnTo>
                  <a:lnTo>
                    <a:pt x="6198048" y="1852257"/>
                  </a:lnTo>
                  <a:lnTo>
                    <a:pt x="6198683" y="1858375"/>
                  </a:lnTo>
                  <a:lnTo>
                    <a:pt x="6199317" y="1864999"/>
                  </a:lnTo>
                  <a:lnTo>
                    <a:pt x="6199952" y="1871057"/>
                  </a:lnTo>
                  <a:lnTo>
                    <a:pt x="6200587" y="1877776"/>
                  </a:lnTo>
                  <a:lnTo>
                    <a:pt x="6201222" y="1884713"/>
                  </a:lnTo>
                  <a:lnTo>
                    <a:pt x="6201857" y="1892071"/>
                  </a:lnTo>
                  <a:lnTo>
                    <a:pt x="6202492" y="1899584"/>
                  </a:lnTo>
                  <a:lnTo>
                    <a:pt x="6203126" y="1907096"/>
                  </a:lnTo>
                  <a:lnTo>
                    <a:pt x="6203761" y="1914756"/>
                  </a:lnTo>
                  <a:lnTo>
                    <a:pt x="6204396" y="1922469"/>
                  </a:lnTo>
                  <a:lnTo>
                    <a:pt x="6205031" y="1931074"/>
                  </a:lnTo>
                  <a:lnTo>
                    <a:pt x="6205666" y="1939217"/>
                  </a:lnTo>
                  <a:lnTo>
                    <a:pt x="6206301" y="1949529"/>
                  </a:lnTo>
                  <a:lnTo>
                    <a:pt x="6206936" y="1959531"/>
                  </a:lnTo>
                  <a:lnTo>
                    <a:pt x="6207570" y="1969516"/>
                  </a:lnTo>
                  <a:lnTo>
                    <a:pt x="6208205" y="1979935"/>
                  </a:lnTo>
                  <a:lnTo>
                    <a:pt x="6208840" y="1990488"/>
                  </a:lnTo>
                  <a:lnTo>
                    <a:pt x="6209475" y="1999977"/>
                  </a:lnTo>
                  <a:lnTo>
                    <a:pt x="6210110" y="2009294"/>
                  </a:lnTo>
                  <a:lnTo>
                    <a:pt x="6210745" y="2018331"/>
                  </a:lnTo>
                  <a:lnTo>
                    <a:pt x="6211379" y="2026868"/>
                  </a:lnTo>
                  <a:lnTo>
                    <a:pt x="6212014" y="2036641"/>
                  </a:lnTo>
                  <a:lnTo>
                    <a:pt x="6212649" y="2046290"/>
                  </a:lnTo>
                  <a:lnTo>
                    <a:pt x="6213284" y="2056702"/>
                  </a:lnTo>
                  <a:lnTo>
                    <a:pt x="6213919" y="2066586"/>
                  </a:lnTo>
                  <a:lnTo>
                    <a:pt x="6214554" y="2076294"/>
                  </a:lnTo>
                  <a:lnTo>
                    <a:pt x="6215189" y="2086934"/>
                  </a:lnTo>
                  <a:lnTo>
                    <a:pt x="6215823" y="2097539"/>
                  </a:lnTo>
                  <a:lnTo>
                    <a:pt x="6216458" y="2107689"/>
                  </a:lnTo>
                  <a:lnTo>
                    <a:pt x="6217093" y="2117345"/>
                  </a:lnTo>
                  <a:lnTo>
                    <a:pt x="6217728" y="2127424"/>
                  </a:lnTo>
                  <a:lnTo>
                    <a:pt x="6218363" y="2137080"/>
                  </a:lnTo>
                  <a:lnTo>
                    <a:pt x="6218998" y="2146819"/>
                  </a:lnTo>
                  <a:lnTo>
                    <a:pt x="6219632" y="2156103"/>
                  </a:lnTo>
                  <a:lnTo>
                    <a:pt x="6220267" y="2165333"/>
                  </a:lnTo>
                  <a:lnTo>
                    <a:pt x="6220902" y="2173943"/>
                  </a:lnTo>
                  <a:lnTo>
                    <a:pt x="6221537" y="2181356"/>
                  </a:lnTo>
                  <a:lnTo>
                    <a:pt x="6222172" y="2187598"/>
                  </a:lnTo>
                  <a:lnTo>
                    <a:pt x="6222807" y="2193284"/>
                  </a:lnTo>
                  <a:lnTo>
                    <a:pt x="6223441" y="2198466"/>
                  </a:lnTo>
                  <a:lnTo>
                    <a:pt x="6224076" y="2203107"/>
                  </a:lnTo>
                  <a:lnTo>
                    <a:pt x="6224711" y="2207120"/>
                  </a:lnTo>
                  <a:lnTo>
                    <a:pt x="6225346" y="2210258"/>
                  </a:lnTo>
                  <a:lnTo>
                    <a:pt x="6225981" y="2212781"/>
                  </a:lnTo>
                  <a:lnTo>
                    <a:pt x="6226616" y="2214491"/>
                  </a:lnTo>
                  <a:lnTo>
                    <a:pt x="6227251" y="2216181"/>
                  </a:lnTo>
                  <a:lnTo>
                    <a:pt x="6227885" y="2216929"/>
                  </a:lnTo>
                  <a:lnTo>
                    <a:pt x="6228520" y="2217617"/>
                  </a:lnTo>
                  <a:lnTo>
                    <a:pt x="6229155" y="2218052"/>
                  </a:lnTo>
                  <a:lnTo>
                    <a:pt x="6229790" y="2217789"/>
                  </a:lnTo>
                  <a:lnTo>
                    <a:pt x="6230425" y="2216565"/>
                  </a:lnTo>
                  <a:lnTo>
                    <a:pt x="6231060" y="2214934"/>
                  </a:lnTo>
                  <a:lnTo>
                    <a:pt x="6231694" y="2212492"/>
                  </a:lnTo>
                  <a:lnTo>
                    <a:pt x="6232329" y="2210256"/>
                  </a:lnTo>
                  <a:lnTo>
                    <a:pt x="6232964" y="2207690"/>
                  </a:lnTo>
                  <a:lnTo>
                    <a:pt x="6233599" y="2205167"/>
                  </a:lnTo>
                  <a:lnTo>
                    <a:pt x="6234234" y="2203060"/>
                  </a:lnTo>
                  <a:lnTo>
                    <a:pt x="6234869" y="2201094"/>
                  </a:lnTo>
                  <a:lnTo>
                    <a:pt x="6235504" y="2199397"/>
                  </a:lnTo>
                  <a:lnTo>
                    <a:pt x="6236138" y="2197499"/>
                  </a:lnTo>
                  <a:lnTo>
                    <a:pt x="6236773" y="2195511"/>
                  </a:lnTo>
                  <a:lnTo>
                    <a:pt x="6237408" y="2193217"/>
                  </a:lnTo>
                  <a:lnTo>
                    <a:pt x="6238043" y="2190722"/>
                  </a:lnTo>
                  <a:lnTo>
                    <a:pt x="6238678" y="2187952"/>
                  </a:lnTo>
                  <a:lnTo>
                    <a:pt x="6239313" y="2185076"/>
                  </a:lnTo>
                  <a:lnTo>
                    <a:pt x="6239947" y="2182281"/>
                  </a:lnTo>
                  <a:lnTo>
                    <a:pt x="6240582" y="2179897"/>
                  </a:lnTo>
                  <a:lnTo>
                    <a:pt x="6241217" y="2178351"/>
                  </a:lnTo>
                  <a:lnTo>
                    <a:pt x="6241852" y="2176716"/>
                  </a:lnTo>
                  <a:lnTo>
                    <a:pt x="6242487" y="2174439"/>
                  </a:lnTo>
                  <a:lnTo>
                    <a:pt x="6243122" y="2172557"/>
                  </a:lnTo>
                  <a:lnTo>
                    <a:pt x="6243757" y="2171020"/>
                  </a:lnTo>
                  <a:lnTo>
                    <a:pt x="6244391" y="2169460"/>
                  </a:lnTo>
                  <a:lnTo>
                    <a:pt x="6245026" y="2167820"/>
                  </a:lnTo>
                  <a:lnTo>
                    <a:pt x="6245661" y="2166827"/>
                  </a:lnTo>
                  <a:lnTo>
                    <a:pt x="6246296" y="2166664"/>
                  </a:lnTo>
                  <a:lnTo>
                    <a:pt x="6246931" y="2167207"/>
                  </a:lnTo>
                  <a:lnTo>
                    <a:pt x="6247566" y="2167845"/>
                  </a:lnTo>
                  <a:lnTo>
                    <a:pt x="6248200" y="2168764"/>
                  </a:lnTo>
                  <a:lnTo>
                    <a:pt x="6248835" y="2169963"/>
                  </a:lnTo>
                  <a:lnTo>
                    <a:pt x="6249470" y="2171536"/>
                  </a:lnTo>
                  <a:lnTo>
                    <a:pt x="6250105" y="2173386"/>
                  </a:lnTo>
                  <a:lnTo>
                    <a:pt x="6250740" y="2175301"/>
                  </a:lnTo>
                  <a:lnTo>
                    <a:pt x="6251375" y="2177832"/>
                  </a:lnTo>
                  <a:lnTo>
                    <a:pt x="6252010" y="2181458"/>
                  </a:lnTo>
                  <a:lnTo>
                    <a:pt x="6252644" y="2185519"/>
                  </a:lnTo>
                  <a:lnTo>
                    <a:pt x="6253279" y="2189770"/>
                  </a:lnTo>
                  <a:lnTo>
                    <a:pt x="6253914" y="2194221"/>
                  </a:lnTo>
                  <a:lnTo>
                    <a:pt x="6254549" y="2198712"/>
                  </a:lnTo>
                  <a:lnTo>
                    <a:pt x="6255184" y="2203391"/>
                  </a:lnTo>
                  <a:lnTo>
                    <a:pt x="6255819" y="2207590"/>
                  </a:lnTo>
                  <a:lnTo>
                    <a:pt x="6256453" y="2211856"/>
                  </a:lnTo>
                  <a:lnTo>
                    <a:pt x="6257088" y="2216913"/>
                  </a:lnTo>
                  <a:lnTo>
                    <a:pt x="6257723" y="2221589"/>
                  </a:lnTo>
                  <a:lnTo>
                    <a:pt x="6258358" y="2226022"/>
                  </a:lnTo>
                  <a:lnTo>
                    <a:pt x="6258993" y="2229716"/>
                  </a:lnTo>
                  <a:lnTo>
                    <a:pt x="6259628" y="2232823"/>
                  </a:lnTo>
                  <a:lnTo>
                    <a:pt x="6260263" y="2235890"/>
                  </a:lnTo>
                  <a:lnTo>
                    <a:pt x="6260897" y="2238562"/>
                  </a:lnTo>
                  <a:lnTo>
                    <a:pt x="6261532" y="2240688"/>
                  </a:lnTo>
                  <a:lnTo>
                    <a:pt x="6262167" y="2242540"/>
                  </a:lnTo>
                  <a:lnTo>
                    <a:pt x="6262802" y="2243967"/>
                  </a:lnTo>
                  <a:lnTo>
                    <a:pt x="6263437" y="2245546"/>
                  </a:lnTo>
                  <a:lnTo>
                    <a:pt x="6264072" y="2247449"/>
                  </a:lnTo>
                  <a:lnTo>
                    <a:pt x="6264706" y="2249250"/>
                  </a:lnTo>
                  <a:lnTo>
                    <a:pt x="6265341" y="2251022"/>
                  </a:lnTo>
                  <a:lnTo>
                    <a:pt x="6265976" y="2252843"/>
                  </a:lnTo>
                  <a:lnTo>
                    <a:pt x="6266611" y="2254270"/>
                  </a:lnTo>
                  <a:lnTo>
                    <a:pt x="6267246" y="2255667"/>
                  </a:lnTo>
                  <a:lnTo>
                    <a:pt x="6267881" y="2257115"/>
                  </a:lnTo>
                  <a:lnTo>
                    <a:pt x="6268516" y="2259341"/>
                  </a:lnTo>
                  <a:lnTo>
                    <a:pt x="6269150" y="2262772"/>
                  </a:lnTo>
                  <a:lnTo>
                    <a:pt x="6269785" y="2267074"/>
                  </a:lnTo>
                  <a:lnTo>
                    <a:pt x="6270420" y="2271922"/>
                  </a:lnTo>
                  <a:lnTo>
                    <a:pt x="6271055" y="2276426"/>
                  </a:lnTo>
                  <a:lnTo>
                    <a:pt x="6271690" y="2280565"/>
                  </a:lnTo>
                  <a:lnTo>
                    <a:pt x="6272325" y="2285080"/>
                  </a:lnTo>
                  <a:lnTo>
                    <a:pt x="6272959" y="2288824"/>
                  </a:lnTo>
                  <a:lnTo>
                    <a:pt x="6273594" y="2291547"/>
                  </a:lnTo>
                  <a:lnTo>
                    <a:pt x="6274229" y="2293602"/>
                  </a:lnTo>
                  <a:lnTo>
                    <a:pt x="6274864" y="2295879"/>
                  </a:lnTo>
                  <a:lnTo>
                    <a:pt x="6275499" y="2298014"/>
                  </a:lnTo>
                  <a:lnTo>
                    <a:pt x="6276134" y="2299877"/>
                  </a:lnTo>
                  <a:lnTo>
                    <a:pt x="6276769" y="2301901"/>
                  </a:lnTo>
                  <a:lnTo>
                    <a:pt x="6277403" y="2304269"/>
                  </a:lnTo>
                  <a:lnTo>
                    <a:pt x="6278038" y="2306354"/>
                  </a:lnTo>
                  <a:lnTo>
                    <a:pt x="6278673" y="2307761"/>
                  </a:lnTo>
                  <a:lnTo>
                    <a:pt x="6279308" y="2308500"/>
                  </a:lnTo>
                  <a:lnTo>
                    <a:pt x="6279943" y="2308581"/>
                  </a:lnTo>
                  <a:lnTo>
                    <a:pt x="6280578" y="2308490"/>
                  </a:lnTo>
                  <a:lnTo>
                    <a:pt x="6281212" y="2308348"/>
                  </a:lnTo>
                  <a:lnTo>
                    <a:pt x="6281847" y="2308652"/>
                  </a:lnTo>
                  <a:lnTo>
                    <a:pt x="6282482" y="2309613"/>
                  </a:lnTo>
                  <a:lnTo>
                    <a:pt x="6283117" y="2311526"/>
                  </a:lnTo>
                  <a:lnTo>
                    <a:pt x="6283752" y="2314036"/>
                  </a:lnTo>
                  <a:lnTo>
                    <a:pt x="6284387" y="2316496"/>
                  </a:lnTo>
                  <a:lnTo>
                    <a:pt x="6285021" y="2318753"/>
                  </a:lnTo>
                  <a:lnTo>
                    <a:pt x="6285656" y="2320818"/>
                  </a:lnTo>
                  <a:lnTo>
                    <a:pt x="6286291" y="2322893"/>
                  </a:lnTo>
                  <a:lnTo>
                    <a:pt x="6286926" y="2324860"/>
                  </a:lnTo>
                  <a:lnTo>
                    <a:pt x="6287561" y="2326573"/>
                  </a:lnTo>
                  <a:lnTo>
                    <a:pt x="6288196" y="2327831"/>
                  </a:lnTo>
                  <a:lnTo>
                    <a:pt x="6288831" y="2328492"/>
                  </a:lnTo>
                  <a:lnTo>
                    <a:pt x="6289465" y="2329170"/>
                  </a:lnTo>
                  <a:lnTo>
                    <a:pt x="6290100" y="2329092"/>
                  </a:lnTo>
                  <a:lnTo>
                    <a:pt x="6290735" y="2328709"/>
                  </a:lnTo>
                  <a:lnTo>
                    <a:pt x="6291370" y="2327717"/>
                  </a:lnTo>
                  <a:lnTo>
                    <a:pt x="6292005" y="2326450"/>
                  </a:lnTo>
                  <a:lnTo>
                    <a:pt x="6292640" y="2324503"/>
                  </a:lnTo>
                  <a:lnTo>
                    <a:pt x="6293274" y="2321953"/>
                  </a:lnTo>
                  <a:lnTo>
                    <a:pt x="6293909" y="2318564"/>
                  </a:lnTo>
                  <a:lnTo>
                    <a:pt x="6294544" y="2315255"/>
                  </a:lnTo>
                  <a:lnTo>
                    <a:pt x="6295179" y="2312294"/>
                  </a:lnTo>
                  <a:lnTo>
                    <a:pt x="6295814" y="2309141"/>
                  </a:lnTo>
                  <a:lnTo>
                    <a:pt x="6296449" y="2305663"/>
                  </a:lnTo>
                  <a:lnTo>
                    <a:pt x="6297084" y="2302192"/>
                  </a:lnTo>
                  <a:lnTo>
                    <a:pt x="6297718" y="2298027"/>
                  </a:lnTo>
                  <a:lnTo>
                    <a:pt x="6298353" y="2294306"/>
                  </a:lnTo>
                  <a:lnTo>
                    <a:pt x="6298988" y="2290823"/>
                  </a:lnTo>
                  <a:lnTo>
                    <a:pt x="6299623" y="2287947"/>
                  </a:lnTo>
                  <a:lnTo>
                    <a:pt x="6300258" y="2285960"/>
                  </a:lnTo>
                  <a:lnTo>
                    <a:pt x="6300893" y="2284414"/>
                  </a:lnTo>
                  <a:lnTo>
                    <a:pt x="6301527" y="2283066"/>
                  </a:lnTo>
                  <a:lnTo>
                    <a:pt x="6302162" y="2282435"/>
                  </a:lnTo>
                  <a:lnTo>
                    <a:pt x="6302797" y="2282303"/>
                  </a:lnTo>
                  <a:lnTo>
                    <a:pt x="6303432" y="2283270"/>
                  </a:lnTo>
                  <a:lnTo>
                    <a:pt x="6304067" y="2284510"/>
                  </a:lnTo>
                  <a:lnTo>
                    <a:pt x="6304702" y="2285846"/>
                  </a:lnTo>
                  <a:lnTo>
                    <a:pt x="6305337" y="2287851"/>
                  </a:lnTo>
                  <a:lnTo>
                    <a:pt x="6305971" y="2290557"/>
                  </a:lnTo>
                  <a:lnTo>
                    <a:pt x="6306606" y="2294849"/>
                  </a:lnTo>
                  <a:lnTo>
                    <a:pt x="6307241" y="2299464"/>
                  </a:lnTo>
                  <a:lnTo>
                    <a:pt x="6307876" y="2304484"/>
                  </a:lnTo>
                  <a:lnTo>
                    <a:pt x="6308511" y="2309595"/>
                  </a:lnTo>
                  <a:lnTo>
                    <a:pt x="6309146" y="2314423"/>
                  </a:lnTo>
                  <a:lnTo>
                    <a:pt x="6309780" y="2318725"/>
                  </a:lnTo>
                  <a:lnTo>
                    <a:pt x="6310415" y="2323279"/>
                  </a:lnTo>
                  <a:lnTo>
                    <a:pt x="6311050" y="2328492"/>
                  </a:lnTo>
                  <a:lnTo>
                    <a:pt x="6311685" y="2333815"/>
                  </a:lnTo>
                  <a:lnTo>
                    <a:pt x="6312320" y="2339139"/>
                  </a:lnTo>
                  <a:lnTo>
                    <a:pt x="6312955" y="2344483"/>
                  </a:lnTo>
                  <a:lnTo>
                    <a:pt x="6313590" y="2348907"/>
                  </a:lnTo>
                  <a:lnTo>
                    <a:pt x="6314224" y="2352894"/>
                  </a:lnTo>
                  <a:lnTo>
                    <a:pt x="6314859" y="2356020"/>
                  </a:lnTo>
                  <a:lnTo>
                    <a:pt x="6315494" y="2358521"/>
                  </a:lnTo>
                  <a:lnTo>
                    <a:pt x="6316129" y="2360287"/>
                  </a:lnTo>
                  <a:lnTo>
                    <a:pt x="6316764" y="2361827"/>
                  </a:lnTo>
                  <a:lnTo>
                    <a:pt x="6317399" y="2362978"/>
                  </a:lnTo>
                  <a:lnTo>
                    <a:pt x="6318033" y="2363789"/>
                  </a:lnTo>
                  <a:lnTo>
                    <a:pt x="6318668" y="2364499"/>
                  </a:lnTo>
                  <a:lnTo>
                    <a:pt x="6319303" y="2364948"/>
                  </a:lnTo>
                  <a:lnTo>
                    <a:pt x="6319938" y="2365260"/>
                  </a:lnTo>
                  <a:lnTo>
                    <a:pt x="6320573" y="2364769"/>
                  </a:lnTo>
                  <a:lnTo>
                    <a:pt x="6321208" y="2363898"/>
                  </a:lnTo>
                  <a:lnTo>
                    <a:pt x="6321843" y="2362810"/>
                  </a:lnTo>
                  <a:lnTo>
                    <a:pt x="6322477" y="2361286"/>
                  </a:lnTo>
                  <a:lnTo>
                    <a:pt x="6323112" y="2359471"/>
                  </a:lnTo>
                  <a:lnTo>
                    <a:pt x="6323747" y="2357631"/>
                  </a:lnTo>
                  <a:lnTo>
                    <a:pt x="6324382" y="2355782"/>
                  </a:lnTo>
                  <a:lnTo>
                    <a:pt x="6325017" y="2353957"/>
                  </a:lnTo>
                  <a:lnTo>
                    <a:pt x="6325652" y="2352551"/>
                  </a:lnTo>
                  <a:lnTo>
                    <a:pt x="6326286" y="2351220"/>
                  </a:lnTo>
                  <a:lnTo>
                    <a:pt x="6326921" y="2350313"/>
                  </a:lnTo>
                  <a:lnTo>
                    <a:pt x="6327556" y="2349547"/>
                  </a:lnTo>
                  <a:lnTo>
                    <a:pt x="6328191" y="2348673"/>
                  </a:lnTo>
                  <a:lnTo>
                    <a:pt x="6328826" y="2347832"/>
                  </a:lnTo>
                  <a:lnTo>
                    <a:pt x="6329461" y="2346995"/>
                  </a:lnTo>
                  <a:lnTo>
                    <a:pt x="6330096" y="2346346"/>
                  </a:lnTo>
                  <a:lnTo>
                    <a:pt x="6330730" y="2345253"/>
                  </a:lnTo>
                  <a:lnTo>
                    <a:pt x="6331365" y="2344069"/>
                  </a:lnTo>
                  <a:lnTo>
                    <a:pt x="6332000" y="2343087"/>
                  </a:lnTo>
                  <a:lnTo>
                    <a:pt x="6332635" y="2342237"/>
                  </a:lnTo>
                  <a:lnTo>
                    <a:pt x="6333270" y="2341225"/>
                  </a:lnTo>
                  <a:lnTo>
                    <a:pt x="6333905" y="2339939"/>
                  </a:lnTo>
                  <a:lnTo>
                    <a:pt x="6334539" y="2338482"/>
                  </a:lnTo>
                  <a:lnTo>
                    <a:pt x="6335174" y="2336529"/>
                  </a:lnTo>
                  <a:lnTo>
                    <a:pt x="6335809" y="2333695"/>
                  </a:lnTo>
                  <a:lnTo>
                    <a:pt x="6336444" y="2329697"/>
                  </a:lnTo>
                  <a:lnTo>
                    <a:pt x="6337079" y="2325375"/>
                  </a:lnTo>
                  <a:lnTo>
                    <a:pt x="6337714" y="2320841"/>
                  </a:lnTo>
                  <a:lnTo>
                    <a:pt x="6338348" y="2316387"/>
                  </a:lnTo>
                  <a:lnTo>
                    <a:pt x="6338983" y="2311934"/>
                  </a:lnTo>
                  <a:lnTo>
                    <a:pt x="6339618" y="2307541"/>
                  </a:lnTo>
                  <a:lnTo>
                    <a:pt x="6340253" y="2303037"/>
                  </a:lnTo>
                  <a:lnTo>
                    <a:pt x="6340888" y="2298473"/>
                  </a:lnTo>
                  <a:lnTo>
                    <a:pt x="6341523" y="2293533"/>
                  </a:lnTo>
                  <a:lnTo>
                    <a:pt x="6342158" y="2288250"/>
                  </a:lnTo>
                  <a:lnTo>
                    <a:pt x="6342792" y="2282785"/>
                  </a:lnTo>
                  <a:lnTo>
                    <a:pt x="6343427" y="2277593"/>
                  </a:lnTo>
                  <a:lnTo>
                    <a:pt x="6344062" y="2272532"/>
                  </a:lnTo>
                  <a:lnTo>
                    <a:pt x="6344697" y="2267805"/>
                  </a:lnTo>
                  <a:lnTo>
                    <a:pt x="6345332" y="2264030"/>
                  </a:lnTo>
                  <a:lnTo>
                    <a:pt x="6345967" y="2261226"/>
                  </a:lnTo>
                  <a:lnTo>
                    <a:pt x="6346601" y="2259030"/>
                  </a:lnTo>
                  <a:lnTo>
                    <a:pt x="6347236" y="2257704"/>
                  </a:lnTo>
                  <a:lnTo>
                    <a:pt x="6347871" y="2256935"/>
                  </a:lnTo>
                  <a:lnTo>
                    <a:pt x="6348506" y="2256409"/>
                  </a:lnTo>
                  <a:lnTo>
                    <a:pt x="6349141" y="2256672"/>
                  </a:lnTo>
                  <a:lnTo>
                    <a:pt x="6349776" y="2257755"/>
                  </a:lnTo>
                  <a:lnTo>
                    <a:pt x="6350411" y="2259192"/>
                  </a:lnTo>
                  <a:lnTo>
                    <a:pt x="6351045" y="2261125"/>
                  </a:lnTo>
                  <a:lnTo>
                    <a:pt x="6351680" y="2263716"/>
                  </a:lnTo>
                  <a:lnTo>
                    <a:pt x="6352315" y="2266753"/>
                  </a:lnTo>
                  <a:lnTo>
                    <a:pt x="6352950" y="2269921"/>
                  </a:lnTo>
                  <a:lnTo>
                    <a:pt x="6353585" y="2273595"/>
                  </a:lnTo>
                  <a:lnTo>
                    <a:pt x="6354220" y="2277299"/>
                  </a:lnTo>
                  <a:lnTo>
                    <a:pt x="6354854" y="2281064"/>
                  </a:lnTo>
                  <a:lnTo>
                    <a:pt x="6355489" y="2285052"/>
                  </a:lnTo>
                  <a:lnTo>
                    <a:pt x="6356124" y="2289070"/>
                  </a:lnTo>
                  <a:lnTo>
                    <a:pt x="6356759" y="2292896"/>
                  </a:lnTo>
                  <a:lnTo>
                    <a:pt x="6357394" y="2296529"/>
                  </a:lnTo>
                  <a:lnTo>
                    <a:pt x="6358029" y="2300022"/>
                  </a:lnTo>
                  <a:lnTo>
                    <a:pt x="6358664" y="2303851"/>
                  </a:lnTo>
                  <a:lnTo>
                    <a:pt x="6359298" y="2307878"/>
                  </a:lnTo>
                  <a:lnTo>
                    <a:pt x="6359933" y="2312398"/>
                  </a:lnTo>
                  <a:lnTo>
                    <a:pt x="6360568" y="2317188"/>
                  </a:lnTo>
                  <a:lnTo>
                    <a:pt x="6361203" y="2321936"/>
                  </a:lnTo>
                  <a:lnTo>
                    <a:pt x="6361838" y="2327192"/>
                  </a:lnTo>
                  <a:lnTo>
                    <a:pt x="6362473" y="2332613"/>
                  </a:lnTo>
                  <a:lnTo>
                    <a:pt x="6363107" y="2337902"/>
                  </a:lnTo>
                  <a:lnTo>
                    <a:pt x="6363742" y="2343655"/>
                  </a:lnTo>
                  <a:lnTo>
                    <a:pt x="6364377" y="2349896"/>
                  </a:lnTo>
                  <a:lnTo>
                    <a:pt x="6365012" y="2356146"/>
                  </a:lnTo>
                  <a:lnTo>
                    <a:pt x="6365647" y="2362429"/>
                  </a:lnTo>
                  <a:lnTo>
                    <a:pt x="6366282" y="2368341"/>
                  </a:lnTo>
                  <a:lnTo>
                    <a:pt x="6366917" y="2373859"/>
                  </a:lnTo>
                  <a:lnTo>
                    <a:pt x="6367551" y="2378692"/>
                  </a:lnTo>
                  <a:lnTo>
                    <a:pt x="6368186" y="2382282"/>
                  </a:lnTo>
                  <a:lnTo>
                    <a:pt x="6368821" y="2385172"/>
                  </a:lnTo>
                  <a:lnTo>
                    <a:pt x="6369456" y="2388330"/>
                  </a:lnTo>
                  <a:lnTo>
                    <a:pt x="6370091" y="2390982"/>
                  </a:lnTo>
                  <a:lnTo>
                    <a:pt x="6370726" y="2392902"/>
                  </a:lnTo>
                  <a:lnTo>
                    <a:pt x="6371360" y="2394008"/>
                  </a:lnTo>
                  <a:lnTo>
                    <a:pt x="6371995" y="2394676"/>
                  </a:lnTo>
                  <a:lnTo>
                    <a:pt x="6372630" y="2395005"/>
                  </a:lnTo>
                  <a:lnTo>
                    <a:pt x="6373265" y="2394624"/>
                  </a:lnTo>
                  <a:lnTo>
                    <a:pt x="6373900" y="2393592"/>
                  </a:lnTo>
                  <a:lnTo>
                    <a:pt x="6374535" y="2392398"/>
                  </a:lnTo>
                  <a:lnTo>
                    <a:pt x="6375170" y="2390986"/>
                  </a:lnTo>
                  <a:lnTo>
                    <a:pt x="6375804" y="2389674"/>
                  </a:lnTo>
                  <a:lnTo>
                    <a:pt x="6376439" y="2388545"/>
                  </a:lnTo>
                  <a:lnTo>
                    <a:pt x="6377074" y="2387349"/>
                  </a:lnTo>
                  <a:lnTo>
                    <a:pt x="6377709" y="2386352"/>
                  </a:lnTo>
                  <a:lnTo>
                    <a:pt x="6378344" y="2385538"/>
                  </a:lnTo>
                  <a:lnTo>
                    <a:pt x="6378979" y="2384392"/>
                  </a:lnTo>
                  <a:lnTo>
                    <a:pt x="6379613" y="2383230"/>
                  </a:lnTo>
                  <a:lnTo>
                    <a:pt x="6380248" y="2382180"/>
                  </a:lnTo>
                  <a:lnTo>
                    <a:pt x="6380883" y="2381279"/>
                  </a:lnTo>
                  <a:lnTo>
                    <a:pt x="6381518" y="2380615"/>
                  </a:lnTo>
                  <a:lnTo>
                    <a:pt x="6382153" y="2380400"/>
                  </a:lnTo>
                  <a:lnTo>
                    <a:pt x="6382788" y="2380530"/>
                  </a:lnTo>
                  <a:lnTo>
                    <a:pt x="6383423" y="2380955"/>
                  </a:lnTo>
                  <a:lnTo>
                    <a:pt x="6384057" y="2381070"/>
                  </a:lnTo>
                  <a:lnTo>
                    <a:pt x="6384692" y="2382173"/>
                  </a:lnTo>
                  <a:lnTo>
                    <a:pt x="6385327" y="2383772"/>
                  </a:lnTo>
                  <a:lnTo>
                    <a:pt x="6385962" y="2385756"/>
                  </a:lnTo>
                  <a:lnTo>
                    <a:pt x="6386597" y="2388397"/>
                  </a:lnTo>
                  <a:lnTo>
                    <a:pt x="6387232" y="2391039"/>
                  </a:lnTo>
                  <a:lnTo>
                    <a:pt x="6387866" y="2393175"/>
                  </a:lnTo>
                  <a:lnTo>
                    <a:pt x="6388501" y="2395842"/>
                  </a:lnTo>
                  <a:lnTo>
                    <a:pt x="6389136" y="2398344"/>
                  </a:lnTo>
                  <a:lnTo>
                    <a:pt x="6389771" y="2401319"/>
                  </a:lnTo>
                  <a:lnTo>
                    <a:pt x="6390406" y="2404125"/>
                  </a:lnTo>
                  <a:lnTo>
                    <a:pt x="6391041" y="2406710"/>
                  </a:lnTo>
                  <a:lnTo>
                    <a:pt x="6391675" y="2409186"/>
                  </a:lnTo>
                  <a:lnTo>
                    <a:pt x="6392310" y="2411542"/>
                  </a:lnTo>
                  <a:lnTo>
                    <a:pt x="6392945" y="2414019"/>
                  </a:lnTo>
                  <a:lnTo>
                    <a:pt x="6393580" y="2416628"/>
                  </a:lnTo>
                  <a:lnTo>
                    <a:pt x="6394215" y="2418710"/>
                  </a:lnTo>
                  <a:lnTo>
                    <a:pt x="6394850" y="2420357"/>
                  </a:lnTo>
                  <a:lnTo>
                    <a:pt x="6395485" y="2421600"/>
                  </a:lnTo>
                  <a:lnTo>
                    <a:pt x="6396119" y="2422447"/>
                  </a:lnTo>
                  <a:lnTo>
                    <a:pt x="6396754" y="2423226"/>
                  </a:lnTo>
                  <a:lnTo>
                    <a:pt x="6397389" y="2424231"/>
                  </a:lnTo>
                  <a:lnTo>
                    <a:pt x="6398024" y="2425321"/>
                  </a:lnTo>
                  <a:lnTo>
                    <a:pt x="6398659" y="2426545"/>
                  </a:lnTo>
                  <a:lnTo>
                    <a:pt x="6399294" y="2427511"/>
                  </a:lnTo>
                  <a:lnTo>
                    <a:pt x="6399928" y="2429101"/>
                  </a:lnTo>
                  <a:lnTo>
                    <a:pt x="6400563" y="2431247"/>
                  </a:lnTo>
                  <a:lnTo>
                    <a:pt x="6401198" y="2433676"/>
                  </a:lnTo>
                  <a:lnTo>
                    <a:pt x="6401833" y="2436055"/>
                  </a:lnTo>
                  <a:lnTo>
                    <a:pt x="6402468" y="2438059"/>
                  </a:lnTo>
                  <a:lnTo>
                    <a:pt x="6403103" y="2439870"/>
                  </a:lnTo>
                  <a:lnTo>
                    <a:pt x="6403738" y="2441692"/>
                  </a:lnTo>
                  <a:lnTo>
                    <a:pt x="6404372" y="2443514"/>
                  </a:lnTo>
                  <a:lnTo>
                    <a:pt x="6405007" y="2445336"/>
                  </a:lnTo>
                  <a:lnTo>
                    <a:pt x="6405642" y="2447158"/>
                  </a:lnTo>
                  <a:lnTo>
                    <a:pt x="6406277" y="2448979"/>
                  </a:lnTo>
                  <a:lnTo>
                    <a:pt x="6406912" y="2450801"/>
                  </a:lnTo>
                  <a:lnTo>
                    <a:pt x="6407547" y="2452603"/>
                  </a:lnTo>
                  <a:lnTo>
                    <a:pt x="6408181" y="2454495"/>
                  </a:lnTo>
                  <a:lnTo>
                    <a:pt x="6408816" y="2456388"/>
                  </a:lnTo>
                  <a:lnTo>
                    <a:pt x="6409451" y="2457856"/>
                  </a:lnTo>
                  <a:lnTo>
                    <a:pt x="6410086" y="2458746"/>
                  </a:lnTo>
                  <a:lnTo>
                    <a:pt x="6410721" y="2459354"/>
                  </a:lnTo>
                  <a:lnTo>
                    <a:pt x="6411356" y="2460032"/>
                  </a:lnTo>
                  <a:lnTo>
                    <a:pt x="6411991" y="2461014"/>
                  </a:lnTo>
                  <a:lnTo>
                    <a:pt x="6412625" y="2462177"/>
                  </a:lnTo>
                  <a:lnTo>
                    <a:pt x="6413260" y="2463321"/>
                  </a:lnTo>
                  <a:lnTo>
                    <a:pt x="6413895" y="2464249"/>
                  </a:lnTo>
                  <a:lnTo>
                    <a:pt x="6414530" y="2465541"/>
                  </a:lnTo>
                  <a:lnTo>
                    <a:pt x="6415165" y="2467300"/>
                  </a:lnTo>
                  <a:lnTo>
                    <a:pt x="6415800" y="2469615"/>
                  </a:lnTo>
                  <a:lnTo>
                    <a:pt x="6416434" y="2472378"/>
                  </a:lnTo>
                  <a:lnTo>
                    <a:pt x="6417069" y="2475565"/>
                  </a:lnTo>
                  <a:lnTo>
                    <a:pt x="6417704" y="2478917"/>
                  </a:lnTo>
                  <a:lnTo>
                    <a:pt x="6418339" y="2482362"/>
                  </a:lnTo>
                  <a:lnTo>
                    <a:pt x="6418974" y="2486088"/>
                  </a:lnTo>
                  <a:lnTo>
                    <a:pt x="6419609" y="2490495"/>
                  </a:lnTo>
                  <a:lnTo>
                    <a:pt x="6420244" y="2495376"/>
                  </a:lnTo>
                  <a:lnTo>
                    <a:pt x="6420878" y="2500888"/>
                  </a:lnTo>
                  <a:lnTo>
                    <a:pt x="6421513" y="2506466"/>
                  </a:lnTo>
                  <a:lnTo>
                    <a:pt x="6422148" y="2512302"/>
                  </a:lnTo>
                  <a:lnTo>
                    <a:pt x="6422783" y="2518288"/>
                  </a:lnTo>
                  <a:lnTo>
                    <a:pt x="6423418" y="2524647"/>
                  </a:lnTo>
                  <a:lnTo>
                    <a:pt x="6424053" y="2530864"/>
                  </a:lnTo>
                  <a:lnTo>
                    <a:pt x="6424687" y="2537726"/>
                  </a:lnTo>
                  <a:lnTo>
                    <a:pt x="6425322" y="2544103"/>
                  </a:lnTo>
                  <a:lnTo>
                    <a:pt x="6425957" y="2549983"/>
                  </a:lnTo>
                  <a:lnTo>
                    <a:pt x="6426592" y="2555287"/>
                  </a:lnTo>
                  <a:lnTo>
                    <a:pt x="6427227" y="2560175"/>
                  </a:lnTo>
                  <a:lnTo>
                    <a:pt x="6427862" y="2564821"/>
                  </a:lnTo>
                  <a:lnTo>
                    <a:pt x="6428497" y="2569051"/>
                  </a:lnTo>
                  <a:lnTo>
                    <a:pt x="6429131" y="2572138"/>
                  </a:lnTo>
                  <a:lnTo>
                    <a:pt x="6429766" y="2574426"/>
                  </a:lnTo>
                  <a:lnTo>
                    <a:pt x="6430401" y="2575559"/>
                  </a:lnTo>
                  <a:lnTo>
                    <a:pt x="6431036" y="2576106"/>
                  </a:lnTo>
                  <a:lnTo>
                    <a:pt x="6431671" y="2576015"/>
                  </a:lnTo>
                  <a:lnTo>
                    <a:pt x="6432306" y="2575610"/>
                  </a:lnTo>
                  <a:lnTo>
                    <a:pt x="6432940" y="2574993"/>
                  </a:lnTo>
                  <a:lnTo>
                    <a:pt x="6433575" y="2574183"/>
                  </a:lnTo>
                  <a:lnTo>
                    <a:pt x="6434210" y="2573140"/>
                  </a:lnTo>
                  <a:lnTo>
                    <a:pt x="6434845" y="2571774"/>
                  </a:lnTo>
                  <a:lnTo>
                    <a:pt x="6435480" y="2570246"/>
                  </a:lnTo>
                  <a:lnTo>
                    <a:pt x="6436115" y="2568626"/>
                  </a:lnTo>
                  <a:lnTo>
                    <a:pt x="6436750" y="2567007"/>
                  </a:lnTo>
                  <a:lnTo>
                    <a:pt x="6437384" y="2565327"/>
                  </a:lnTo>
                  <a:lnTo>
                    <a:pt x="6438019" y="2563576"/>
                  </a:lnTo>
                  <a:lnTo>
                    <a:pt x="6438654" y="2562048"/>
                  </a:lnTo>
                  <a:lnTo>
                    <a:pt x="6439289" y="2561043"/>
                  </a:lnTo>
                  <a:lnTo>
                    <a:pt x="6439924" y="2560143"/>
                  </a:lnTo>
                  <a:lnTo>
                    <a:pt x="6440559" y="2559508"/>
                  </a:lnTo>
                  <a:lnTo>
                    <a:pt x="6441193" y="2558968"/>
                  </a:lnTo>
                  <a:lnTo>
                    <a:pt x="6441828" y="2558179"/>
                  </a:lnTo>
                  <a:lnTo>
                    <a:pt x="6442463" y="2557233"/>
                  </a:lnTo>
                  <a:lnTo>
                    <a:pt x="6443098" y="2556555"/>
                  </a:lnTo>
                  <a:lnTo>
                    <a:pt x="6443733" y="2555854"/>
                  </a:lnTo>
                  <a:lnTo>
                    <a:pt x="6444368" y="2555419"/>
                  </a:lnTo>
                  <a:lnTo>
                    <a:pt x="6445003" y="2555266"/>
                  </a:lnTo>
                  <a:lnTo>
                    <a:pt x="6445637" y="2555273"/>
                  </a:lnTo>
                  <a:lnTo>
                    <a:pt x="6446272" y="2555387"/>
                  </a:lnTo>
                  <a:lnTo>
                    <a:pt x="6446907" y="2555191"/>
                  </a:lnTo>
                  <a:lnTo>
                    <a:pt x="6447542" y="2555248"/>
                  </a:lnTo>
                  <a:lnTo>
                    <a:pt x="6448177" y="2555483"/>
                  </a:lnTo>
                  <a:lnTo>
                    <a:pt x="6448812" y="2555901"/>
                  </a:lnTo>
                  <a:lnTo>
                    <a:pt x="6449446" y="2556606"/>
                  </a:lnTo>
                  <a:lnTo>
                    <a:pt x="6450081" y="2557229"/>
                  </a:lnTo>
                  <a:lnTo>
                    <a:pt x="6450716" y="2557893"/>
                  </a:lnTo>
                  <a:lnTo>
                    <a:pt x="6451351" y="2558807"/>
                  </a:lnTo>
                  <a:lnTo>
                    <a:pt x="6451986" y="2559875"/>
                  </a:lnTo>
                  <a:lnTo>
                    <a:pt x="6452621" y="2560995"/>
                  </a:lnTo>
                  <a:lnTo>
                    <a:pt x="6453255" y="2561972"/>
                  </a:lnTo>
                  <a:lnTo>
                    <a:pt x="6453890" y="2562849"/>
                  </a:lnTo>
                  <a:lnTo>
                    <a:pt x="6454525" y="2563726"/>
                  </a:lnTo>
                  <a:lnTo>
                    <a:pt x="6455160" y="2564752"/>
                  </a:lnTo>
                  <a:lnTo>
                    <a:pt x="6455795" y="2565805"/>
                  </a:lnTo>
                  <a:lnTo>
                    <a:pt x="6456430" y="2567048"/>
                  </a:lnTo>
                  <a:lnTo>
                    <a:pt x="6457065" y="2568303"/>
                  </a:lnTo>
                  <a:lnTo>
                    <a:pt x="6457699" y="2570206"/>
                  </a:lnTo>
                  <a:lnTo>
                    <a:pt x="6458334" y="2572240"/>
                  </a:lnTo>
                  <a:lnTo>
                    <a:pt x="6458969" y="2574376"/>
                  </a:lnTo>
                  <a:lnTo>
                    <a:pt x="6459604" y="2576643"/>
                  </a:lnTo>
                  <a:lnTo>
                    <a:pt x="6460239" y="2579259"/>
                  </a:lnTo>
                  <a:lnTo>
                    <a:pt x="6460874" y="2582090"/>
                  </a:lnTo>
                  <a:lnTo>
                    <a:pt x="6461508" y="2584921"/>
                  </a:lnTo>
                  <a:lnTo>
                    <a:pt x="6462143" y="2587928"/>
                  </a:lnTo>
                  <a:lnTo>
                    <a:pt x="6462778" y="2591524"/>
                  </a:lnTo>
                  <a:lnTo>
                    <a:pt x="6463413" y="2595952"/>
                  </a:lnTo>
                  <a:lnTo>
                    <a:pt x="6464048" y="2600421"/>
                  </a:lnTo>
                  <a:lnTo>
                    <a:pt x="6464683" y="2605036"/>
                  </a:lnTo>
                  <a:lnTo>
                    <a:pt x="6465318" y="2609687"/>
                  </a:lnTo>
                  <a:lnTo>
                    <a:pt x="6465952" y="2614338"/>
                  </a:lnTo>
                  <a:lnTo>
                    <a:pt x="6466587" y="2618907"/>
                  </a:lnTo>
                  <a:lnTo>
                    <a:pt x="6467222" y="2623406"/>
                  </a:lnTo>
                  <a:lnTo>
                    <a:pt x="6467857" y="2627925"/>
                  </a:lnTo>
                  <a:lnTo>
                    <a:pt x="6468492" y="2632515"/>
                  </a:lnTo>
                  <a:lnTo>
                    <a:pt x="6469127" y="2637186"/>
                  </a:lnTo>
                  <a:lnTo>
                    <a:pt x="6469761" y="2641964"/>
                  </a:lnTo>
                  <a:lnTo>
                    <a:pt x="6470396" y="2646526"/>
                  </a:lnTo>
                  <a:lnTo>
                    <a:pt x="6471031" y="2650888"/>
                  </a:lnTo>
                  <a:lnTo>
                    <a:pt x="6471666" y="2655109"/>
                  </a:lnTo>
                  <a:lnTo>
                    <a:pt x="6472301" y="2658793"/>
                  </a:lnTo>
                  <a:lnTo>
                    <a:pt x="6472936" y="2661597"/>
                  </a:lnTo>
                  <a:lnTo>
                    <a:pt x="6473571" y="2664188"/>
                  </a:lnTo>
                  <a:lnTo>
                    <a:pt x="6474205" y="2666343"/>
                  </a:lnTo>
                  <a:lnTo>
                    <a:pt x="6474840" y="2668277"/>
                  </a:lnTo>
                  <a:lnTo>
                    <a:pt x="6475475" y="2670017"/>
                  </a:lnTo>
                  <a:lnTo>
                    <a:pt x="6476110" y="2671222"/>
                  </a:lnTo>
                  <a:lnTo>
                    <a:pt x="6476745" y="2671192"/>
                  </a:lnTo>
                  <a:lnTo>
                    <a:pt x="6477380" y="2670321"/>
                  </a:lnTo>
                  <a:lnTo>
                    <a:pt x="6478014" y="2668914"/>
                  </a:lnTo>
                  <a:lnTo>
                    <a:pt x="6478649" y="2666667"/>
                  </a:lnTo>
                  <a:lnTo>
                    <a:pt x="6479284" y="2663671"/>
                  </a:lnTo>
                  <a:lnTo>
                    <a:pt x="6479919" y="2660321"/>
                  </a:lnTo>
                  <a:lnTo>
                    <a:pt x="6480554" y="2656212"/>
                  </a:lnTo>
                  <a:lnTo>
                    <a:pt x="6481189" y="2651981"/>
                  </a:lnTo>
                  <a:lnTo>
                    <a:pt x="6481824" y="2646759"/>
                  </a:lnTo>
                  <a:lnTo>
                    <a:pt x="6482458" y="2640828"/>
                  </a:lnTo>
                  <a:lnTo>
                    <a:pt x="6483093" y="2634310"/>
                  </a:lnTo>
                  <a:lnTo>
                    <a:pt x="6483728" y="2627427"/>
                  </a:lnTo>
                  <a:lnTo>
                    <a:pt x="6484363" y="2620525"/>
                  </a:lnTo>
                  <a:lnTo>
                    <a:pt x="6484998" y="2613409"/>
                  </a:lnTo>
                  <a:lnTo>
                    <a:pt x="6485633" y="2606476"/>
                  </a:lnTo>
                  <a:lnTo>
                    <a:pt x="6486267" y="2600009"/>
                  </a:lnTo>
                  <a:lnTo>
                    <a:pt x="6486902" y="2593592"/>
                  </a:lnTo>
                  <a:lnTo>
                    <a:pt x="6487537" y="2587307"/>
                  </a:lnTo>
                  <a:lnTo>
                    <a:pt x="6488172" y="2581193"/>
                  </a:lnTo>
                  <a:lnTo>
                    <a:pt x="6488807" y="2575110"/>
                  </a:lnTo>
                  <a:lnTo>
                    <a:pt x="6489442" y="2568906"/>
                  </a:lnTo>
                  <a:lnTo>
                    <a:pt x="6490077" y="2563269"/>
                  </a:lnTo>
                  <a:lnTo>
                    <a:pt x="6490711" y="2557580"/>
                  </a:lnTo>
                  <a:lnTo>
                    <a:pt x="6491346" y="2552773"/>
                  </a:lnTo>
                  <a:lnTo>
                    <a:pt x="6491981" y="2548461"/>
                  </a:lnTo>
                  <a:lnTo>
                    <a:pt x="6492616" y="2544838"/>
                  </a:lnTo>
                  <a:lnTo>
                    <a:pt x="6493251" y="2541801"/>
                  </a:lnTo>
                  <a:lnTo>
                    <a:pt x="6493886" y="2539079"/>
                  </a:lnTo>
                  <a:lnTo>
                    <a:pt x="6494520" y="2536943"/>
                  </a:lnTo>
                  <a:lnTo>
                    <a:pt x="6495155" y="2535273"/>
                  </a:lnTo>
                  <a:lnTo>
                    <a:pt x="6495790" y="2533988"/>
                  </a:lnTo>
                  <a:lnTo>
                    <a:pt x="6496425" y="2533158"/>
                  </a:lnTo>
                  <a:lnTo>
                    <a:pt x="6497060" y="2532409"/>
                  </a:lnTo>
                  <a:lnTo>
                    <a:pt x="6497695" y="2531852"/>
                  </a:lnTo>
                  <a:lnTo>
                    <a:pt x="6498330" y="2532129"/>
                  </a:lnTo>
                  <a:lnTo>
                    <a:pt x="6498964" y="2532723"/>
                  </a:lnTo>
                  <a:lnTo>
                    <a:pt x="6499599" y="2533311"/>
                  </a:lnTo>
                  <a:lnTo>
                    <a:pt x="6500234" y="2534138"/>
                  </a:lnTo>
                  <a:lnTo>
                    <a:pt x="6500869" y="2535062"/>
                  </a:lnTo>
                  <a:lnTo>
                    <a:pt x="6501504" y="2536233"/>
                  </a:lnTo>
                  <a:lnTo>
                    <a:pt x="6502139" y="2537412"/>
                  </a:lnTo>
                  <a:lnTo>
                    <a:pt x="6502773" y="2538441"/>
                  </a:lnTo>
                  <a:lnTo>
                    <a:pt x="6503408" y="2539122"/>
                  </a:lnTo>
                  <a:lnTo>
                    <a:pt x="6504043" y="2539945"/>
                  </a:lnTo>
                  <a:lnTo>
                    <a:pt x="6504678" y="2540816"/>
                  </a:lnTo>
                  <a:lnTo>
                    <a:pt x="6505313" y="2541713"/>
                  </a:lnTo>
                  <a:lnTo>
                    <a:pt x="6505948" y="2542760"/>
                  </a:lnTo>
                  <a:lnTo>
                    <a:pt x="6506582" y="2543756"/>
                  </a:lnTo>
                  <a:lnTo>
                    <a:pt x="6507217" y="2544620"/>
                  </a:lnTo>
                  <a:lnTo>
                    <a:pt x="6507852" y="2545348"/>
                  </a:lnTo>
                  <a:lnTo>
                    <a:pt x="6508487" y="2546159"/>
                  </a:lnTo>
                  <a:lnTo>
                    <a:pt x="6509122" y="2546839"/>
                  </a:lnTo>
                  <a:lnTo>
                    <a:pt x="6509757" y="2547329"/>
                  </a:lnTo>
                  <a:lnTo>
                    <a:pt x="6510392" y="2547587"/>
                  </a:lnTo>
                  <a:lnTo>
                    <a:pt x="6511026" y="2548094"/>
                  </a:lnTo>
                  <a:lnTo>
                    <a:pt x="6511661" y="2548124"/>
                  </a:lnTo>
                  <a:lnTo>
                    <a:pt x="6512296" y="2547507"/>
                  </a:lnTo>
                  <a:lnTo>
                    <a:pt x="6512931" y="2546302"/>
                  </a:lnTo>
                  <a:lnTo>
                    <a:pt x="6513566" y="2544035"/>
                  </a:lnTo>
                  <a:lnTo>
                    <a:pt x="6514201" y="2542109"/>
                  </a:lnTo>
                  <a:lnTo>
                    <a:pt x="6514835" y="2540485"/>
                  </a:lnTo>
                  <a:lnTo>
                    <a:pt x="6515470" y="2538638"/>
                  </a:lnTo>
                  <a:lnTo>
                    <a:pt x="6516105" y="2537096"/>
                  </a:lnTo>
                  <a:lnTo>
                    <a:pt x="6516740" y="2535424"/>
                  </a:lnTo>
                  <a:lnTo>
                    <a:pt x="6517375" y="2534007"/>
                  </a:lnTo>
                  <a:lnTo>
                    <a:pt x="6518010" y="2532189"/>
                  </a:lnTo>
                  <a:lnTo>
                    <a:pt x="6518645" y="2530273"/>
                  </a:lnTo>
                  <a:lnTo>
                    <a:pt x="6519279" y="2528199"/>
                  </a:lnTo>
                  <a:lnTo>
                    <a:pt x="6519914" y="2526163"/>
                  </a:lnTo>
                  <a:lnTo>
                    <a:pt x="6520549" y="2523816"/>
                  </a:lnTo>
                  <a:lnTo>
                    <a:pt x="6521184" y="2521359"/>
                  </a:lnTo>
                  <a:lnTo>
                    <a:pt x="6521819" y="2518567"/>
                  </a:lnTo>
                  <a:lnTo>
                    <a:pt x="6522454" y="2516114"/>
                  </a:lnTo>
                  <a:lnTo>
                    <a:pt x="6523088" y="2513787"/>
                  </a:lnTo>
                  <a:lnTo>
                    <a:pt x="6523723" y="2511391"/>
                  </a:lnTo>
                  <a:lnTo>
                    <a:pt x="6524358" y="2508498"/>
                  </a:lnTo>
                  <a:lnTo>
                    <a:pt x="6524993" y="2505919"/>
                  </a:lnTo>
                  <a:lnTo>
                    <a:pt x="6525628" y="2503773"/>
                  </a:lnTo>
                  <a:lnTo>
                    <a:pt x="6526263" y="2501880"/>
                  </a:lnTo>
                  <a:lnTo>
                    <a:pt x="6526898" y="2499924"/>
                  </a:lnTo>
                  <a:lnTo>
                    <a:pt x="6527532" y="2498098"/>
                  </a:lnTo>
                  <a:lnTo>
                    <a:pt x="6528167" y="2496327"/>
                  </a:lnTo>
                  <a:lnTo>
                    <a:pt x="6528802" y="2494552"/>
                  </a:lnTo>
                  <a:lnTo>
                    <a:pt x="6529437" y="2492757"/>
                  </a:lnTo>
                  <a:lnTo>
                    <a:pt x="6530072" y="2491118"/>
                  </a:lnTo>
                  <a:lnTo>
                    <a:pt x="6530707" y="2489622"/>
                  </a:lnTo>
                  <a:lnTo>
                    <a:pt x="6531341" y="2488439"/>
                  </a:lnTo>
                  <a:lnTo>
                    <a:pt x="6531976" y="2487517"/>
                  </a:lnTo>
                  <a:lnTo>
                    <a:pt x="6532611" y="2486652"/>
                  </a:lnTo>
                  <a:lnTo>
                    <a:pt x="6533246" y="2485859"/>
                  </a:lnTo>
                  <a:lnTo>
                    <a:pt x="6533881" y="2485161"/>
                  </a:lnTo>
                  <a:lnTo>
                    <a:pt x="6534516" y="2484639"/>
                  </a:lnTo>
                  <a:lnTo>
                    <a:pt x="6535151" y="2484097"/>
                  </a:lnTo>
                  <a:lnTo>
                    <a:pt x="6535785" y="2483566"/>
                  </a:lnTo>
                  <a:lnTo>
                    <a:pt x="6536420" y="2482810"/>
                  </a:lnTo>
                  <a:lnTo>
                    <a:pt x="6537055" y="2482244"/>
                  </a:lnTo>
                  <a:lnTo>
                    <a:pt x="6537690" y="2481673"/>
                  </a:lnTo>
                  <a:lnTo>
                    <a:pt x="6538325" y="2480950"/>
                  </a:lnTo>
                  <a:lnTo>
                    <a:pt x="6538960" y="2479997"/>
                  </a:lnTo>
                  <a:lnTo>
                    <a:pt x="6539594" y="2479083"/>
                  </a:lnTo>
                  <a:lnTo>
                    <a:pt x="6540229" y="2477781"/>
                  </a:lnTo>
                  <a:lnTo>
                    <a:pt x="6540864" y="2476439"/>
                  </a:lnTo>
                  <a:lnTo>
                    <a:pt x="6541499" y="2474889"/>
                  </a:lnTo>
                  <a:lnTo>
                    <a:pt x="6542134" y="2473531"/>
                  </a:lnTo>
                  <a:lnTo>
                    <a:pt x="6542769" y="2472192"/>
                  </a:lnTo>
                  <a:lnTo>
                    <a:pt x="6543404" y="2470852"/>
                  </a:lnTo>
                  <a:lnTo>
                    <a:pt x="6544038" y="2469334"/>
                  </a:lnTo>
                  <a:lnTo>
                    <a:pt x="6544673" y="2467901"/>
                  </a:lnTo>
                  <a:lnTo>
                    <a:pt x="6545308" y="2466540"/>
                  </a:lnTo>
                  <a:lnTo>
                    <a:pt x="6545943" y="2465270"/>
                  </a:lnTo>
                  <a:lnTo>
                    <a:pt x="6546578" y="2464007"/>
                  </a:lnTo>
                  <a:lnTo>
                    <a:pt x="6547213" y="2462769"/>
                  </a:lnTo>
                  <a:lnTo>
                    <a:pt x="6547847" y="2461811"/>
                  </a:lnTo>
                  <a:lnTo>
                    <a:pt x="6548482" y="2460944"/>
                  </a:lnTo>
                  <a:lnTo>
                    <a:pt x="6549117" y="2460075"/>
                  </a:lnTo>
                  <a:lnTo>
                    <a:pt x="6549752" y="2459612"/>
                  </a:lnTo>
                  <a:lnTo>
                    <a:pt x="6550387" y="2459409"/>
                  </a:lnTo>
                  <a:lnTo>
                    <a:pt x="6551022" y="2458834"/>
                  </a:lnTo>
                  <a:lnTo>
                    <a:pt x="6551657" y="2458252"/>
                  </a:lnTo>
                  <a:lnTo>
                    <a:pt x="6552291" y="2457498"/>
                  </a:lnTo>
                  <a:lnTo>
                    <a:pt x="6552926" y="2456922"/>
                  </a:lnTo>
                  <a:lnTo>
                    <a:pt x="6553561" y="2456388"/>
                  </a:lnTo>
                  <a:lnTo>
                    <a:pt x="6554196" y="2455853"/>
                  </a:lnTo>
                  <a:lnTo>
                    <a:pt x="6554831" y="2455318"/>
                  </a:lnTo>
                  <a:lnTo>
                    <a:pt x="6555466" y="2454607"/>
                  </a:lnTo>
                  <a:lnTo>
                    <a:pt x="6556100" y="2454093"/>
                  </a:lnTo>
                  <a:lnTo>
                    <a:pt x="6556735" y="2453311"/>
                  </a:lnTo>
                  <a:lnTo>
                    <a:pt x="6557370" y="2452843"/>
                  </a:lnTo>
                  <a:lnTo>
                    <a:pt x="6558005" y="2452577"/>
                  </a:lnTo>
                  <a:lnTo>
                    <a:pt x="6558640" y="2452403"/>
                  </a:lnTo>
                  <a:lnTo>
                    <a:pt x="6559275" y="2452228"/>
                  </a:lnTo>
                  <a:lnTo>
                    <a:pt x="6559909" y="2452061"/>
                  </a:lnTo>
                  <a:lnTo>
                    <a:pt x="6560544" y="2451973"/>
                  </a:lnTo>
                  <a:lnTo>
                    <a:pt x="6561179" y="2451952"/>
                  </a:lnTo>
                  <a:lnTo>
                    <a:pt x="6561814" y="2452142"/>
                  </a:lnTo>
                  <a:lnTo>
                    <a:pt x="6562449" y="2452169"/>
                  </a:lnTo>
                  <a:lnTo>
                    <a:pt x="6563084" y="2451839"/>
                  </a:lnTo>
                  <a:lnTo>
                    <a:pt x="6563719" y="2451351"/>
                  </a:lnTo>
                  <a:lnTo>
                    <a:pt x="6564353" y="2451065"/>
                  </a:lnTo>
                  <a:lnTo>
                    <a:pt x="6564988" y="2451049"/>
                  </a:lnTo>
                  <a:lnTo>
                    <a:pt x="6565623" y="2450778"/>
                  </a:lnTo>
                  <a:lnTo>
                    <a:pt x="6566258" y="2450207"/>
                  </a:lnTo>
                  <a:lnTo>
                    <a:pt x="6566893" y="2449468"/>
                  </a:lnTo>
                  <a:lnTo>
                    <a:pt x="6567528" y="2448179"/>
                  </a:lnTo>
                  <a:lnTo>
                    <a:pt x="6568162" y="2446460"/>
                  </a:lnTo>
                  <a:lnTo>
                    <a:pt x="6568797" y="2444824"/>
                  </a:lnTo>
                  <a:lnTo>
                    <a:pt x="6569432" y="2443758"/>
                  </a:lnTo>
                  <a:lnTo>
                    <a:pt x="6570067" y="2442782"/>
                  </a:lnTo>
                  <a:lnTo>
                    <a:pt x="6570702" y="2441936"/>
                  </a:lnTo>
                  <a:lnTo>
                    <a:pt x="6571337" y="2440952"/>
                  </a:lnTo>
                  <a:lnTo>
                    <a:pt x="6571972" y="2440033"/>
                  </a:lnTo>
                  <a:lnTo>
                    <a:pt x="6572606" y="2439180"/>
                  </a:lnTo>
                  <a:lnTo>
                    <a:pt x="6573241" y="2438462"/>
                  </a:lnTo>
                  <a:lnTo>
                    <a:pt x="6573876" y="2437816"/>
                  </a:lnTo>
                  <a:lnTo>
                    <a:pt x="6574511" y="2437234"/>
                  </a:lnTo>
                  <a:lnTo>
                    <a:pt x="6575146" y="2436542"/>
                  </a:lnTo>
                  <a:lnTo>
                    <a:pt x="6575781" y="2435879"/>
                  </a:lnTo>
                  <a:lnTo>
                    <a:pt x="6576415" y="2434949"/>
                  </a:lnTo>
                  <a:lnTo>
                    <a:pt x="6577050" y="2434327"/>
                  </a:lnTo>
                  <a:lnTo>
                    <a:pt x="6577685" y="2433799"/>
                  </a:lnTo>
                  <a:lnTo>
                    <a:pt x="6578320" y="2432827"/>
                  </a:lnTo>
                  <a:lnTo>
                    <a:pt x="6578955" y="2431459"/>
                  </a:lnTo>
                  <a:lnTo>
                    <a:pt x="6579590" y="2429685"/>
                  </a:lnTo>
                  <a:lnTo>
                    <a:pt x="6580225" y="2427723"/>
                  </a:lnTo>
                  <a:lnTo>
                    <a:pt x="6580859" y="2425943"/>
                  </a:lnTo>
                  <a:lnTo>
                    <a:pt x="6581494" y="2423981"/>
                  </a:lnTo>
                  <a:lnTo>
                    <a:pt x="6582129" y="2422027"/>
                  </a:lnTo>
                  <a:lnTo>
                    <a:pt x="6582764" y="2420002"/>
                  </a:lnTo>
                  <a:lnTo>
                    <a:pt x="6583399" y="2417699"/>
                  </a:lnTo>
                  <a:lnTo>
                    <a:pt x="6584034" y="2415214"/>
                  </a:lnTo>
                  <a:lnTo>
                    <a:pt x="6584668" y="2412785"/>
                  </a:lnTo>
                  <a:lnTo>
                    <a:pt x="6585303" y="2410519"/>
                  </a:lnTo>
                  <a:lnTo>
                    <a:pt x="6585938" y="2408202"/>
                  </a:lnTo>
                  <a:lnTo>
                    <a:pt x="6586573" y="2405795"/>
                  </a:lnTo>
                  <a:lnTo>
                    <a:pt x="6587208" y="2403109"/>
                  </a:lnTo>
                  <a:lnTo>
                    <a:pt x="6587843" y="2400715"/>
                  </a:lnTo>
                  <a:lnTo>
                    <a:pt x="6588478" y="2398579"/>
                  </a:lnTo>
                  <a:lnTo>
                    <a:pt x="6589112" y="2397125"/>
                  </a:lnTo>
                  <a:lnTo>
                    <a:pt x="6589747" y="2396175"/>
                  </a:lnTo>
                  <a:lnTo>
                    <a:pt x="6590382" y="2395323"/>
                  </a:lnTo>
                  <a:lnTo>
                    <a:pt x="6591017" y="2394633"/>
                  </a:lnTo>
                  <a:lnTo>
                    <a:pt x="6591652" y="2393786"/>
                  </a:lnTo>
                  <a:lnTo>
                    <a:pt x="6592287" y="2392948"/>
                  </a:lnTo>
                  <a:lnTo>
                    <a:pt x="6592921" y="2392283"/>
                  </a:lnTo>
                  <a:lnTo>
                    <a:pt x="6593556" y="2391619"/>
                  </a:lnTo>
                  <a:lnTo>
                    <a:pt x="6594191" y="2390928"/>
                  </a:lnTo>
                  <a:lnTo>
                    <a:pt x="6594826" y="2390343"/>
                  </a:lnTo>
                  <a:lnTo>
                    <a:pt x="6595461" y="2389609"/>
                  </a:lnTo>
                  <a:lnTo>
                    <a:pt x="6596096" y="2388896"/>
                  </a:lnTo>
                  <a:lnTo>
                    <a:pt x="6596731" y="2388045"/>
                  </a:lnTo>
                  <a:lnTo>
                    <a:pt x="6597365" y="2387228"/>
                  </a:lnTo>
                  <a:lnTo>
                    <a:pt x="6598000" y="2386509"/>
                  </a:lnTo>
                  <a:lnTo>
                    <a:pt x="6598635" y="2385598"/>
                  </a:lnTo>
                  <a:lnTo>
                    <a:pt x="6599270" y="2384384"/>
                  </a:lnTo>
                  <a:lnTo>
                    <a:pt x="6599905" y="2382956"/>
                  </a:lnTo>
                  <a:lnTo>
                    <a:pt x="6600540" y="2381276"/>
                  </a:lnTo>
                  <a:lnTo>
                    <a:pt x="6601174" y="2379819"/>
                  </a:lnTo>
                  <a:lnTo>
                    <a:pt x="6601809" y="2378493"/>
                  </a:lnTo>
                  <a:lnTo>
                    <a:pt x="6602444" y="2377359"/>
                  </a:lnTo>
                  <a:lnTo>
                    <a:pt x="6603079" y="2376702"/>
                  </a:lnTo>
                  <a:lnTo>
                    <a:pt x="6603714" y="2376863"/>
                  </a:lnTo>
                  <a:lnTo>
                    <a:pt x="6604349" y="2377390"/>
                  </a:lnTo>
                  <a:lnTo>
                    <a:pt x="6604984" y="2378250"/>
                  </a:lnTo>
                  <a:lnTo>
                    <a:pt x="6605618" y="2379799"/>
                  </a:lnTo>
                  <a:lnTo>
                    <a:pt x="6606253" y="2382106"/>
                  </a:lnTo>
                  <a:lnTo>
                    <a:pt x="6606888" y="2384849"/>
                  </a:lnTo>
                  <a:lnTo>
                    <a:pt x="6607523" y="2388392"/>
                  </a:lnTo>
                  <a:lnTo>
                    <a:pt x="6608158" y="2392349"/>
                  </a:lnTo>
                  <a:lnTo>
                    <a:pt x="6608793" y="2397582"/>
                  </a:lnTo>
                  <a:lnTo>
                    <a:pt x="6609427" y="2403806"/>
                  </a:lnTo>
                  <a:lnTo>
                    <a:pt x="6610062" y="2410932"/>
                  </a:lnTo>
                  <a:lnTo>
                    <a:pt x="6610697" y="2418421"/>
                  </a:lnTo>
                  <a:lnTo>
                    <a:pt x="6611332" y="2425931"/>
                  </a:lnTo>
                  <a:lnTo>
                    <a:pt x="6611967" y="2433654"/>
                  </a:lnTo>
                  <a:lnTo>
                    <a:pt x="6612602" y="2441194"/>
                  </a:lnTo>
                  <a:lnTo>
                    <a:pt x="6613236" y="2448269"/>
                  </a:lnTo>
                  <a:lnTo>
                    <a:pt x="6613871" y="2455323"/>
                  </a:lnTo>
                  <a:lnTo>
                    <a:pt x="6614506" y="2462236"/>
                  </a:lnTo>
                  <a:lnTo>
                    <a:pt x="6615141" y="2469159"/>
                  </a:lnTo>
                  <a:lnTo>
                    <a:pt x="6615776" y="2475870"/>
                  </a:lnTo>
                  <a:lnTo>
                    <a:pt x="6616411" y="2482681"/>
                  </a:lnTo>
                  <a:lnTo>
                    <a:pt x="6617046" y="2489017"/>
                  </a:lnTo>
                  <a:lnTo>
                    <a:pt x="6617680" y="2495181"/>
                  </a:lnTo>
                  <a:lnTo>
                    <a:pt x="6618315" y="2500191"/>
                  </a:lnTo>
                  <a:lnTo>
                    <a:pt x="6618950" y="2504705"/>
                  </a:lnTo>
                  <a:lnTo>
                    <a:pt x="6619585" y="2508673"/>
                  </a:lnTo>
                  <a:lnTo>
                    <a:pt x="6620220" y="2512316"/>
                  </a:lnTo>
                  <a:lnTo>
                    <a:pt x="6620855" y="2515849"/>
                  </a:lnTo>
                  <a:lnTo>
                    <a:pt x="6621489" y="2518976"/>
                  </a:lnTo>
                  <a:lnTo>
                    <a:pt x="6622124" y="2521861"/>
                  </a:lnTo>
                  <a:lnTo>
                    <a:pt x="6622759" y="2524543"/>
                  </a:lnTo>
                  <a:lnTo>
                    <a:pt x="6623394" y="2526911"/>
                  </a:lnTo>
                  <a:lnTo>
                    <a:pt x="6624029" y="2529259"/>
                  </a:lnTo>
                  <a:lnTo>
                    <a:pt x="6624664" y="2531243"/>
                  </a:lnTo>
                  <a:lnTo>
                    <a:pt x="6625299" y="2532768"/>
                  </a:lnTo>
                  <a:lnTo>
                    <a:pt x="6625933" y="2534147"/>
                  </a:lnTo>
                  <a:lnTo>
                    <a:pt x="6626568" y="2535449"/>
                  </a:lnTo>
                  <a:lnTo>
                    <a:pt x="6627203" y="2536692"/>
                  </a:lnTo>
                  <a:lnTo>
                    <a:pt x="6627838" y="2537878"/>
                  </a:lnTo>
                  <a:lnTo>
                    <a:pt x="6628473" y="2538822"/>
                  </a:lnTo>
                  <a:lnTo>
                    <a:pt x="6629108" y="2539634"/>
                  </a:lnTo>
                  <a:lnTo>
                    <a:pt x="6629742" y="2540478"/>
                  </a:lnTo>
                  <a:lnTo>
                    <a:pt x="6630377" y="2541378"/>
                  </a:lnTo>
                  <a:lnTo>
                    <a:pt x="6631012" y="2542452"/>
                  </a:lnTo>
                  <a:lnTo>
                    <a:pt x="6631647" y="2543404"/>
                  </a:lnTo>
                  <a:lnTo>
                    <a:pt x="6632282" y="2544110"/>
                  </a:lnTo>
                  <a:lnTo>
                    <a:pt x="6632917" y="2544915"/>
                  </a:lnTo>
                  <a:lnTo>
                    <a:pt x="6633552" y="2545787"/>
                  </a:lnTo>
                  <a:lnTo>
                    <a:pt x="6634186" y="2546784"/>
                  </a:lnTo>
                  <a:lnTo>
                    <a:pt x="6634821" y="2547758"/>
                  </a:lnTo>
                  <a:lnTo>
                    <a:pt x="6635456" y="2548525"/>
                  </a:lnTo>
                  <a:lnTo>
                    <a:pt x="6636091" y="2549129"/>
                  </a:lnTo>
                  <a:lnTo>
                    <a:pt x="6636726" y="2549787"/>
                  </a:lnTo>
                  <a:lnTo>
                    <a:pt x="6637361" y="2550596"/>
                  </a:lnTo>
                  <a:lnTo>
                    <a:pt x="6637995" y="2551416"/>
                  </a:lnTo>
                  <a:lnTo>
                    <a:pt x="6638630" y="2552600"/>
                  </a:lnTo>
                  <a:lnTo>
                    <a:pt x="6639265" y="2554301"/>
                  </a:lnTo>
                  <a:lnTo>
                    <a:pt x="6639900" y="2556710"/>
                  </a:lnTo>
                  <a:lnTo>
                    <a:pt x="6640535" y="2559614"/>
                  </a:lnTo>
                  <a:lnTo>
                    <a:pt x="6641170" y="2562367"/>
                  </a:lnTo>
                  <a:lnTo>
                    <a:pt x="6641805" y="2565403"/>
                  </a:lnTo>
                  <a:lnTo>
                    <a:pt x="6642439" y="2568404"/>
                  </a:lnTo>
                  <a:lnTo>
                    <a:pt x="6643074" y="2571549"/>
                  </a:lnTo>
                  <a:lnTo>
                    <a:pt x="6643709" y="2574593"/>
                  </a:lnTo>
                  <a:lnTo>
                    <a:pt x="6644344" y="2577673"/>
                  </a:lnTo>
                  <a:lnTo>
                    <a:pt x="6644979" y="2581243"/>
                  </a:lnTo>
                  <a:lnTo>
                    <a:pt x="6645614" y="2584838"/>
                  </a:lnTo>
                  <a:lnTo>
                    <a:pt x="6646248" y="2588520"/>
                  </a:lnTo>
                  <a:lnTo>
                    <a:pt x="6646883" y="2592163"/>
                  </a:lnTo>
                  <a:lnTo>
                    <a:pt x="6647518" y="2596219"/>
                  </a:lnTo>
                  <a:lnTo>
                    <a:pt x="6648153" y="2600405"/>
                  </a:lnTo>
                  <a:lnTo>
                    <a:pt x="6648788" y="2604933"/>
                  </a:lnTo>
                  <a:lnTo>
                    <a:pt x="6649423" y="2609121"/>
                  </a:lnTo>
                  <a:lnTo>
                    <a:pt x="6650058" y="2613183"/>
                  </a:lnTo>
                  <a:lnTo>
                    <a:pt x="6650692" y="2617193"/>
                  </a:lnTo>
                  <a:lnTo>
                    <a:pt x="6651327" y="2621323"/>
                  </a:lnTo>
                  <a:lnTo>
                    <a:pt x="6651962" y="2624771"/>
                  </a:lnTo>
                  <a:lnTo>
                    <a:pt x="6652597" y="2627490"/>
                  </a:lnTo>
                  <a:lnTo>
                    <a:pt x="6653232" y="2629900"/>
                  </a:lnTo>
                  <a:lnTo>
                    <a:pt x="6653867" y="2632052"/>
                  </a:lnTo>
                  <a:lnTo>
                    <a:pt x="6654501" y="2634064"/>
                  </a:lnTo>
                  <a:lnTo>
                    <a:pt x="6655136" y="2635886"/>
                  </a:lnTo>
                  <a:lnTo>
                    <a:pt x="6655771" y="2637589"/>
                  </a:lnTo>
                  <a:lnTo>
                    <a:pt x="6656406" y="2639270"/>
                  </a:lnTo>
                  <a:lnTo>
                    <a:pt x="6657041" y="2640653"/>
                  </a:lnTo>
                  <a:lnTo>
                    <a:pt x="6657676" y="2641808"/>
                  </a:lnTo>
                  <a:lnTo>
                    <a:pt x="6658311" y="2642211"/>
                  </a:lnTo>
                  <a:lnTo>
                    <a:pt x="6658945" y="2641960"/>
                  </a:lnTo>
                  <a:lnTo>
                    <a:pt x="6659580" y="2641610"/>
                  </a:lnTo>
                  <a:lnTo>
                    <a:pt x="6660215" y="2641188"/>
                  </a:lnTo>
                  <a:lnTo>
                    <a:pt x="6660850" y="2640469"/>
                  </a:lnTo>
                  <a:lnTo>
                    <a:pt x="6661485" y="2639372"/>
                  </a:lnTo>
                  <a:lnTo>
                    <a:pt x="6662120" y="2638295"/>
                  </a:lnTo>
                  <a:lnTo>
                    <a:pt x="6662754" y="2637206"/>
                  </a:lnTo>
                  <a:lnTo>
                    <a:pt x="6663389" y="2636120"/>
                  </a:lnTo>
                  <a:lnTo>
                    <a:pt x="6664024" y="2634358"/>
                  </a:lnTo>
                  <a:lnTo>
                    <a:pt x="6664659" y="2632702"/>
                  </a:lnTo>
                  <a:lnTo>
                    <a:pt x="6665294" y="2631351"/>
                  </a:lnTo>
                  <a:lnTo>
                    <a:pt x="6665929" y="2630279"/>
                  </a:lnTo>
                  <a:lnTo>
                    <a:pt x="6666564" y="2629270"/>
                  </a:lnTo>
                  <a:lnTo>
                    <a:pt x="6667198" y="2628750"/>
                  </a:lnTo>
                  <a:lnTo>
                    <a:pt x="6667833" y="2628250"/>
                  </a:lnTo>
                  <a:lnTo>
                    <a:pt x="6668468" y="2628343"/>
                  </a:lnTo>
                  <a:lnTo>
                    <a:pt x="6669103" y="2628284"/>
                  </a:lnTo>
                  <a:lnTo>
                    <a:pt x="6669738" y="2628206"/>
                  </a:lnTo>
                  <a:lnTo>
                    <a:pt x="6670373" y="2628331"/>
                  </a:lnTo>
                  <a:lnTo>
                    <a:pt x="6671007" y="2628837"/>
                  </a:lnTo>
                  <a:lnTo>
                    <a:pt x="6671642" y="2629187"/>
                  </a:lnTo>
                  <a:lnTo>
                    <a:pt x="6672277" y="2629334"/>
                  </a:lnTo>
                  <a:lnTo>
                    <a:pt x="6672912" y="2629612"/>
                  </a:lnTo>
                  <a:lnTo>
                    <a:pt x="6673547" y="2630410"/>
                  </a:lnTo>
                  <a:lnTo>
                    <a:pt x="6674182" y="2631242"/>
                  </a:lnTo>
                  <a:lnTo>
                    <a:pt x="6674816" y="2631796"/>
                  </a:lnTo>
                  <a:lnTo>
                    <a:pt x="6675451" y="2632258"/>
                  </a:lnTo>
                  <a:lnTo>
                    <a:pt x="6676086" y="2632721"/>
                  </a:lnTo>
                  <a:lnTo>
                    <a:pt x="6676721" y="2632780"/>
                  </a:lnTo>
                  <a:lnTo>
                    <a:pt x="6677356" y="2632771"/>
                  </a:lnTo>
                  <a:lnTo>
                    <a:pt x="6677991" y="2633133"/>
                  </a:lnTo>
                  <a:lnTo>
                    <a:pt x="6678626" y="2633453"/>
                  </a:lnTo>
                  <a:lnTo>
                    <a:pt x="6679260" y="2633813"/>
                  </a:lnTo>
                  <a:lnTo>
                    <a:pt x="6679895" y="2633779"/>
                  </a:lnTo>
                  <a:lnTo>
                    <a:pt x="6680530" y="2633701"/>
                  </a:lnTo>
                  <a:lnTo>
                    <a:pt x="6681165" y="2633681"/>
                  </a:lnTo>
                  <a:lnTo>
                    <a:pt x="6681800" y="2633497"/>
                  </a:lnTo>
                  <a:lnTo>
                    <a:pt x="6682435" y="2633359"/>
                  </a:lnTo>
                  <a:lnTo>
                    <a:pt x="6683069" y="2633067"/>
                  </a:lnTo>
                  <a:lnTo>
                    <a:pt x="6683704" y="2633025"/>
                  </a:lnTo>
                  <a:lnTo>
                    <a:pt x="6684339" y="2632382"/>
                  </a:lnTo>
                  <a:lnTo>
                    <a:pt x="6684974" y="2631405"/>
                  </a:lnTo>
                  <a:lnTo>
                    <a:pt x="6685609" y="2630070"/>
                  </a:lnTo>
                  <a:lnTo>
                    <a:pt x="6686244" y="2628029"/>
                  </a:lnTo>
                  <a:lnTo>
                    <a:pt x="6686879" y="2625331"/>
                  </a:lnTo>
                  <a:lnTo>
                    <a:pt x="6687513" y="2622058"/>
                  </a:lnTo>
                  <a:lnTo>
                    <a:pt x="6688148" y="2618482"/>
                  </a:lnTo>
                  <a:lnTo>
                    <a:pt x="6688783" y="2614832"/>
                  </a:lnTo>
                  <a:lnTo>
                    <a:pt x="6689418" y="2611484"/>
                  </a:lnTo>
                  <a:lnTo>
                    <a:pt x="6690053" y="2608440"/>
                  </a:lnTo>
                  <a:lnTo>
                    <a:pt x="6690688" y="2604996"/>
                  </a:lnTo>
                  <a:lnTo>
                    <a:pt x="6691322" y="2600969"/>
                  </a:lnTo>
                  <a:lnTo>
                    <a:pt x="6691957" y="2596398"/>
                  </a:lnTo>
                  <a:lnTo>
                    <a:pt x="6692592" y="2591927"/>
                  </a:lnTo>
                  <a:lnTo>
                    <a:pt x="6693227" y="2587320"/>
                  </a:lnTo>
                  <a:lnTo>
                    <a:pt x="6693862" y="2582478"/>
                  </a:lnTo>
                  <a:lnTo>
                    <a:pt x="6694497" y="2578098"/>
                  </a:lnTo>
                  <a:lnTo>
                    <a:pt x="6695132" y="2573701"/>
                  </a:lnTo>
                  <a:lnTo>
                    <a:pt x="6695766" y="2568984"/>
                  </a:lnTo>
                  <a:lnTo>
                    <a:pt x="6696401" y="2564171"/>
                  </a:lnTo>
                  <a:lnTo>
                    <a:pt x="6697036" y="2559894"/>
                  </a:lnTo>
                  <a:lnTo>
                    <a:pt x="6697671" y="2555824"/>
                  </a:lnTo>
                  <a:lnTo>
                    <a:pt x="6698306" y="2551766"/>
                  </a:lnTo>
                  <a:lnTo>
                    <a:pt x="6698941" y="2547639"/>
                  </a:lnTo>
                  <a:lnTo>
                    <a:pt x="6699575" y="2543441"/>
                  </a:lnTo>
                  <a:lnTo>
                    <a:pt x="6700210" y="2538853"/>
                  </a:lnTo>
                  <a:lnTo>
                    <a:pt x="6700845" y="2534926"/>
                  </a:lnTo>
                  <a:lnTo>
                    <a:pt x="6701480" y="2531412"/>
                  </a:lnTo>
                  <a:lnTo>
                    <a:pt x="6702115" y="2528398"/>
                  </a:lnTo>
                  <a:lnTo>
                    <a:pt x="6702750" y="2525478"/>
                  </a:lnTo>
                  <a:lnTo>
                    <a:pt x="6703385" y="2522797"/>
                  </a:lnTo>
                  <a:lnTo>
                    <a:pt x="6704019" y="2520728"/>
                  </a:lnTo>
                  <a:lnTo>
                    <a:pt x="6704654" y="2519206"/>
                  </a:lnTo>
                  <a:lnTo>
                    <a:pt x="6705289" y="2518342"/>
                  </a:lnTo>
                  <a:lnTo>
                    <a:pt x="6705924" y="2518251"/>
                  </a:lnTo>
                  <a:lnTo>
                    <a:pt x="6706559" y="2519048"/>
                  </a:lnTo>
                  <a:lnTo>
                    <a:pt x="6707194" y="2520621"/>
                  </a:lnTo>
                  <a:lnTo>
                    <a:pt x="6707828" y="2521965"/>
                  </a:lnTo>
                  <a:lnTo>
                    <a:pt x="6708463" y="2523522"/>
                  </a:lnTo>
                  <a:lnTo>
                    <a:pt x="6709098" y="2525122"/>
                  </a:lnTo>
                  <a:lnTo>
                    <a:pt x="6709733" y="2527096"/>
                  </a:lnTo>
                  <a:lnTo>
                    <a:pt x="6710368" y="2529399"/>
                  </a:lnTo>
                  <a:lnTo>
                    <a:pt x="6711003" y="2531904"/>
                  </a:lnTo>
                  <a:lnTo>
                    <a:pt x="6711638" y="2534434"/>
                  </a:lnTo>
                  <a:lnTo>
                    <a:pt x="6712272" y="2536903"/>
                  </a:lnTo>
                  <a:lnTo>
                    <a:pt x="6712907" y="2539422"/>
                  </a:lnTo>
                  <a:lnTo>
                    <a:pt x="6713542" y="2542032"/>
                  </a:lnTo>
                  <a:lnTo>
                    <a:pt x="6714177" y="2544734"/>
                  </a:lnTo>
                  <a:lnTo>
                    <a:pt x="6714812" y="2547202"/>
                  </a:lnTo>
                  <a:lnTo>
                    <a:pt x="6715447" y="2549321"/>
                  </a:lnTo>
                  <a:lnTo>
                    <a:pt x="6716081" y="2550733"/>
                  </a:lnTo>
                  <a:lnTo>
                    <a:pt x="6716716" y="2551690"/>
                  </a:lnTo>
                  <a:lnTo>
                    <a:pt x="6717351" y="2552294"/>
                  </a:lnTo>
                  <a:lnTo>
                    <a:pt x="6717986" y="2552725"/>
                  </a:lnTo>
                  <a:lnTo>
                    <a:pt x="6718621" y="2553288"/>
                  </a:lnTo>
                  <a:lnTo>
                    <a:pt x="6719256" y="2553727"/>
                  </a:lnTo>
                  <a:lnTo>
                    <a:pt x="6719891" y="2553992"/>
                  </a:lnTo>
                  <a:lnTo>
                    <a:pt x="6720525" y="2554064"/>
                  </a:lnTo>
                  <a:lnTo>
                    <a:pt x="6721160" y="2554153"/>
                  </a:lnTo>
                  <a:lnTo>
                    <a:pt x="6721795" y="2554136"/>
                  </a:lnTo>
                  <a:lnTo>
                    <a:pt x="6722430" y="2554268"/>
                  </a:lnTo>
                  <a:lnTo>
                    <a:pt x="6723065" y="2554379"/>
                  </a:lnTo>
                  <a:lnTo>
                    <a:pt x="6723700" y="2554703"/>
                  </a:lnTo>
                  <a:lnTo>
                    <a:pt x="6724334" y="2554936"/>
                  </a:lnTo>
                  <a:lnTo>
                    <a:pt x="6724969" y="2555361"/>
                  </a:lnTo>
                  <a:lnTo>
                    <a:pt x="6725604" y="2555968"/>
                  </a:lnTo>
                  <a:lnTo>
                    <a:pt x="6726239" y="2556778"/>
                  </a:lnTo>
                  <a:lnTo>
                    <a:pt x="6726874" y="2558053"/>
                  </a:lnTo>
                  <a:lnTo>
                    <a:pt x="6727509" y="2559561"/>
                  </a:lnTo>
                  <a:lnTo>
                    <a:pt x="6728143" y="2560816"/>
                  </a:lnTo>
                  <a:lnTo>
                    <a:pt x="6728778" y="2562031"/>
                  </a:lnTo>
                  <a:lnTo>
                    <a:pt x="6729413" y="2563245"/>
                  </a:lnTo>
                  <a:lnTo>
                    <a:pt x="6730048" y="2564652"/>
                  </a:lnTo>
                  <a:lnTo>
                    <a:pt x="6730683" y="2566069"/>
                  </a:lnTo>
                  <a:lnTo>
                    <a:pt x="6731318" y="2567608"/>
                  </a:lnTo>
                  <a:lnTo>
                    <a:pt x="6731953" y="2569024"/>
                  </a:lnTo>
                  <a:lnTo>
                    <a:pt x="6732587" y="2570107"/>
                  </a:lnTo>
                  <a:lnTo>
                    <a:pt x="6733222" y="2570796"/>
                  </a:lnTo>
                  <a:lnTo>
                    <a:pt x="6733857" y="2571403"/>
                  </a:lnTo>
                  <a:lnTo>
                    <a:pt x="6734492" y="2572010"/>
                  </a:lnTo>
                  <a:lnTo>
                    <a:pt x="6735127" y="2572445"/>
                  </a:lnTo>
                  <a:lnTo>
                    <a:pt x="6735762" y="2572830"/>
                  </a:lnTo>
                  <a:lnTo>
                    <a:pt x="6736396" y="2572820"/>
                  </a:lnTo>
                  <a:lnTo>
                    <a:pt x="6737031" y="2572375"/>
                  </a:lnTo>
                  <a:lnTo>
                    <a:pt x="6737666" y="2571423"/>
                  </a:lnTo>
                  <a:lnTo>
                    <a:pt x="6738301" y="2569753"/>
                  </a:lnTo>
                  <a:lnTo>
                    <a:pt x="6738936" y="2567729"/>
                  </a:lnTo>
                  <a:lnTo>
                    <a:pt x="6739571" y="2565654"/>
                  </a:lnTo>
                  <a:lnTo>
                    <a:pt x="6740206" y="2563266"/>
                  </a:lnTo>
                  <a:lnTo>
                    <a:pt x="6740840" y="2560411"/>
                  </a:lnTo>
                  <a:lnTo>
                    <a:pt x="6741475" y="2556636"/>
                  </a:lnTo>
                  <a:lnTo>
                    <a:pt x="6742110" y="2551727"/>
                  </a:lnTo>
                  <a:lnTo>
                    <a:pt x="6742745" y="2546717"/>
                  </a:lnTo>
                  <a:lnTo>
                    <a:pt x="6743380" y="2541009"/>
                  </a:lnTo>
                  <a:lnTo>
                    <a:pt x="6744015" y="2536098"/>
                  </a:lnTo>
                  <a:lnTo>
                    <a:pt x="6744649" y="2531042"/>
                  </a:lnTo>
                  <a:lnTo>
                    <a:pt x="6745284" y="2525711"/>
                  </a:lnTo>
                  <a:lnTo>
                    <a:pt x="6745919" y="2520289"/>
                  </a:lnTo>
                  <a:lnTo>
                    <a:pt x="6746554" y="2514966"/>
                  </a:lnTo>
                  <a:lnTo>
                    <a:pt x="6747189" y="2509883"/>
                  </a:lnTo>
                  <a:lnTo>
                    <a:pt x="6747824" y="2505067"/>
                  </a:lnTo>
                  <a:lnTo>
                    <a:pt x="6748459" y="2500375"/>
                  </a:lnTo>
                  <a:lnTo>
                    <a:pt x="6749093" y="2495725"/>
                  </a:lnTo>
                  <a:lnTo>
                    <a:pt x="6749728" y="2491191"/>
                  </a:lnTo>
                  <a:lnTo>
                    <a:pt x="6750363" y="2486867"/>
                  </a:lnTo>
                  <a:lnTo>
                    <a:pt x="6750998" y="2483244"/>
                  </a:lnTo>
                  <a:lnTo>
                    <a:pt x="6751633" y="2480550"/>
                  </a:lnTo>
                  <a:lnTo>
                    <a:pt x="6752268" y="2477907"/>
                  </a:lnTo>
                  <a:lnTo>
                    <a:pt x="6752902" y="2475833"/>
                  </a:lnTo>
                  <a:lnTo>
                    <a:pt x="6753537" y="2473867"/>
                  </a:lnTo>
                  <a:lnTo>
                    <a:pt x="6754172" y="2472046"/>
                  </a:lnTo>
                  <a:lnTo>
                    <a:pt x="6754807" y="2470407"/>
                  </a:lnTo>
                  <a:lnTo>
                    <a:pt x="6755442" y="2469071"/>
                  </a:lnTo>
                  <a:lnTo>
                    <a:pt x="6756077" y="2467856"/>
                  </a:lnTo>
                  <a:lnTo>
                    <a:pt x="6756712" y="2466905"/>
                  </a:lnTo>
                  <a:lnTo>
                    <a:pt x="6757346" y="2466500"/>
                  </a:lnTo>
                  <a:lnTo>
                    <a:pt x="6757981" y="2466297"/>
                  </a:lnTo>
                  <a:lnTo>
                    <a:pt x="6758616" y="2466176"/>
                  </a:lnTo>
                  <a:lnTo>
                    <a:pt x="6759251" y="2466348"/>
                  </a:lnTo>
                  <a:lnTo>
                    <a:pt x="6759886" y="2466550"/>
                  </a:lnTo>
                  <a:lnTo>
                    <a:pt x="6760521" y="2466753"/>
                  </a:lnTo>
                  <a:lnTo>
                    <a:pt x="6761155" y="2466955"/>
                  </a:lnTo>
                  <a:lnTo>
                    <a:pt x="6761790" y="2467158"/>
                  </a:lnTo>
                  <a:lnTo>
                    <a:pt x="6762425" y="2467360"/>
                  </a:lnTo>
                  <a:lnTo>
                    <a:pt x="6763060" y="2467583"/>
                  </a:lnTo>
                  <a:lnTo>
                    <a:pt x="6763695" y="2467988"/>
                  </a:lnTo>
                  <a:lnTo>
                    <a:pt x="6764330" y="2468392"/>
                  </a:lnTo>
                  <a:lnTo>
                    <a:pt x="6764965" y="2468797"/>
                  </a:lnTo>
                  <a:lnTo>
                    <a:pt x="6765599" y="2469202"/>
                  </a:lnTo>
                  <a:lnTo>
                    <a:pt x="6766234" y="2469556"/>
                  </a:lnTo>
                  <a:lnTo>
                    <a:pt x="6766869" y="2469759"/>
                  </a:lnTo>
                  <a:lnTo>
                    <a:pt x="6767504" y="2469961"/>
                  </a:lnTo>
                  <a:lnTo>
                    <a:pt x="6768139" y="2469914"/>
                  </a:lnTo>
                  <a:lnTo>
                    <a:pt x="6768774" y="2469737"/>
                  </a:lnTo>
                  <a:lnTo>
                    <a:pt x="6769408" y="2469519"/>
                  </a:lnTo>
                  <a:lnTo>
                    <a:pt x="6770043" y="2469250"/>
                  </a:lnTo>
                  <a:lnTo>
                    <a:pt x="6770678" y="2468830"/>
                  </a:lnTo>
                  <a:lnTo>
                    <a:pt x="6771313" y="2468409"/>
                  </a:lnTo>
                  <a:lnTo>
                    <a:pt x="6771948" y="2467989"/>
                  </a:lnTo>
                  <a:lnTo>
                    <a:pt x="6772583" y="2467477"/>
                  </a:lnTo>
                  <a:lnTo>
                    <a:pt x="6773218" y="2466854"/>
                  </a:lnTo>
                  <a:lnTo>
                    <a:pt x="6773852" y="2466231"/>
                  </a:lnTo>
                  <a:lnTo>
                    <a:pt x="6774487" y="2465507"/>
                  </a:lnTo>
                  <a:lnTo>
                    <a:pt x="6775122" y="2464763"/>
                  </a:lnTo>
                  <a:lnTo>
                    <a:pt x="6775757" y="2464011"/>
                  </a:lnTo>
                  <a:lnTo>
                    <a:pt x="6776392" y="2463445"/>
                  </a:lnTo>
                  <a:lnTo>
                    <a:pt x="6777027" y="2462705"/>
                  </a:lnTo>
                  <a:lnTo>
                    <a:pt x="6777661" y="2461837"/>
                  </a:lnTo>
                  <a:lnTo>
                    <a:pt x="6778296" y="2460627"/>
                  </a:lnTo>
                  <a:lnTo>
                    <a:pt x="6778931" y="2459365"/>
                  </a:lnTo>
                  <a:lnTo>
                    <a:pt x="6779566" y="2458078"/>
                  </a:lnTo>
                  <a:lnTo>
                    <a:pt x="6780201" y="2456915"/>
                  </a:lnTo>
                  <a:lnTo>
                    <a:pt x="6780836" y="2455753"/>
                  </a:lnTo>
                  <a:lnTo>
                    <a:pt x="6781470" y="2454623"/>
                  </a:lnTo>
                  <a:lnTo>
                    <a:pt x="6782105" y="2453701"/>
                  </a:lnTo>
                  <a:lnTo>
                    <a:pt x="6782740" y="2452996"/>
                  </a:lnTo>
                  <a:lnTo>
                    <a:pt x="6783375" y="2452331"/>
                  </a:lnTo>
                  <a:lnTo>
                    <a:pt x="6784010" y="2451808"/>
                  </a:lnTo>
                  <a:lnTo>
                    <a:pt x="6784645" y="2451371"/>
                  </a:lnTo>
                  <a:lnTo>
                    <a:pt x="6785280" y="2451372"/>
                  </a:lnTo>
                  <a:lnTo>
                    <a:pt x="6785914" y="2451720"/>
                  </a:lnTo>
                  <a:lnTo>
                    <a:pt x="6786549" y="2452165"/>
                  </a:lnTo>
                  <a:lnTo>
                    <a:pt x="6787184" y="2452458"/>
                  </a:lnTo>
                  <a:lnTo>
                    <a:pt x="6787819" y="2453379"/>
                  </a:lnTo>
                  <a:lnTo>
                    <a:pt x="6788454" y="2454715"/>
                  </a:lnTo>
                  <a:lnTo>
                    <a:pt x="6789089" y="2456061"/>
                  </a:lnTo>
                  <a:lnTo>
                    <a:pt x="6789723" y="2457185"/>
                  </a:lnTo>
                  <a:lnTo>
                    <a:pt x="6790358" y="2458420"/>
                  </a:lnTo>
                  <a:lnTo>
                    <a:pt x="6790993" y="2460140"/>
                  </a:lnTo>
                  <a:lnTo>
                    <a:pt x="6791628" y="2461760"/>
                  </a:lnTo>
                  <a:lnTo>
                    <a:pt x="6792263" y="2463227"/>
                  </a:lnTo>
                  <a:lnTo>
                    <a:pt x="6792898" y="2464644"/>
                  </a:lnTo>
                  <a:lnTo>
                    <a:pt x="6793533" y="2465960"/>
                  </a:lnTo>
                  <a:lnTo>
                    <a:pt x="6794167" y="2467175"/>
                  </a:lnTo>
                  <a:lnTo>
                    <a:pt x="6794802" y="2468409"/>
                  </a:lnTo>
                  <a:lnTo>
                    <a:pt x="6795437" y="2469158"/>
                  </a:lnTo>
                  <a:lnTo>
                    <a:pt x="6796072" y="2469897"/>
                  </a:lnTo>
                  <a:lnTo>
                    <a:pt x="6796707" y="2470707"/>
                  </a:lnTo>
                  <a:lnTo>
                    <a:pt x="6797342" y="2471314"/>
                  </a:lnTo>
                  <a:lnTo>
                    <a:pt x="6797976" y="2471719"/>
                  </a:lnTo>
                  <a:lnTo>
                    <a:pt x="6798611" y="2472266"/>
                  </a:lnTo>
                  <a:lnTo>
                    <a:pt x="6799246" y="2473166"/>
                  </a:lnTo>
                  <a:lnTo>
                    <a:pt x="6799881" y="2473956"/>
                  </a:lnTo>
                  <a:lnTo>
                    <a:pt x="6800516" y="2474219"/>
                  </a:lnTo>
                  <a:lnTo>
                    <a:pt x="6801151" y="2474421"/>
                  </a:lnTo>
                  <a:lnTo>
                    <a:pt x="6801786" y="2474624"/>
                  </a:lnTo>
                  <a:lnTo>
                    <a:pt x="6802420" y="2474826"/>
                  </a:lnTo>
                  <a:lnTo>
                    <a:pt x="6803055" y="2475029"/>
                  </a:lnTo>
                  <a:lnTo>
                    <a:pt x="6803690" y="2475221"/>
                  </a:lnTo>
                  <a:lnTo>
                    <a:pt x="6804325" y="2475233"/>
                  </a:lnTo>
                  <a:lnTo>
                    <a:pt x="6804960" y="2475402"/>
                  </a:lnTo>
                  <a:lnTo>
                    <a:pt x="6805595" y="2475716"/>
                  </a:lnTo>
                  <a:lnTo>
                    <a:pt x="6806229" y="2476161"/>
                  </a:lnTo>
                  <a:lnTo>
                    <a:pt x="6806864" y="2476823"/>
                  </a:lnTo>
                  <a:lnTo>
                    <a:pt x="6807499" y="2477487"/>
                  </a:lnTo>
                  <a:lnTo>
                    <a:pt x="6808134" y="2477994"/>
                  </a:lnTo>
                  <a:lnTo>
                    <a:pt x="6808769" y="2478434"/>
                  </a:lnTo>
                  <a:lnTo>
                    <a:pt x="6809404" y="2479073"/>
                  </a:lnTo>
                  <a:lnTo>
                    <a:pt x="6810039" y="2479983"/>
                  </a:lnTo>
                  <a:lnTo>
                    <a:pt x="6810673" y="2481134"/>
                  </a:lnTo>
                  <a:lnTo>
                    <a:pt x="6811308" y="2482803"/>
                  </a:lnTo>
                  <a:lnTo>
                    <a:pt x="6811943" y="2484706"/>
                  </a:lnTo>
                  <a:lnTo>
                    <a:pt x="6812578" y="2486772"/>
                  </a:lnTo>
                  <a:lnTo>
                    <a:pt x="6813213" y="2489384"/>
                  </a:lnTo>
                  <a:lnTo>
                    <a:pt x="6813848" y="2492739"/>
                  </a:lnTo>
                  <a:lnTo>
                    <a:pt x="6814482" y="2496431"/>
                  </a:lnTo>
                  <a:lnTo>
                    <a:pt x="6815117" y="2499763"/>
                  </a:lnTo>
                  <a:lnTo>
                    <a:pt x="6815752" y="2502956"/>
                  </a:lnTo>
                  <a:lnTo>
                    <a:pt x="6816387" y="2506031"/>
                  </a:lnTo>
                  <a:lnTo>
                    <a:pt x="6817022" y="2509183"/>
                  </a:lnTo>
                  <a:lnTo>
                    <a:pt x="6817657" y="2512868"/>
                  </a:lnTo>
                  <a:lnTo>
                    <a:pt x="6818292" y="2517086"/>
                  </a:lnTo>
                  <a:lnTo>
                    <a:pt x="6818926" y="2521648"/>
                  </a:lnTo>
                  <a:lnTo>
                    <a:pt x="6819561" y="2526028"/>
                  </a:lnTo>
                  <a:lnTo>
                    <a:pt x="6820196" y="2530411"/>
                  </a:lnTo>
                  <a:lnTo>
                    <a:pt x="6820831" y="2535237"/>
                  </a:lnTo>
                  <a:lnTo>
                    <a:pt x="6821466" y="2540006"/>
                  </a:lnTo>
                  <a:lnTo>
                    <a:pt x="6822101" y="2545437"/>
                  </a:lnTo>
                  <a:lnTo>
                    <a:pt x="6822735" y="2551604"/>
                  </a:lnTo>
                  <a:lnTo>
                    <a:pt x="6823370" y="2557518"/>
                  </a:lnTo>
                  <a:lnTo>
                    <a:pt x="6824005" y="2562447"/>
                  </a:lnTo>
                  <a:lnTo>
                    <a:pt x="6824640" y="2567619"/>
                  </a:lnTo>
                  <a:lnTo>
                    <a:pt x="6825275" y="2572984"/>
                  </a:lnTo>
                  <a:lnTo>
                    <a:pt x="6825910" y="2578385"/>
                  </a:lnTo>
                  <a:lnTo>
                    <a:pt x="6826545" y="2583814"/>
                  </a:lnTo>
                  <a:lnTo>
                    <a:pt x="6827179" y="2589796"/>
                  </a:lnTo>
                  <a:lnTo>
                    <a:pt x="6827814" y="2595310"/>
                  </a:lnTo>
                  <a:lnTo>
                    <a:pt x="6828449" y="2600375"/>
                  </a:lnTo>
                  <a:lnTo>
                    <a:pt x="6829084" y="2605142"/>
                  </a:lnTo>
                  <a:lnTo>
                    <a:pt x="6829719" y="2609713"/>
                  </a:lnTo>
                  <a:lnTo>
                    <a:pt x="6830354" y="2614100"/>
                  </a:lnTo>
                  <a:lnTo>
                    <a:pt x="6830988" y="2617915"/>
                  </a:lnTo>
                  <a:lnTo>
                    <a:pt x="6831623" y="2621076"/>
                  </a:lnTo>
                  <a:lnTo>
                    <a:pt x="6832258" y="2623773"/>
                  </a:lnTo>
                  <a:lnTo>
                    <a:pt x="6832893" y="2625864"/>
                  </a:lnTo>
                  <a:lnTo>
                    <a:pt x="6833528" y="2627016"/>
                  </a:lnTo>
                  <a:lnTo>
                    <a:pt x="6834163" y="2627497"/>
                  </a:lnTo>
                  <a:lnTo>
                    <a:pt x="6834797" y="2627730"/>
                  </a:lnTo>
                  <a:lnTo>
                    <a:pt x="6835432" y="2627770"/>
                  </a:lnTo>
                  <a:lnTo>
                    <a:pt x="6836067" y="2627770"/>
                  </a:lnTo>
                  <a:lnTo>
                    <a:pt x="6836702" y="2627406"/>
                  </a:lnTo>
                  <a:lnTo>
                    <a:pt x="6837337" y="2626627"/>
                  </a:lnTo>
                  <a:lnTo>
                    <a:pt x="6837972" y="2625351"/>
                  </a:lnTo>
                  <a:lnTo>
                    <a:pt x="6838607" y="2623631"/>
                  </a:lnTo>
                  <a:lnTo>
                    <a:pt x="6839241" y="2621394"/>
                  </a:lnTo>
                  <a:lnTo>
                    <a:pt x="6839876" y="2618266"/>
                  </a:lnTo>
                  <a:lnTo>
                    <a:pt x="6840511" y="2614906"/>
                  </a:lnTo>
                  <a:lnTo>
                    <a:pt x="6841146" y="2611070"/>
                  </a:lnTo>
                  <a:lnTo>
                    <a:pt x="6841781" y="2607022"/>
                  </a:lnTo>
                  <a:lnTo>
                    <a:pt x="6842416" y="2603085"/>
                  </a:lnTo>
                  <a:lnTo>
                    <a:pt x="6843050" y="2599441"/>
                  </a:lnTo>
                  <a:lnTo>
                    <a:pt x="6843685" y="2596101"/>
                  </a:lnTo>
                  <a:lnTo>
                    <a:pt x="6844320" y="2592892"/>
                  </a:lnTo>
                  <a:lnTo>
                    <a:pt x="6844955" y="2589391"/>
                  </a:lnTo>
                  <a:lnTo>
                    <a:pt x="6845590" y="2585686"/>
                  </a:lnTo>
                  <a:lnTo>
                    <a:pt x="6846225" y="2581840"/>
                  </a:lnTo>
                  <a:lnTo>
                    <a:pt x="6846860" y="2578166"/>
                  </a:lnTo>
                  <a:lnTo>
                    <a:pt x="6847494" y="2574786"/>
                  </a:lnTo>
                  <a:lnTo>
                    <a:pt x="6848129" y="2571719"/>
                  </a:lnTo>
                  <a:lnTo>
                    <a:pt x="6848764" y="2568895"/>
                  </a:lnTo>
                  <a:lnTo>
                    <a:pt x="6849399" y="2566850"/>
                  </a:lnTo>
                  <a:lnTo>
                    <a:pt x="6850034" y="2564927"/>
                  </a:lnTo>
                  <a:lnTo>
                    <a:pt x="6850669" y="2563298"/>
                  </a:lnTo>
                  <a:lnTo>
                    <a:pt x="6851303" y="2561881"/>
                  </a:lnTo>
                  <a:lnTo>
                    <a:pt x="6851938" y="2560353"/>
                  </a:lnTo>
                  <a:lnTo>
                    <a:pt x="6852573" y="2558845"/>
                  </a:lnTo>
                  <a:lnTo>
                    <a:pt x="6853208" y="2557043"/>
                  </a:lnTo>
                  <a:lnTo>
                    <a:pt x="6853843" y="2555393"/>
                  </a:lnTo>
                  <a:lnTo>
                    <a:pt x="6854478" y="2554138"/>
                  </a:lnTo>
                  <a:lnTo>
                    <a:pt x="6855113" y="2552984"/>
                  </a:lnTo>
                  <a:lnTo>
                    <a:pt x="6855747" y="2551972"/>
                  </a:lnTo>
                  <a:lnTo>
                    <a:pt x="6856382" y="2550960"/>
                  </a:lnTo>
                  <a:lnTo>
                    <a:pt x="6857017" y="2549948"/>
                  </a:lnTo>
                  <a:lnTo>
                    <a:pt x="6857652" y="2548966"/>
                  </a:lnTo>
                  <a:lnTo>
                    <a:pt x="6858287" y="2548157"/>
                  </a:lnTo>
                  <a:lnTo>
                    <a:pt x="6858922" y="2547458"/>
                  </a:lnTo>
                  <a:lnTo>
                    <a:pt x="6859556" y="2546871"/>
                  </a:lnTo>
                  <a:lnTo>
                    <a:pt x="6860191" y="2546466"/>
                  </a:lnTo>
                  <a:lnTo>
                    <a:pt x="6860826" y="2546061"/>
                  </a:lnTo>
                  <a:lnTo>
                    <a:pt x="6861461" y="2545657"/>
                  </a:lnTo>
                  <a:lnTo>
                    <a:pt x="6862096" y="2545424"/>
                  </a:lnTo>
                  <a:lnTo>
                    <a:pt x="6862731" y="2545424"/>
                  </a:lnTo>
                  <a:lnTo>
                    <a:pt x="6863366" y="2545626"/>
                  </a:lnTo>
                  <a:lnTo>
                    <a:pt x="6864000" y="2546132"/>
                  </a:lnTo>
                  <a:lnTo>
                    <a:pt x="6864635" y="2547286"/>
                  </a:lnTo>
                  <a:lnTo>
                    <a:pt x="6865270" y="2549159"/>
                  </a:lnTo>
                  <a:lnTo>
                    <a:pt x="6865905" y="2551385"/>
                  </a:lnTo>
                  <a:lnTo>
                    <a:pt x="6866540" y="2553662"/>
                  </a:lnTo>
                  <a:lnTo>
                    <a:pt x="6867175" y="2556254"/>
                  </a:lnTo>
                  <a:lnTo>
                    <a:pt x="6867809" y="2559280"/>
                  </a:lnTo>
                  <a:lnTo>
                    <a:pt x="6868444" y="2563257"/>
                  </a:lnTo>
                  <a:lnTo>
                    <a:pt x="6869079" y="2568369"/>
                  </a:lnTo>
                  <a:lnTo>
                    <a:pt x="6869714" y="2573763"/>
                  </a:lnTo>
                  <a:lnTo>
                    <a:pt x="6870349" y="2579877"/>
                  </a:lnTo>
                  <a:lnTo>
                    <a:pt x="6870984" y="2585192"/>
                  </a:lnTo>
                  <a:lnTo>
                    <a:pt x="6871619" y="2590653"/>
                  </a:lnTo>
                  <a:lnTo>
                    <a:pt x="6872253" y="2596389"/>
                  </a:lnTo>
                  <a:lnTo>
                    <a:pt x="6872888" y="2602216"/>
                  </a:lnTo>
                  <a:lnTo>
                    <a:pt x="6873523" y="2607944"/>
                  </a:lnTo>
                  <a:lnTo>
                    <a:pt x="6874158" y="2613431"/>
                  </a:lnTo>
                  <a:lnTo>
                    <a:pt x="6874793" y="2618470"/>
                  </a:lnTo>
                  <a:lnTo>
                    <a:pt x="6875428" y="2623233"/>
                  </a:lnTo>
                  <a:lnTo>
                    <a:pt x="6876062" y="2627883"/>
                  </a:lnTo>
                  <a:lnTo>
                    <a:pt x="6876697" y="2632397"/>
                  </a:lnTo>
                  <a:lnTo>
                    <a:pt x="6877332" y="2636396"/>
                  </a:lnTo>
                  <a:lnTo>
                    <a:pt x="6877967" y="2639342"/>
                  </a:lnTo>
                  <a:lnTo>
                    <a:pt x="6878602" y="2641226"/>
                  </a:lnTo>
                  <a:lnTo>
                    <a:pt x="6879237" y="2642877"/>
                  </a:lnTo>
                  <a:lnTo>
                    <a:pt x="6879872" y="2643909"/>
                  </a:lnTo>
                  <a:lnTo>
                    <a:pt x="6880506" y="2644911"/>
                  </a:lnTo>
                  <a:lnTo>
                    <a:pt x="6881141" y="2645787"/>
                  </a:lnTo>
                  <a:lnTo>
                    <a:pt x="6881776" y="2646760"/>
                  </a:lnTo>
                  <a:lnTo>
                    <a:pt x="6882411" y="2647400"/>
                  </a:lnTo>
                  <a:lnTo>
                    <a:pt x="6883046" y="2647878"/>
                  </a:lnTo>
                  <a:lnTo>
                    <a:pt x="6883681" y="2648151"/>
                  </a:lnTo>
                  <a:lnTo>
                    <a:pt x="6884315" y="2647789"/>
                  </a:lnTo>
                  <a:lnTo>
                    <a:pt x="6884950" y="2647305"/>
                  </a:lnTo>
                  <a:lnTo>
                    <a:pt x="6885585" y="2646561"/>
                  </a:lnTo>
                  <a:lnTo>
                    <a:pt x="6886220" y="2645538"/>
                  </a:lnTo>
                  <a:lnTo>
                    <a:pt x="6886855" y="2644544"/>
                  </a:lnTo>
                  <a:lnTo>
                    <a:pt x="6887490" y="2643625"/>
                  </a:lnTo>
                  <a:lnTo>
                    <a:pt x="6888125" y="2642776"/>
                  </a:lnTo>
                  <a:lnTo>
                    <a:pt x="6888759" y="2641928"/>
                  </a:lnTo>
                  <a:lnTo>
                    <a:pt x="6889394" y="2641095"/>
                  </a:lnTo>
                  <a:lnTo>
                    <a:pt x="6890029" y="2640399"/>
                  </a:lnTo>
                  <a:lnTo>
                    <a:pt x="6890664" y="2639435"/>
                  </a:lnTo>
                  <a:lnTo>
                    <a:pt x="6891299" y="2638339"/>
                  </a:lnTo>
                  <a:lnTo>
                    <a:pt x="6891934" y="2637296"/>
                  </a:lnTo>
                  <a:lnTo>
                    <a:pt x="6892568" y="2636254"/>
                  </a:lnTo>
                  <a:lnTo>
                    <a:pt x="6893203" y="2635122"/>
                  </a:lnTo>
                  <a:lnTo>
                    <a:pt x="6893838" y="2634003"/>
                  </a:lnTo>
                  <a:lnTo>
                    <a:pt x="6894473" y="2632946"/>
                  </a:lnTo>
                  <a:lnTo>
                    <a:pt x="6895108" y="2632116"/>
                  </a:lnTo>
                  <a:lnTo>
                    <a:pt x="6895743" y="2631508"/>
                  </a:lnTo>
                  <a:lnTo>
                    <a:pt x="6896377" y="2630972"/>
                  </a:lnTo>
                  <a:lnTo>
                    <a:pt x="6897012" y="2630618"/>
                  </a:lnTo>
                  <a:lnTo>
                    <a:pt x="6897647" y="2630415"/>
                  </a:lnTo>
                  <a:lnTo>
                    <a:pt x="6898282" y="2630213"/>
                  </a:lnTo>
                  <a:lnTo>
                    <a:pt x="6898917" y="2630010"/>
                  </a:lnTo>
                  <a:lnTo>
                    <a:pt x="6899552" y="2629899"/>
                  </a:lnTo>
                  <a:lnTo>
                    <a:pt x="6900187" y="2630104"/>
                  </a:lnTo>
                  <a:lnTo>
                    <a:pt x="6900821" y="2630237"/>
                  </a:lnTo>
                  <a:lnTo>
                    <a:pt x="6901456" y="2630361"/>
                  </a:lnTo>
                  <a:lnTo>
                    <a:pt x="6902091" y="2630461"/>
                  </a:lnTo>
                  <a:lnTo>
                    <a:pt x="6902726" y="2630594"/>
                  </a:lnTo>
                  <a:lnTo>
                    <a:pt x="6903361" y="2630791"/>
                  </a:lnTo>
                  <a:lnTo>
                    <a:pt x="6903996" y="2631104"/>
                  </a:lnTo>
                  <a:lnTo>
                    <a:pt x="6904630" y="2631228"/>
                  </a:lnTo>
                  <a:lnTo>
                    <a:pt x="6905265" y="2631444"/>
                  </a:lnTo>
                  <a:lnTo>
                    <a:pt x="6905900" y="2631643"/>
                  </a:lnTo>
                  <a:lnTo>
                    <a:pt x="6906535" y="2631670"/>
                  </a:lnTo>
                  <a:lnTo>
                    <a:pt x="6907170" y="2631635"/>
                  </a:lnTo>
                  <a:lnTo>
                    <a:pt x="6907805" y="2631797"/>
                  </a:lnTo>
                  <a:lnTo>
                    <a:pt x="6908440" y="2632046"/>
                  </a:lnTo>
                  <a:lnTo>
                    <a:pt x="6909074" y="2632139"/>
                  </a:lnTo>
                  <a:lnTo>
                    <a:pt x="6909709" y="2632075"/>
                  </a:lnTo>
                  <a:lnTo>
                    <a:pt x="6910344" y="2631916"/>
                  </a:lnTo>
                  <a:lnTo>
                    <a:pt x="6910979" y="2631700"/>
                  </a:lnTo>
                  <a:lnTo>
                    <a:pt x="6911614" y="2631440"/>
                  </a:lnTo>
                  <a:lnTo>
                    <a:pt x="6912249" y="2631288"/>
                  </a:lnTo>
                  <a:lnTo>
                    <a:pt x="6912883" y="2631157"/>
                  </a:lnTo>
                  <a:lnTo>
                    <a:pt x="6913518" y="2630976"/>
                  </a:lnTo>
                  <a:lnTo>
                    <a:pt x="6914153" y="2630953"/>
                  </a:lnTo>
                  <a:lnTo>
                    <a:pt x="6914788" y="2630506"/>
                  </a:lnTo>
                  <a:lnTo>
                    <a:pt x="6915423" y="2629865"/>
                  </a:lnTo>
                  <a:lnTo>
                    <a:pt x="6916058" y="2629244"/>
                  </a:lnTo>
                  <a:lnTo>
                    <a:pt x="6916693" y="2628866"/>
                  </a:lnTo>
                  <a:lnTo>
                    <a:pt x="6917327" y="2628565"/>
                  </a:lnTo>
                  <a:lnTo>
                    <a:pt x="6917962" y="2628274"/>
                  </a:lnTo>
                  <a:lnTo>
                    <a:pt x="6918597" y="2627978"/>
                  </a:lnTo>
                  <a:lnTo>
                    <a:pt x="6919232" y="2627735"/>
                  </a:lnTo>
                  <a:lnTo>
                    <a:pt x="6919867" y="2627650"/>
                  </a:lnTo>
                  <a:lnTo>
                    <a:pt x="6920502" y="2627635"/>
                  </a:lnTo>
                  <a:lnTo>
                    <a:pt x="6921136" y="2627672"/>
                  </a:lnTo>
                  <a:lnTo>
                    <a:pt x="6921771" y="2627593"/>
                  </a:lnTo>
                  <a:lnTo>
                    <a:pt x="6922406" y="2627629"/>
                  </a:lnTo>
                  <a:lnTo>
                    <a:pt x="6923041" y="2627527"/>
                  </a:lnTo>
                  <a:lnTo>
                    <a:pt x="6923676" y="2627429"/>
                  </a:lnTo>
                  <a:lnTo>
                    <a:pt x="6924311" y="2627195"/>
                  </a:lnTo>
                  <a:lnTo>
                    <a:pt x="6924946" y="2627113"/>
                  </a:lnTo>
                  <a:lnTo>
                    <a:pt x="6925580" y="2627059"/>
                  </a:lnTo>
                  <a:lnTo>
                    <a:pt x="6926215" y="2626571"/>
                  </a:lnTo>
                  <a:lnTo>
                    <a:pt x="6926850" y="2625816"/>
                  </a:lnTo>
                  <a:lnTo>
                    <a:pt x="6927485" y="2624816"/>
                  </a:lnTo>
                  <a:lnTo>
                    <a:pt x="6928120" y="2623696"/>
                  </a:lnTo>
                  <a:lnTo>
                    <a:pt x="6928755" y="2622279"/>
                  </a:lnTo>
                  <a:lnTo>
                    <a:pt x="6929389" y="2620660"/>
                  </a:lnTo>
                  <a:lnTo>
                    <a:pt x="6930024" y="2618939"/>
                  </a:lnTo>
                  <a:lnTo>
                    <a:pt x="6930659" y="2617228"/>
                  </a:lnTo>
                  <a:lnTo>
                    <a:pt x="6931294" y="2615516"/>
                  </a:lnTo>
                  <a:lnTo>
                    <a:pt x="6931929" y="2613536"/>
                  </a:lnTo>
                  <a:lnTo>
                    <a:pt x="6932564" y="2611591"/>
                  </a:lnTo>
                  <a:lnTo>
                    <a:pt x="6933199" y="2609717"/>
                  </a:lnTo>
                  <a:lnTo>
                    <a:pt x="6933833" y="2607833"/>
                  </a:lnTo>
                  <a:lnTo>
                    <a:pt x="6934468" y="2605757"/>
                  </a:lnTo>
                  <a:lnTo>
                    <a:pt x="6935103" y="2603781"/>
                  </a:lnTo>
                  <a:lnTo>
                    <a:pt x="6935738" y="2602340"/>
                  </a:lnTo>
                  <a:lnTo>
                    <a:pt x="6936373" y="2601001"/>
                  </a:lnTo>
                  <a:lnTo>
                    <a:pt x="6937008" y="2599773"/>
                  </a:lnTo>
                  <a:lnTo>
                    <a:pt x="6937642" y="2598707"/>
                  </a:lnTo>
                  <a:lnTo>
                    <a:pt x="6938277" y="2597856"/>
                  </a:lnTo>
                  <a:lnTo>
                    <a:pt x="6938912" y="2597216"/>
                  </a:lnTo>
                  <a:lnTo>
                    <a:pt x="6939547" y="2596761"/>
                  </a:lnTo>
                  <a:lnTo>
                    <a:pt x="6940182" y="2596567"/>
                  </a:lnTo>
                  <a:lnTo>
                    <a:pt x="6940817" y="2596721"/>
                  </a:lnTo>
                  <a:lnTo>
                    <a:pt x="6941452" y="2597386"/>
                  </a:lnTo>
                  <a:lnTo>
                    <a:pt x="6942086" y="2598781"/>
                  </a:lnTo>
                  <a:lnTo>
                    <a:pt x="6942721" y="2600129"/>
                  </a:lnTo>
                  <a:lnTo>
                    <a:pt x="6943356" y="2601721"/>
                  </a:lnTo>
                  <a:lnTo>
                    <a:pt x="6943991" y="2603358"/>
                  </a:lnTo>
                  <a:lnTo>
                    <a:pt x="6944626" y="2604924"/>
                  </a:lnTo>
                  <a:lnTo>
                    <a:pt x="6945261" y="2606399"/>
                  </a:lnTo>
                  <a:lnTo>
                    <a:pt x="6945895" y="2607789"/>
                  </a:lnTo>
                  <a:lnTo>
                    <a:pt x="6946530" y="2609281"/>
                  </a:lnTo>
                  <a:lnTo>
                    <a:pt x="6947165" y="2610822"/>
                  </a:lnTo>
                  <a:lnTo>
                    <a:pt x="6947800" y="2612280"/>
                  </a:lnTo>
                  <a:lnTo>
                    <a:pt x="6948435" y="2613776"/>
                  </a:lnTo>
                  <a:lnTo>
                    <a:pt x="6949070" y="2614769"/>
                  </a:lnTo>
                  <a:lnTo>
                    <a:pt x="6949704" y="2615316"/>
                  </a:lnTo>
                  <a:lnTo>
                    <a:pt x="6950339" y="2615624"/>
                  </a:lnTo>
                  <a:lnTo>
                    <a:pt x="6950974" y="2615974"/>
                  </a:lnTo>
                  <a:lnTo>
                    <a:pt x="6951609" y="2615699"/>
                  </a:lnTo>
                  <a:lnTo>
                    <a:pt x="6952244" y="2615304"/>
                  </a:lnTo>
                  <a:lnTo>
                    <a:pt x="6952879" y="2614294"/>
                  </a:lnTo>
                  <a:lnTo>
                    <a:pt x="6953514" y="2613336"/>
                  </a:lnTo>
                  <a:lnTo>
                    <a:pt x="6954148" y="2612330"/>
                  </a:lnTo>
                  <a:lnTo>
                    <a:pt x="6954783" y="2611152"/>
                  </a:lnTo>
                  <a:lnTo>
                    <a:pt x="6955418" y="2610078"/>
                  </a:lnTo>
                  <a:lnTo>
                    <a:pt x="6956053" y="2608693"/>
                  </a:lnTo>
                  <a:lnTo>
                    <a:pt x="6956688" y="2607248"/>
                  </a:lnTo>
                  <a:lnTo>
                    <a:pt x="6957323" y="2605802"/>
                  </a:lnTo>
                  <a:lnTo>
                    <a:pt x="6957957" y="2604364"/>
                  </a:lnTo>
                  <a:lnTo>
                    <a:pt x="6958592" y="2603431"/>
                  </a:lnTo>
                  <a:lnTo>
                    <a:pt x="6959227" y="2602616"/>
                  </a:lnTo>
                  <a:lnTo>
                    <a:pt x="6959862" y="2602205"/>
                  </a:lnTo>
                  <a:lnTo>
                    <a:pt x="6960497" y="2602330"/>
                  </a:lnTo>
                  <a:lnTo>
                    <a:pt x="6961132" y="2602749"/>
                  </a:lnTo>
                  <a:lnTo>
                    <a:pt x="6961767" y="2603460"/>
                  </a:lnTo>
                  <a:lnTo>
                    <a:pt x="6962401" y="2604475"/>
                  </a:lnTo>
                  <a:lnTo>
                    <a:pt x="6963036" y="2605539"/>
                  </a:lnTo>
                  <a:lnTo>
                    <a:pt x="6963671" y="2606611"/>
                  </a:lnTo>
                  <a:lnTo>
                    <a:pt x="6964306" y="2608014"/>
                  </a:lnTo>
                  <a:lnTo>
                    <a:pt x="6964941" y="2609709"/>
                  </a:lnTo>
                  <a:lnTo>
                    <a:pt x="6965576" y="2611749"/>
                  </a:lnTo>
                  <a:lnTo>
                    <a:pt x="6966210" y="2614193"/>
                  </a:lnTo>
                  <a:lnTo>
                    <a:pt x="6966845" y="2617498"/>
                  </a:lnTo>
                  <a:lnTo>
                    <a:pt x="6967480" y="2621024"/>
                  </a:lnTo>
                  <a:lnTo>
                    <a:pt x="6968115" y="2624860"/>
                  </a:lnTo>
                  <a:lnTo>
                    <a:pt x="6968750" y="2628908"/>
                  </a:lnTo>
                  <a:lnTo>
                    <a:pt x="6969385" y="2632997"/>
                  </a:lnTo>
                  <a:lnTo>
                    <a:pt x="6970020" y="2636803"/>
                  </a:lnTo>
                  <a:lnTo>
                    <a:pt x="6970654" y="2640335"/>
                  </a:lnTo>
                  <a:lnTo>
                    <a:pt x="6971289" y="2643999"/>
                  </a:lnTo>
                  <a:lnTo>
                    <a:pt x="6971924" y="2648108"/>
                  </a:lnTo>
                  <a:lnTo>
                    <a:pt x="6972559" y="2652420"/>
                  </a:lnTo>
                  <a:lnTo>
                    <a:pt x="6973194" y="2656873"/>
                  </a:lnTo>
                  <a:lnTo>
                    <a:pt x="6973829" y="2661154"/>
                  </a:lnTo>
                  <a:lnTo>
                    <a:pt x="6974463" y="2665334"/>
                  </a:lnTo>
                  <a:lnTo>
                    <a:pt x="6975098" y="2669211"/>
                  </a:lnTo>
                  <a:lnTo>
                    <a:pt x="6975733" y="2672844"/>
                  </a:lnTo>
                  <a:lnTo>
                    <a:pt x="6976368" y="2675699"/>
                  </a:lnTo>
                  <a:lnTo>
                    <a:pt x="6977003" y="2678300"/>
                  </a:lnTo>
                  <a:lnTo>
                    <a:pt x="6977638" y="2680537"/>
                  </a:lnTo>
                  <a:lnTo>
                    <a:pt x="6978273" y="2682429"/>
                  </a:lnTo>
                  <a:lnTo>
                    <a:pt x="6978907" y="2684211"/>
                  </a:lnTo>
                  <a:lnTo>
                    <a:pt x="6979542" y="2685729"/>
                  </a:lnTo>
                  <a:lnTo>
                    <a:pt x="6980177" y="2687338"/>
                  </a:lnTo>
                  <a:lnTo>
                    <a:pt x="6980812" y="2688532"/>
                  </a:lnTo>
                  <a:lnTo>
                    <a:pt x="6981447" y="2689180"/>
                  </a:lnTo>
                  <a:lnTo>
                    <a:pt x="6982082" y="2689727"/>
                  </a:lnTo>
                  <a:lnTo>
                    <a:pt x="6982716" y="2690132"/>
                  </a:lnTo>
                  <a:lnTo>
                    <a:pt x="6983351" y="2690536"/>
                  </a:lnTo>
                  <a:lnTo>
                    <a:pt x="6983986" y="2690749"/>
                  </a:lnTo>
                  <a:lnTo>
                    <a:pt x="6984621" y="2690779"/>
                  </a:lnTo>
                  <a:lnTo>
                    <a:pt x="6985256" y="2690476"/>
                  </a:lnTo>
                  <a:lnTo>
                    <a:pt x="6985891" y="2689959"/>
                  </a:lnTo>
                  <a:lnTo>
                    <a:pt x="6986526" y="2689464"/>
                  </a:lnTo>
                  <a:lnTo>
                    <a:pt x="6987160" y="2688856"/>
                  </a:lnTo>
                  <a:lnTo>
                    <a:pt x="6987795" y="2688381"/>
                  </a:lnTo>
                  <a:lnTo>
                    <a:pt x="6988430" y="2687976"/>
                  </a:lnTo>
                  <a:lnTo>
                    <a:pt x="6989065" y="2687804"/>
                  </a:lnTo>
                  <a:lnTo>
                    <a:pt x="6989700" y="2687611"/>
                  </a:lnTo>
                  <a:lnTo>
                    <a:pt x="6990335" y="2687409"/>
                  </a:lnTo>
                  <a:lnTo>
                    <a:pt x="6990969" y="2687146"/>
                  </a:lnTo>
                  <a:lnTo>
                    <a:pt x="6991604" y="2686741"/>
                  </a:lnTo>
                  <a:lnTo>
                    <a:pt x="6992239" y="2686336"/>
                  </a:lnTo>
                  <a:lnTo>
                    <a:pt x="6992874" y="2685850"/>
                  </a:lnTo>
                  <a:lnTo>
                    <a:pt x="6993509" y="2685202"/>
                  </a:lnTo>
                  <a:lnTo>
                    <a:pt x="6994144" y="2684534"/>
                  </a:lnTo>
                  <a:lnTo>
                    <a:pt x="6994779" y="2684028"/>
                  </a:lnTo>
                  <a:lnTo>
                    <a:pt x="6995413" y="2683624"/>
                  </a:lnTo>
                  <a:lnTo>
                    <a:pt x="6996048" y="2683219"/>
                  </a:lnTo>
                  <a:lnTo>
                    <a:pt x="6996683" y="2682814"/>
                  </a:lnTo>
                  <a:lnTo>
                    <a:pt x="6997318" y="2682409"/>
                  </a:lnTo>
                  <a:lnTo>
                    <a:pt x="6997953" y="2682004"/>
                  </a:lnTo>
                  <a:lnTo>
                    <a:pt x="6998588" y="2681539"/>
                  </a:lnTo>
                  <a:lnTo>
                    <a:pt x="6999222" y="2680931"/>
                  </a:lnTo>
                  <a:lnTo>
                    <a:pt x="6999857" y="2680324"/>
                  </a:lnTo>
                  <a:lnTo>
                    <a:pt x="7000492" y="2679636"/>
                  </a:lnTo>
                  <a:lnTo>
                    <a:pt x="7001127" y="2678624"/>
                  </a:lnTo>
                  <a:lnTo>
                    <a:pt x="7001762" y="2677794"/>
                  </a:lnTo>
                  <a:lnTo>
                    <a:pt x="7002397" y="2677126"/>
                  </a:lnTo>
                  <a:lnTo>
                    <a:pt x="7003031" y="2676407"/>
                  </a:lnTo>
                  <a:lnTo>
                    <a:pt x="7003666" y="2676036"/>
                  </a:lnTo>
                  <a:lnTo>
                    <a:pt x="7004301" y="2675843"/>
                  </a:lnTo>
                  <a:lnTo>
                    <a:pt x="7004936" y="2675946"/>
                  </a:lnTo>
                  <a:lnTo>
                    <a:pt x="7005571" y="2676179"/>
                  </a:lnTo>
                  <a:lnTo>
                    <a:pt x="7006206" y="2676413"/>
                  </a:lnTo>
                  <a:lnTo>
                    <a:pt x="7006841" y="2676921"/>
                  </a:lnTo>
                  <a:lnTo>
                    <a:pt x="7007475" y="2677351"/>
                  </a:lnTo>
                  <a:lnTo>
                    <a:pt x="7008110" y="2677818"/>
                  </a:lnTo>
                  <a:lnTo>
                    <a:pt x="7008745" y="2678107"/>
                  </a:lnTo>
                  <a:lnTo>
                    <a:pt x="7009380" y="2678426"/>
                  </a:lnTo>
                  <a:lnTo>
                    <a:pt x="7010015" y="2678845"/>
                  </a:lnTo>
                  <a:lnTo>
                    <a:pt x="7010650" y="2679486"/>
                  </a:lnTo>
                  <a:lnTo>
                    <a:pt x="7011284" y="2680368"/>
                  </a:lnTo>
                  <a:lnTo>
                    <a:pt x="7011919" y="2681220"/>
                  </a:lnTo>
                  <a:lnTo>
                    <a:pt x="7012554" y="2682535"/>
                  </a:lnTo>
                  <a:lnTo>
                    <a:pt x="7013189" y="2684058"/>
                  </a:lnTo>
                  <a:lnTo>
                    <a:pt x="7013824" y="2685574"/>
                  </a:lnTo>
                  <a:lnTo>
                    <a:pt x="7014459" y="2686913"/>
                  </a:lnTo>
                  <a:lnTo>
                    <a:pt x="7015094" y="2688182"/>
                  </a:lnTo>
                  <a:lnTo>
                    <a:pt x="7015728" y="2689451"/>
                  </a:lnTo>
                  <a:lnTo>
                    <a:pt x="7016363" y="2690663"/>
                  </a:lnTo>
                  <a:lnTo>
                    <a:pt x="7016998" y="2691719"/>
                  </a:lnTo>
                  <a:lnTo>
                    <a:pt x="7017633" y="2692682"/>
                  </a:lnTo>
                  <a:lnTo>
                    <a:pt x="7018268" y="2693779"/>
                  </a:lnTo>
                  <a:lnTo>
                    <a:pt x="7018903" y="2694821"/>
                  </a:lnTo>
                  <a:lnTo>
                    <a:pt x="7019537" y="2695863"/>
                  </a:lnTo>
                  <a:lnTo>
                    <a:pt x="7020172" y="2696995"/>
                  </a:lnTo>
                  <a:lnTo>
                    <a:pt x="7020807" y="2698114"/>
                  </a:lnTo>
                  <a:lnTo>
                    <a:pt x="7021442" y="2699172"/>
                  </a:lnTo>
                  <a:lnTo>
                    <a:pt x="7022077" y="2699931"/>
                  </a:lnTo>
                  <a:lnTo>
                    <a:pt x="7022712" y="2700336"/>
                  </a:lnTo>
                  <a:lnTo>
                    <a:pt x="7023347" y="2700670"/>
                  </a:lnTo>
                  <a:lnTo>
                    <a:pt x="7023981" y="2700872"/>
                  </a:lnTo>
                  <a:lnTo>
                    <a:pt x="7024616" y="2701075"/>
                  </a:lnTo>
                  <a:lnTo>
                    <a:pt x="7025251" y="2701166"/>
                  </a:lnTo>
                  <a:lnTo>
                    <a:pt x="7025886" y="2701166"/>
                  </a:lnTo>
                  <a:lnTo>
                    <a:pt x="7026521" y="2701166"/>
                  </a:lnTo>
                  <a:lnTo>
                    <a:pt x="7027156" y="2700961"/>
                  </a:lnTo>
                  <a:lnTo>
                    <a:pt x="7027790" y="2700828"/>
                  </a:lnTo>
                  <a:lnTo>
                    <a:pt x="7028425" y="2700703"/>
                  </a:lnTo>
                  <a:lnTo>
                    <a:pt x="7029060" y="2700604"/>
                  </a:lnTo>
                  <a:lnTo>
                    <a:pt x="7029695" y="2700471"/>
                  </a:lnTo>
                  <a:lnTo>
                    <a:pt x="7030330" y="2700088"/>
                  </a:lnTo>
                  <a:lnTo>
                    <a:pt x="7030965" y="2699764"/>
                  </a:lnTo>
                  <a:lnTo>
                    <a:pt x="7031600" y="2699828"/>
                  </a:lnTo>
                  <a:lnTo>
                    <a:pt x="7032234" y="2700278"/>
                  </a:lnTo>
                  <a:lnTo>
                    <a:pt x="7032869" y="2700921"/>
                  </a:lnTo>
                  <a:lnTo>
                    <a:pt x="7033504" y="2701761"/>
                  </a:lnTo>
                  <a:lnTo>
                    <a:pt x="7034139" y="2702538"/>
                  </a:lnTo>
                  <a:lnTo>
                    <a:pt x="7034774" y="2703230"/>
                  </a:lnTo>
                  <a:lnTo>
                    <a:pt x="7035409" y="2703925"/>
                  </a:lnTo>
                  <a:lnTo>
                    <a:pt x="7036043" y="2704702"/>
                  </a:lnTo>
                  <a:lnTo>
                    <a:pt x="7036678" y="2705544"/>
                  </a:lnTo>
                  <a:lnTo>
                    <a:pt x="7037313" y="2706482"/>
                  </a:lnTo>
                  <a:lnTo>
                    <a:pt x="7037948" y="2707476"/>
                  </a:lnTo>
                  <a:lnTo>
                    <a:pt x="7038583" y="2708515"/>
                  </a:lnTo>
                  <a:lnTo>
                    <a:pt x="7039218" y="2709445"/>
                  </a:lnTo>
                  <a:lnTo>
                    <a:pt x="7039853" y="2710402"/>
                  </a:lnTo>
                  <a:lnTo>
                    <a:pt x="7040487" y="2711353"/>
                  </a:lnTo>
                  <a:lnTo>
                    <a:pt x="7041122" y="2712297"/>
                  </a:lnTo>
                  <a:lnTo>
                    <a:pt x="7041757" y="2713240"/>
                  </a:lnTo>
                  <a:lnTo>
                    <a:pt x="7042392" y="2714165"/>
                  </a:lnTo>
                  <a:lnTo>
                    <a:pt x="7043027" y="2715059"/>
                  </a:lnTo>
                  <a:lnTo>
                    <a:pt x="7043662" y="2715932"/>
                  </a:lnTo>
                  <a:lnTo>
                    <a:pt x="7044296" y="2716841"/>
                  </a:lnTo>
                  <a:lnTo>
                    <a:pt x="7044931" y="2717740"/>
                  </a:lnTo>
                  <a:lnTo>
                    <a:pt x="7045566" y="2718470"/>
                  </a:lnTo>
                  <a:lnTo>
                    <a:pt x="7046201" y="2718976"/>
                  </a:lnTo>
                  <a:lnTo>
                    <a:pt x="7046836" y="2719265"/>
                  </a:lnTo>
                  <a:lnTo>
                    <a:pt x="7047471" y="2719482"/>
                  </a:lnTo>
                  <a:lnTo>
                    <a:pt x="7048106" y="2719647"/>
                  </a:lnTo>
                  <a:lnTo>
                    <a:pt x="7048740" y="2719929"/>
                  </a:lnTo>
                  <a:lnTo>
                    <a:pt x="7049375" y="2720196"/>
                  </a:lnTo>
                  <a:lnTo>
                    <a:pt x="7050010" y="2720561"/>
                  </a:lnTo>
                  <a:lnTo>
                    <a:pt x="7050645" y="2720660"/>
                  </a:lnTo>
                  <a:lnTo>
                    <a:pt x="7051280" y="2720893"/>
                  </a:lnTo>
                  <a:lnTo>
                    <a:pt x="7051915" y="2720975"/>
                  </a:lnTo>
                  <a:lnTo>
                    <a:pt x="7052549" y="2720817"/>
                  </a:lnTo>
                  <a:lnTo>
                    <a:pt x="7053184" y="2720809"/>
                  </a:lnTo>
                  <a:lnTo>
                    <a:pt x="7053819" y="2720876"/>
                  </a:lnTo>
                  <a:lnTo>
                    <a:pt x="7054454" y="2721065"/>
                  </a:lnTo>
                  <a:lnTo>
                    <a:pt x="7055089" y="2721306"/>
                  </a:lnTo>
                  <a:lnTo>
                    <a:pt x="7055724" y="2721720"/>
                  </a:lnTo>
                  <a:lnTo>
                    <a:pt x="7056359" y="2722065"/>
                  </a:lnTo>
                  <a:lnTo>
                    <a:pt x="7056993" y="2722368"/>
                  </a:lnTo>
                  <a:lnTo>
                    <a:pt x="7057628" y="2723058"/>
                  </a:lnTo>
                  <a:lnTo>
                    <a:pt x="7058263" y="2723764"/>
                  </a:lnTo>
                  <a:lnTo>
                    <a:pt x="7058898" y="2724963"/>
                  </a:lnTo>
                  <a:lnTo>
                    <a:pt x="7059533" y="2726052"/>
                  </a:lnTo>
                  <a:lnTo>
                    <a:pt x="7060168" y="2727208"/>
                  </a:lnTo>
                  <a:lnTo>
                    <a:pt x="7060802" y="2728374"/>
                  </a:lnTo>
                  <a:lnTo>
                    <a:pt x="7061437" y="2729732"/>
                  </a:lnTo>
                  <a:lnTo>
                    <a:pt x="7062072" y="2731192"/>
                  </a:lnTo>
                  <a:lnTo>
                    <a:pt x="7062707" y="2732391"/>
                  </a:lnTo>
                  <a:lnTo>
                    <a:pt x="7063342" y="2733547"/>
                  </a:lnTo>
                  <a:lnTo>
                    <a:pt x="7063977" y="2734679"/>
                  </a:lnTo>
                  <a:lnTo>
                    <a:pt x="7064611" y="2735822"/>
                  </a:lnTo>
                  <a:lnTo>
                    <a:pt x="7065246" y="2737043"/>
                  </a:lnTo>
                  <a:lnTo>
                    <a:pt x="7065881" y="2738392"/>
                  </a:lnTo>
                  <a:lnTo>
                    <a:pt x="7066516" y="2739852"/>
                  </a:lnTo>
                  <a:lnTo>
                    <a:pt x="7067151" y="2741204"/>
                  </a:lnTo>
                  <a:lnTo>
                    <a:pt x="7067786" y="2742094"/>
                  </a:lnTo>
                  <a:lnTo>
                    <a:pt x="7068421" y="2742478"/>
                  </a:lnTo>
                  <a:lnTo>
                    <a:pt x="7069055" y="2742633"/>
                  </a:lnTo>
                  <a:lnTo>
                    <a:pt x="7069690" y="2742969"/>
                  </a:lnTo>
                  <a:lnTo>
                    <a:pt x="7070325" y="2743152"/>
                  </a:lnTo>
                  <a:lnTo>
                    <a:pt x="7070960" y="2743356"/>
                  </a:lnTo>
                  <a:lnTo>
                    <a:pt x="7071595" y="2743657"/>
                  </a:lnTo>
                  <a:lnTo>
                    <a:pt x="7072230" y="2743956"/>
                  </a:lnTo>
                  <a:lnTo>
                    <a:pt x="7072864" y="2744341"/>
                  </a:lnTo>
                  <a:lnTo>
                    <a:pt x="7073499" y="2744741"/>
                  </a:lnTo>
                  <a:lnTo>
                    <a:pt x="7074134" y="2745141"/>
                  </a:lnTo>
                  <a:lnTo>
                    <a:pt x="7074769" y="2745460"/>
                  </a:lnTo>
                  <a:lnTo>
                    <a:pt x="7075404" y="2745670"/>
                  </a:lnTo>
                  <a:lnTo>
                    <a:pt x="7076039" y="2746104"/>
                  </a:lnTo>
                  <a:lnTo>
                    <a:pt x="7076674" y="2746542"/>
                  </a:lnTo>
                  <a:lnTo>
                    <a:pt x="7077308" y="2747238"/>
                  </a:lnTo>
                  <a:lnTo>
                    <a:pt x="7077943" y="2748091"/>
                  </a:lnTo>
                  <a:lnTo>
                    <a:pt x="7078578" y="2749045"/>
                  </a:lnTo>
                  <a:lnTo>
                    <a:pt x="7079213" y="2749956"/>
                  </a:lnTo>
                  <a:lnTo>
                    <a:pt x="7079848" y="2751371"/>
                  </a:lnTo>
                  <a:lnTo>
                    <a:pt x="7080483" y="2752652"/>
                  </a:lnTo>
                  <a:lnTo>
                    <a:pt x="7081117" y="2753830"/>
                  </a:lnTo>
                  <a:lnTo>
                    <a:pt x="7081752" y="2755009"/>
                  </a:lnTo>
                  <a:lnTo>
                    <a:pt x="7082387" y="2756012"/>
                  </a:lnTo>
                  <a:lnTo>
                    <a:pt x="7083022" y="2757053"/>
                  </a:lnTo>
                  <a:lnTo>
                    <a:pt x="7083657" y="2758093"/>
                  </a:lnTo>
                  <a:lnTo>
                    <a:pt x="7084292" y="2759215"/>
                  </a:lnTo>
                  <a:lnTo>
                    <a:pt x="7084927" y="2760269"/>
                  </a:lnTo>
                  <a:lnTo>
                    <a:pt x="7085561" y="2760796"/>
                  </a:lnTo>
                  <a:lnTo>
                    <a:pt x="7086196" y="2761593"/>
                  </a:lnTo>
                  <a:lnTo>
                    <a:pt x="7086831" y="2761948"/>
                  </a:lnTo>
                  <a:lnTo>
                    <a:pt x="7087466" y="2761907"/>
                  </a:lnTo>
                  <a:lnTo>
                    <a:pt x="7088101" y="2761870"/>
                  </a:lnTo>
                  <a:lnTo>
                    <a:pt x="7088736" y="2761737"/>
                  </a:lnTo>
                  <a:lnTo>
                    <a:pt x="7089370" y="2761375"/>
                  </a:lnTo>
                  <a:lnTo>
                    <a:pt x="7090005" y="2760946"/>
                  </a:lnTo>
                  <a:lnTo>
                    <a:pt x="7090640" y="2760473"/>
                  </a:lnTo>
                  <a:lnTo>
                    <a:pt x="7091275" y="2759589"/>
                  </a:lnTo>
                  <a:lnTo>
                    <a:pt x="7091910" y="2758669"/>
                  </a:lnTo>
                  <a:lnTo>
                    <a:pt x="7092545" y="2757734"/>
                  </a:lnTo>
                  <a:lnTo>
                    <a:pt x="7093180" y="2756716"/>
                  </a:lnTo>
                  <a:lnTo>
                    <a:pt x="7093814" y="2755729"/>
                  </a:lnTo>
                  <a:lnTo>
                    <a:pt x="7094449" y="2754753"/>
                  </a:lnTo>
                  <a:lnTo>
                    <a:pt x="7095084" y="2753942"/>
                  </a:lnTo>
                  <a:lnTo>
                    <a:pt x="7095719" y="2753116"/>
                  </a:lnTo>
                  <a:lnTo>
                    <a:pt x="7096354" y="2752412"/>
                  </a:lnTo>
                  <a:lnTo>
                    <a:pt x="7096989" y="2751827"/>
                  </a:lnTo>
                  <a:lnTo>
                    <a:pt x="7097623" y="2751415"/>
                  </a:lnTo>
                  <a:lnTo>
                    <a:pt x="7098258" y="2750807"/>
                  </a:lnTo>
                  <a:lnTo>
                    <a:pt x="7098893" y="2750321"/>
                  </a:lnTo>
                  <a:lnTo>
                    <a:pt x="7099528" y="2749917"/>
                  </a:lnTo>
                  <a:lnTo>
                    <a:pt x="7100163" y="2749562"/>
                  </a:lnTo>
                  <a:lnTo>
                    <a:pt x="7100798" y="2749562"/>
                  </a:lnTo>
                  <a:lnTo>
                    <a:pt x="7101433" y="2749684"/>
                  </a:lnTo>
                  <a:lnTo>
                    <a:pt x="7102067" y="2749957"/>
                  </a:lnTo>
                  <a:lnTo>
                    <a:pt x="7102702" y="2750362"/>
                  </a:lnTo>
                  <a:lnTo>
                    <a:pt x="7103337" y="2750767"/>
                  </a:lnTo>
                  <a:lnTo>
                    <a:pt x="7103972" y="2751303"/>
                  </a:lnTo>
                  <a:lnTo>
                    <a:pt x="7104607" y="2751911"/>
                  </a:lnTo>
                  <a:lnTo>
                    <a:pt x="7105242" y="2752649"/>
                  </a:lnTo>
                  <a:lnTo>
                    <a:pt x="7105876" y="2753388"/>
                  </a:lnTo>
                  <a:lnTo>
                    <a:pt x="7106511" y="2754188"/>
                  </a:lnTo>
                  <a:lnTo>
                    <a:pt x="7107146" y="2754997"/>
                  </a:lnTo>
                  <a:lnTo>
                    <a:pt x="7107781" y="2755615"/>
                  </a:lnTo>
                  <a:lnTo>
                    <a:pt x="7108416" y="2755999"/>
                  </a:lnTo>
                  <a:lnTo>
                    <a:pt x="7109051" y="2756161"/>
                  </a:lnTo>
                  <a:lnTo>
                    <a:pt x="7109686" y="2756161"/>
                  </a:lnTo>
                  <a:lnTo>
                    <a:pt x="7110320" y="2756161"/>
                  </a:lnTo>
                  <a:lnTo>
                    <a:pt x="7110955" y="2756161"/>
                  </a:lnTo>
                  <a:lnTo>
                    <a:pt x="7111590" y="2756303"/>
                  </a:lnTo>
                  <a:lnTo>
                    <a:pt x="7112225" y="2756607"/>
                  </a:lnTo>
                  <a:lnTo>
                    <a:pt x="7112860" y="2757012"/>
                  </a:lnTo>
                  <a:lnTo>
                    <a:pt x="7113495" y="2757285"/>
                  </a:lnTo>
                  <a:lnTo>
                    <a:pt x="7114129" y="2757487"/>
                  </a:lnTo>
                  <a:lnTo>
                    <a:pt x="7114764" y="2757558"/>
                  </a:lnTo>
                  <a:lnTo>
                    <a:pt x="7115399" y="2757558"/>
                  </a:lnTo>
                  <a:lnTo>
                    <a:pt x="7116034" y="2757325"/>
                  </a:lnTo>
                  <a:lnTo>
                    <a:pt x="7116669" y="2756921"/>
                  </a:lnTo>
                  <a:lnTo>
                    <a:pt x="7117304" y="2756708"/>
                  </a:lnTo>
                  <a:lnTo>
                    <a:pt x="7117938" y="2756728"/>
                  </a:lnTo>
                  <a:lnTo>
                    <a:pt x="7118573" y="2756971"/>
                  </a:lnTo>
                  <a:lnTo>
                    <a:pt x="7119208" y="2757376"/>
                  </a:lnTo>
                  <a:lnTo>
                    <a:pt x="7119843" y="2757862"/>
                  </a:lnTo>
                  <a:lnTo>
                    <a:pt x="7120478" y="2758510"/>
                  </a:lnTo>
                  <a:lnTo>
                    <a:pt x="7121113" y="2759178"/>
                  </a:lnTo>
                  <a:lnTo>
                    <a:pt x="7121748" y="2759684"/>
                  </a:lnTo>
                  <a:lnTo>
                    <a:pt x="7122382" y="2760088"/>
                  </a:lnTo>
                  <a:lnTo>
                    <a:pt x="7123017" y="2760433"/>
                  </a:lnTo>
                  <a:lnTo>
                    <a:pt x="7123652" y="2760635"/>
                  </a:lnTo>
                  <a:lnTo>
                    <a:pt x="7124287" y="2760837"/>
                  </a:lnTo>
                  <a:lnTo>
                    <a:pt x="7124922" y="2761040"/>
                  </a:lnTo>
                  <a:lnTo>
                    <a:pt x="7125557" y="2761273"/>
                  </a:lnTo>
                  <a:lnTo>
                    <a:pt x="7126191" y="2761475"/>
                  </a:lnTo>
                  <a:lnTo>
                    <a:pt x="7126826" y="2761475"/>
                  </a:lnTo>
                  <a:lnTo>
                    <a:pt x="7127461" y="2761354"/>
                  </a:lnTo>
                  <a:lnTo>
                    <a:pt x="7128096" y="2761556"/>
                  </a:lnTo>
                  <a:lnTo>
                    <a:pt x="7128731" y="2761758"/>
                  </a:lnTo>
                  <a:lnTo>
                    <a:pt x="7129366" y="2761819"/>
                  </a:lnTo>
                  <a:lnTo>
                    <a:pt x="7130001" y="2761931"/>
                  </a:lnTo>
                  <a:lnTo>
                    <a:pt x="7130635" y="2761715"/>
                  </a:lnTo>
                  <a:lnTo>
                    <a:pt x="7131270" y="2761502"/>
                  </a:lnTo>
                  <a:lnTo>
                    <a:pt x="7131905" y="2761269"/>
                  </a:lnTo>
                  <a:lnTo>
                    <a:pt x="7132540" y="2760954"/>
                  </a:lnTo>
                  <a:lnTo>
                    <a:pt x="7133175" y="2760720"/>
                  </a:lnTo>
                  <a:lnTo>
                    <a:pt x="7133810" y="2760243"/>
                  </a:lnTo>
                  <a:lnTo>
                    <a:pt x="7134444" y="2759765"/>
                  </a:lnTo>
                  <a:lnTo>
                    <a:pt x="7135079" y="2759261"/>
                  </a:lnTo>
                  <a:lnTo>
                    <a:pt x="7135714" y="2758828"/>
                  </a:lnTo>
                  <a:lnTo>
                    <a:pt x="7136349" y="2758828"/>
                  </a:lnTo>
                  <a:lnTo>
                    <a:pt x="7136984" y="2758977"/>
                  </a:lnTo>
                  <a:lnTo>
                    <a:pt x="7137619" y="2758896"/>
                  </a:lnTo>
                  <a:lnTo>
                    <a:pt x="7138254" y="2758855"/>
                  </a:lnTo>
                  <a:lnTo>
                    <a:pt x="7138888" y="2758885"/>
                  </a:lnTo>
                  <a:lnTo>
                    <a:pt x="7139523" y="2758772"/>
                  </a:lnTo>
                  <a:lnTo>
                    <a:pt x="7140158" y="2758556"/>
                  </a:lnTo>
                  <a:lnTo>
                    <a:pt x="7140793" y="2758289"/>
                  </a:lnTo>
                  <a:lnTo>
                    <a:pt x="7141428" y="2758123"/>
                  </a:lnTo>
                  <a:lnTo>
                    <a:pt x="7142063" y="2758073"/>
                  </a:lnTo>
                  <a:lnTo>
                    <a:pt x="7142697" y="2758032"/>
                  </a:lnTo>
                  <a:lnTo>
                    <a:pt x="7143332" y="2757907"/>
                  </a:lnTo>
                  <a:lnTo>
                    <a:pt x="7143967" y="2757782"/>
                  </a:lnTo>
                  <a:lnTo>
                    <a:pt x="7144602" y="2757834"/>
                  </a:lnTo>
                  <a:lnTo>
                    <a:pt x="7145237" y="2757778"/>
                  </a:lnTo>
                  <a:lnTo>
                    <a:pt x="7145872" y="2757431"/>
                  </a:lnTo>
                  <a:lnTo>
                    <a:pt x="7146507" y="2756916"/>
                  </a:lnTo>
                  <a:lnTo>
                    <a:pt x="7147141" y="2756402"/>
                  </a:lnTo>
                  <a:lnTo>
                    <a:pt x="7147776" y="2755848"/>
                  </a:lnTo>
                  <a:lnTo>
                    <a:pt x="7148411" y="2754876"/>
                  </a:lnTo>
                  <a:lnTo>
                    <a:pt x="7149046" y="2753824"/>
                  </a:lnTo>
                  <a:lnTo>
                    <a:pt x="7149681" y="2752609"/>
                  </a:lnTo>
                  <a:lnTo>
                    <a:pt x="7150316" y="2751182"/>
                  </a:lnTo>
                  <a:lnTo>
                    <a:pt x="7150950" y="2749360"/>
                  </a:lnTo>
                  <a:lnTo>
                    <a:pt x="7151585" y="2747538"/>
                  </a:lnTo>
                  <a:lnTo>
                    <a:pt x="7152220" y="2745878"/>
                  </a:lnTo>
                  <a:lnTo>
                    <a:pt x="7152855" y="2744279"/>
                  </a:lnTo>
                  <a:lnTo>
                    <a:pt x="7153490" y="2743075"/>
                  </a:lnTo>
                  <a:lnTo>
                    <a:pt x="7154125" y="2741841"/>
                  </a:lnTo>
                  <a:lnTo>
                    <a:pt x="7154760" y="2740745"/>
                  </a:lnTo>
                  <a:lnTo>
                    <a:pt x="7155394" y="2739922"/>
                  </a:lnTo>
                  <a:lnTo>
                    <a:pt x="7156029" y="2739501"/>
                  </a:lnTo>
                  <a:lnTo>
                    <a:pt x="7156664" y="2739080"/>
                  </a:lnTo>
                  <a:lnTo>
                    <a:pt x="7157299" y="2738659"/>
                  </a:lnTo>
                  <a:lnTo>
                    <a:pt x="7157934" y="2738355"/>
                  </a:lnTo>
                  <a:lnTo>
                    <a:pt x="7158569" y="2738089"/>
                  </a:lnTo>
                  <a:lnTo>
                    <a:pt x="7159203" y="2737915"/>
                  </a:lnTo>
                  <a:lnTo>
                    <a:pt x="7159838" y="2737893"/>
                  </a:lnTo>
                  <a:lnTo>
                    <a:pt x="7160473" y="2738152"/>
                  </a:lnTo>
                  <a:lnTo>
                    <a:pt x="7161108" y="2738412"/>
                  </a:lnTo>
                  <a:lnTo>
                    <a:pt x="7161743" y="2738561"/>
                  </a:lnTo>
                  <a:lnTo>
                    <a:pt x="7162378" y="2738748"/>
                  </a:lnTo>
                  <a:lnTo>
                    <a:pt x="7163013" y="2738964"/>
                  </a:lnTo>
                  <a:lnTo>
                    <a:pt x="7163647" y="2739283"/>
                  </a:lnTo>
                  <a:lnTo>
                    <a:pt x="7164282" y="2739501"/>
                  </a:lnTo>
                  <a:lnTo>
                    <a:pt x="7164917" y="2739720"/>
                  </a:lnTo>
                  <a:lnTo>
                    <a:pt x="7165552" y="2739897"/>
                  </a:lnTo>
                  <a:lnTo>
                    <a:pt x="7166187" y="2740074"/>
                  </a:lnTo>
                  <a:lnTo>
                    <a:pt x="7166822" y="2740251"/>
                  </a:lnTo>
                  <a:lnTo>
                    <a:pt x="7167456" y="2740428"/>
                  </a:lnTo>
                  <a:lnTo>
                    <a:pt x="7168091" y="2740593"/>
                  </a:lnTo>
                  <a:lnTo>
                    <a:pt x="7168726" y="2740593"/>
                  </a:lnTo>
                  <a:lnTo>
                    <a:pt x="7169361" y="2740593"/>
                  </a:lnTo>
                  <a:lnTo>
                    <a:pt x="7169996" y="2740593"/>
                  </a:lnTo>
                  <a:lnTo>
                    <a:pt x="7170631" y="2740593"/>
                  </a:lnTo>
                  <a:lnTo>
                    <a:pt x="7171265" y="2740593"/>
                  </a:lnTo>
                  <a:lnTo>
                    <a:pt x="7171900" y="2740593"/>
                  </a:lnTo>
                  <a:lnTo>
                    <a:pt x="7172535" y="2740765"/>
                  </a:lnTo>
                  <a:lnTo>
                    <a:pt x="7173170" y="2741109"/>
                  </a:lnTo>
                  <a:lnTo>
                    <a:pt x="7173805" y="2741514"/>
                  </a:lnTo>
                  <a:lnTo>
                    <a:pt x="7174440" y="2741919"/>
                  </a:lnTo>
                  <a:lnTo>
                    <a:pt x="7175075" y="2742324"/>
                  </a:lnTo>
                  <a:lnTo>
                    <a:pt x="7175709" y="2742729"/>
                  </a:lnTo>
                  <a:lnTo>
                    <a:pt x="7176344" y="2743133"/>
                  </a:lnTo>
                  <a:lnTo>
                    <a:pt x="7176979" y="2743548"/>
                  </a:lnTo>
                  <a:lnTo>
                    <a:pt x="7177614" y="2744156"/>
                  </a:lnTo>
                  <a:lnTo>
                    <a:pt x="7178249" y="2744763"/>
                  </a:lnTo>
                  <a:lnTo>
                    <a:pt x="7178884" y="2745370"/>
                  </a:lnTo>
                  <a:lnTo>
                    <a:pt x="7179518" y="2746119"/>
                  </a:lnTo>
                  <a:lnTo>
                    <a:pt x="7180153" y="2746929"/>
                  </a:lnTo>
                  <a:lnTo>
                    <a:pt x="7180788" y="2747820"/>
                  </a:lnTo>
                  <a:lnTo>
                    <a:pt x="7181423" y="2748832"/>
                  </a:lnTo>
                  <a:lnTo>
                    <a:pt x="7182058" y="2749915"/>
                  </a:lnTo>
                  <a:lnTo>
                    <a:pt x="7182693" y="2751119"/>
                  </a:lnTo>
                  <a:lnTo>
                    <a:pt x="7183328" y="2752597"/>
                  </a:lnTo>
                  <a:lnTo>
                    <a:pt x="7183962" y="2754216"/>
                  </a:lnTo>
                  <a:lnTo>
                    <a:pt x="7184597" y="2755348"/>
                  </a:lnTo>
                  <a:lnTo>
                    <a:pt x="7185232" y="2756352"/>
                  </a:lnTo>
                  <a:lnTo>
                    <a:pt x="7185867" y="2756824"/>
                  </a:lnTo>
                  <a:lnTo>
                    <a:pt x="7186502" y="2757222"/>
                  </a:lnTo>
                  <a:lnTo>
                    <a:pt x="7187137" y="2757484"/>
                  </a:lnTo>
                  <a:lnTo>
                    <a:pt x="7187771" y="2757745"/>
                  </a:lnTo>
                  <a:lnTo>
                    <a:pt x="7188406" y="2758006"/>
                  </a:lnTo>
                  <a:lnTo>
                    <a:pt x="7189041" y="2758165"/>
                  </a:lnTo>
                  <a:lnTo>
                    <a:pt x="7189676" y="2758282"/>
                  </a:lnTo>
                  <a:lnTo>
                    <a:pt x="7190311" y="2758340"/>
                  </a:lnTo>
                  <a:lnTo>
                    <a:pt x="7190946" y="2758312"/>
                  </a:lnTo>
                  <a:lnTo>
                    <a:pt x="7191581" y="2758110"/>
                  </a:lnTo>
                  <a:lnTo>
                    <a:pt x="7192215" y="2757699"/>
                  </a:lnTo>
                  <a:lnTo>
                    <a:pt x="7192850" y="2757049"/>
                  </a:lnTo>
                  <a:lnTo>
                    <a:pt x="7193485" y="2756297"/>
                  </a:lnTo>
                  <a:lnTo>
                    <a:pt x="7194120" y="2755653"/>
                  </a:lnTo>
                  <a:lnTo>
                    <a:pt x="7194755" y="2755132"/>
                  </a:lnTo>
                  <a:lnTo>
                    <a:pt x="7195390" y="2754916"/>
                  </a:lnTo>
                  <a:lnTo>
                    <a:pt x="7196024" y="2754916"/>
                  </a:lnTo>
                  <a:lnTo>
                    <a:pt x="7196659" y="2754916"/>
                  </a:lnTo>
                  <a:lnTo>
                    <a:pt x="7197294" y="2754916"/>
                  </a:lnTo>
                  <a:lnTo>
                    <a:pt x="7197929" y="2754835"/>
                  </a:lnTo>
                  <a:lnTo>
                    <a:pt x="7198564" y="2754460"/>
                  </a:lnTo>
                  <a:lnTo>
                    <a:pt x="7199199" y="2753853"/>
                  </a:lnTo>
                  <a:lnTo>
                    <a:pt x="7199834" y="2753246"/>
                  </a:lnTo>
                  <a:lnTo>
                    <a:pt x="7200468" y="2752406"/>
                  </a:lnTo>
                  <a:lnTo>
                    <a:pt x="7201103" y="2751394"/>
                  </a:lnTo>
                  <a:lnTo>
                    <a:pt x="7201738" y="2750462"/>
                  </a:lnTo>
                  <a:lnTo>
                    <a:pt x="7202373" y="2749653"/>
                  </a:lnTo>
                  <a:lnTo>
                    <a:pt x="7203008" y="2748843"/>
                  </a:lnTo>
                  <a:lnTo>
                    <a:pt x="7203643" y="2748205"/>
                  </a:lnTo>
                  <a:lnTo>
                    <a:pt x="7204277" y="2747396"/>
                  </a:lnTo>
                  <a:lnTo>
                    <a:pt x="7204912" y="2746556"/>
                  </a:lnTo>
                  <a:lnTo>
                    <a:pt x="7205547" y="2745371"/>
                  </a:lnTo>
                  <a:lnTo>
                    <a:pt x="7206182" y="2743954"/>
                  </a:lnTo>
                  <a:lnTo>
                    <a:pt x="7206817" y="2742517"/>
                  </a:lnTo>
                  <a:lnTo>
                    <a:pt x="7207452" y="2740979"/>
                  </a:lnTo>
                  <a:lnTo>
                    <a:pt x="7208087" y="2739683"/>
                  </a:lnTo>
                  <a:lnTo>
                    <a:pt x="7208721" y="2738266"/>
                  </a:lnTo>
                  <a:lnTo>
                    <a:pt x="7209356" y="2736920"/>
                  </a:lnTo>
                  <a:lnTo>
                    <a:pt x="7209991" y="2735736"/>
                  </a:lnTo>
                  <a:lnTo>
                    <a:pt x="7210626" y="2734532"/>
                  </a:lnTo>
                  <a:lnTo>
                    <a:pt x="7211261" y="2733236"/>
                  </a:lnTo>
                  <a:lnTo>
                    <a:pt x="7211896" y="2731819"/>
                  </a:lnTo>
                  <a:lnTo>
                    <a:pt x="7212530" y="2730362"/>
                  </a:lnTo>
                  <a:lnTo>
                    <a:pt x="7213165" y="2728305"/>
                  </a:lnTo>
                  <a:lnTo>
                    <a:pt x="7213800" y="2726327"/>
                  </a:lnTo>
                  <a:lnTo>
                    <a:pt x="7214435" y="2724361"/>
                  </a:lnTo>
                  <a:lnTo>
                    <a:pt x="7215070" y="2722643"/>
                  </a:lnTo>
                  <a:lnTo>
                    <a:pt x="7215705" y="2721043"/>
                  </a:lnTo>
                  <a:lnTo>
                    <a:pt x="7216340" y="2719286"/>
                  </a:lnTo>
                  <a:lnTo>
                    <a:pt x="7216974" y="2717639"/>
                  </a:lnTo>
                  <a:lnTo>
                    <a:pt x="7217609" y="2715693"/>
                  </a:lnTo>
                  <a:lnTo>
                    <a:pt x="7218244" y="2713930"/>
                  </a:lnTo>
                  <a:lnTo>
                    <a:pt x="7218879" y="2712031"/>
                  </a:lnTo>
                  <a:lnTo>
                    <a:pt x="7219514" y="2710318"/>
                  </a:lnTo>
                  <a:lnTo>
                    <a:pt x="7220149" y="2708832"/>
                  </a:lnTo>
                  <a:lnTo>
                    <a:pt x="7220783" y="2707213"/>
                  </a:lnTo>
                  <a:lnTo>
                    <a:pt x="7221418" y="2705594"/>
                  </a:lnTo>
                  <a:lnTo>
                    <a:pt x="7222053" y="2704016"/>
                  </a:lnTo>
                  <a:lnTo>
                    <a:pt x="7222688" y="2702686"/>
                  </a:lnTo>
                  <a:lnTo>
                    <a:pt x="7223323" y="2701265"/>
                  </a:lnTo>
                  <a:lnTo>
                    <a:pt x="7223958" y="2700069"/>
                  </a:lnTo>
                  <a:lnTo>
                    <a:pt x="7224592" y="2698862"/>
                  </a:lnTo>
                  <a:lnTo>
                    <a:pt x="7225227" y="2698063"/>
                  </a:lnTo>
                  <a:lnTo>
                    <a:pt x="7225862" y="2697405"/>
                  </a:lnTo>
                  <a:lnTo>
                    <a:pt x="7226497" y="2696797"/>
                  </a:lnTo>
                  <a:lnTo>
                    <a:pt x="7227132" y="2696524"/>
                  </a:lnTo>
                  <a:lnTo>
                    <a:pt x="7227767" y="2696322"/>
                  </a:lnTo>
                  <a:lnTo>
                    <a:pt x="7228402" y="2696170"/>
                  </a:lnTo>
                  <a:lnTo>
                    <a:pt x="7229036" y="2695866"/>
                  </a:lnTo>
                  <a:lnTo>
                    <a:pt x="7229671" y="2695320"/>
                  </a:lnTo>
                  <a:lnTo>
                    <a:pt x="7230306" y="2694884"/>
                  </a:lnTo>
                  <a:lnTo>
                    <a:pt x="7230941" y="2694277"/>
                  </a:lnTo>
                  <a:lnTo>
                    <a:pt x="7231576" y="2693670"/>
                  </a:lnTo>
                  <a:lnTo>
                    <a:pt x="7232211" y="2693063"/>
                  </a:lnTo>
                  <a:lnTo>
                    <a:pt x="7232845" y="2692638"/>
                  </a:lnTo>
                  <a:lnTo>
                    <a:pt x="7233480" y="2692233"/>
                  </a:lnTo>
                  <a:lnTo>
                    <a:pt x="7234115" y="2691828"/>
                  </a:lnTo>
                  <a:lnTo>
                    <a:pt x="7234750" y="2691615"/>
                  </a:lnTo>
                  <a:lnTo>
                    <a:pt x="7235385" y="2691636"/>
                  </a:lnTo>
                  <a:lnTo>
                    <a:pt x="7236020" y="2691878"/>
                  </a:lnTo>
                  <a:lnTo>
                    <a:pt x="7236655" y="2692283"/>
                  </a:lnTo>
                  <a:lnTo>
                    <a:pt x="7237289" y="2692688"/>
                  </a:lnTo>
                  <a:lnTo>
                    <a:pt x="7237924" y="2693093"/>
                  </a:lnTo>
                  <a:lnTo>
                    <a:pt x="7238559" y="2693528"/>
                  </a:lnTo>
                  <a:lnTo>
                    <a:pt x="7239194" y="2694135"/>
                  </a:lnTo>
                  <a:lnTo>
                    <a:pt x="7239829" y="2694773"/>
                  </a:lnTo>
                  <a:lnTo>
                    <a:pt x="7240464" y="2695583"/>
                  </a:lnTo>
                  <a:lnTo>
                    <a:pt x="7241098" y="2696392"/>
                  </a:lnTo>
                  <a:lnTo>
                    <a:pt x="7241733" y="2697202"/>
                  </a:lnTo>
                  <a:lnTo>
                    <a:pt x="7242368" y="2698012"/>
                  </a:lnTo>
                  <a:lnTo>
                    <a:pt x="7243003" y="2698822"/>
                  </a:lnTo>
                  <a:lnTo>
                    <a:pt x="7243638" y="2699631"/>
                  </a:lnTo>
                  <a:lnTo>
                    <a:pt x="7244273" y="2700249"/>
                  </a:lnTo>
                  <a:lnTo>
                    <a:pt x="7244908" y="2700633"/>
                  </a:lnTo>
                  <a:lnTo>
                    <a:pt x="7245542" y="2700795"/>
                  </a:lnTo>
                  <a:lnTo>
                    <a:pt x="7246177" y="2700795"/>
                  </a:lnTo>
                  <a:lnTo>
                    <a:pt x="7246812" y="2700795"/>
                  </a:lnTo>
                  <a:lnTo>
                    <a:pt x="7247447" y="2700654"/>
                  </a:lnTo>
                  <a:lnTo>
                    <a:pt x="7248082" y="2700340"/>
                  </a:lnTo>
                  <a:lnTo>
                    <a:pt x="7248717" y="2699803"/>
                  </a:lnTo>
                  <a:lnTo>
                    <a:pt x="7249351" y="2698933"/>
                  </a:lnTo>
                  <a:lnTo>
                    <a:pt x="7249986" y="2697769"/>
                  </a:lnTo>
                  <a:lnTo>
                    <a:pt x="7250621" y="2696554"/>
                  </a:lnTo>
                  <a:lnTo>
                    <a:pt x="7251256" y="2695340"/>
                  </a:lnTo>
                  <a:lnTo>
                    <a:pt x="7251891" y="2694014"/>
                  </a:lnTo>
                  <a:lnTo>
                    <a:pt x="7252526" y="2692627"/>
                  </a:lnTo>
                  <a:lnTo>
                    <a:pt x="7253161" y="2691413"/>
                  </a:lnTo>
                  <a:lnTo>
                    <a:pt x="7253795" y="2690401"/>
                  </a:lnTo>
                  <a:lnTo>
                    <a:pt x="7254430" y="2689591"/>
                  </a:lnTo>
                  <a:lnTo>
                    <a:pt x="7255065" y="2688781"/>
                  </a:lnTo>
                  <a:lnTo>
                    <a:pt x="7255700" y="2687972"/>
                  </a:lnTo>
                  <a:lnTo>
                    <a:pt x="7256335" y="2687293"/>
                  </a:lnTo>
                  <a:lnTo>
                    <a:pt x="7256970" y="2686828"/>
                  </a:lnTo>
                  <a:lnTo>
                    <a:pt x="7257604" y="2686534"/>
                  </a:lnTo>
                  <a:lnTo>
                    <a:pt x="7258239" y="2686464"/>
                  </a:lnTo>
                  <a:lnTo>
                    <a:pt x="7258874" y="2686727"/>
                  </a:lnTo>
                  <a:lnTo>
                    <a:pt x="7259509" y="2687425"/>
                  </a:lnTo>
                  <a:lnTo>
                    <a:pt x="7260144" y="2688235"/>
                  </a:lnTo>
                  <a:lnTo>
                    <a:pt x="7260779" y="2689044"/>
                  </a:lnTo>
                  <a:lnTo>
                    <a:pt x="7261414" y="2689965"/>
                  </a:lnTo>
                  <a:lnTo>
                    <a:pt x="7262048" y="2690947"/>
                  </a:lnTo>
                  <a:lnTo>
                    <a:pt x="7262683" y="2691757"/>
                  </a:lnTo>
                  <a:lnTo>
                    <a:pt x="7263318" y="2692134"/>
                  </a:lnTo>
                  <a:lnTo>
                    <a:pt x="7263953" y="2692303"/>
                  </a:lnTo>
                  <a:lnTo>
                    <a:pt x="7264588" y="2692472"/>
                  </a:lnTo>
                  <a:lnTo>
                    <a:pt x="7265223" y="2692600"/>
                  </a:lnTo>
                  <a:lnTo>
                    <a:pt x="7265857" y="2692606"/>
                  </a:lnTo>
                  <a:lnTo>
                    <a:pt x="7266492" y="2692554"/>
                  </a:lnTo>
                  <a:lnTo>
                    <a:pt x="7267127" y="2692502"/>
                  </a:lnTo>
                  <a:lnTo>
                    <a:pt x="7267762" y="2692450"/>
                  </a:lnTo>
                  <a:lnTo>
                    <a:pt x="7268397" y="2692398"/>
                  </a:lnTo>
                  <a:lnTo>
                    <a:pt x="7269032" y="2692230"/>
                  </a:lnTo>
                  <a:lnTo>
                    <a:pt x="7269667" y="2692054"/>
                  </a:lnTo>
                  <a:lnTo>
                    <a:pt x="7270301" y="2692002"/>
                  </a:lnTo>
                  <a:lnTo>
                    <a:pt x="7270936" y="2691950"/>
                  </a:lnTo>
                  <a:lnTo>
                    <a:pt x="7271571" y="2691898"/>
                  </a:lnTo>
                  <a:lnTo>
                    <a:pt x="7272206" y="2691954"/>
                  </a:lnTo>
                  <a:lnTo>
                    <a:pt x="7272841" y="2692300"/>
                  </a:lnTo>
                  <a:lnTo>
                    <a:pt x="7273476" y="2692815"/>
                  </a:lnTo>
                  <a:lnTo>
                    <a:pt x="7274110" y="2693330"/>
                  </a:lnTo>
                  <a:lnTo>
                    <a:pt x="7274745" y="2693883"/>
                  </a:lnTo>
                  <a:lnTo>
                    <a:pt x="7275380" y="2695009"/>
                  </a:lnTo>
                  <a:lnTo>
                    <a:pt x="7276015" y="2696309"/>
                  </a:lnTo>
                  <a:lnTo>
                    <a:pt x="7276650" y="2697903"/>
                  </a:lnTo>
                  <a:lnTo>
                    <a:pt x="7277285" y="2699710"/>
                  </a:lnTo>
                  <a:lnTo>
                    <a:pt x="7277920" y="2701746"/>
                  </a:lnTo>
                  <a:lnTo>
                    <a:pt x="7278554" y="2703602"/>
                  </a:lnTo>
                  <a:lnTo>
                    <a:pt x="7279189" y="2705407"/>
                  </a:lnTo>
                  <a:lnTo>
                    <a:pt x="7279824" y="2707104"/>
                  </a:lnTo>
                  <a:lnTo>
                    <a:pt x="7280459" y="2708198"/>
                  </a:lnTo>
                  <a:lnTo>
                    <a:pt x="7281094" y="2709391"/>
                  </a:lnTo>
                  <a:lnTo>
                    <a:pt x="7281729" y="2710446"/>
                  </a:lnTo>
                  <a:lnTo>
                    <a:pt x="7282363" y="2711168"/>
                  </a:lnTo>
                  <a:lnTo>
                    <a:pt x="7282998" y="2711166"/>
                  </a:lnTo>
                  <a:lnTo>
                    <a:pt x="7283633" y="2711180"/>
                  </a:lnTo>
                  <a:lnTo>
                    <a:pt x="7284268" y="2710852"/>
                  </a:lnTo>
                  <a:lnTo>
                    <a:pt x="7284903" y="2710230"/>
                  </a:lnTo>
                  <a:lnTo>
                    <a:pt x="7285538" y="2709225"/>
                  </a:lnTo>
                  <a:lnTo>
                    <a:pt x="7286172" y="2707551"/>
                  </a:lnTo>
                  <a:lnTo>
                    <a:pt x="7286807" y="2705638"/>
                  </a:lnTo>
                  <a:lnTo>
                    <a:pt x="7287442" y="2703502"/>
                  </a:lnTo>
                  <a:lnTo>
                    <a:pt x="7288077" y="2701416"/>
                  </a:lnTo>
                  <a:lnTo>
                    <a:pt x="7288712" y="2699102"/>
                  </a:lnTo>
                  <a:lnTo>
                    <a:pt x="7289347" y="2696731"/>
                  </a:lnTo>
                  <a:lnTo>
                    <a:pt x="7289982" y="2694347"/>
                  </a:lnTo>
                  <a:lnTo>
                    <a:pt x="7290616" y="2691860"/>
                  </a:lnTo>
                  <a:lnTo>
                    <a:pt x="7291251" y="2689578"/>
                  </a:lnTo>
                  <a:lnTo>
                    <a:pt x="7291886" y="2687212"/>
                  </a:lnTo>
                  <a:lnTo>
                    <a:pt x="7292521" y="2685014"/>
                  </a:lnTo>
                  <a:lnTo>
                    <a:pt x="7293156" y="2682737"/>
                  </a:lnTo>
                  <a:lnTo>
                    <a:pt x="7293791" y="2680229"/>
                  </a:lnTo>
                  <a:lnTo>
                    <a:pt x="7294425" y="2677539"/>
                  </a:lnTo>
                  <a:lnTo>
                    <a:pt x="7295060" y="2674991"/>
                  </a:lnTo>
                  <a:lnTo>
                    <a:pt x="7295695" y="2673005"/>
                  </a:lnTo>
                  <a:lnTo>
                    <a:pt x="7296330" y="2671097"/>
                  </a:lnTo>
                  <a:lnTo>
                    <a:pt x="7296965" y="2669261"/>
                  </a:lnTo>
                  <a:lnTo>
                    <a:pt x="7297600" y="2667515"/>
                  </a:lnTo>
                  <a:lnTo>
                    <a:pt x="7298235" y="2665991"/>
                  </a:lnTo>
                  <a:lnTo>
                    <a:pt x="7298869" y="2664580"/>
                  </a:lnTo>
                  <a:lnTo>
                    <a:pt x="7299504" y="2663258"/>
                  </a:lnTo>
                  <a:lnTo>
                    <a:pt x="7300139" y="2661649"/>
                  </a:lnTo>
                  <a:lnTo>
                    <a:pt x="7300774" y="2660025"/>
                  </a:lnTo>
                  <a:lnTo>
                    <a:pt x="7301409" y="2658203"/>
                  </a:lnTo>
                  <a:lnTo>
                    <a:pt x="7302044" y="2656564"/>
                  </a:lnTo>
                  <a:lnTo>
                    <a:pt x="7302678" y="2655380"/>
                  </a:lnTo>
                  <a:lnTo>
                    <a:pt x="7303313" y="2654671"/>
                  </a:lnTo>
                  <a:lnTo>
                    <a:pt x="7303948" y="2654519"/>
                  </a:lnTo>
                  <a:lnTo>
                    <a:pt x="7304583" y="2654519"/>
                  </a:lnTo>
                  <a:lnTo>
                    <a:pt x="7305218" y="2654519"/>
                  </a:lnTo>
                  <a:lnTo>
                    <a:pt x="7305853" y="2654519"/>
                  </a:lnTo>
                  <a:lnTo>
                    <a:pt x="7306488" y="2654448"/>
                  </a:lnTo>
                  <a:lnTo>
                    <a:pt x="7307122" y="2654216"/>
                  </a:lnTo>
                  <a:lnTo>
                    <a:pt x="7307757" y="2653811"/>
                  </a:lnTo>
                  <a:lnTo>
                    <a:pt x="7308392" y="2653406"/>
                  </a:lnTo>
                  <a:lnTo>
                    <a:pt x="7309027" y="2653001"/>
                  </a:lnTo>
                  <a:lnTo>
                    <a:pt x="7309662" y="2652596"/>
                  </a:lnTo>
                  <a:lnTo>
                    <a:pt x="7310297" y="2652191"/>
                  </a:lnTo>
                  <a:lnTo>
                    <a:pt x="7310931" y="2651786"/>
                  </a:lnTo>
                  <a:lnTo>
                    <a:pt x="7311566" y="2651483"/>
                  </a:lnTo>
                  <a:lnTo>
                    <a:pt x="7312201" y="2651280"/>
                  </a:lnTo>
                  <a:lnTo>
                    <a:pt x="7312836" y="2651230"/>
                  </a:lnTo>
                  <a:lnTo>
                    <a:pt x="7313471" y="2651230"/>
                  </a:lnTo>
                  <a:lnTo>
                    <a:pt x="7314106" y="2651230"/>
                  </a:lnTo>
                  <a:lnTo>
                    <a:pt x="7314741" y="2651230"/>
                  </a:lnTo>
                  <a:lnTo>
                    <a:pt x="7315375" y="2651230"/>
                  </a:lnTo>
                  <a:lnTo>
                    <a:pt x="7316010" y="2651301"/>
                  </a:lnTo>
                  <a:lnTo>
                    <a:pt x="7316645" y="2651533"/>
                  </a:lnTo>
                  <a:lnTo>
                    <a:pt x="7317280" y="2651938"/>
                  </a:lnTo>
                  <a:lnTo>
                    <a:pt x="7317915" y="2652343"/>
                  </a:lnTo>
                  <a:lnTo>
                    <a:pt x="7318550" y="2652748"/>
                  </a:lnTo>
                  <a:lnTo>
                    <a:pt x="7319184" y="2653153"/>
                  </a:lnTo>
                  <a:lnTo>
                    <a:pt x="7319819" y="2653558"/>
                  </a:lnTo>
                  <a:lnTo>
                    <a:pt x="7320454" y="2653963"/>
                  </a:lnTo>
                  <a:lnTo>
                    <a:pt x="7321089" y="2654266"/>
                  </a:lnTo>
                  <a:lnTo>
                    <a:pt x="7321724" y="2654469"/>
                  </a:lnTo>
                  <a:lnTo>
                    <a:pt x="7322359" y="2654519"/>
                  </a:lnTo>
                  <a:lnTo>
                    <a:pt x="7322994" y="2654519"/>
                  </a:lnTo>
                  <a:lnTo>
                    <a:pt x="7323628" y="2654519"/>
                  </a:lnTo>
                  <a:lnTo>
                    <a:pt x="7324263" y="2654519"/>
                  </a:lnTo>
                  <a:lnTo>
                    <a:pt x="7324898" y="2654600"/>
                  </a:lnTo>
                  <a:lnTo>
                    <a:pt x="7325533" y="2654944"/>
                  </a:lnTo>
                  <a:lnTo>
                    <a:pt x="7326168" y="2655167"/>
                  </a:lnTo>
                  <a:lnTo>
                    <a:pt x="7326803" y="2655167"/>
                  </a:lnTo>
                  <a:lnTo>
                    <a:pt x="7327437" y="2655218"/>
                  </a:lnTo>
                  <a:lnTo>
                    <a:pt x="7328072" y="2655288"/>
                  </a:lnTo>
                  <a:lnTo>
                    <a:pt x="7328707" y="2655086"/>
                  </a:lnTo>
                  <a:lnTo>
                    <a:pt x="7329342" y="2654884"/>
                  </a:lnTo>
                  <a:lnTo>
                    <a:pt x="7329977" y="2654570"/>
                  </a:lnTo>
                  <a:lnTo>
                    <a:pt x="7330612" y="2654054"/>
                  </a:lnTo>
                  <a:lnTo>
                    <a:pt x="7331247" y="2653446"/>
                  </a:lnTo>
                  <a:lnTo>
                    <a:pt x="7331881" y="2652869"/>
                  </a:lnTo>
                  <a:lnTo>
                    <a:pt x="7332516" y="2652637"/>
                  </a:lnTo>
                  <a:lnTo>
                    <a:pt x="7333151" y="2652637"/>
                  </a:lnTo>
                  <a:lnTo>
                    <a:pt x="7333786" y="2652657"/>
                  </a:lnTo>
                  <a:lnTo>
                    <a:pt x="7334421" y="2652728"/>
                  </a:lnTo>
                  <a:lnTo>
                    <a:pt x="7335056" y="2652434"/>
                  </a:lnTo>
                  <a:lnTo>
                    <a:pt x="7335690" y="2652323"/>
                  </a:lnTo>
                  <a:lnTo>
                    <a:pt x="7336325" y="2652323"/>
                  </a:lnTo>
                  <a:lnTo>
                    <a:pt x="7336960" y="2652475"/>
                  </a:lnTo>
                  <a:lnTo>
                    <a:pt x="7337595" y="2652799"/>
                  </a:lnTo>
                  <a:lnTo>
                    <a:pt x="7338230" y="2653406"/>
                  </a:lnTo>
                  <a:lnTo>
                    <a:pt x="7338865" y="2654013"/>
                  </a:lnTo>
                  <a:lnTo>
                    <a:pt x="7339499" y="2654772"/>
                  </a:lnTo>
                  <a:lnTo>
                    <a:pt x="7340134" y="2655967"/>
                  </a:lnTo>
                  <a:lnTo>
                    <a:pt x="7340769" y="2657394"/>
                  </a:lnTo>
                  <a:lnTo>
                    <a:pt x="7341404" y="2658983"/>
                  </a:lnTo>
                  <a:lnTo>
                    <a:pt x="7342039" y="2660228"/>
                  </a:lnTo>
                  <a:lnTo>
                    <a:pt x="7342674" y="2661452"/>
                  </a:lnTo>
                  <a:lnTo>
                    <a:pt x="7343309" y="2662920"/>
                  </a:lnTo>
                  <a:lnTo>
                    <a:pt x="7343943" y="2664387"/>
                  </a:lnTo>
                  <a:lnTo>
                    <a:pt x="7344578" y="2666341"/>
                  </a:lnTo>
                  <a:lnTo>
                    <a:pt x="7345213" y="2668659"/>
                  </a:lnTo>
                  <a:lnTo>
                    <a:pt x="7345848" y="2671260"/>
                  </a:lnTo>
                  <a:lnTo>
                    <a:pt x="7346483" y="2673689"/>
                  </a:lnTo>
                  <a:lnTo>
                    <a:pt x="7347118" y="2675986"/>
                  </a:lnTo>
                  <a:lnTo>
                    <a:pt x="7347752" y="2678581"/>
                  </a:lnTo>
                  <a:lnTo>
                    <a:pt x="7348387" y="2681187"/>
                  </a:lnTo>
                  <a:lnTo>
                    <a:pt x="7349022" y="2683794"/>
                  </a:lnTo>
                  <a:lnTo>
                    <a:pt x="7349657" y="2686168"/>
                  </a:lnTo>
                  <a:lnTo>
                    <a:pt x="7350292" y="2688582"/>
                  </a:lnTo>
                  <a:lnTo>
                    <a:pt x="7350927" y="2690824"/>
                  </a:lnTo>
                  <a:lnTo>
                    <a:pt x="7351562" y="2693066"/>
                  </a:lnTo>
                  <a:lnTo>
                    <a:pt x="7352196" y="2695096"/>
                  </a:lnTo>
                  <a:lnTo>
                    <a:pt x="7352831" y="2696863"/>
                  </a:lnTo>
                  <a:lnTo>
                    <a:pt x="7353466" y="2698498"/>
                  </a:lnTo>
                  <a:lnTo>
                    <a:pt x="7354101" y="2699690"/>
                  </a:lnTo>
                  <a:lnTo>
                    <a:pt x="7354736" y="2700258"/>
                  </a:lnTo>
                  <a:lnTo>
                    <a:pt x="7355371" y="2700579"/>
                  </a:lnTo>
                  <a:lnTo>
                    <a:pt x="7356005" y="2700867"/>
                  </a:lnTo>
                  <a:lnTo>
                    <a:pt x="7356640" y="2701133"/>
                  </a:lnTo>
                  <a:lnTo>
                    <a:pt x="7357275" y="2701227"/>
                  </a:lnTo>
                  <a:lnTo>
                    <a:pt x="7357910" y="2701475"/>
                  </a:lnTo>
                  <a:lnTo>
                    <a:pt x="7358545" y="2701475"/>
                  </a:lnTo>
                  <a:lnTo>
                    <a:pt x="7359180" y="2701475"/>
                  </a:lnTo>
                  <a:lnTo>
                    <a:pt x="7359815" y="2701242"/>
                  </a:lnTo>
                  <a:lnTo>
                    <a:pt x="7360449" y="2700837"/>
                  </a:lnTo>
                  <a:lnTo>
                    <a:pt x="7361084" y="2700432"/>
                  </a:lnTo>
                  <a:lnTo>
                    <a:pt x="7361719" y="2700027"/>
                  </a:lnTo>
                  <a:lnTo>
                    <a:pt x="7362354" y="2699623"/>
                  </a:lnTo>
                  <a:lnTo>
                    <a:pt x="7362989" y="2699218"/>
                  </a:lnTo>
                  <a:lnTo>
                    <a:pt x="7363624" y="2698884"/>
                  </a:lnTo>
                  <a:lnTo>
                    <a:pt x="7364258" y="2698793"/>
                  </a:lnTo>
                  <a:lnTo>
                    <a:pt x="7364893" y="2698793"/>
                  </a:lnTo>
                  <a:lnTo>
                    <a:pt x="7365528" y="2698803"/>
                  </a:lnTo>
                  <a:lnTo>
                    <a:pt x="7366163" y="2698803"/>
                  </a:lnTo>
                  <a:lnTo>
                    <a:pt x="7366798" y="2698772"/>
                  </a:lnTo>
                  <a:lnTo>
                    <a:pt x="7367433" y="2698570"/>
                  </a:lnTo>
                  <a:lnTo>
                    <a:pt x="7368068" y="2698368"/>
                  </a:lnTo>
                  <a:lnTo>
                    <a:pt x="7368702" y="2698165"/>
                  </a:lnTo>
                  <a:lnTo>
                    <a:pt x="7369337" y="2698013"/>
                  </a:lnTo>
                  <a:lnTo>
                    <a:pt x="7369972" y="2698013"/>
                  </a:lnTo>
                  <a:lnTo>
                    <a:pt x="7370607" y="2698013"/>
                  </a:lnTo>
                  <a:lnTo>
                    <a:pt x="7371242" y="2698013"/>
                  </a:lnTo>
                  <a:lnTo>
                    <a:pt x="7371877" y="2698013"/>
                  </a:lnTo>
                  <a:lnTo>
                    <a:pt x="7372511" y="2698013"/>
                  </a:lnTo>
                  <a:lnTo>
                    <a:pt x="7373146" y="2698013"/>
                  </a:lnTo>
                  <a:lnTo>
                    <a:pt x="7373781" y="2698013"/>
                  </a:lnTo>
                  <a:lnTo>
                    <a:pt x="7374416" y="2698155"/>
                  </a:lnTo>
                  <a:lnTo>
                    <a:pt x="7375051" y="2698469"/>
                  </a:lnTo>
                  <a:lnTo>
                    <a:pt x="7375686" y="2699005"/>
                  </a:lnTo>
                  <a:lnTo>
                    <a:pt x="7376321" y="2699876"/>
                  </a:lnTo>
                  <a:lnTo>
                    <a:pt x="7376955" y="2701100"/>
                  </a:lnTo>
                  <a:lnTo>
                    <a:pt x="7377590" y="2702517"/>
                  </a:lnTo>
                  <a:lnTo>
                    <a:pt x="7378225" y="2703934"/>
                  </a:lnTo>
                  <a:lnTo>
                    <a:pt x="7378860" y="2705311"/>
                  </a:lnTo>
                  <a:lnTo>
                    <a:pt x="7379495" y="2706606"/>
                  </a:lnTo>
                  <a:lnTo>
                    <a:pt x="7380130" y="2707790"/>
                  </a:lnTo>
                  <a:lnTo>
                    <a:pt x="7380764" y="2708803"/>
                  </a:lnTo>
                  <a:lnTo>
                    <a:pt x="7381399" y="2709815"/>
                  </a:lnTo>
                  <a:lnTo>
                    <a:pt x="7382034" y="2710827"/>
                  </a:lnTo>
                  <a:lnTo>
                    <a:pt x="7382669" y="2711717"/>
                  </a:lnTo>
                  <a:lnTo>
                    <a:pt x="7383304" y="2712527"/>
                  </a:lnTo>
                  <a:lnTo>
                    <a:pt x="7383939" y="2713114"/>
                  </a:lnTo>
                  <a:lnTo>
                    <a:pt x="7384574" y="2713084"/>
                  </a:lnTo>
                  <a:lnTo>
                    <a:pt x="7385208" y="2712750"/>
                  </a:lnTo>
                  <a:lnTo>
                    <a:pt x="7385843" y="2712062"/>
                  </a:lnTo>
                  <a:lnTo>
                    <a:pt x="7386478" y="2710837"/>
                  </a:lnTo>
                  <a:lnTo>
                    <a:pt x="7387113" y="2709420"/>
                  </a:lnTo>
                  <a:lnTo>
                    <a:pt x="7387748" y="2708003"/>
                  </a:lnTo>
                  <a:lnTo>
                    <a:pt x="7388383" y="2706626"/>
                  </a:lnTo>
                  <a:lnTo>
                    <a:pt x="7389017" y="2705118"/>
                  </a:lnTo>
                  <a:lnTo>
                    <a:pt x="7389652" y="2703357"/>
                  </a:lnTo>
                  <a:lnTo>
                    <a:pt x="7390287" y="2701556"/>
                  </a:lnTo>
                  <a:lnTo>
                    <a:pt x="7390922" y="2700091"/>
                  </a:lnTo>
                  <a:lnTo>
                    <a:pt x="7391557" y="2698401"/>
                  </a:lnTo>
                  <a:lnTo>
                    <a:pt x="7392192" y="2696779"/>
                  </a:lnTo>
                  <a:lnTo>
                    <a:pt x="7392826" y="2695227"/>
                  </a:lnTo>
                  <a:lnTo>
                    <a:pt x="7393461" y="2693851"/>
                  </a:lnTo>
                  <a:lnTo>
                    <a:pt x="7394096" y="2692840"/>
                  </a:lnTo>
                  <a:lnTo>
                    <a:pt x="7394731" y="2691895"/>
                  </a:lnTo>
                  <a:lnTo>
                    <a:pt x="7395366" y="2690710"/>
                  </a:lnTo>
                  <a:lnTo>
                    <a:pt x="7396001" y="2689599"/>
                  </a:lnTo>
                  <a:lnTo>
                    <a:pt x="7396636" y="2688297"/>
                  </a:lnTo>
                  <a:lnTo>
                    <a:pt x="7397270" y="2686855"/>
                  </a:lnTo>
                  <a:lnTo>
                    <a:pt x="7397905" y="2685412"/>
                  </a:lnTo>
                  <a:lnTo>
                    <a:pt x="7398540" y="2684027"/>
                  </a:lnTo>
                  <a:lnTo>
                    <a:pt x="7399175" y="2682892"/>
                  </a:lnTo>
                  <a:lnTo>
                    <a:pt x="7399810" y="2681930"/>
                  </a:lnTo>
                  <a:lnTo>
                    <a:pt x="7400445" y="2680988"/>
                  </a:lnTo>
                  <a:lnTo>
                    <a:pt x="7401079" y="2680266"/>
                  </a:lnTo>
                  <a:lnTo>
                    <a:pt x="7401714" y="2679578"/>
                  </a:lnTo>
                  <a:lnTo>
                    <a:pt x="7402349" y="2678716"/>
                  </a:lnTo>
                  <a:lnTo>
                    <a:pt x="7402984" y="2677527"/>
                  </a:lnTo>
                  <a:lnTo>
                    <a:pt x="7403619" y="2676337"/>
                  </a:lnTo>
                  <a:lnTo>
                    <a:pt x="7404254" y="2675037"/>
                  </a:lnTo>
                  <a:lnTo>
                    <a:pt x="7404889" y="2674123"/>
                  </a:lnTo>
                  <a:lnTo>
                    <a:pt x="7405523" y="2673331"/>
                  </a:lnTo>
                  <a:lnTo>
                    <a:pt x="7406158" y="2672720"/>
                  </a:lnTo>
                  <a:lnTo>
                    <a:pt x="7406793" y="2672420"/>
                  </a:lnTo>
                  <a:lnTo>
                    <a:pt x="7407428" y="2672328"/>
                  </a:lnTo>
                  <a:lnTo>
                    <a:pt x="7408063" y="2672308"/>
                  </a:lnTo>
                  <a:lnTo>
                    <a:pt x="7408698" y="2672350"/>
                  </a:lnTo>
                  <a:lnTo>
                    <a:pt x="7409332" y="2672449"/>
                  </a:lnTo>
                  <a:lnTo>
                    <a:pt x="7409967" y="2672873"/>
                  </a:lnTo>
                  <a:lnTo>
                    <a:pt x="7410602" y="2673249"/>
                  </a:lnTo>
                  <a:lnTo>
                    <a:pt x="7411237" y="2673795"/>
                  </a:lnTo>
                  <a:lnTo>
                    <a:pt x="7411872" y="2674479"/>
                  </a:lnTo>
                  <a:lnTo>
                    <a:pt x="7412507" y="2675123"/>
                  </a:lnTo>
                  <a:lnTo>
                    <a:pt x="7413142" y="2675797"/>
                  </a:lnTo>
                  <a:lnTo>
                    <a:pt x="7413776" y="2676426"/>
                  </a:lnTo>
                  <a:lnTo>
                    <a:pt x="7414411" y="2677421"/>
                  </a:lnTo>
                  <a:lnTo>
                    <a:pt x="7415046" y="2678545"/>
                  </a:lnTo>
                  <a:lnTo>
                    <a:pt x="7415681" y="2680024"/>
                  </a:lnTo>
                  <a:lnTo>
                    <a:pt x="7416316" y="2681429"/>
                  </a:lnTo>
                  <a:lnTo>
                    <a:pt x="7416951" y="2682777"/>
                  </a:lnTo>
                  <a:lnTo>
                    <a:pt x="7417585" y="2683884"/>
                  </a:lnTo>
                  <a:lnTo>
                    <a:pt x="7418220" y="2684828"/>
                  </a:lnTo>
                  <a:lnTo>
                    <a:pt x="7418855" y="2685617"/>
                  </a:lnTo>
                  <a:lnTo>
                    <a:pt x="7419490" y="2686037"/>
                  </a:lnTo>
                  <a:lnTo>
                    <a:pt x="7420125" y="2686553"/>
                  </a:lnTo>
                  <a:lnTo>
                    <a:pt x="7420760" y="2687441"/>
                  </a:lnTo>
                  <a:lnTo>
                    <a:pt x="7421395" y="2688395"/>
                  </a:lnTo>
                  <a:lnTo>
                    <a:pt x="7422029" y="2689443"/>
                  </a:lnTo>
                  <a:lnTo>
                    <a:pt x="7422664" y="2690285"/>
                  </a:lnTo>
                  <a:lnTo>
                    <a:pt x="7423299" y="2691248"/>
                  </a:lnTo>
                  <a:lnTo>
                    <a:pt x="7423934" y="2692050"/>
                  </a:lnTo>
                  <a:lnTo>
                    <a:pt x="7424569" y="2692433"/>
                  </a:lnTo>
                  <a:lnTo>
                    <a:pt x="7425204" y="2691610"/>
                  </a:lnTo>
                  <a:lnTo>
                    <a:pt x="7425838" y="2690369"/>
                  </a:lnTo>
                  <a:lnTo>
                    <a:pt x="7426473" y="2688908"/>
                  </a:lnTo>
                  <a:lnTo>
                    <a:pt x="7427108" y="2687845"/>
                  </a:lnTo>
                  <a:lnTo>
                    <a:pt x="7427743" y="2686645"/>
                  </a:lnTo>
                  <a:lnTo>
                    <a:pt x="7428378" y="2685936"/>
                  </a:lnTo>
                  <a:lnTo>
                    <a:pt x="7429013" y="2685339"/>
                  </a:lnTo>
                  <a:lnTo>
                    <a:pt x="7429648" y="2684297"/>
                  </a:lnTo>
                  <a:lnTo>
                    <a:pt x="7430282" y="2682778"/>
                  </a:lnTo>
                  <a:lnTo>
                    <a:pt x="7430917" y="2680886"/>
                  </a:lnTo>
                  <a:lnTo>
                    <a:pt x="7431552" y="2678457"/>
                  </a:lnTo>
                  <a:lnTo>
                    <a:pt x="7432187" y="2675957"/>
                  </a:lnTo>
                  <a:lnTo>
                    <a:pt x="7432822" y="2672981"/>
                  </a:lnTo>
                  <a:lnTo>
                    <a:pt x="7433457" y="2669924"/>
                  </a:lnTo>
                  <a:lnTo>
                    <a:pt x="7434091" y="2667303"/>
                  </a:lnTo>
                  <a:lnTo>
                    <a:pt x="7434726" y="2665400"/>
                  </a:lnTo>
                  <a:lnTo>
                    <a:pt x="7435361" y="2663801"/>
                  </a:lnTo>
                  <a:lnTo>
                    <a:pt x="7435996" y="2662192"/>
                  </a:lnTo>
                  <a:lnTo>
                    <a:pt x="7436631" y="2661016"/>
                  </a:lnTo>
                  <a:lnTo>
                    <a:pt x="7437266" y="2659921"/>
                  </a:lnTo>
                  <a:lnTo>
                    <a:pt x="7437901" y="2658708"/>
                  </a:lnTo>
                  <a:lnTo>
                    <a:pt x="7438535" y="2657588"/>
                  </a:lnTo>
                  <a:lnTo>
                    <a:pt x="7439170" y="2656168"/>
                  </a:lnTo>
                  <a:lnTo>
                    <a:pt x="7439805" y="2654750"/>
                  </a:lnTo>
                  <a:lnTo>
                    <a:pt x="7440440" y="2653332"/>
                  </a:lnTo>
                  <a:lnTo>
                    <a:pt x="7441075" y="2652217"/>
                  </a:lnTo>
                  <a:lnTo>
                    <a:pt x="7441710" y="2651284"/>
                  </a:lnTo>
                  <a:lnTo>
                    <a:pt x="7442344" y="2650589"/>
                  </a:lnTo>
                  <a:lnTo>
                    <a:pt x="7442979" y="2649946"/>
                  </a:lnTo>
                  <a:lnTo>
                    <a:pt x="7443614" y="2649083"/>
                  </a:lnTo>
                  <a:lnTo>
                    <a:pt x="7444249" y="2647875"/>
                  </a:lnTo>
                  <a:lnTo>
                    <a:pt x="7444884" y="2646630"/>
                  </a:lnTo>
                  <a:lnTo>
                    <a:pt x="7445519" y="2645523"/>
                  </a:lnTo>
                  <a:lnTo>
                    <a:pt x="7446154" y="2644522"/>
                  </a:lnTo>
                  <a:lnTo>
                    <a:pt x="7446788" y="2643653"/>
                  </a:lnTo>
                  <a:lnTo>
                    <a:pt x="7447423" y="2642694"/>
                  </a:lnTo>
                  <a:lnTo>
                    <a:pt x="7448058" y="2641729"/>
                  </a:lnTo>
                  <a:lnTo>
                    <a:pt x="7448693" y="2640720"/>
                  </a:lnTo>
                  <a:lnTo>
                    <a:pt x="7449328" y="2639303"/>
                  </a:lnTo>
                  <a:lnTo>
                    <a:pt x="7449963" y="2637886"/>
                  </a:lnTo>
                  <a:lnTo>
                    <a:pt x="7450597" y="2636287"/>
                  </a:lnTo>
                  <a:lnTo>
                    <a:pt x="7451232" y="2634884"/>
                  </a:lnTo>
                  <a:lnTo>
                    <a:pt x="7451867" y="2633479"/>
                  </a:lnTo>
                  <a:lnTo>
                    <a:pt x="7452502" y="2632164"/>
                  </a:lnTo>
                  <a:lnTo>
                    <a:pt x="7453137" y="2631156"/>
                  </a:lnTo>
                  <a:lnTo>
                    <a:pt x="7453772" y="2630279"/>
                  </a:lnTo>
                  <a:lnTo>
                    <a:pt x="7454406" y="2629534"/>
                  </a:lnTo>
                  <a:lnTo>
                    <a:pt x="7455041" y="2629212"/>
                  </a:lnTo>
                  <a:lnTo>
                    <a:pt x="7455676" y="2629164"/>
                  </a:lnTo>
                  <a:lnTo>
                    <a:pt x="7456311" y="2629115"/>
                  </a:lnTo>
                  <a:lnTo>
                    <a:pt x="7456946" y="2629197"/>
                  </a:lnTo>
                  <a:lnTo>
                    <a:pt x="7457581" y="2629703"/>
                  </a:lnTo>
                  <a:lnTo>
                    <a:pt x="7458216" y="2630787"/>
                  </a:lnTo>
                  <a:lnTo>
                    <a:pt x="7458850" y="2631943"/>
                  </a:lnTo>
                  <a:lnTo>
                    <a:pt x="7459485" y="2633099"/>
                  </a:lnTo>
                  <a:lnTo>
                    <a:pt x="7460120" y="2634385"/>
                  </a:lnTo>
                  <a:lnTo>
                    <a:pt x="7460755" y="2635789"/>
                  </a:lnTo>
                  <a:lnTo>
                    <a:pt x="7461390" y="2637396"/>
                  </a:lnTo>
                  <a:lnTo>
                    <a:pt x="7462025" y="2639150"/>
                  </a:lnTo>
                  <a:lnTo>
                    <a:pt x="7462659" y="2640844"/>
                  </a:lnTo>
                  <a:lnTo>
                    <a:pt x="7463294" y="2642718"/>
                  </a:lnTo>
                  <a:lnTo>
                    <a:pt x="7463929" y="2644490"/>
                  </a:lnTo>
                  <a:lnTo>
                    <a:pt x="7464564" y="2646154"/>
                  </a:lnTo>
                  <a:lnTo>
                    <a:pt x="7465199" y="2647546"/>
                  </a:lnTo>
                  <a:lnTo>
                    <a:pt x="7465834" y="2648937"/>
                  </a:lnTo>
                  <a:lnTo>
                    <a:pt x="7466469" y="2650194"/>
                  </a:lnTo>
                  <a:lnTo>
                    <a:pt x="7467103" y="2651075"/>
                  </a:lnTo>
                  <a:lnTo>
                    <a:pt x="7467738" y="2651682"/>
                  </a:lnTo>
                  <a:lnTo>
                    <a:pt x="7468373" y="2652289"/>
                  </a:lnTo>
                  <a:lnTo>
                    <a:pt x="7469008" y="2652897"/>
                  </a:lnTo>
                  <a:lnTo>
                    <a:pt x="7469643" y="2653504"/>
                  </a:lnTo>
                  <a:lnTo>
                    <a:pt x="7470278" y="2654111"/>
                  </a:lnTo>
                  <a:lnTo>
                    <a:pt x="7470912" y="2654668"/>
                  </a:lnTo>
                  <a:lnTo>
                    <a:pt x="7471547" y="2655012"/>
                  </a:lnTo>
                  <a:lnTo>
                    <a:pt x="7472182" y="2654901"/>
                  </a:lnTo>
                  <a:lnTo>
                    <a:pt x="7472817" y="2654496"/>
                  </a:lnTo>
                  <a:lnTo>
                    <a:pt x="7473452" y="2654091"/>
                  </a:lnTo>
                  <a:lnTo>
                    <a:pt x="7474087" y="2653686"/>
                  </a:lnTo>
                  <a:lnTo>
                    <a:pt x="7474722" y="2653116"/>
                  </a:lnTo>
                  <a:lnTo>
                    <a:pt x="7475356" y="2652534"/>
                  </a:lnTo>
                  <a:lnTo>
                    <a:pt x="7475991" y="2651911"/>
                  </a:lnTo>
                  <a:lnTo>
                    <a:pt x="7476626" y="2651288"/>
                  </a:lnTo>
                  <a:lnTo>
                    <a:pt x="7477261" y="2650665"/>
                  </a:lnTo>
                  <a:lnTo>
                    <a:pt x="7477896" y="2650042"/>
                  </a:lnTo>
                  <a:lnTo>
                    <a:pt x="7478531" y="2649065"/>
                  </a:lnTo>
                  <a:lnTo>
                    <a:pt x="7479165" y="2648038"/>
                  </a:lnTo>
                  <a:lnTo>
                    <a:pt x="7479800" y="2647010"/>
                  </a:lnTo>
                  <a:lnTo>
                    <a:pt x="7480435" y="2645850"/>
                  </a:lnTo>
                  <a:lnTo>
                    <a:pt x="7481070" y="2644739"/>
                  </a:lnTo>
                  <a:lnTo>
                    <a:pt x="7481705" y="2643989"/>
                  </a:lnTo>
                  <a:lnTo>
                    <a:pt x="7482340" y="2643496"/>
                  </a:lnTo>
                  <a:lnTo>
                    <a:pt x="7482975" y="2642763"/>
                  </a:lnTo>
                  <a:lnTo>
                    <a:pt x="7483609" y="2642031"/>
                  </a:lnTo>
                  <a:lnTo>
                    <a:pt x="7484244" y="2641361"/>
                  </a:lnTo>
                  <a:lnTo>
                    <a:pt x="7484879" y="2640627"/>
                  </a:lnTo>
                  <a:lnTo>
                    <a:pt x="7485514" y="2639847"/>
                  </a:lnTo>
                  <a:lnTo>
                    <a:pt x="7486149" y="2639017"/>
                  </a:lnTo>
                  <a:lnTo>
                    <a:pt x="7486784" y="2637904"/>
                  </a:lnTo>
                  <a:lnTo>
                    <a:pt x="7487418" y="2636578"/>
                  </a:lnTo>
                  <a:lnTo>
                    <a:pt x="7488053" y="2634918"/>
                  </a:lnTo>
                  <a:lnTo>
                    <a:pt x="7488688" y="2633778"/>
                  </a:lnTo>
                  <a:lnTo>
                    <a:pt x="7489323" y="2632534"/>
                  </a:lnTo>
                  <a:lnTo>
                    <a:pt x="7489958" y="2631511"/>
                  </a:lnTo>
                  <a:lnTo>
                    <a:pt x="7490593" y="2630334"/>
                  </a:lnTo>
                  <a:lnTo>
                    <a:pt x="7491228" y="2628888"/>
                  </a:lnTo>
                  <a:lnTo>
                    <a:pt x="7491862" y="2627352"/>
                  </a:lnTo>
                  <a:lnTo>
                    <a:pt x="7492497" y="2626000"/>
                  </a:lnTo>
                  <a:lnTo>
                    <a:pt x="7493132" y="2624593"/>
                  </a:lnTo>
                  <a:lnTo>
                    <a:pt x="7493767" y="2623187"/>
                  </a:lnTo>
                  <a:lnTo>
                    <a:pt x="7494402" y="2621847"/>
                  </a:lnTo>
                  <a:lnTo>
                    <a:pt x="7495037" y="2620748"/>
                  </a:lnTo>
                  <a:lnTo>
                    <a:pt x="7495671" y="2619690"/>
                  </a:lnTo>
                  <a:lnTo>
                    <a:pt x="7496306" y="2618781"/>
                  </a:lnTo>
                  <a:lnTo>
                    <a:pt x="7496941" y="2617928"/>
                  </a:lnTo>
                  <a:lnTo>
                    <a:pt x="7497576" y="2617692"/>
                  </a:lnTo>
                  <a:lnTo>
                    <a:pt x="7498211" y="2617449"/>
                  </a:lnTo>
                  <a:lnTo>
                    <a:pt x="7498846" y="2617337"/>
                  </a:lnTo>
                  <a:lnTo>
                    <a:pt x="7499481" y="2617057"/>
                  </a:lnTo>
                  <a:lnTo>
                    <a:pt x="7500115" y="2616918"/>
                  </a:lnTo>
                  <a:lnTo>
                    <a:pt x="7500750" y="2616804"/>
                  </a:lnTo>
                  <a:lnTo>
                    <a:pt x="7501385" y="2616690"/>
                  </a:lnTo>
                  <a:lnTo>
                    <a:pt x="7502020" y="2616576"/>
                  </a:lnTo>
                  <a:lnTo>
                    <a:pt x="7502655" y="2616462"/>
                  </a:lnTo>
                  <a:lnTo>
                    <a:pt x="7503290" y="2616348"/>
                  </a:lnTo>
                  <a:lnTo>
                    <a:pt x="7503924" y="2616233"/>
                  </a:lnTo>
                  <a:lnTo>
                    <a:pt x="7504559" y="2616119"/>
                  </a:lnTo>
                  <a:lnTo>
                    <a:pt x="7505194" y="2616005"/>
                  </a:lnTo>
                  <a:lnTo>
                    <a:pt x="7505829" y="2616118"/>
                  </a:lnTo>
                  <a:lnTo>
                    <a:pt x="7506464" y="2616493"/>
                  </a:lnTo>
                  <a:lnTo>
                    <a:pt x="7507099" y="2617088"/>
                  </a:lnTo>
                  <a:lnTo>
                    <a:pt x="7507733" y="2617849"/>
                  </a:lnTo>
                  <a:lnTo>
                    <a:pt x="7508368" y="2618456"/>
                  </a:lnTo>
                  <a:lnTo>
                    <a:pt x="7509003" y="2619064"/>
                  </a:lnTo>
                  <a:lnTo>
                    <a:pt x="7509638" y="2619792"/>
                  </a:lnTo>
                  <a:lnTo>
                    <a:pt x="7510273" y="2620602"/>
                  </a:lnTo>
                  <a:lnTo>
                    <a:pt x="7510908" y="2621493"/>
                  </a:lnTo>
                  <a:lnTo>
                    <a:pt x="7511543" y="2622829"/>
                  </a:lnTo>
                  <a:lnTo>
                    <a:pt x="7512177" y="2624246"/>
                  </a:lnTo>
                  <a:lnTo>
                    <a:pt x="7512812" y="2625683"/>
                  </a:lnTo>
                  <a:lnTo>
                    <a:pt x="7513447" y="2627302"/>
                  </a:lnTo>
                  <a:lnTo>
                    <a:pt x="7514082" y="2628922"/>
                  </a:lnTo>
                  <a:lnTo>
                    <a:pt x="7514717" y="2630541"/>
                  </a:lnTo>
                  <a:lnTo>
                    <a:pt x="7515352" y="2632009"/>
                  </a:lnTo>
                  <a:lnTo>
                    <a:pt x="7515986" y="2633517"/>
                  </a:lnTo>
                  <a:lnTo>
                    <a:pt x="7516621" y="2635278"/>
                  </a:lnTo>
                  <a:lnTo>
                    <a:pt x="7517256" y="2637080"/>
                  </a:lnTo>
                  <a:lnTo>
                    <a:pt x="7517891" y="2638544"/>
                  </a:lnTo>
                  <a:lnTo>
                    <a:pt x="7518526" y="2640235"/>
                  </a:lnTo>
                  <a:lnTo>
                    <a:pt x="7519161" y="2641856"/>
                  </a:lnTo>
                  <a:lnTo>
                    <a:pt x="7519796" y="2643408"/>
                  </a:lnTo>
                  <a:lnTo>
                    <a:pt x="7520430" y="2644785"/>
                  </a:lnTo>
                  <a:lnTo>
                    <a:pt x="7521065" y="2645796"/>
                  </a:lnTo>
                  <a:lnTo>
                    <a:pt x="7521700" y="2646740"/>
                  </a:lnTo>
                  <a:lnTo>
                    <a:pt x="7522335" y="2647926"/>
                  </a:lnTo>
                  <a:lnTo>
                    <a:pt x="7522970" y="2648874"/>
                  </a:lnTo>
                  <a:lnTo>
                    <a:pt x="7523605" y="2649599"/>
                  </a:lnTo>
                  <a:lnTo>
                    <a:pt x="7524239" y="2650161"/>
                  </a:lnTo>
                  <a:lnTo>
                    <a:pt x="7524874" y="2650187"/>
                  </a:lnTo>
                  <a:lnTo>
                    <a:pt x="7525509" y="2649952"/>
                  </a:lnTo>
                  <a:lnTo>
                    <a:pt x="7526144" y="2649297"/>
                  </a:lnTo>
                  <a:lnTo>
                    <a:pt x="7526779" y="2648264"/>
                  </a:lnTo>
                  <a:lnTo>
                    <a:pt x="7527414" y="2647182"/>
                  </a:lnTo>
                  <a:lnTo>
                    <a:pt x="7528049" y="2645880"/>
                  </a:lnTo>
                  <a:lnTo>
                    <a:pt x="7528683" y="2644543"/>
                  </a:lnTo>
                  <a:lnTo>
                    <a:pt x="7529318" y="2643228"/>
                  </a:lnTo>
                  <a:lnTo>
                    <a:pt x="7529953" y="2642216"/>
                  </a:lnTo>
                  <a:lnTo>
                    <a:pt x="7530588" y="2641204"/>
                  </a:lnTo>
                  <a:lnTo>
                    <a:pt x="7531223" y="2640303"/>
                  </a:lnTo>
                  <a:lnTo>
                    <a:pt x="7531858" y="2639179"/>
                  </a:lnTo>
                  <a:lnTo>
                    <a:pt x="7532492" y="2638279"/>
                  </a:lnTo>
                  <a:lnTo>
                    <a:pt x="7533127" y="2637489"/>
                  </a:lnTo>
                  <a:lnTo>
                    <a:pt x="7533762" y="2636750"/>
                  </a:lnTo>
                  <a:lnTo>
                    <a:pt x="7534397" y="2636548"/>
                  </a:lnTo>
                  <a:lnTo>
                    <a:pt x="7535032" y="2636406"/>
                  </a:lnTo>
                  <a:lnTo>
                    <a:pt x="7535667" y="2636376"/>
                  </a:lnTo>
                  <a:lnTo>
                    <a:pt x="7536302" y="2636548"/>
                  </a:lnTo>
                  <a:lnTo>
                    <a:pt x="7536936" y="2636750"/>
                  </a:lnTo>
                  <a:lnTo>
                    <a:pt x="7537571" y="2636700"/>
                  </a:lnTo>
                  <a:lnTo>
                    <a:pt x="7538206" y="2636700"/>
                  </a:lnTo>
                  <a:lnTo>
                    <a:pt x="7538841" y="2636710"/>
                  </a:lnTo>
                  <a:lnTo>
                    <a:pt x="7539476" y="2636862"/>
                  </a:lnTo>
                  <a:lnTo>
                    <a:pt x="7540111" y="2637428"/>
                  </a:lnTo>
                  <a:lnTo>
                    <a:pt x="7540745" y="2638127"/>
                  </a:lnTo>
                  <a:lnTo>
                    <a:pt x="7541380" y="2638401"/>
                  </a:lnTo>
                  <a:lnTo>
                    <a:pt x="7542015" y="2638495"/>
                  </a:lnTo>
                  <a:lnTo>
                    <a:pt x="7542650" y="2638464"/>
                  </a:lnTo>
                  <a:lnTo>
                    <a:pt x="7543285" y="2638342"/>
                  </a:lnTo>
                  <a:lnTo>
                    <a:pt x="7543920" y="2637988"/>
                  </a:lnTo>
                  <a:lnTo>
                    <a:pt x="7544555" y="2637834"/>
                  </a:lnTo>
                  <a:lnTo>
                    <a:pt x="7545189" y="2637607"/>
                  </a:lnTo>
                  <a:lnTo>
                    <a:pt x="7545824" y="2637550"/>
                  </a:lnTo>
                  <a:lnTo>
                    <a:pt x="7546459" y="2637733"/>
                  </a:lnTo>
                  <a:lnTo>
                    <a:pt x="7547094" y="2638184"/>
                  </a:lnTo>
                  <a:lnTo>
                    <a:pt x="7547729" y="2638574"/>
                  </a:lnTo>
                  <a:lnTo>
                    <a:pt x="7548364" y="2638949"/>
                  </a:lnTo>
                  <a:lnTo>
                    <a:pt x="7548998" y="2639398"/>
                  </a:lnTo>
                  <a:lnTo>
                    <a:pt x="7549633" y="2639681"/>
                  </a:lnTo>
                  <a:lnTo>
                    <a:pt x="7550268" y="2639765"/>
                  </a:lnTo>
                  <a:lnTo>
                    <a:pt x="7550903" y="2640000"/>
                  </a:lnTo>
                  <a:lnTo>
                    <a:pt x="7551538" y="2640584"/>
                  </a:lnTo>
                  <a:lnTo>
                    <a:pt x="7552173" y="2642253"/>
                  </a:lnTo>
                  <a:lnTo>
                    <a:pt x="7552808" y="2644367"/>
                  </a:lnTo>
                  <a:lnTo>
                    <a:pt x="7553442" y="2646837"/>
                  </a:lnTo>
                  <a:lnTo>
                    <a:pt x="7554077" y="2649088"/>
                  </a:lnTo>
                  <a:lnTo>
                    <a:pt x="7554712" y="2651573"/>
                  </a:lnTo>
                  <a:lnTo>
                    <a:pt x="7555347" y="2653615"/>
                  </a:lnTo>
                  <a:lnTo>
                    <a:pt x="7555982" y="2655240"/>
                  </a:lnTo>
                  <a:lnTo>
                    <a:pt x="7556617" y="2656829"/>
                  </a:lnTo>
                  <a:lnTo>
                    <a:pt x="7557251" y="2658311"/>
                  </a:lnTo>
                  <a:lnTo>
                    <a:pt x="7557886" y="2659743"/>
                  </a:lnTo>
                  <a:lnTo>
                    <a:pt x="7558521" y="2661649"/>
                  </a:lnTo>
                  <a:lnTo>
                    <a:pt x="7559156" y="2663634"/>
                  </a:lnTo>
                  <a:lnTo>
                    <a:pt x="7559791" y="2666095"/>
                  </a:lnTo>
                  <a:lnTo>
                    <a:pt x="7560426" y="2668679"/>
                  </a:lnTo>
                  <a:lnTo>
                    <a:pt x="7561060" y="2670561"/>
                  </a:lnTo>
                  <a:lnTo>
                    <a:pt x="7561695" y="2671665"/>
                  </a:lnTo>
                  <a:lnTo>
                    <a:pt x="7562330" y="2672151"/>
                  </a:lnTo>
                  <a:lnTo>
                    <a:pt x="7562965" y="2672545"/>
                  </a:lnTo>
                  <a:lnTo>
                    <a:pt x="7563600" y="2672678"/>
                  </a:lnTo>
                  <a:lnTo>
                    <a:pt x="7564235" y="2672762"/>
                  </a:lnTo>
                  <a:lnTo>
                    <a:pt x="7564870" y="2673215"/>
                  </a:lnTo>
                  <a:lnTo>
                    <a:pt x="7565504" y="2673728"/>
                  </a:lnTo>
                  <a:lnTo>
                    <a:pt x="7566139" y="2674571"/>
                  </a:lnTo>
                  <a:lnTo>
                    <a:pt x="7566774" y="2675574"/>
                  </a:lnTo>
                  <a:lnTo>
                    <a:pt x="7567409" y="2676385"/>
                  </a:lnTo>
                  <a:lnTo>
                    <a:pt x="7568044" y="2676892"/>
                  </a:lnTo>
                  <a:lnTo>
                    <a:pt x="7568679" y="2677219"/>
                  </a:lnTo>
                  <a:lnTo>
                    <a:pt x="7569313" y="2677306"/>
                  </a:lnTo>
                  <a:lnTo>
                    <a:pt x="7569948" y="2677271"/>
                  </a:lnTo>
                  <a:lnTo>
                    <a:pt x="7570583" y="2677456"/>
                  </a:lnTo>
                  <a:lnTo>
                    <a:pt x="7571218" y="2678047"/>
                  </a:lnTo>
                  <a:lnTo>
                    <a:pt x="7571853" y="2678988"/>
                  </a:lnTo>
                  <a:lnTo>
                    <a:pt x="7572488" y="2679892"/>
                  </a:lnTo>
                  <a:lnTo>
                    <a:pt x="7573123" y="2680691"/>
                  </a:lnTo>
                  <a:lnTo>
                    <a:pt x="7573757" y="2681358"/>
                  </a:lnTo>
                  <a:lnTo>
                    <a:pt x="7574392" y="2682114"/>
                  </a:lnTo>
                  <a:lnTo>
                    <a:pt x="7575027" y="2682684"/>
                  </a:lnTo>
                  <a:lnTo>
                    <a:pt x="7575662" y="2683288"/>
                  </a:lnTo>
                  <a:lnTo>
                    <a:pt x="7576297" y="2684311"/>
                  </a:lnTo>
                  <a:lnTo>
                    <a:pt x="7576932" y="2685525"/>
                  </a:lnTo>
                  <a:lnTo>
                    <a:pt x="7577566" y="2686922"/>
                  </a:lnTo>
                  <a:lnTo>
                    <a:pt x="7578201" y="2687950"/>
                  </a:lnTo>
                  <a:lnTo>
                    <a:pt x="7578836" y="2688900"/>
                  </a:lnTo>
                  <a:lnTo>
                    <a:pt x="7579471" y="2689506"/>
                  </a:lnTo>
                  <a:lnTo>
                    <a:pt x="7580106" y="2689685"/>
                  </a:lnTo>
                  <a:lnTo>
                    <a:pt x="7580741" y="2689792"/>
                  </a:lnTo>
                  <a:lnTo>
                    <a:pt x="7581376" y="2689910"/>
                  </a:lnTo>
                  <a:lnTo>
                    <a:pt x="7582010" y="2689756"/>
                  </a:lnTo>
                  <a:lnTo>
                    <a:pt x="7582645" y="2689602"/>
                  </a:lnTo>
                  <a:lnTo>
                    <a:pt x="7583280" y="2689448"/>
                  </a:lnTo>
                  <a:lnTo>
                    <a:pt x="7583915" y="2689194"/>
                  </a:lnTo>
                  <a:lnTo>
                    <a:pt x="7584550" y="2688809"/>
                  </a:lnTo>
                  <a:lnTo>
                    <a:pt x="7585185" y="2688131"/>
                  </a:lnTo>
                  <a:lnTo>
                    <a:pt x="7585819" y="2687238"/>
                  </a:lnTo>
                  <a:lnTo>
                    <a:pt x="7586454" y="2686193"/>
                  </a:lnTo>
                  <a:lnTo>
                    <a:pt x="7587089" y="2684857"/>
                  </a:lnTo>
                  <a:lnTo>
                    <a:pt x="7587724" y="2683382"/>
                  </a:lnTo>
                  <a:lnTo>
                    <a:pt x="7588359" y="2681673"/>
                  </a:lnTo>
                  <a:lnTo>
                    <a:pt x="7588994" y="2680223"/>
                  </a:lnTo>
                  <a:lnTo>
                    <a:pt x="7589629" y="2679247"/>
                  </a:lnTo>
                  <a:lnTo>
                    <a:pt x="7590263" y="2678143"/>
                  </a:lnTo>
                  <a:lnTo>
                    <a:pt x="7590898" y="2676999"/>
                  </a:lnTo>
                  <a:lnTo>
                    <a:pt x="7591533" y="2675810"/>
                  </a:lnTo>
                  <a:lnTo>
                    <a:pt x="7592168" y="2674620"/>
                  </a:lnTo>
                  <a:lnTo>
                    <a:pt x="7592803" y="2673431"/>
                  </a:lnTo>
                  <a:lnTo>
                    <a:pt x="7593438" y="2672347"/>
                  </a:lnTo>
                  <a:lnTo>
                    <a:pt x="7594072" y="2671537"/>
                  </a:lnTo>
                  <a:lnTo>
                    <a:pt x="7594707" y="2670727"/>
                  </a:lnTo>
                  <a:lnTo>
                    <a:pt x="7595342" y="2670059"/>
                  </a:lnTo>
                  <a:lnTo>
                    <a:pt x="7595977" y="2669543"/>
                  </a:lnTo>
                  <a:lnTo>
                    <a:pt x="7596612" y="2669189"/>
                  </a:lnTo>
                  <a:lnTo>
                    <a:pt x="7597247" y="2669027"/>
                  </a:lnTo>
                  <a:lnTo>
                    <a:pt x="7597882" y="2669027"/>
                  </a:lnTo>
                  <a:lnTo>
                    <a:pt x="7598516" y="2669088"/>
                  </a:lnTo>
                  <a:lnTo>
                    <a:pt x="7599151" y="2669310"/>
                  </a:lnTo>
                  <a:lnTo>
                    <a:pt x="7599786" y="2669715"/>
                  </a:lnTo>
                  <a:lnTo>
                    <a:pt x="7600421" y="2670120"/>
                  </a:lnTo>
                  <a:lnTo>
                    <a:pt x="7601056" y="2670525"/>
                  </a:lnTo>
                  <a:lnTo>
                    <a:pt x="7601691" y="2670930"/>
                  </a:lnTo>
                  <a:lnTo>
                    <a:pt x="7602325" y="2671334"/>
                  </a:lnTo>
                  <a:lnTo>
                    <a:pt x="7602960" y="2671739"/>
                  </a:lnTo>
                  <a:lnTo>
                    <a:pt x="7603595" y="2672144"/>
                  </a:lnTo>
                  <a:lnTo>
                    <a:pt x="7604230" y="2672549"/>
                  </a:lnTo>
                  <a:lnTo>
                    <a:pt x="7604865" y="2672954"/>
                  </a:lnTo>
                  <a:lnTo>
                    <a:pt x="7605500" y="2673713"/>
                  </a:lnTo>
                  <a:lnTo>
                    <a:pt x="7606135" y="2674523"/>
                  </a:lnTo>
                  <a:lnTo>
                    <a:pt x="7606769" y="2675332"/>
                  </a:lnTo>
                  <a:lnTo>
                    <a:pt x="7607404" y="2676274"/>
                  </a:lnTo>
                  <a:lnTo>
                    <a:pt x="7608039" y="2677225"/>
                  </a:lnTo>
                  <a:lnTo>
                    <a:pt x="7608674" y="2678014"/>
                  </a:lnTo>
                  <a:lnTo>
                    <a:pt x="7609309" y="2678510"/>
                  </a:lnTo>
                  <a:lnTo>
                    <a:pt x="7609944" y="2679189"/>
                  </a:lnTo>
                  <a:lnTo>
                    <a:pt x="7610578" y="2679998"/>
                  </a:lnTo>
                  <a:lnTo>
                    <a:pt x="7611213" y="2680808"/>
                  </a:lnTo>
                  <a:lnTo>
                    <a:pt x="7611848" y="2681699"/>
                  </a:lnTo>
                  <a:lnTo>
                    <a:pt x="7612483" y="2682842"/>
                  </a:lnTo>
                  <a:lnTo>
                    <a:pt x="7613118" y="2683561"/>
                  </a:lnTo>
                  <a:lnTo>
                    <a:pt x="7613753" y="2684350"/>
                  </a:lnTo>
                  <a:lnTo>
                    <a:pt x="7614387" y="2685477"/>
                  </a:lnTo>
                  <a:lnTo>
                    <a:pt x="7615022" y="2686896"/>
                  </a:lnTo>
                  <a:lnTo>
                    <a:pt x="7615657" y="2687444"/>
                  </a:lnTo>
                  <a:lnTo>
                    <a:pt x="7616292" y="2687963"/>
                  </a:lnTo>
                  <a:lnTo>
                    <a:pt x="7616927" y="2687972"/>
                  </a:lnTo>
                  <a:lnTo>
                    <a:pt x="7617562" y="2687698"/>
                  </a:lnTo>
                  <a:lnTo>
                    <a:pt x="7618197" y="2687366"/>
                  </a:lnTo>
                  <a:lnTo>
                    <a:pt x="7618831" y="2687036"/>
                  </a:lnTo>
                  <a:lnTo>
                    <a:pt x="7619466" y="2686332"/>
                  </a:lnTo>
                  <a:lnTo>
                    <a:pt x="7620101" y="2685380"/>
                  </a:lnTo>
                  <a:lnTo>
                    <a:pt x="7620736" y="2684375"/>
                  </a:lnTo>
                  <a:lnTo>
                    <a:pt x="7621371" y="2682975"/>
                  </a:lnTo>
                  <a:lnTo>
                    <a:pt x="7622006" y="2681624"/>
                  </a:lnTo>
                  <a:lnTo>
                    <a:pt x="7622640" y="2680450"/>
                  </a:lnTo>
                  <a:lnTo>
                    <a:pt x="7623275" y="2678924"/>
                  </a:lnTo>
                  <a:lnTo>
                    <a:pt x="7623910" y="2677002"/>
                  </a:lnTo>
                  <a:lnTo>
                    <a:pt x="7624545" y="2674110"/>
                  </a:lnTo>
                  <a:lnTo>
                    <a:pt x="7625180" y="2671524"/>
                  </a:lnTo>
                  <a:lnTo>
                    <a:pt x="7625815" y="2669119"/>
                  </a:lnTo>
                  <a:lnTo>
                    <a:pt x="7626450" y="2666979"/>
                  </a:lnTo>
                  <a:lnTo>
                    <a:pt x="7627084" y="2665150"/>
                  </a:lnTo>
                  <a:lnTo>
                    <a:pt x="7627719" y="2663350"/>
                  </a:lnTo>
                  <a:lnTo>
                    <a:pt x="7628354" y="2661863"/>
                  </a:lnTo>
                  <a:lnTo>
                    <a:pt x="7628989" y="2660360"/>
                  </a:lnTo>
                  <a:lnTo>
                    <a:pt x="7629624" y="2658949"/>
                  </a:lnTo>
                  <a:lnTo>
                    <a:pt x="7630259" y="2657766"/>
                  </a:lnTo>
                  <a:lnTo>
                    <a:pt x="7630893" y="2656720"/>
                  </a:lnTo>
                  <a:lnTo>
                    <a:pt x="7631528" y="2655395"/>
                  </a:lnTo>
                  <a:lnTo>
                    <a:pt x="7632163" y="2653763"/>
                  </a:lnTo>
                  <a:lnTo>
                    <a:pt x="7632798" y="2652167"/>
                  </a:lnTo>
                  <a:lnTo>
                    <a:pt x="7633433" y="2650910"/>
                  </a:lnTo>
                  <a:lnTo>
                    <a:pt x="7634068" y="2649597"/>
                  </a:lnTo>
                  <a:lnTo>
                    <a:pt x="7634703" y="2648180"/>
                  </a:lnTo>
                  <a:lnTo>
                    <a:pt x="7635337" y="2646873"/>
                  </a:lnTo>
                  <a:lnTo>
                    <a:pt x="7635972" y="2645320"/>
                  </a:lnTo>
                  <a:lnTo>
                    <a:pt x="7636607" y="2643296"/>
                  </a:lnTo>
                  <a:lnTo>
                    <a:pt x="7637242" y="2641140"/>
                  </a:lnTo>
                  <a:lnTo>
                    <a:pt x="7637877" y="2638721"/>
                  </a:lnTo>
                  <a:lnTo>
                    <a:pt x="7638512" y="2635705"/>
                  </a:lnTo>
                  <a:lnTo>
                    <a:pt x="7639146" y="2633219"/>
                  </a:lnTo>
                  <a:lnTo>
                    <a:pt x="7639781" y="2630491"/>
                  </a:lnTo>
                  <a:lnTo>
                    <a:pt x="7640416" y="2627763"/>
                  </a:lnTo>
                  <a:lnTo>
                    <a:pt x="7641051" y="2625407"/>
                  </a:lnTo>
                  <a:lnTo>
                    <a:pt x="7641686" y="2623552"/>
                  </a:lnTo>
                  <a:lnTo>
                    <a:pt x="7642321" y="2621887"/>
                  </a:lnTo>
                  <a:lnTo>
                    <a:pt x="7642956" y="2619989"/>
                  </a:lnTo>
                  <a:lnTo>
                    <a:pt x="7643590" y="2618229"/>
                  </a:lnTo>
                  <a:lnTo>
                    <a:pt x="7644225" y="2616245"/>
                  </a:lnTo>
                  <a:lnTo>
                    <a:pt x="7644860" y="2614001"/>
                  </a:lnTo>
                  <a:lnTo>
                    <a:pt x="7645495" y="2611411"/>
                  </a:lnTo>
                  <a:lnTo>
                    <a:pt x="7646130" y="2608648"/>
                  </a:lnTo>
                  <a:lnTo>
                    <a:pt x="7646765" y="2605998"/>
                  </a:lnTo>
                  <a:lnTo>
                    <a:pt x="7647399" y="2603573"/>
                  </a:lnTo>
                  <a:lnTo>
                    <a:pt x="7648034" y="2601683"/>
                  </a:lnTo>
                  <a:lnTo>
                    <a:pt x="7648669" y="2599547"/>
                  </a:lnTo>
                  <a:lnTo>
                    <a:pt x="7649304" y="2597138"/>
                  </a:lnTo>
                  <a:lnTo>
                    <a:pt x="7649939" y="2594678"/>
                  </a:lnTo>
                  <a:lnTo>
                    <a:pt x="7650574" y="2592077"/>
                  </a:lnTo>
                  <a:lnTo>
                    <a:pt x="7651209" y="2589719"/>
                  </a:lnTo>
                  <a:lnTo>
                    <a:pt x="7651843" y="2588019"/>
                  </a:lnTo>
                  <a:lnTo>
                    <a:pt x="7652478" y="2586804"/>
                  </a:lnTo>
                  <a:lnTo>
                    <a:pt x="7653113" y="2585691"/>
                  </a:lnTo>
                  <a:lnTo>
                    <a:pt x="7653748" y="2585154"/>
                  </a:lnTo>
                  <a:lnTo>
                    <a:pt x="7654383" y="2584952"/>
                  </a:lnTo>
                  <a:lnTo>
                    <a:pt x="7655018" y="2585538"/>
                  </a:lnTo>
                  <a:lnTo>
                    <a:pt x="7655652" y="2586356"/>
                  </a:lnTo>
                  <a:lnTo>
                    <a:pt x="7656287" y="2587245"/>
                  </a:lnTo>
                  <a:lnTo>
                    <a:pt x="7656922" y="2588158"/>
                  </a:lnTo>
                  <a:lnTo>
                    <a:pt x="7657557" y="2589155"/>
                  </a:lnTo>
                  <a:lnTo>
                    <a:pt x="7658192" y="2590401"/>
                  </a:lnTo>
                  <a:lnTo>
                    <a:pt x="7658827" y="2591763"/>
                  </a:lnTo>
                  <a:lnTo>
                    <a:pt x="7659462" y="2593063"/>
                  </a:lnTo>
                  <a:lnTo>
                    <a:pt x="7660096" y="2594467"/>
                  </a:lnTo>
                  <a:lnTo>
                    <a:pt x="7660731" y="2595699"/>
                  </a:lnTo>
                  <a:lnTo>
                    <a:pt x="7661366" y="2596395"/>
                  </a:lnTo>
                  <a:lnTo>
                    <a:pt x="7662001" y="2596888"/>
                  </a:lnTo>
                  <a:lnTo>
                    <a:pt x="7662636" y="2597309"/>
                  </a:lnTo>
                  <a:lnTo>
                    <a:pt x="7663271" y="2597594"/>
                  </a:lnTo>
                  <a:lnTo>
                    <a:pt x="7663905" y="2597848"/>
                  </a:lnTo>
                  <a:lnTo>
                    <a:pt x="7664540" y="2598373"/>
                  </a:lnTo>
                  <a:lnTo>
                    <a:pt x="7665175" y="2598985"/>
                  </a:lnTo>
                  <a:lnTo>
                    <a:pt x="7665810" y="2599606"/>
                  </a:lnTo>
                  <a:lnTo>
                    <a:pt x="7666445" y="2600214"/>
                  </a:lnTo>
                  <a:lnTo>
                    <a:pt x="7667080" y="2600821"/>
                  </a:lnTo>
                  <a:lnTo>
                    <a:pt x="7667715" y="2601428"/>
                  </a:lnTo>
                  <a:lnTo>
                    <a:pt x="7668349" y="2602242"/>
                  </a:lnTo>
                  <a:lnTo>
                    <a:pt x="7668984" y="2603168"/>
                  </a:lnTo>
                  <a:lnTo>
                    <a:pt x="7669619" y="2604155"/>
                  </a:lnTo>
                  <a:lnTo>
                    <a:pt x="7670254" y="2605155"/>
                  </a:lnTo>
                  <a:lnTo>
                    <a:pt x="7670889" y="2606333"/>
                  </a:lnTo>
                  <a:lnTo>
                    <a:pt x="7671524" y="2607552"/>
                  </a:lnTo>
                  <a:lnTo>
                    <a:pt x="7672158" y="2608902"/>
                  </a:lnTo>
                  <a:lnTo>
                    <a:pt x="7672793" y="2610323"/>
                  </a:lnTo>
                  <a:lnTo>
                    <a:pt x="7673428" y="2611792"/>
                  </a:lnTo>
                  <a:lnTo>
                    <a:pt x="7674063" y="2612977"/>
                  </a:lnTo>
                  <a:lnTo>
                    <a:pt x="7674698" y="2614082"/>
                  </a:lnTo>
                  <a:lnTo>
                    <a:pt x="7675333" y="2615260"/>
                  </a:lnTo>
                  <a:lnTo>
                    <a:pt x="7675967" y="2616032"/>
                  </a:lnTo>
                  <a:lnTo>
                    <a:pt x="7676602" y="2616778"/>
                  </a:lnTo>
                  <a:lnTo>
                    <a:pt x="7677237" y="2617525"/>
                  </a:lnTo>
                  <a:lnTo>
                    <a:pt x="7677872" y="2618156"/>
                  </a:lnTo>
                  <a:lnTo>
                    <a:pt x="7678507" y="2618765"/>
                  </a:lnTo>
                  <a:lnTo>
                    <a:pt x="7679142" y="2619275"/>
                  </a:lnTo>
                  <a:lnTo>
                    <a:pt x="7679777" y="2619722"/>
                  </a:lnTo>
                  <a:lnTo>
                    <a:pt x="7680411" y="2620039"/>
                  </a:lnTo>
                  <a:lnTo>
                    <a:pt x="7681046" y="2620465"/>
                  </a:lnTo>
                  <a:lnTo>
                    <a:pt x="7681681" y="2620807"/>
                  </a:lnTo>
                  <a:lnTo>
                    <a:pt x="7682316" y="2621299"/>
                  </a:lnTo>
                  <a:lnTo>
                    <a:pt x="7682951" y="2621618"/>
                  </a:lnTo>
                  <a:lnTo>
                    <a:pt x="7683586" y="2621648"/>
                  </a:lnTo>
                  <a:lnTo>
                    <a:pt x="7684220" y="2622026"/>
                  </a:lnTo>
                  <a:lnTo>
                    <a:pt x="7684855" y="2622331"/>
                  </a:lnTo>
                  <a:lnTo>
                    <a:pt x="7685490" y="2622558"/>
                  </a:lnTo>
                  <a:lnTo>
                    <a:pt x="7686125" y="2622693"/>
                  </a:lnTo>
                  <a:lnTo>
                    <a:pt x="7686760" y="2622695"/>
                  </a:lnTo>
                  <a:lnTo>
                    <a:pt x="7687395" y="2622626"/>
                  </a:lnTo>
                  <a:lnTo>
                    <a:pt x="7688030" y="2622877"/>
                  </a:lnTo>
                  <a:lnTo>
                    <a:pt x="7688664" y="2623145"/>
                  </a:lnTo>
                  <a:lnTo>
                    <a:pt x="7689299" y="2623553"/>
                  </a:lnTo>
                  <a:lnTo>
                    <a:pt x="7689934" y="2623738"/>
                  </a:lnTo>
                  <a:lnTo>
                    <a:pt x="7690569" y="2623576"/>
                  </a:lnTo>
                  <a:lnTo>
                    <a:pt x="7691204" y="2623326"/>
                  </a:lnTo>
                  <a:lnTo>
                    <a:pt x="7691839" y="2623081"/>
                  </a:lnTo>
                  <a:lnTo>
                    <a:pt x="7692473" y="2622728"/>
                  </a:lnTo>
                  <a:lnTo>
                    <a:pt x="7693108" y="2622466"/>
                  </a:lnTo>
                  <a:lnTo>
                    <a:pt x="7693743" y="2621913"/>
                  </a:lnTo>
                  <a:lnTo>
                    <a:pt x="7694378" y="2621392"/>
                  </a:lnTo>
                  <a:lnTo>
                    <a:pt x="7695013" y="2620522"/>
                  </a:lnTo>
                  <a:lnTo>
                    <a:pt x="7695648" y="2619692"/>
                  </a:lnTo>
                  <a:lnTo>
                    <a:pt x="7696283" y="2618996"/>
                  </a:lnTo>
                  <a:lnTo>
                    <a:pt x="7696917" y="2618399"/>
                  </a:lnTo>
                  <a:lnTo>
                    <a:pt x="7697552" y="2617748"/>
                  </a:lnTo>
                  <a:lnTo>
                    <a:pt x="7698187" y="2617081"/>
                  </a:lnTo>
                  <a:lnTo>
                    <a:pt x="7698822" y="2616274"/>
                  </a:lnTo>
                  <a:lnTo>
                    <a:pt x="7699457" y="2615689"/>
                  </a:lnTo>
                  <a:lnTo>
                    <a:pt x="7700092" y="2615279"/>
                  </a:lnTo>
                  <a:lnTo>
                    <a:pt x="7700726" y="2614928"/>
                  </a:lnTo>
                  <a:lnTo>
                    <a:pt x="7701361" y="2614581"/>
                  </a:lnTo>
                  <a:lnTo>
                    <a:pt x="7701996" y="2614293"/>
                  </a:lnTo>
                  <a:lnTo>
                    <a:pt x="7702631" y="2613888"/>
                  </a:lnTo>
                  <a:lnTo>
                    <a:pt x="7703266" y="2613453"/>
                  </a:lnTo>
                  <a:lnTo>
                    <a:pt x="7703901" y="2613048"/>
                  </a:lnTo>
                  <a:lnTo>
                    <a:pt x="7704536" y="2612775"/>
                  </a:lnTo>
                  <a:lnTo>
                    <a:pt x="7705170" y="2612744"/>
                  </a:lnTo>
                  <a:lnTo>
                    <a:pt x="7705805" y="2612795"/>
                  </a:lnTo>
                  <a:lnTo>
                    <a:pt x="7706440" y="2613129"/>
                  </a:lnTo>
                  <a:lnTo>
                    <a:pt x="7707075" y="2613938"/>
                  </a:lnTo>
                  <a:lnTo>
                    <a:pt x="7707710" y="2614779"/>
                  </a:lnTo>
                  <a:lnTo>
                    <a:pt x="7708345" y="2615588"/>
                  </a:lnTo>
                  <a:lnTo>
                    <a:pt x="7708979" y="2616307"/>
                  </a:lnTo>
                  <a:lnTo>
                    <a:pt x="7709614" y="2616914"/>
                  </a:lnTo>
                  <a:lnTo>
                    <a:pt x="7710249" y="2617521"/>
                  </a:lnTo>
                  <a:lnTo>
                    <a:pt x="7710884" y="2618539"/>
                  </a:lnTo>
                  <a:lnTo>
                    <a:pt x="7711519" y="2619495"/>
                  </a:lnTo>
                  <a:lnTo>
                    <a:pt x="7712154" y="2620439"/>
                  </a:lnTo>
                  <a:lnTo>
                    <a:pt x="7712789" y="2621661"/>
                  </a:lnTo>
                  <a:lnTo>
                    <a:pt x="7713423" y="2622994"/>
                  </a:lnTo>
                  <a:lnTo>
                    <a:pt x="7714058" y="2624382"/>
                  </a:lnTo>
                  <a:lnTo>
                    <a:pt x="7714693" y="2625601"/>
                  </a:lnTo>
                  <a:lnTo>
                    <a:pt x="7715328" y="2626764"/>
                  </a:lnTo>
                  <a:lnTo>
                    <a:pt x="7715963" y="2627586"/>
                  </a:lnTo>
                  <a:lnTo>
                    <a:pt x="7716598" y="2627845"/>
                  </a:lnTo>
                  <a:lnTo>
                    <a:pt x="7717232" y="2627907"/>
                  </a:lnTo>
                  <a:lnTo>
                    <a:pt x="7717867" y="2627776"/>
                  </a:lnTo>
                  <a:lnTo>
                    <a:pt x="7718502" y="2627608"/>
                  </a:lnTo>
                  <a:lnTo>
                    <a:pt x="7719137" y="2627521"/>
                  </a:lnTo>
                  <a:lnTo>
                    <a:pt x="7719772" y="2627433"/>
                  </a:lnTo>
                  <a:lnTo>
                    <a:pt x="7720407" y="2627247"/>
                  </a:lnTo>
                  <a:lnTo>
                    <a:pt x="7721042" y="2626903"/>
                  </a:lnTo>
                  <a:lnTo>
                    <a:pt x="7721676" y="2626278"/>
                  </a:lnTo>
                  <a:lnTo>
                    <a:pt x="7722311" y="2625625"/>
                  </a:lnTo>
                  <a:lnTo>
                    <a:pt x="7722946" y="2624522"/>
                  </a:lnTo>
                  <a:lnTo>
                    <a:pt x="7723581" y="2623408"/>
                  </a:lnTo>
                  <a:lnTo>
                    <a:pt x="7724216" y="2622244"/>
                  </a:lnTo>
                  <a:lnTo>
                    <a:pt x="7724851" y="2621030"/>
                  </a:lnTo>
                  <a:lnTo>
                    <a:pt x="7725485" y="2619896"/>
                  </a:lnTo>
                  <a:lnTo>
                    <a:pt x="7726120" y="2618884"/>
                  </a:lnTo>
                  <a:lnTo>
                    <a:pt x="7726755" y="2618054"/>
                  </a:lnTo>
                  <a:lnTo>
                    <a:pt x="7727390" y="2617508"/>
                  </a:lnTo>
                  <a:lnTo>
                    <a:pt x="7728025" y="2617103"/>
                  </a:lnTo>
                  <a:lnTo>
                    <a:pt x="7728660" y="2616698"/>
                  </a:lnTo>
                  <a:lnTo>
                    <a:pt x="7729294" y="2616293"/>
                  </a:lnTo>
                  <a:lnTo>
                    <a:pt x="7729929" y="2615888"/>
                  </a:lnTo>
                  <a:lnTo>
                    <a:pt x="7730564" y="2615686"/>
                  </a:lnTo>
                  <a:lnTo>
                    <a:pt x="7731199" y="2615483"/>
                  </a:lnTo>
                  <a:lnTo>
                    <a:pt x="7731834" y="2615281"/>
                  </a:lnTo>
                  <a:lnTo>
                    <a:pt x="7732469" y="2615078"/>
                  </a:lnTo>
                  <a:lnTo>
                    <a:pt x="7733104" y="2614876"/>
                  </a:lnTo>
                  <a:lnTo>
                    <a:pt x="7733738" y="2614795"/>
                  </a:lnTo>
                  <a:lnTo>
                    <a:pt x="7734373" y="2614795"/>
                  </a:lnTo>
                  <a:lnTo>
                    <a:pt x="7735008" y="2614795"/>
                  </a:lnTo>
                  <a:lnTo>
                    <a:pt x="7735643" y="2614795"/>
                  </a:lnTo>
                  <a:lnTo>
                    <a:pt x="7736278" y="2614906"/>
                  </a:lnTo>
                  <a:lnTo>
                    <a:pt x="7736913" y="2615109"/>
                  </a:lnTo>
                  <a:lnTo>
                    <a:pt x="7737547" y="2615311"/>
                  </a:lnTo>
                  <a:lnTo>
                    <a:pt x="7738182" y="2615514"/>
                  </a:lnTo>
                  <a:lnTo>
                    <a:pt x="7738817" y="2615615"/>
                  </a:lnTo>
                  <a:lnTo>
                    <a:pt x="7739452" y="2615574"/>
                  </a:lnTo>
                  <a:lnTo>
                    <a:pt x="7740087" y="2615888"/>
                  </a:lnTo>
                  <a:lnTo>
                    <a:pt x="7740722" y="2616465"/>
                  </a:lnTo>
                  <a:lnTo>
                    <a:pt x="7741357" y="2617069"/>
                  </a:lnTo>
                  <a:lnTo>
                    <a:pt x="7741991" y="2617715"/>
                  </a:lnTo>
                  <a:lnTo>
                    <a:pt x="7742626" y="2618712"/>
                  </a:lnTo>
                  <a:lnTo>
                    <a:pt x="7743261" y="2619841"/>
                  </a:lnTo>
                  <a:lnTo>
                    <a:pt x="7743896" y="2621261"/>
                  </a:lnTo>
                  <a:lnTo>
                    <a:pt x="7744531" y="2623046"/>
                  </a:lnTo>
                  <a:lnTo>
                    <a:pt x="7745166" y="2624915"/>
                  </a:lnTo>
                  <a:lnTo>
                    <a:pt x="7745800" y="2626699"/>
                  </a:lnTo>
                  <a:lnTo>
                    <a:pt x="7746435" y="2628514"/>
                  </a:lnTo>
                  <a:lnTo>
                    <a:pt x="7747070" y="2630447"/>
                  </a:lnTo>
                  <a:lnTo>
                    <a:pt x="7747705" y="2632251"/>
                  </a:lnTo>
                  <a:lnTo>
                    <a:pt x="7748340" y="2634484"/>
                  </a:lnTo>
                  <a:lnTo>
                    <a:pt x="7748975" y="2636571"/>
                  </a:lnTo>
                  <a:lnTo>
                    <a:pt x="7749610" y="2638398"/>
                  </a:lnTo>
                  <a:lnTo>
                    <a:pt x="7750244" y="2640377"/>
                  </a:lnTo>
                  <a:lnTo>
                    <a:pt x="7750879" y="2642545"/>
                  </a:lnTo>
                  <a:lnTo>
                    <a:pt x="7751514" y="2644933"/>
                  </a:lnTo>
                  <a:lnTo>
                    <a:pt x="7752149" y="2646832"/>
                  </a:lnTo>
                  <a:lnTo>
                    <a:pt x="7752784" y="2648225"/>
                  </a:lnTo>
                  <a:lnTo>
                    <a:pt x="7753419" y="2649430"/>
                  </a:lnTo>
                  <a:lnTo>
                    <a:pt x="7754053" y="2650184"/>
                  </a:lnTo>
                  <a:lnTo>
                    <a:pt x="7754688" y="2650883"/>
                  </a:lnTo>
                  <a:lnTo>
                    <a:pt x="7755323" y="2651351"/>
                  </a:lnTo>
                  <a:lnTo>
                    <a:pt x="7755958" y="2651956"/>
                  </a:lnTo>
                  <a:lnTo>
                    <a:pt x="7756593" y="2652489"/>
                  </a:lnTo>
                  <a:lnTo>
                    <a:pt x="7757228" y="2652977"/>
                  </a:lnTo>
                  <a:lnTo>
                    <a:pt x="7757863" y="2653327"/>
                  </a:lnTo>
                  <a:lnTo>
                    <a:pt x="7758497" y="2653997"/>
                  </a:lnTo>
                  <a:lnTo>
                    <a:pt x="7759132" y="2655136"/>
                  </a:lnTo>
                  <a:lnTo>
                    <a:pt x="7759767" y="2656164"/>
                  </a:lnTo>
                  <a:lnTo>
                    <a:pt x="7760402" y="2656761"/>
                  </a:lnTo>
                  <a:lnTo>
                    <a:pt x="7761037" y="2657439"/>
                  </a:lnTo>
                  <a:lnTo>
                    <a:pt x="7761672" y="2658419"/>
                  </a:lnTo>
                  <a:lnTo>
                    <a:pt x="7762306" y="2659636"/>
                  </a:lnTo>
                  <a:lnTo>
                    <a:pt x="7762941" y="2661188"/>
                  </a:lnTo>
                  <a:lnTo>
                    <a:pt x="7763576" y="2663212"/>
                  </a:lnTo>
                  <a:lnTo>
                    <a:pt x="7764211" y="2665368"/>
                  </a:lnTo>
                  <a:lnTo>
                    <a:pt x="7764846" y="2667787"/>
                  </a:lnTo>
                  <a:lnTo>
                    <a:pt x="7765481" y="2670803"/>
                  </a:lnTo>
                  <a:lnTo>
                    <a:pt x="7766116" y="2673289"/>
                  </a:lnTo>
                  <a:lnTo>
                    <a:pt x="7766750" y="2676017"/>
                  </a:lnTo>
                  <a:lnTo>
                    <a:pt x="7767385" y="2678745"/>
                  </a:lnTo>
                  <a:lnTo>
                    <a:pt x="7768020" y="2681031"/>
                  </a:lnTo>
                  <a:lnTo>
                    <a:pt x="7768655" y="2682683"/>
                  </a:lnTo>
                  <a:lnTo>
                    <a:pt x="7769290" y="2684303"/>
                  </a:lnTo>
                  <a:lnTo>
                    <a:pt x="7769925" y="2686073"/>
                  </a:lnTo>
                  <a:lnTo>
                    <a:pt x="7770559" y="2687719"/>
                  </a:lnTo>
                  <a:lnTo>
                    <a:pt x="7771194" y="2689761"/>
                  </a:lnTo>
                  <a:lnTo>
                    <a:pt x="7771829" y="2692062"/>
                  </a:lnTo>
                  <a:lnTo>
                    <a:pt x="7772464" y="2694709"/>
                  </a:lnTo>
                  <a:lnTo>
                    <a:pt x="7773099" y="2697529"/>
                  </a:lnTo>
                  <a:lnTo>
                    <a:pt x="7773734" y="2700143"/>
                  </a:lnTo>
                  <a:lnTo>
                    <a:pt x="7774369" y="2702329"/>
                  </a:lnTo>
                  <a:lnTo>
                    <a:pt x="7775003" y="2703820"/>
                  </a:lnTo>
                  <a:lnTo>
                    <a:pt x="7775638" y="2705435"/>
                  </a:lnTo>
                  <a:lnTo>
                    <a:pt x="7776273" y="2707323"/>
                  </a:lnTo>
                  <a:lnTo>
                    <a:pt x="7776908" y="2709423"/>
                  </a:lnTo>
                  <a:lnTo>
                    <a:pt x="7777543" y="2712131"/>
                  </a:lnTo>
                  <a:lnTo>
                    <a:pt x="7778178" y="2714993"/>
                  </a:lnTo>
                  <a:lnTo>
                    <a:pt x="7778812" y="2717649"/>
                  </a:lnTo>
                  <a:lnTo>
                    <a:pt x="7779447" y="2719704"/>
                  </a:lnTo>
                  <a:lnTo>
                    <a:pt x="7780082" y="2721830"/>
                  </a:lnTo>
                  <a:lnTo>
                    <a:pt x="7780717" y="2723146"/>
                  </a:lnTo>
                  <a:lnTo>
                    <a:pt x="7781352" y="2724158"/>
                  </a:lnTo>
                  <a:lnTo>
                    <a:pt x="7781987" y="2724382"/>
                  </a:lnTo>
                  <a:lnTo>
                    <a:pt x="7782621" y="2724374"/>
                  </a:lnTo>
                  <a:lnTo>
                    <a:pt x="7783256" y="2724426"/>
                  </a:lnTo>
                  <a:lnTo>
                    <a:pt x="7783891" y="2724737"/>
                  </a:lnTo>
                  <a:lnTo>
                    <a:pt x="7784526" y="2725188"/>
                  </a:lnTo>
                  <a:lnTo>
                    <a:pt x="7785161" y="2725561"/>
                  </a:lnTo>
                  <a:lnTo>
                    <a:pt x="7785796" y="2725819"/>
                  </a:lnTo>
                  <a:lnTo>
                    <a:pt x="7786431" y="2725976"/>
                  </a:lnTo>
                  <a:lnTo>
                    <a:pt x="7787065" y="2725736"/>
                  </a:lnTo>
                  <a:lnTo>
                    <a:pt x="7787700" y="2725445"/>
                  </a:lnTo>
                  <a:lnTo>
                    <a:pt x="7788335" y="2725296"/>
                  </a:lnTo>
                  <a:lnTo>
                    <a:pt x="7788970" y="2725410"/>
                  </a:lnTo>
                  <a:lnTo>
                    <a:pt x="7789605" y="2725424"/>
                  </a:lnTo>
                  <a:lnTo>
                    <a:pt x="7790240" y="2725291"/>
                  </a:lnTo>
                  <a:lnTo>
                    <a:pt x="7790874" y="2725204"/>
                  </a:lnTo>
                  <a:lnTo>
                    <a:pt x="7791509" y="2724995"/>
                  </a:lnTo>
                  <a:lnTo>
                    <a:pt x="7792144" y="2724877"/>
                  </a:lnTo>
                  <a:lnTo>
                    <a:pt x="7792779" y="2724779"/>
                  </a:lnTo>
                  <a:lnTo>
                    <a:pt x="7793414" y="2724867"/>
                  </a:lnTo>
                  <a:lnTo>
                    <a:pt x="7794049" y="2724956"/>
                  </a:lnTo>
                  <a:lnTo>
                    <a:pt x="7794684" y="2724953"/>
                  </a:lnTo>
                  <a:lnTo>
                    <a:pt x="7795318" y="2724668"/>
                  </a:lnTo>
                  <a:lnTo>
                    <a:pt x="7795953" y="2724105"/>
                  </a:lnTo>
                  <a:lnTo>
                    <a:pt x="7796588" y="2723416"/>
                  </a:lnTo>
                  <a:lnTo>
                    <a:pt x="7797223" y="2722763"/>
                  </a:lnTo>
                  <a:lnTo>
                    <a:pt x="7797858" y="2722086"/>
                  </a:lnTo>
                  <a:lnTo>
                    <a:pt x="7798493" y="2721271"/>
                  </a:lnTo>
                  <a:lnTo>
                    <a:pt x="7799127" y="2720456"/>
                  </a:lnTo>
                  <a:lnTo>
                    <a:pt x="7799762" y="2719700"/>
                  </a:lnTo>
                  <a:lnTo>
                    <a:pt x="7800397" y="2718989"/>
                  </a:lnTo>
                  <a:lnTo>
                    <a:pt x="7801032" y="2718361"/>
                  </a:lnTo>
                  <a:lnTo>
                    <a:pt x="7801667" y="2717531"/>
                  </a:lnTo>
                  <a:lnTo>
                    <a:pt x="7802302" y="2716758"/>
                  </a:lnTo>
                  <a:lnTo>
                    <a:pt x="7802937" y="2716094"/>
                  </a:lnTo>
                  <a:lnTo>
                    <a:pt x="7803571" y="2715280"/>
                  </a:lnTo>
                  <a:lnTo>
                    <a:pt x="7804206" y="2714417"/>
                  </a:lnTo>
                  <a:lnTo>
                    <a:pt x="7804841" y="2713417"/>
                  </a:lnTo>
                  <a:lnTo>
                    <a:pt x="7805476" y="2712475"/>
                  </a:lnTo>
                  <a:lnTo>
                    <a:pt x="7806111" y="2711533"/>
                  </a:lnTo>
                  <a:lnTo>
                    <a:pt x="7806746" y="2710631"/>
                  </a:lnTo>
                  <a:lnTo>
                    <a:pt x="7807380" y="2709758"/>
                  </a:lnTo>
                  <a:lnTo>
                    <a:pt x="7808015" y="2708742"/>
                  </a:lnTo>
                  <a:lnTo>
                    <a:pt x="7808650" y="2707726"/>
                  </a:lnTo>
                  <a:lnTo>
                    <a:pt x="7809285" y="2706709"/>
                  </a:lnTo>
                  <a:lnTo>
                    <a:pt x="7809920" y="2705991"/>
                  </a:lnTo>
                  <a:lnTo>
                    <a:pt x="7810555" y="2705586"/>
                  </a:lnTo>
                  <a:lnTo>
                    <a:pt x="7811190" y="2704941"/>
                  </a:lnTo>
                  <a:lnTo>
                    <a:pt x="7811824" y="2704236"/>
                  </a:lnTo>
                  <a:lnTo>
                    <a:pt x="7812459" y="2703520"/>
                  </a:lnTo>
                  <a:lnTo>
                    <a:pt x="7813094" y="2703070"/>
                  </a:lnTo>
                  <a:lnTo>
                    <a:pt x="7813729" y="2702723"/>
                  </a:lnTo>
                  <a:lnTo>
                    <a:pt x="7814364" y="2702789"/>
                  </a:lnTo>
                  <a:lnTo>
                    <a:pt x="7814999" y="2702902"/>
                  </a:lnTo>
                  <a:lnTo>
                    <a:pt x="7815633" y="2703130"/>
                  </a:lnTo>
                  <a:lnTo>
                    <a:pt x="7816268" y="2703633"/>
                  </a:lnTo>
                  <a:lnTo>
                    <a:pt x="7816903" y="2704460"/>
                  </a:lnTo>
                  <a:lnTo>
                    <a:pt x="7817538" y="2705340"/>
                  </a:lnTo>
                  <a:lnTo>
                    <a:pt x="7818173" y="2706198"/>
                  </a:lnTo>
                  <a:lnTo>
                    <a:pt x="7818808" y="2706797"/>
                  </a:lnTo>
                  <a:lnTo>
                    <a:pt x="7819443" y="2707352"/>
                  </a:lnTo>
                  <a:lnTo>
                    <a:pt x="7820077" y="2707787"/>
                  </a:lnTo>
                  <a:lnTo>
                    <a:pt x="7820712" y="2708350"/>
                  </a:lnTo>
                  <a:lnTo>
                    <a:pt x="7821347" y="2709073"/>
                  </a:lnTo>
                  <a:lnTo>
                    <a:pt x="7821982" y="2710146"/>
                  </a:lnTo>
                  <a:lnTo>
                    <a:pt x="7822617" y="2711178"/>
                  </a:lnTo>
                  <a:lnTo>
                    <a:pt x="7823252" y="2712279"/>
                  </a:lnTo>
                  <a:lnTo>
                    <a:pt x="7823886" y="2713291"/>
                  </a:lnTo>
                  <a:lnTo>
                    <a:pt x="7824521" y="2714387"/>
                  </a:lnTo>
                  <a:lnTo>
                    <a:pt x="7825156" y="2715449"/>
                  </a:lnTo>
                  <a:lnTo>
                    <a:pt x="7825791" y="2716357"/>
                  </a:lnTo>
                  <a:lnTo>
                    <a:pt x="7826426" y="2716942"/>
                  </a:lnTo>
                  <a:lnTo>
                    <a:pt x="7827061" y="2717392"/>
                  </a:lnTo>
                  <a:lnTo>
                    <a:pt x="7827696" y="2717744"/>
                  </a:lnTo>
                  <a:lnTo>
                    <a:pt x="7828330" y="2718030"/>
                  </a:lnTo>
                  <a:lnTo>
                    <a:pt x="7828965" y="2718308"/>
                  </a:lnTo>
                  <a:lnTo>
                    <a:pt x="7829600" y="2718713"/>
                  </a:lnTo>
                  <a:lnTo>
                    <a:pt x="7830235" y="2719138"/>
                  </a:lnTo>
                  <a:lnTo>
                    <a:pt x="7830870" y="2719340"/>
                  </a:lnTo>
                  <a:lnTo>
                    <a:pt x="7831505" y="2719411"/>
                  </a:lnTo>
                  <a:lnTo>
                    <a:pt x="7832139" y="2719411"/>
                  </a:lnTo>
                  <a:lnTo>
                    <a:pt x="7832774" y="2719411"/>
                  </a:lnTo>
                  <a:lnTo>
                    <a:pt x="7833409" y="2719290"/>
                  </a:lnTo>
                  <a:lnTo>
                    <a:pt x="7834044" y="2719087"/>
                  </a:lnTo>
                  <a:lnTo>
                    <a:pt x="7834679" y="2719006"/>
                  </a:lnTo>
                  <a:lnTo>
                    <a:pt x="7835314" y="2718784"/>
                  </a:lnTo>
                  <a:lnTo>
                    <a:pt x="7835948" y="2718419"/>
                  </a:lnTo>
                  <a:lnTo>
                    <a:pt x="7836583" y="2718095"/>
                  </a:lnTo>
                  <a:lnTo>
                    <a:pt x="7837218" y="2717863"/>
                  </a:lnTo>
                  <a:lnTo>
                    <a:pt x="7837853" y="2716905"/>
                  </a:lnTo>
                  <a:lnTo>
                    <a:pt x="7838488" y="2715818"/>
                  </a:lnTo>
                  <a:lnTo>
                    <a:pt x="7839123" y="2714469"/>
                  </a:lnTo>
                  <a:lnTo>
                    <a:pt x="7839758" y="2712853"/>
                  </a:lnTo>
                  <a:lnTo>
                    <a:pt x="7840392" y="2711205"/>
                  </a:lnTo>
                  <a:lnTo>
                    <a:pt x="7841027" y="2709474"/>
                  </a:lnTo>
                  <a:lnTo>
                    <a:pt x="7841662" y="2707819"/>
                  </a:lnTo>
                  <a:lnTo>
                    <a:pt x="7842297" y="2706069"/>
                  </a:lnTo>
                  <a:lnTo>
                    <a:pt x="7842932" y="2704427"/>
                  </a:lnTo>
                  <a:lnTo>
                    <a:pt x="7843567" y="2702721"/>
                  </a:lnTo>
                  <a:lnTo>
                    <a:pt x="7844201" y="2700777"/>
                  </a:lnTo>
                  <a:lnTo>
                    <a:pt x="7844836" y="2699107"/>
                  </a:lnTo>
                  <a:lnTo>
                    <a:pt x="7845471" y="2697705"/>
                  </a:lnTo>
                  <a:lnTo>
                    <a:pt x="7846106" y="2696376"/>
                  </a:lnTo>
                  <a:lnTo>
                    <a:pt x="7846741" y="2695067"/>
                  </a:lnTo>
                  <a:lnTo>
                    <a:pt x="7847376" y="2694038"/>
                  </a:lnTo>
                  <a:lnTo>
                    <a:pt x="7848011" y="2693127"/>
                  </a:lnTo>
                  <a:lnTo>
                    <a:pt x="7848645" y="2692538"/>
                  </a:lnTo>
                  <a:lnTo>
                    <a:pt x="7849280" y="2691966"/>
                  </a:lnTo>
                  <a:lnTo>
                    <a:pt x="7849915" y="2691683"/>
                  </a:lnTo>
                  <a:lnTo>
                    <a:pt x="7850550" y="2691318"/>
                  </a:lnTo>
                  <a:lnTo>
                    <a:pt x="7851185" y="2691323"/>
                  </a:lnTo>
                  <a:lnTo>
                    <a:pt x="7851820" y="2691444"/>
                  </a:lnTo>
                  <a:lnTo>
                    <a:pt x="7852454" y="2691525"/>
                  </a:lnTo>
                  <a:lnTo>
                    <a:pt x="7853089" y="2691609"/>
                  </a:lnTo>
                  <a:lnTo>
                    <a:pt x="7853724" y="2691586"/>
                  </a:lnTo>
                  <a:lnTo>
                    <a:pt x="7854359" y="2691354"/>
                  </a:lnTo>
                  <a:lnTo>
                    <a:pt x="7854994" y="2690789"/>
                  </a:lnTo>
                  <a:lnTo>
                    <a:pt x="7855629" y="2689826"/>
                  </a:lnTo>
                  <a:lnTo>
                    <a:pt x="7856264" y="2688796"/>
                  </a:lnTo>
                  <a:lnTo>
                    <a:pt x="7856898" y="2687924"/>
                  </a:lnTo>
                  <a:lnTo>
                    <a:pt x="7857533" y="2686975"/>
                  </a:lnTo>
                  <a:lnTo>
                    <a:pt x="7858168" y="2686066"/>
                  </a:lnTo>
                  <a:lnTo>
                    <a:pt x="7858803" y="2685009"/>
                  </a:lnTo>
                  <a:lnTo>
                    <a:pt x="7859438" y="2683951"/>
                  </a:lnTo>
                  <a:lnTo>
                    <a:pt x="7860073" y="2682677"/>
                  </a:lnTo>
                  <a:lnTo>
                    <a:pt x="7860707" y="2680808"/>
                  </a:lnTo>
                  <a:lnTo>
                    <a:pt x="7861342" y="2678657"/>
                  </a:lnTo>
                  <a:lnTo>
                    <a:pt x="7861977" y="2675955"/>
                  </a:lnTo>
                  <a:lnTo>
                    <a:pt x="7862612" y="2673333"/>
                  </a:lnTo>
                  <a:lnTo>
                    <a:pt x="7863247" y="2670904"/>
                  </a:lnTo>
                  <a:lnTo>
                    <a:pt x="7863882" y="2668475"/>
                  </a:lnTo>
                  <a:lnTo>
                    <a:pt x="7864517" y="2666177"/>
                  </a:lnTo>
                  <a:lnTo>
                    <a:pt x="7865151" y="2664265"/>
                  </a:lnTo>
                  <a:lnTo>
                    <a:pt x="7865786" y="2662544"/>
                  </a:lnTo>
                  <a:lnTo>
                    <a:pt x="7866421" y="2661006"/>
                  </a:lnTo>
                  <a:lnTo>
                    <a:pt x="7867056" y="2659619"/>
                  </a:lnTo>
                  <a:lnTo>
                    <a:pt x="7867691" y="2658404"/>
                  </a:lnTo>
                  <a:lnTo>
                    <a:pt x="7868326" y="2657372"/>
                  </a:lnTo>
                  <a:lnTo>
                    <a:pt x="7868960" y="2656421"/>
                  </a:lnTo>
                  <a:lnTo>
                    <a:pt x="7869595" y="2655854"/>
                  </a:lnTo>
                  <a:lnTo>
                    <a:pt x="7870230" y="2655712"/>
                  </a:lnTo>
                  <a:lnTo>
                    <a:pt x="7870865" y="2655763"/>
                  </a:lnTo>
                  <a:lnTo>
                    <a:pt x="7871500" y="2655965"/>
                  </a:lnTo>
                  <a:lnTo>
                    <a:pt x="7872135" y="2656168"/>
                  </a:lnTo>
                  <a:lnTo>
                    <a:pt x="7872770" y="2656451"/>
                  </a:lnTo>
                  <a:lnTo>
                    <a:pt x="7873404" y="2656856"/>
                  </a:lnTo>
                  <a:lnTo>
                    <a:pt x="7874039" y="2657382"/>
                  </a:lnTo>
                  <a:lnTo>
                    <a:pt x="7874674" y="2658192"/>
                  </a:lnTo>
                  <a:lnTo>
                    <a:pt x="7875309" y="2658900"/>
                  </a:lnTo>
                  <a:lnTo>
                    <a:pt x="7875944" y="2659467"/>
                  </a:lnTo>
                  <a:lnTo>
                    <a:pt x="7876579" y="2660074"/>
                  </a:lnTo>
                  <a:lnTo>
                    <a:pt x="7877213" y="2660682"/>
                  </a:lnTo>
                  <a:lnTo>
                    <a:pt x="7877848" y="2661289"/>
                  </a:lnTo>
                  <a:lnTo>
                    <a:pt x="7878483" y="2662028"/>
                  </a:lnTo>
                  <a:lnTo>
                    <a:pt x="7879118" y="2662959"/>
                  </a:lnTo>
                  <a:lnTo>
                    <a:pt x="7879753" y="2664082"/>
                  </a:lnTo>
                  <a:lnTo>
                    <a:pt x="7880388" y="2665297"/>
                  </a:lnTo>
                  <a:lnTo>
                    <a:pt x="7881023" y="2666511"/>
                  </a:lnTo>
                  <a:lnTo>
                    <a:pt x="7881657" y="2667726"/>
                  </a:lnTo>
                  <a:lnTo>
                    <a:pt x="7882292" y="2668860"/>
                  </a:lnTo>
                  <a:lnTo>
                    <a:pt x="7882927" y="2669872"/>
                  </a:lnTo>
                  <a:lnTo>
                    <a:pt x="7883562" y="2670661"/>
                  </a:lnTo>
                  <a:lnTo>
                    <a:pt x="7884197" y="2671177"/>
                  </a:lnTo>
                  <a:lnTo>
                    <a:pt x="7884832" y="2671582"/>
                  </a:lnTo>
                  <a:lnTo>
                    <a:pt x="7885466" y="2671815"/>
                  </a:lnTo>
                  <a:lnTo>
                    <a:pt x="7886101" y="2671734"/>
                  </a:lnTo>
                  <a:lnTo>
                    <a:pt x="7886736" y="2671532"/>
                  </a:lnTo>
                  <a:lnTo>
                    <a:pt x="7887371" y="2671258"/>
                  </a:lnTo>
                  <a:lnTo>
                    <a:pt x="7888006" y="2670519"/>
                  </a:lnTo>
                  <a:lnTo>
                    <a:pt x="7888641" y="2669588"/>
                  </a:lnTo>
                  <a:lnTo>
                    <a:pt x="7889276" y="2668465"/>
                  </a:lnTo>
                  <a:lnTo>
                    <a:pt x="7889910" y="2667250"/>
                  </a:lnTo>
                  <a:lnTo>
                    <a:pt x="7890545" y="2666036"/>
                  </a:lnTo>
                  <a:lnTo>
                    <a:pt x="7891180" y="2664659"/>
                  </a:lnTo>
                  <a:lnTo>
                    <a:pt x="7891815" y="2662929"/>
                  </a:lnTo>
                  <a:lnTo>
                    <a:pt x="7892450" y="2661026"/>
                  </a:lnTo>
                  <a:lnTo>
                    <a:pt x="7893085" y="2659437"/>
                  </a:lnTo>
                  <a:lnTo>
                    <a:pt x="7893719" y="2657859"/>
                  </a:lnTo>
                  <a:lnTo>
                    <a:pt x="7894354" y="2656307"/>
                  </a:lnTo>
                  <a:lnTo>
                    <a:pt x="7894989" y="2654877"/>
                  </a:lnTo>
                  <a:lnTo>
                    <a:pt x="7895624" y="2653612"/>
                  </a:lnTo>
                  <a:lnTo>
                    <a:pt x="7896259" y="2651715"/>
                  </a:lnTo>
                  <a:lnTo>
                    <a:pt x="7896894" y="2649794"/>
                  </a:lnTo>
                  <a:lnTo>
                    <a:pt x="7897528" y="2647967"/>
                  </a:lnTo>
                  <a:lnTo>
                    <a:pt x="7898163" y="2645811"/>
                  </a:lnTo>
                  <a:lnTo>
                    <a:pt x="7898798" y="2643647"/>
                  </a:lnTo>
                  <a:lnTo>
                    <a:pt x="7899433" y="2641482"/>
                  </a:lnTo>
                  <a:lnTo>
                    <a:pt x="7900068" y="2639318"/>
                  </a:lnTo>
                  <a:lnTo>
                    <a:pt x="7900703" y="2637380"/>
                  </a:lnTo>
                  <a:lnTo>
                    <a:pt x="7901338" y="2635936"/>
                  </a:lnTo>
                  <a:lnTo>
                    <a:pt x="7901972" y="2634791"/>
                  </a:lnTo>
                  <a:lnTo>
                    <a:pt x="7902607" y="2633984"/>
                  </a:lnTo>
                  <a:lnTo>
                    <a:pt x="7903242" y="2633230"/>
                  </a:lnTo>
                  <a:lnTo>
                    <a:pt x="7903877" y="2632518"/>
                  </a:lnTo>
                  <a:lnTo>
                    <a:pt x="7904512" y="2631571"/>
                  </a:lnTo>
                  <a:lnTo>
                    <a:pt x="7905147" y="2630642"/>
                  </a:lnTo>
                  <a:lnTo>
                    <a:pt x="7905781" y="2630497"/>
                  </a:lnTo>
                  <a:lnTo>
                    <a:pt x="7906416" y="2630870"/>
                  </a:lnTo>
                  <a:lnTo>
                    <a:pt x="7907051" y="2631446"/>
                  </a:lnTo>
                  <a:lnTo>
                    <a:pt x="7907686" y="2632651"/>
                  </a:lnTo>
                  <a:lnTo>
                    <a:pt x="7908321" y="2633865"/>
                  </a:lnTo>
                  <a:lnTo>
                    <a:pt x="7908956" y="2635080"/>
                  </a:lnTo>
                  <a:lnTo>
                    <a:pt x="7909591" y="2636294"/>
                  </a:lnTo>
                  <a:lnTo>
                    <a:pt x="7910225" y="2637377"/>
                  </a:lnTo>
                  <a:lnTo>
                    <a:pt x="7910860" y="2638177"/>
                  </a:lnTo>
                  <a:lnTo>
                    <a:pt x="7911495" y="2638754"/>
                  </a:lnTo>
                  <a:lnTo>
                    <a:pt x="7912130" y="2639159"/>
                  </a:lnTo>
                  <a:lnTo>
                    <a:pt x="7912765" y="2639523"/>
                  </a:lnTo>
                  <a:lnTo>
                    <a:pt x="7913400" y="2639725"/>
                  </a:lnTo>
                  <a:lnTo>
                    <a:pt x="7914034" y="2639928"/>
                  </a:lnTo>
                  <a:lnTo>
                    <a:pt x="7914669" y="2639978"/>
                  </a:lnTo>
                  <a:lnTo>
                    <a:pt x="7915304" y="2639837"/>
                  </a:lnTo>
                  <a:lnTo>
                    <a:pt x="7915939" y="2639432"/>
                  </a:lnTo>
                  <a:lnTo>
                    <a:pt x="7916574" y="2638926"/>
                  </a:lnTo>
                  <a:lnTo>
                    <a:pt x="7917209" y="2638400"/>
                  </a:lnTo>
                  <a:lnTo>
                    <a:pt x="7917844" y="2637828"/>
                  </a:lnTo>
                  <a:lnTo>
                    <a:pt x="7918478" y="2637390"/>
                  </a:lnTo>
                  <a:lnTo>
                    <a:pt x="7919113" y="2636896"/>
                  </a:lnTo>
                  <a:lnTo>
                    <a:pt x="7919748" y="2636383"/>
                  </a:lnTo>
                  <a:lnTo>
                    <a:pt x="7920383" y="2635687"/>
                  </a:lnTo>
                  <a:lnTo>
                    <a:pt x="7921018" y="2634992"/>
                  </a:lnTo>
                  <a:lnTo>
                    <a:pt x="7921653" y="2634388"/>
                  </a:lnTo>
                  <a:lnTo>
                    <a:pt x="7922287" y="2633899"/>
                  </a:lnTo>
                  <a:lnTo>
                    <a:pt x="7922922" y="2633738"/>
                  </a:lnTo>
                  <a:lnTo>
                    <a:pt x="7923557" y="2633643"/>
                  </a:lnTo>
                  <a:lnTo>
                    <a:pt x="7924192" y="2633742"/>
                  </a:lnTo>
                  <a:lnTo>
                    <a:pt x="7924827" y="2634010"/>
                  </a:lnTo>
                  <a:lnTo>
                    <a:pt x="7925462" y="2634415"/>
                  </a:lnTo>
                  <a:lnTo>
                    <a:pt x="7926097" y="2634922"/>
                  </a:lnTo>
                  <a:lnTo>
                    <a:pt x="7926731" y="2635473"/>
                  </a:lnTo>
                  <a:lnTo>
                    <a:pt x="7927366" y="2635928"/>
                  </a:lnTo>
                  <a:lnTo>
                    <a:pt x="7928001" y="2636302"/>
                  </a:lnTo>
                  <a:lnTo>
                    <a:pt x="7928636" y="2636878"/>
                  </a:lnTo>
                  <a:lnTo>
                    <a:pt x="7929271" y="2637475"/>
                  </a:lnTo>
                  <a:lnTo>
                    <a:pt x="7929906" y="2638253"/>
                  </a:lnTo>
                  <a:lnTo>
                    <a:pt x="7930540" y="2639181"/>
                  </a:lnTo>
                  <a:lnTo>
                    <a:pt x="7931175" y="2640159"/>
                  </a:lnTo>
                  <a:lnTo>
                    <a:pt x="7931810" y="2641328"/>
                  </a:lnTo>
                  <a:lnTo>
                    <a:pt x="7932445" y="2642438"/>
                  </a:lnTo>
                  <a:lnTo>
                    <a:pt x="7933080" y="2643549"/>
                  </a:lnTo>
                  <a:lnTo>
                    <a:pt x="7933715" y="2644542"/>
                  </a:lnTo>
                  <a:lnTo>
                    <a:pt x="7934350" y="2645279"/>
                  </a:lnTo>
                  <a:lnTo>
                    <a:pt x="7934984" y="2646089"/>
                  </a:lnTo>
                  <a:lnTo>
                    <a:pt x="7935619" y="2646727"/>
                  </a:lnTo>
                  <a:lnTo>
                    <a:pt x="7936254" y="2647334"/>
                  </a:lnTo>
                  <a:lnTo>
                    <a:pt x="7936889" y="2647941"/>
                  </a:lnTo>
                  <a:lnTo>
                    <a:pt x="7937524" y="2648548"/>
                  </a:lnTo>
                  <a:lnTo>
                    <a:pt x="7938159" y="2649156"/>
                  </a:lnTo>
                  <a:lnTo>
                    <a:pt x="7938793" y="2649631"/>
                  </a:lnTo>
                  <a:lnTo>
                    <a:pt x="7939428" y="2649834"/>
                  </a:lnTo>
                  <a:lnTo>
                    <a:pt x="7940063" y="2649854"/>
                  </a:lnTo>
                  <a:lnTo>
                    <a:pt x="7940698" y="2649905"/>
                  </a:lnTo>
                  <a:lnTo>
                    <a:pt x="7941333" y="2649642"/>
                  </a:lnTo>
                  <a:lnTo>
                    <a:pt x="7941968" y="2649439"/>
                  </a:lnTo>
                  <a:lnTo>
                    <a:pt x="7942603" y="2649338"/>
                  </a:lnTo>
                  <a:lnTo>
                    <a:pt x="7943237" y="2649135"/>
                  </a:lnTo>
                  <a:lnTo>
                    <a:pt x="7943872" y="2648943"/>
                  </a:lnTo>
                  <a:lnTo>
                    <a:pt x="7944507" y="2648862"/>
                  </a:lnTo>
                  <a:lnTo>
                    <a:pt x="7945142" y="2649034"/>
                  </a:lnTo>
                  <a:lnTo>
                    <a:pt x="7945777" y="2649237"/>
                  </a:lnTo>
                  <a:lnTo>
                    <a:pt x="7946412" y="2649237"/>
                  </a:lnTo>
                  <a:lnTo>
                    <a:pt x="7947046" y="2649115"/>
                  </a:lnTo>
                  <a:lnTo>
                    <a:pt x="7947681" y="2648913"/>
                  </a:lnTo>
                  <a:lnTo>
                    <a:pt x="7948316" y="2648812"/>
                  </a:lnTo>
                  <a:lnTo>
                    <a:pt x="7948951" y="2648812"/>
                  </a:lnTo>
                  <a:lnTo>
                    <a:pt x="7949586" y="2648812"/>
                  </a:lnTo>
                  <a:lnTo>
                    <a:pt x="7950221" y="2648407"/>
                  </a:lnTo>
                  <a:lnTo>
                    <a:pt x="7950855" y="2647992"/>
                  </a:lnTo>
                  <a:lnTo>
                    <a:pt x="7951490" y="2647385"/>
                  </a:lnTo>
                  <a:lnTo>
                    <a:pt x="7952125" y="2646595"/>
                  </a:lnTo>
                  <a:lnTo>
                    <a:pt x="7952760" y="2645785"/>
                  </a:lnTo>
                  <a:lnTo>
                    <a:pt x="7953395" y="2645097"/>
                  </a:lnTo>
                  <a:lnTo>
                    <a:pt x="7954030" y="2644449"/>
                  </a:lnTo>
                  <a:lnTo>
                    <a:pt x="7954665" y="2643842"/>
                  </a:lnTo>
                  <a:lnTo>
                    <a:pt x="7955299" y="2643296"/>
                  </a:lnTo>
                  <a:lnTo>
                    <a:pt x="7955934" y="2643333"/>
                  </a:lnTo>
                  <a:lnTo>
                    <a:pt x="7956569" y="2643500"/>
                  </a:lnTo>
                  <a:lnTo>
                    <a:pt x="7957204" y="2643736"/>
                  </a:lnTo>
                  <a:lnTo>
                    <a:pt x="7957839" y="2643998"/>
                  </a:lnTo>
                  <a:lnTo>
                    <a:pt x="7958474" y="2644407"/>
                  </a:lnTo>
                  <a:lnTo>
                    <a:pt x="7959108" y="2644816"/>
                  </a:lnTo>
                  <a:lnTo>
                    <a:pt x="7959743" y="2645397"/>
                  </a:lnTo>
                  <a:lnTo>
                    <a:pt x="7960378" y="2646049"/>
                  </a:lnTo>
                  <a:lnTo>
                    <a:pt x="7961013" y="2646660"/>
                  </a:lnTo>
                  <a:lnTo>
                    <a:pt x="7961648" y="2647317"/>
                  </a:lnTo>
                  <a:lnTo>
                    <a:pt x="7962283" y="2648133"/>
                  </a:lnTo>
                  <a:lnTo>
                    <a:pt x="7962918" y="2649015"/>
                  </a:lnTo>
                  <a:lnTo>
                    <a:pt x="7963552" y="2649868"/>
                  </a:lnTo>
                  <a:lnTo>
                    <a:pt x="7964187" y="2650556"/>
                  </a:lnTo>
                  <a:lnTo>
                    <a:pt x="7964822" y="2651422"/>
                  </a:lnTo>
                  <a:lnTo>
                    <a:pt x="7965457" y="2652011"/>
                  </a:lnTo>
                  <a:lnTo>
                    <a:pt x="7966092" y="2652548"/>
                  </a:lnTo>
                  <a:lnTo>
                    <a:pt x="7966727" y="2653267"/>
                  </a:lnTo>
                  <a:lnTo>
                    <a:pt x="7967361" y="2653888"/>
                  </a:lnTo>
                  <a:lnTo>
                    <a:pt x="7967996" y="2654606"/>
                  </a:lnTo>
                  <a:lnTo>
                    <a:pt x="7968631" y="2655595"/>
                  </a:lnTo>
                  <a:lnTo>
                    <a:pt x="7969266" y="2656848"/>
                  </a:lnTo>
                  <a:lnTo>
                    <a:pt x="7969901" y="2658085"/>
                  </a:lnTo>
                  <a:lnTo>
                    <a:pt x="7970536" y="2659554"/>
                  </a:lnTo>
                  <a:lnTo>
                    <a:pt x="7971171" y="2661150"/>
                  </a:lnTo>
                  <a:lnTo>
                    <a:pt x="7971805" y="2662593"/>
                  </a:lnTo>
                  <a:lnTo>
                    <a:pt x="7972440" y="2663804"/>
                  </a:lnTo>
                  <a:lnTo>
                    <a:pt x="7973075" y="2664662"/>
                  </a:lnTo>
                  <a:lnTo>
                    <a:pt x="7973710" y="2665263"/>
                  </a:lnTo>
                  <a:lnTo>
                    <a:pt x="7974345" y="2665498"/>
                  </a:lnTo>
                  <a:lnTo>
                    <a:pt x="7974980" y="2665840"/>
                  </a:lnTo>
                  <a:lnTo>
                    <a:pt x="7975614" y="2665982"/>
                  </a:lnTo>
                  <a:lnTo>
                    <a:pt x="7976249" y="2666018"/>
                  </a:lnTo>
                  <a:lnTo>
                    <a:pt x="7976884" y="2665823"/>
                  </a:lnTo>
                  <a:lnTo>
                    <a:pt x="7977519" y="2665840"/>
                  </a:lnTo>
                  <a:lnTo>
                    <a:pt x="7978154" y="2664598"/>
                  </a:lnTo>
                  <a:lnTo>
                    <a:pt x="7978789" y="2662656"/>
                  </a:lnTo>
                  <a:lnTo>
                    <a:pt x="7979424" y="2660439"/>
                  </a:lnTo>
                  <a:lnTo>
                    <a:pt x="7980058" y="2657703"/>
                  </a:lnTo>
                  <a:lnTo>
                    <a:pt x="7980693" y="2654710"/>
                  </a:lnTo>
                  <a:lnTo>
                    <a:pt x="7981328" y="2651622"/>
                  </a:lnTo>
                  <a:lnTo>
                    <a:pt x="7981963" y="2648645"/>
                  </a:lnTo>
                  <a:lnTo>
                    <a:pt x="7982598" y="2646349"/>
                  </a:lnTo>
                  <a:lnTo>
                    <a:pt x="7983233" y="2644605"/>
                  </a:lnTo>
                  <a:lnTo>
                    <a:pt x="7983867" y="2642967"/>
                  </a:lnTo>
                  <a:lnTo>
                    <a:pt x="7984502" y="2641194"/>
                  </a:lnTo>
                  <a:lnTo>
                    <a:pt x="7985137" y="2639451"/>
                  </a:lnTo>
                  <a:lnTo>
                    <a:pt x="7985772" y="2637948"/>
                  </a:lnTo>
                  <a:lnTo>
                    <a:pt x="7986407" y="2636485"/>
                  </a:lnTo>
                  <a:lnTo>
                    <a:pt x="7987042" y="2634874"/>
                  </a:lnTo>
                  <a:lnTo>
                    <a:pt x="7987677" y="2633707"/>
                  </a:lnTo>
                  <a:lnTo>
                    <a:pt x="7988311" y="2632822"/>
                  </a:lnTo>
                  <a:lnTo>
                    <a:pt x="7988946" y="2632508"/>
                  </a:lnTo>
                  <a:lnTo>
                    <a:pt x="7989581" y="2632103"/>
                  </a:lnTo>
                  <a:lnTo>
                    <a:pt x="7990216" y="2631496"/>
                  </a:lnTo>
                  <a:lnTo>
                    <a:pt x="7990851" y="2631040"/>
                  </a:lnTo>
                  <a:lnTo>
                    <a:pt x="7991486" y="2630737"/>
                  </a:lnTo>
                  <a:lnTo>
                    <a:pt x="7992120" y="2630221"/>
                  </a:lnTo>
                  <a:lnTo>
                    <a:pt x="7992755" y="2629603"/>
                  </a:lnTo>
                  <a:lnTo>
                    <a:pt x="7993390" y="2628966"/>
                  </a:lnTo>
                  <a:lnTo>
                    <a:pt x="7994025" y="2628480"/>
                  </a:lnTo>
                  <a:lnTo>
                    <a:pt x="7994660" y="2628065"/>
                  </a:lnTo>
                  <a:lnTo>
                    <a:pt x="7995295" y="2627680"/>
                  </a:lnTo>
                  <a:lnTo>
                    <a:pt x="7995930" y="2627306"/>
                  </a:lnTo>
                  <a:lnTo>
                    <a:pt x="7996564" y="2626941"/>
                  </a:lnTo>
                  <a:lnTo>
                    <a:pt x="7997199" y="2626476"/>
                  </a:lnTo>
                  <a:lnTo>
                    <a:pt x="7997834" y="2625818"/>
                  </a:lnTo>
                  <a:lnTo>
                    <a:pt x="7998469" y="2625221"/>
                  </a:lnTo>
                  <a:lnTo>
                    <a:pt x="7999104" y="2625028"/>
                  </a:lnTo>
                  <a:lnTo>
                    <a:pt x="7999739" y="2625028"/>
                  </a:lnTo>
                  <a:lnTo>
                    <a:pt x="8000373" y="2624917"/>
                  </a:lnTo>
                  <a:lnTo>
                    <a:pt x="8001008" y="2624522"/>
                  </a:lnTo>
                  <a:lnTo>
                    <a:pt x="8001643" y="2623834"/>
                  </a:lnTo>
                  <a:lnTo>
                    <a:pt x="8002278" y="2623035"/>
                  </a:lnTo>
                  <a:lnTo>
                    <a:pt x="8002913" y="2622427"/>
                  </a:lnTo>
                  <a:lnTo>
                    <a:pt x="8003548" y="2621820"/>
                  </a:lnTo>
                  <a:lnTo>
                    <a:pt x="8004182" y="2621213"/>
                  </a:lnTo>
                  <a:lnTo>
                    <a:pt x="8004817" y="2620605"/>
                  </a:lnTo>
                  <a:lnTo>
                    <a:pt x="8005452" y="2619998"/>
                  </a:lnTo>
                  <a:lnTo>
                    <a:pt x="8006087" y="2619330"/>
                  </a:lnTo>
                  <a:lnTo>
                    <a:pt x="8006722" y="2618440"/>
                  </a:lnTo>
                  <a:lnTo>
                    <a:pt x="8007357" y="2617114"/>
                  </a:lnTo>
                  <a:lnTo>
                    <a:pt x="8007992" y="2615565"/>
                  </a:lnTo>
                  <a:lnTo>
                    <a:pt x="8008626" y="2613946"/>
                  </a:lnTo>
                  <a:lnTo>
                    <a:pt x="8009261" y="2612326"/>
                  </a:lnTo>
                  <a:lnTo>
                    <a:pt x="8009896" y="2610747"/>
                  </a:lnTo>
                  <a:lnTo>
                    <a:pt x="8010531" y="2609219"/>
                  </a:lnTo>
                  <a:lnTo>
                    <a:pt x="8011166" y="2607843"/>
                  </a:lnTo>
                  <a:lnTo>
                    <a:pt x="8011801" y="2606173"/>
                  </a:lnTo>
                  <a:lnTo>
                    <a:pt x="8012435" y="2604371"/>
                  </a:lnTo>
                  <a:lnTo>
                    <a:pt x="8013070" y="2602326"/>
                  </a:lnTo>
                  <a:lnTo>
                    <a:pt x="8013705" y="2599958"/>
                  </a:lnTo>
                  <a:lnTo>
                    <a:pt x="8014340" y="2597418"/>
                  </a:lnTo>
                  <a:lnTo>
                    <a:pt x="8014975" y="2595120"/>
                  </a:lnTo>
                  <a:lnTo>
                    <a:pt x="8015610" y="2592752"/>
                  </a:lnTo>
                  <a:lnTo>
                    <a:pt x="8016245" y="2590606"/>
                  </a:lnTo>
                  <a:lnTo>
                    <a:pt x="8016879" y="2588896"/>
                  </a:lnTo>
                  <a:lnTo>
                    <a:pt x="8017514" y="2587185"/>
                  </a:lnTo>
                  <a:lnTo>
                    <a:pt x="8018149" y="2585515"/>
                  </a:lnTo>
                  <a:lnTo>
                    <a:pt x="8018784" y="2583865"/>
                  </a:lnTo>
                  <a:lnTo>
                    <a:pt x="8019419" y="2582337"/>
                  </a:lnTo>
                  <a:lnTo>
                    <a:pt x="8020054" y="2580686"/>
                  </a:lnTo>
                  <a:lnTo>
                    <a:pt x="8020688" y="2579157"/>
                  </a:lnTo>
                  <a:lnTo>
                    <a:pt x="8021323" y="2577987"/>
                  </a:lnTo>
                  <a:lnTo>
                    <a:pt x="8021958" y="2576765"/>
                  </a:lnTo>
                  <a:lnTo>
                    <a:pt x="8022593" y="2575905"/>
                  </a:lnTo>
                  <a:lnTo>
                    <a:pt x="8023228" y="2575964"/>
                  </a:lnTo>
                  <a:lnTo>
                    <a:pt x="8023863" y="2576231"/>
                  </a:lnTo>
                  <a:lnTo>
                    <a:pt x="8024498" y="2576391"/>
                  </a:lnTo>
                  <a:lnTo>
                    <a:pt x="8025132" y="2576668"/>
                  </a:lnTo>
                  <a:lnTo>
                    <a:pt x="8025767" y="2576954"/>
                  </a:lnTo>
                  <a:lnTo>
                    <a:pt x="8026402" y="2577239"/>
                  </a:lnTo>
                  <a:lnTo>
                    <a:pt x="8027037" y="2577747"/>
                  </a:lnTo>
                  <a:lnTo>
                    <a:pt x="8027672" y="2578314"/>
                  </a:lnTo>
                  <a:lnTo>
                    <a:pt x="8028307" y="2578925"/>
                  </a:lnTo>
                  <a:lnTo>
                    <a:pt x="8028941" y="2579516"/>
                  </a:lnTo>
                  <a:lnTo>
                    <a:pt x="8029576" y="2580035"/>
                  </a:lnTo>
                  <a:lnTo>
                    <a:pt x="8030211" y="2580430"/>
                  </a:lnTo>
                  <a:lnTo>
                    <a:pt x="8030846" y="2580793"/>
                  </a:lnTo>
                  <a:lnTo>
                    <a:pt x="8031481" y="2581410"/>
                  </a:lnTo>
                  <a:lnTo>
                    <a:pt x="8032116" y="2581853"/>
                  </a:lnTo>
                  <a:lnTo>
                    <a:pt x="8032751" y="2581323"/>
                  </a:lnTo>
                  <a:lnTo>
                    <a:pt x="8033385" y="2580642"/>
                  </a:lnTo>
                  <a:lnTo>
                    <a:pt x="8034020" y="2579701"/>
                  </a:lnTo>
                  <a:lnTo>
                    <a:pt x="8034655" y="2578434"/>
                  </a:lnTo>
                  <a:lnTo>
                    <a:pt x="8035290" y="2577463"/>
                  </a:lnTo>
                  <a:lnTo>
                    <a:pt x="8035925" y="2576507"/>
                  </a:lnTo>
                  <a:lnTo>
                    <a:pt x="8036560" y="2575753"/>
                  </a:lnTo>
                  <a:lnTo>
                    <a:pt x="8037194" y="2574886"/>
                  </a:lnTo>
                  <a:lnTo>
                    <a:pt x="8037829" y="2573817"/>
                  </a:lnTo>
                  <a:lnTo>
                    <a:pt x="8038464" y="2572449"/>
                  </a:lnTo>
                  <a:lnTo>
                    <a:pt x="8039099" y="2570994"/>
                  </a:lnTo>
                  <a:lnTo>
                    <a:pt x="8039734" y="2570238"/>
                  </a:lnTo>
                  <a:lnTo>
                    <a:pt x="8040369" y="2570132"/>
                  </a:lnTo>
                  <a:lnTo>
                    <a:pt x="8041004" y="2570138"/>
                  </a:lnTo>
                  <a:lnTo>
                    <a:pt x="8041638" y="2570387"/>
                  </a:lnTo>
                  <a:lnTo>
                    <a:pt x="8042273" y="2570716"/>
                  </a:lnTo>
                  <a:lnTo>
                    <a:pt x="8042908" y="2570913"/>
                  </a:lnTo>
                  <a:lnTo>
                    <a:pt x="8043543" y="2571163"/>
                  </a:lnTo>
                  <a:lnTo>
                    <a:pt x="8044178" y="2571396"/>
                  </a:lnTo>
                  <a:lnTo>
                    <a:pt x="8044813" y="2571545"/>
                  </a:lnTo>
                  <a:lnTo>
                    <a:pt x="8045447" y="2571723"/>
                  </a:lnTo>
                  <a:lnTo>
                    <a:pt x="8046082" y="2571857"/>
                  </a:lnTo>
                  <a:lnTo>
                    <a:pt x="8046717" y="2571915"/>
                  </a:lnTo>
                  <a:lnTo>
                    <a:pt x="8047352" y="2572084"/>
                  </a:lnTo>
                  <a:lnTo>
                    <a:pt x="8047987" y="2572257"/>
                  </a:lnTo>
                  <a:lnTo>
                    <a:pt x="8048622" y="2572470"/>
                  </a:lnTo>
                  <a:lnTo>
                    <a:pt x="8049257" y="2572719"/>
                  </a:lnTo>
                  <a:lnTo>
                    <a:pt x="8049891" y="2572887"/>
                  </a:lnTo>
                  <a:lnTo>
                    <a:pt x="8050526" y="2573044"/>
                  </a:lnTo>
                  <a:lnTo>
                    <a:pt x="8051161" y="2573079"/>
                  </a:lnTo>
                  <a:lnTo>
                    <a:pt x="8051796" y="2573106"/>
                  </a:lnTo>
                  <a:lnTo>
                    <a:pt x="8052431" y="2573209"/>
                  </a:lnTo>
                  <a:lnTo>
                    <a:pt x="8053066" y="2573342"/>
                  </a:lnTo>
                  <a:lnTo>
                    <a:pt x="8053700" y="2573467"/>
                  </a:lnTo>
                  <a:lnTo>
                    <a:pt x="8054335" y="2573529"/>
                  </a:lnTo>
                  <a:lnTo>
                    <a:pt x="8054970" y="2573524"/>
                  </a:lnTo>
                  <a:lnTo>
                    <a:pt x="8055605" y="2573426"/>
                  </a:lnTo>
                  <a:lnTo>
                    <a:pt x="8056240" y="2573459"/>
                  </a:lnTo>
                  <a:lnTo>
                    <a:pt x="8056875" y="2573304"/>
                  </a:lnTo>
                  <a:lnTo>
                    <a:pt x="8057510" y="2573113"/>
                  </a:lnTo>
                  <a:lnTo>
                    <a:pt x="8058144" y="2572885"/>
                  </a:lnTo>
                  <a:lnTo>
                    <a:pt x="8058779" y="2572520"/>
                  </a:lnTo>
                  <a:lnTo>
                    <a:pt x="8059414" y="2572041"/>
                  </a:lnTo>
                  <a:lnTo>
                    <a:pt x="8060049" y="2571510"/>
                  </a:lnTo>
                  <a:lnTo>
                    <a:pt x="8060684" y="2570926"/>
                  </a:lnTo>
                  <a:lnTo>
                    <a:pt x="8061319" y="2570491"/>
                  </a:lnTo>
                  <a:lnTo>
                    <a:pt x="8061953" y="2570144"/>
                  </a:lnTo>
                  <a:lnTo>
                    <a:pt x="8062588" y="2570017"/>
                  </a:lnTo>
                  <a:lnTo>
                    <a:pt x="8063223" y="2569911"/>
                  </a:lnTo>
                  <a:lnTo>
                    <a:pt x="8063858" y="2569882"/>
                  </a:lnTo>
                  <a:lnTo>
                    <a:pt x="8064493" y="2569923"/>
                  </a:lnTo>
                  <a:lnTo>
                    <a:pt x="8065128" y="2569989"/>
                  </a:lnTo>
                  <a:lnTo>
                    <a:pt x="8065762" y="2570203"/>
                  </a:lnTo>
                  <a:lnTo>
                    <a:pt x="8066397" y="2570711"/>
                  </a:lnTo>
                  <a:lnTo>
                    <a:pt x="8067032" y="2571301"/>
                  </a:lnTo>
                  <a:lnTo>
                    <a:pt x="8067667" y="2571803"/>
                  </a:lnTo>
                  <a:lnTo>
                    <a:pt x="8068302" y="2572381"/>
                  </a:lnTo>
                  <a:lnTo>
                    <a:pt x="8068937" y="2572869"/>
                  </a:lnTo>
                  <a:lnTo>
                    <a:pt x="8069572" y="2573203"/>
                  </a:lnTo>
                  <a:lnTo>
                    <a:pt x="8070206" y="2573541"/>
                  </a:lnTo>
                  <a:lnTo>
                    <a:pt x="8070841" y="2574141"/>
                  </a:lnTo>
                  <a:lnTo>
                    <a:pt x="8071476" y="2574748"/>
                  </a:lnTo>
                  <a:lnTo>
                    <a:pt x="8072111" y="2575183"/>
                  </a:lnTo>
                  <a:lnTo>
                    <a:pt x="8072746" y="2575588"/>
                  </a:lnTo>
                  <a:lnTo>
                    <a:pt x="8073381" y="2576195"/>
                  </a:lnTo>
                  <a:lnTo>
                    <a:pt x="8074015" y="2576924"/>
                  </a:lnTo>
                  <a:lnTo>
                    <a:pt x="8074650" y="2577734"/>
                  </a:lnTo>
                  <a:lnTo>
                    <a:pt x="8075285" y="2578604"/>
                  </a:lnTo>
                  <a:lnTo>
                    <a:pt x="8075920" y="2579414"/>
                  </a:lnTo>
                  <a:lnTo>
                    <a:pt x="8076555" y="2580102"/>
                  </a:lnTo>
                  <a:lnTo>
                    <a:pt x="8077190" y="2580821"/>
                  </a:lnTo>
                  <a:lnTo>
                    <a:pt x="8077825" y="2581428"/>
                  </a:lnTo>
                  <a:lnTo>
                    <a:pt x="8078459" y="2582035"/>
                  </a:lnTo>
                  <a:lnTo>
                    <a:pt x="8079094" y="2582643"/>
                  </a:lnTo>
                  <a:lnTo>
                    <a:pt x="8079729" y="2583250"/>
                  </a:lnTo>
                  <a:lnTo>
                    <a:pt x="8080364" y="2583736"/>
                  </a:lnTo>
                  <a:lnTo>
                    <a:pt x="8080999" y="2584141"/>
                  </a:lnTo>
                  <a:lnTo>
                    <a:pt x="8081634" y="2584546"/>
                  </a:lnTo>
                  <a:lnTo>
                    <a:pt x="8082268" y="2584950"/>
                  </a:lnTo>
                  <a:lnTo>
                    <a:pt x="8082903" y="2584913"/>
                  </a:lnTo>
                  <a:lnTo>
                    <a:pt x="8083538" y="2584746"/>
                  </a:lnTo>
                  <a:lnTo>
                    <a:pt x="8084173" y="2584510"/>
                  </a:lnTo>
                  <a:lnTo>
                    <a:pt x="8084808" y="2584248"/>
                  </a:lnTo>
                  <a:lnTo>
                    <a:pt x="8085443" y="2583839"/>
                  </a:lnTo>
                  <a:lnTo>
                    <a:pt x="8086078" y="2583552"/>
                  </a:lnTo>
                  <a:lnTo>
                    <a:pt x="8086712" y="2583264"/>
                  </a:lnTo>
                  <a:lnTo>
                    <a:pt x="8087347" y="2583138"/>
                  </a:lnTo>
                  <a:lnTo>
                    <a:pt x="8087982" y="2583134"/>
                  </a:lnTo>
                  <a:lnTo>
                    <a:pt x="8088617" y="2583095"/>
                  </a:lnTo>
                  <a:lnTo>
                    <a:pt x="8089252" y="2583109"/>
                  </a:lnTo>
                  <a:lnTo>
                    <a:pt x="8089887" y="2583290"/>
                  </a:lnTo>
                  <a:lnTo>
                    <a:pt x="8090521" y="2583570"/>
                  </a:lnTo>
                  <a:lnTo>
                    <a:pt x="8091156" y="2583925"/>
                  </a:lnTo>
                  <a:lnTo>
                    <a:pt x="8091791" y="2584496"/>
                  </a:lnTo>
                  <a:lnTo>
                    <a:pt x="8092426" y="2585465"/>
                  </a:lnTo>
                  <a:lnTo>
                    <a:pt x="8093061" y="2586750"/>
                  </a:lnTo>
                  <a:lnTo>
                    <a:pt x="8093696" y="2587984"/>
                  </a:lnTo>
                  <a:lnTo>
                    <a:pt x="8094331" y="2589388"/>
                  </a:lnTo>
                  <a:lnTo>
                    <a:pt x="8094965" y="2590886"/>
                  </a:lnTo>
                  <a:lnTo>
                    <a:pt x="8095600" y="2592226"/>
                  </a:lnTo>
                  <a:lnTo>
                    <a:pt x="8096235" y="2593533"/>
                  </a:lnTo>
                  <a:lnTo>
                    <a:pt x="8096870" y="2594806"/>
                  </a:lnTo>
                  <a:lnTo>
                    <a:pt x="8097505" y="2595999"/>
                  </a:lnTo>
                  <a:lnTo>
                    <a:pt x="8098140" y="2597339"/>
                  </a:lnTo>
                  <a:lnTo>
                    <a:pt x="8098774" y="2598709"/>
                  </a:lnTo>
                  <a:lnTo>
                    <a:pt x="8099409" y="2600079"/>
                  </a:lnTo>
                  <a:lnTo>
                    <a:pt x="8100044" y="2601650"/>
                  </a:lnTo>
                  <a:lnTo>
                    <a:pt x="8100679" y="2603457"/>
                  </a:lnTo>
                  <a:lnTo>
                    <a:pt x="8101314" y="2605369"/>
                  </a:lnTo>
                  <a:lnTo>
                    <a:pt x="8101949" y="2607092"/>
                  </a:lnTo>
                  <a:lnTo>
                    <a:pt x="8102584" y="2608973"/>
                  </a:lnTo>
                  <a:lnTo>
                    <a:pt x="8103218" y="2610830"/>
                  </a:lnTo>
                  <a:lnTo>
                    <a:pt x="8103853" y="2612928"/>
                  </a:lnTo>
                  <a:lnTo>
                    <a:pt x="8104488" y="2614743"/>
                  </a:lnTo>
                  <a:lnTo>
                    <a:pt x="8105123" y="2617306"/>
                  </a:lnTo>
                  <a:lnTo>
                    <a:pt x="8105758" y="2620342"/>
                  </a:lnTo>
                  <a:lnTo>
                    <a:pt x="8106393" y="2623611"/>
                  </a:lnTo>
                  <a:lnTo>
                    <a:pt x="8107027" y="2627275"/>
                  </a:lnTo>
                  <a:lnTo>
                    <a:pt x="8107662" y="2631121"/>
                  </a:lnTo>
                  <a:lnTo>
                    <a:pt x="8108297" y="2634988"/>
                  </a:lnTo>
                  <a:lnTo>
                    <a:pt x="8108932" y="2638935"/>
                  </a:lnTo>
                  <a:lnTo>
                    <a:pt x="8109567" y="2642599"/>
                  </a:lnTo>
                  <a:lnTo>
                    <a:pt x="8110202" y="2645777"/>
                  </a:lnTo>
                  <a:lnTo>
                    <a:pt x="8110837" y="2648692"/>
                  </a:lnTo>
                  <a:lnTo>
                    <a:pt x="8111471" y="2651617"/>
                  </a:lnTo>
                  <a:lnTo>
                    <a:pt x="8112106" y="2654471"/>
                  </a:lnTo>
                  <a:lnTo>
                    <a:pt x="8112741" y="2657234"/>
                  </a:lnTo>
                  <a:lnTo>
                    <a:pt x="8113376" y="2659957"/>
                  </a:lnTo>
                  <a:lnTo>
                    <a:pt x="8114011" y="2663044"/>
                  </a:lnTo>
                  <a:lnTo>
                    <a:pt x="8114646" y="2666161"/>
                  </a:lnTo>
                  <a:lnTo>
                    <a:pt x="8115280" y="2669197"/>
                  </a:lnTo>
                  <a:lnTo>
                    <a:pt x="8115915" y="2672214"/>
                  </a:lnTo>
                  <a:lnTo>
                    <a:pt x="8116550" y="2675240"/>
                  </a:lnTo>
                  <a:lnTo>
                    <a:pt x="8117185" y="2678276"/>
                  </a:lnTo>
                  <a:lnTo>
                    <a:pt x="8117820" y="2681161"/>
                  </a:lnTo>
                  <a:lnTo>
                    <a:pt x="8118455" y="2683762"/>
                  </a:lnTo>
                  <a:lnTo>
                    <a:pt x="8119089" y="2686191"/>
                  </a:lnTo>
                  <a:lnTo>
                    <a:pt x="8119724" y="2688630"/>
                  </a:lnTo>
                  <a:lnTo>
                    <a:pt x="8120359" y="2691090"/>
                  </a:lnTo>
                  <a:lnTo>
                    <a:pt x="8120994" y="2693367"/>
                  </a:lnTo>
                  <a:lnTo>
                    <a:pt x="8121629" y="2695401"/>
                  </a:lnTo>
                  <a:lnTo>
                    <a:pt x="8122264" y="2697223"/>
                  </a:lnTo>
                  <a:lnTo>
                    <a:pt x="8122899" y="2698954"/>
                  </a:lnTo>
                  <a:lnTo>
                    <a:pt x="8123533" y="2700455"/>
                  </a:lnTo>
                  <a:lnTo>
                    <a:pt x="8124168" y="2701686"/>
                  </a:lnTo>
                  <a:lnTo>
                    <a:pt x="8124803" y="2702916"/>
                  </a:lnTo>
                  <a:lnTo>
                    <a:pt x="8125438" y="2703933"/>
                  </a:lnTo>
                  <a:lnTo>
                    <a:pt x="8126073" y="2704546"/>
                  </a:lnTo>
                  <a:lnTo>
                    <a:pt x="8126708" y="2704967"/>
                  </a:lnTo>
                  <a:lnTo>
                    <a:pt x="8127342" y="2705498"/>
                  </a:lnTo>
                  <a:lnTo>
                    <a:pt x="8127977" y="2706212"/>
                  </a:lnTo>
                  <a:lnTo>
                    <a:pt x="8128612" y="2707119"/>
                  </a:lnTo>
                  <a:lnTo>
                    <a:pt x="8129247" y="2708136"/>
                  </a:lnTo>
                  <a:lnTo>
                    <a:pt x="8129882" y="2708962"/>
                  </a:lnTo>
                  <a:lnTo>
                    <a:pt x="8130517" y="2709787"/>
                  </a:lnTo>
                  <a:lnTo>
                    <a:pt x="8131152" y="2710612"/>
                  </a:lnTo>
                  <a:lnTo>
                    <a:pt x="8131786" y="2711437"/>
                  </a:lnTo>
                  <a:lnTo>
                    <a:pt x="8132421" y="2712263"/>
                  </a:lnTo>
                  <a:lnTo>
                    <a:pt x="8133056" y="2713108"/>
                  </a:lnTo>
                  <a:lnTo>
                    <a:pt x="8133691" y="2713998"/>
                  </a:lnTo>
                  <a:lnTo>
                    <a:pt x="8134326" y="2715324"/>
                  </a:lnTo>
                  <a:lnTo>
                    <a:pt x="8134961" y="2716873"/>
                  </a:lnTo>
                  <a:lnTo>
                    <a:pt x="8135595" y="2718492"/>
                  </a:lnTo>
                  <a:lnTo>
                    <a:pt x="8136230" y="2720112"/>
                  </a:lnTo>
                  <a:lnTo>
                    <a:pt x="8136865" y="2721691"/>
                  </a:lnTo>
                  <a:lnTo>
                    <a:pt x="8137500" y="2723421"/>
                  </a:lnTo>
                  <a:lnTo>
                    <a:pt x="8138135" y="2725091"/>
                  </a:lnTo>
                  <a:lnTo>
                    <a:pt x="8138770" y="2727166"/>
                  </a:lnTo>
                  <a:lnTo>
                    <a:pt x="8139405" y="2729504"/>
                  </a:lnTo>
                  <a:lnTo>
                    <a:pt x="8140039" y="2732237"/>
                  </a:lnTo>
                  <a:lnTo>
                    <a:pt x="8140674" y="2735415"/>
                  </a:lnTo>
                  <a:lnTo>
                    <a:pt x="8141309" y="2738836"/>
                  </a:lnTo>
                  <a:lnTo>
                    <a:pt x="8141944" y="2742348"/>
                  </a:lnTo>
                  <a:lnTo>
                    <a:pt x="8142579" y="2745931"/>
                  </a:lnTo>
                  <a:lnTo>
                    <a:pt x="8143214" y="2749291"/>
                  </a:lnTo>
                  <a:lnTo>
                    <a:pt x="8143848" y="2752216"/>
                  </a:lnTo>
                  <a:lnTo>
                    <a:pt x="8144483" y="2755141"/>
                  </a:lnTo>
                  <a:lnTo>
                    <a:pt x="8145118" y="2758188"/>
                  </a:lnTo>
                  <a:lnTo>
                    <a:pt x="8145753" y="2761568"/>
                  </a:lnTo>
                  <a:lnTo>
                    <a:pt x="8146388" y="2764999"/>
                  </a:lnTo>
                  <a:lnTo>
                    <a:pt x="8147023" y="2768238"/>
                  </a:lnTo>
                  <a:lnTo>
                    <a:pt x="8147658" y="2771345"/>
                  </a:lnTo>
                  <a:lnTo>
                    <a:pt x="8148292" y="2773876"/>
                  </a:lnTo>
                  <a:lnTo>
                    <a:pt x="8148927" y="2776396"/>
                  </a:lnTo>
                  <a:lnTo>
                    <a:pt x="8149562" y="2778481"/>
                  </a:lnTo>
                  <a:lnTo>
                    <a:pt x="8150197" y="2779959"/>
                  </a:lnTo>
                  <a:lnTo>
                    <a:pt x="8150832" y="2781335"/>
                  </a:lnTo>
                  <a:lnTo>
                    <a:pt x="8151467" y="2782712"/>
                  </a:lnTo>
                  <a:lnTo>
                    <a:pt x="8152101" y="2784129"/>
                  </a:lnTo>
                  <a:lnTo>
                    <a:pt x="8152736" y="2785546"/>
                  </a:lnTo>
                  <a:lnTo>
                    <a:pt x="8153371" y="2786963"/>
                  </a:lnTo>
                  <a:lnTo>
                    <a:pt x="8154006" y="2788157"/>
                  </a:lnTo>
                  <a:lnTo>
                    <a:pt x="8154641" y="2789159"/>
                  </a:lnTo>
                  <a:lnTo>
                    <a:pt x="8155276" y="2789827"/>
                  </a:lnTo>
                  <a:lnTo>
                    <a:pt x="8155911" y="2790373"/>
                  </a:lnTo>
                  <a:lnTo>
                    <a:pt x="8156545" y="2790778"/>
                  </a:lnTo>
                  <a:lnTo>
                    <a:pt x="8157180" y="2791254"/>
                  </a:lnTo>
                  <a:lnTo>
                    <a:pt x="8157815" y="2791912"/>
                  </a:lnTo>
                  <a:lnTo>
                    <a:pt x="8158450" y="2792509"/>
                  </a:lnTo>
                  <a:lnTo>
                    <a:pt x="8159085" y="2793210"/>
                  </a:lnTo>
                  <a:lnTo>
                    <a:pt x="8159720" y="2794348"/>
                  </a:lnTo>
                  <a:lnTo>
                    <a:pt x="8160354" y="2795433"/>
                  </a:lnTo>
                  <a:lnTo>
                    <a:pt x="8160989" y="2796577"/>
                  </a:lnTo>
                  <a:lnTo>
                    <a:pt x="8161624" y="2797853"/>
                  </a:lnTo>
                  <a:lnTo>
                    <a:pt x="8162259" y="2798825"/>
                  </a:lnTo>
                  <a:lnTo>
                    <a:pt x="8162894" y="2799780"/>
                  </a:lnTo>
                  <a:lnTo>
                    <a:pt x="8163529" y="2800535"/>
                  </a:lnTo>
                  <a:lnTo>
                    <a:pt x="8164164" y="2801402"/>
                  </a:lnTo>
                  <a:lnTo>
                    <a:pt x="8164798" y="2802471"/>
                  </a:lnTo>
                  <a:lnTo>
                    <a:pt x="8165433" y="2803839"/>
                  </a:lnTo>
                  <a:lnTo>
                    <a:pt x="8166068" y="2805294"/>
                  </a:lnTo>
                  <a:lnTo>
                    <a:pt x="8166703" y="2806090"/>
                  </a:lnTo>
                  <a:lnTo>
                    <a:pt x="8167338" y="2806399"/>
                  </a:lnTo>
                  <a:lnTo>
                    <a:pt x="8167973" y="2806595"/>
                  </a:lnTo>
                  <a:lnTo>
                    <a:pt x="8168607" y="2806700"/>
                  </a:lnTo>
                  <a:lnTo>
                    <a:pt x="8169242" y="2806776"/>
                  </a:lnTo>
                  <a:lnTo>
                    <a:pt x="8169877" y="2806984"/>
                  </a:lnTo>
                  <a:lnTo>
                    <a:pt x="8170512" y="2807240"/>
                  </a:lnTo>
                  <a:lnTo>
                    <a:pt x="8171147" y="2807614"/>
                  </a:lnTo>
                  <a:lnTo>
                    <a:pt x="8171782" y="2808072"/>
                  </a:lnTo>
                  <a:lnTo>
                    <a:pt x="8172416" y="2808502"/>
                  </a:lnTo>
                  <a:lnTo>
                    <a:pt x="8173051" y="2808976"/>
                  </a:lnTo>
                  <a:lnTo>
                    <a:pt x="8173686" y="2809545"/>
                  </a:lnTo>
                  <a:lnTo>
                    <a:pt x="8174321" y="2810185"/>
                  </a:lnTo>
                  <a:lnTo>
                    <a:pt x="8174956" y="2810822"/>
                  </a:lnTo>
                  <a:lnTo>
                    <a:pt x="8175591" y="2811419"/>
                  </a:lnTo>
                  <a:lnTo>
                    <a:pt x="8176226" y="2811939"/>
                  </a:lnTo>
                  <a:lnTo>
                    <a:pt x="8176860" y="2812378"/>
                  </a:lnTo>
                  <a:lnTo>
                    <a:pt x="8177495" y="2812828"/>
                  </a:lnTo>
                  <a:lnTo>
                    <a:pt x="8178130" y="2813249"/>
                  </a:lnTo>
                  <a:lnTo>
                    <a:pt x="8178765" y="2813627"/>
                  </a:lnTo>
                  <a:lnTo>
                    <a:pt x="8179400" y="2813929"/>
                  </a:lnTo>
                  <a:lnTo>
                    <a:pt x="8180035" y="2814099"/>
                  </a:lnTo>
                  <a:lnTo>
                    <a:pt x="8180669" y="2814177"/>
                  </a:lnTo>
                  <a:lnTo>
                    <a:pt x="8181304" y="2814317"/>
                  </a:lnTo>
                  <a:lnTo>
                    <a:pt x="8181939" y="2814525"/>
                  </a:lnTo>
                  <a:lnTo>
                    <a:pt x="8182574" y="2814825"/>
                  </a:lnTo>
                  <a:lnTo>
                    <a:pt x="8183209" y="2814974"/>
                  </a:lnTo>
                  <a:lnTo>
                    <a:pt x="8183844" y="2815129"/>
                  </a:lnTo>
                  <a:lnTo>
                    <a:pt x="8184479" y="2815320"/>
                  </a:lnTo>
                  <a:lnTo>
                    <a:pt x="8185113" y="2815548"/>
                  </a:lnTo>
                  <a:lnTo>
                    <a:pt x="8185748" y="2815914"/>
                  </a:lnTo>
                  <a:lnTo>
                    <a:pt x="8186383" y="2816392"/>
                  </a:lnTo>
                  <a:lnTo>
                    <a:pt x="8187018" y="2816923"/>
                  </a:lnTo>
                  <a:lnTo>
                    <a:pt x="8187653" y="2817507"/>
                  </a:lnTo>
                  <a:lnTo>
                    <a:pt x="8188288" y="2818073"/>
                  </a:lnTo>
                  <a:lnTo>
                    <a:pt x="8188922" y="2818623"/>
                  </a:lnTo>
                  <a:lnTo>
                    <a:pt x="8189557" y="2819125"/>
                  </a:lnTo>
                  <a:lnTo>
                    <a:pt x="8190192" y="2819636"/>
                  </a:lnTo>
                  <a:lnTo>
                    <a:pt x="8190827" y="2820069"/>
                  </a:lnTo>
                  <a:lnTo>
                    <a:pt x="8191462" y="2820433"/>
                  </a:lnTo>
                  <a:lnTo>
                    <a:pt x="8192097" y="2820772"/>
                  </a:lnTo>
                  <a:lnTo>
                    <a:pt x="8192732" y="2821094"/>
                  </a:lnTo>
                  <a:lnTo>
                    <a:pt x="8193366" y="2821396"/>
                  </a:lnTo>
                  <a:lnTo>
                    <a:pt x="8194001" y="2821616"/>
                  </a:lnTo>
                  <a:lnTo>
                    <a:pt x="8194636" y="2821924"/>
                  </a:lnTo>
                  <a:lnTo>
                    <a:pt x="8195271" y="2822156"/>
                  </a:lnTo>
                  <a:lnTo>
                    <a:pt x="8195906" y="2822477"/>
                  </a:lnTo>
                  <a:lnTo>
                    <a:pt x="8196541" y="2822953"/>
                  </a:lnTo>
                  <a:lnTo>
                    <a:pt x="8197175" y="2823424"/>
                  </a:lnTo>
                  <a:lnTo>
                    <a:pt x="8197810" y="2823482"/>
                  </a:lnTo>
                  <a:lnTo>
                    <a:pt x="8198445" y="2823482"/>
                  </a:lnTo>
                  <a:lnTo>
                    <a:pt x="8199080" y="2823482"/>
                  </a:lnTo>
                  <a:lnTo>
                    <a:pt x="8199715" y="2823371"/>
                  </a:lnTo>
                  <a:lnTo>
                    <a:pt x="8200350" y="2823169"/>
                  </a:lnTo>
                  <a:lnTo>
                    <a:pt x="8200985" y="2822895"/>
                  </a:lnTo>
                  <a:lnTo>
                    <a:pt x="8201619" y="2822399"/>
                  </a:lnTo>
                  <a:lnTo>
                    <a:pt x="8202254" y="2821630"/>
                  </a:lnTo>
                  <a:lnTo>
                    <a:pt x="8202889" y="2821076"/>
                  </a:lnTo>
                  <a:lnTo>
                    <a:pt x="8203524" y="2820683"/>
                  </a:lnTo>
                  <a:lnTo>
                    <a:pt x="8204159" y="2820462"/>
                  </a:lnTo>
                  <a:lnTo>
                    <a:pt x="8204794" y="2820352"/>
                  </a:lnTo>
                  <a:lnTo>
                    <a:pt x="8205428" y="2820242"/>
                  </a:lnTo>
                  <a:lnTo>
                    <a:pt x="8206063" y="2820133"/>
                  </a:lnTo>
                  <a:lnTo>
                    <a:pt x="8206698" y="2820023"/>
                  </a:lnTo>
                  <a:lnTo>
                    <a:pt x="8207333" y="2820034"/>
                  </a:lnTo>
                  <a:lnTo>
                    <a:pt x="8207968" y="2820143"/>
                  </a:lnTo>
                  <a:lnTo>
                    <a:pt x="8208603" y="2820267"/>
                  </a:lnTo>
                  <a:lnTo>
                    <a:pt x="8209238" y="2820483"/>
                  </a:lnTo>
                  <a:lnTo>
                    <a:pt x="8209872" y="2820774"/>
                  </a:lnTo>
                  <a:lnTo>
                    <a:pt x="8210507" y="2821123"/>
                  </a:lnTo>
                  <a:lnTo>
                    <a:pt x="8211142" y="2821654"/>
                  </a:lnTo>
                  <a:lnTo>
                    <a:pt x="8211777" y="2822277"/>
                  </a:lnTo>
                  <a:lnTo>
                    <a:pt x="8212412" y="2822889"/>
                  </a:lnTo>
                  <a:lnTo>
                    <a:pt x="8213047" y="2823350"/>
                  </a:lnTo>
                  <a:lnTo>
                    <a:pt x="8213681" y="2823638"/>
                  </a:lnTo>
                  <a:lnTo>
                    <a:pt x="8214316" y="2823815"/>
                  </a:lnTo>
                  <a:lnTo>
                    <a:pt x="8214951" y="2823992"/>
                  </a:lnTo>
                  <a:lnTo>
                    <a:pt x="8215586" y="2824169"/>
                  </a:lnTo>
                  <a:lnTo>
                    <a:pt x="8216221" y="2824346"/>
                  </a:lnTo>
                  <a:lnTo>
                    <a:pt x="8216856" y="2824523"/>
                  </a:lnTo>
                  <a:lnTo>
                    <a:pt x="8217491" y="2824683"/>
                  </a:lnTo>
                  <a:lnTo>
                    <a:pt x="8218125" y="2824848"/>
                  </a:lnTo>
                  <a:lnTo>
                    <a:pt x="8218760" y="2825025"/>
                  </a:lnTo>
                  <a:lnTo>
                    <a:pt x="8219395" y="2825243"/>
                  </a:lnTo>
                  <a:lnTo>
                    <a:pt x="8220030" y="2825462"/>
                  </a:lnTo>
                  <a:lnTo>
                    <a:pt x="8220665" y="2825680"/>
                  </a:lnTo>
                  <a:lnTo>
                    <a:pt x="8221300" y="2825898"/>
                  </a:lnTo>
                  <a:lnTo>
                    <a:pt x="8221934" y="2826116"/>
                  </a:lnTo>
                  <a:lnTo>
                    <a:pt x="8222569" y="2826334"/>
                  </a:lnTo>
                  <a:lnTo>
                    <a:pt x="8223204" y="2826552"/>
                  </a:lnTo>
                  <a:lnTo>
                    <a:pt x="8223839" y="2826770"/>
                  </a:lnTo>
                  <a:lnTo>
                    <a:pt x="8224474" y="2826988"/>
                  </a:lnTo>
                  <a:lnTo>
                    <a:pt x="8225109" y="2827206"/>
                  </a:lnTo>
                  <a:lnTo>
                    <a:pt x="8225743" y="2827424"/>
                  </a:lnTo>
                  <a:lnTo>
                    <a:pt x="8226378" y="2827642"/>
                  </a:lnTo>
                  <a:lnTo>
                    <a:pt x="8227013" y="2827860"/>
                  </a:lnTo>
                  <a:lnTo>
                    <a:pt x="8227648" y="2828037"/>
                  </a:lnTo>
                  <a:lnTo>
                    <a:pt x="8228283" y="2828202"/>
                  </a:lnTo>
                  <a:lnTo>
                    <a:pt x="8228918" y="2828202"/>
                  </a:lnTo>
                  <a:lnTo>
                    <a:pt x="8229553" y="2828202"/>
                  </a:lnTo>
                  <a:lnTo>
                    <a:pt x="8230187" y="2828202"/>
                  </a:lnTo>
                  <a:lnTo>
                    <a:pt x="8230822" y="2828202"/>
                  </a:lnTo>
                  <a:lnTo>
                    <a:pt x="8231457" y="2828202"/>
                  </a:lnTo>
                  <a:lnTo>
                    <a:pt x="8232092" y="2828202"/>
                  </a:lnTo>
                  <a:lnTo>
                    <a:pt x="8232727" y="2828202"/>
                  </a:lnTo>
                  <a:lnTo>
                    <a:pt x="8233362" y="2828202"/>
                  </a:lnTo>
                  <a:lnTo>
                    <a:pt x="8233996" y="2828202"/>
                  </a:lnTo>
                  <a:lnTo>
                    <a:pt x="8234631" y="2828202"/>
                  </a:lnTo>
                  <a:lnTo>
                    <a:pt x="8235266" y="2828202"/>
                  </a:lnTo>
                  <a:lnTo>
                    <a:pt x="8235901" y="2828202"/>
                  </a:lnTo>
                  <a:lnTo>
                    <a:pt x="8236536" y="2828202"/>
                  </a:lnTo>
                  <a:lnTo>
                    <a:pt x="8237171" y="2828202"/>
                  </a:lnTo>
                  <a:lnTo>
                    <a:pt x="8237806" y="2828202"/>
                  </a:lnTo>
                  <a:lnTo>
                    <a:pt x="8238440" y="2828202"/>
                  </a:lnTo>
                  <a:lnTo>
                    <a:pt x="8239075" y="2828202"/>
                  </a:lnTo>
                  <a:lnTo>
                    <a:pt x="8239710" y="2828202"/>
                  </a:lnTo>
                  <a:lnTo>
                    <a:pt x="8240345" y="2828202"/>
                  </a:lnTo>
                  <a:lnTo>
                    <a:pt x="8240980" y="2828202"/>
                  </a:lnTo>
                  <a:lnTo>
                    <a:pt x="8241615" y="2828379"/>
                  </a:lnTo>
                  <a:lnTo>
                    <a:pt x="8242249" y="2828698"/>
                  </a:lnTo>
                  <a:lnTo>
                    <a:pt x="8242884" y="2828980"/>
                  </a:lnTo>
                  <a:lnTo>
                    <a:pt x="8243519" y="2829182"/>
                  </a:lnTo>
                  <a:lnTo>
                    <a:pt x="8244154" y="2829384"/>
                  </a:lnTo>
                  <a:lnTo>
                    <a:pt x="8244789" y="2829449"/>
                  </a:lnTo>
                  <a:lnTo>
                    <a:pt x="8245424" y="2829506"/>
                  </a:lnTo>
                  <a:lnTo>
                    <a:pt x="8246059" y="2829563"/>
                  </a:lnTo>
                  <a:lnTo>
                    <a:pt x="8246693" y="2829621"/>
                  </a:lnTo>
                  <a:lnTo>
                    <a:pt x="8247328" y="2829678"/>
                  </a:lnTo>
                  <a:lnTo>
                    <a:pt x="8247963" y="2829735"/>
                  </a:lnTo>
                  <a:lnTo>
                    <a:pt x="8248598" y="2829793"/>
                  </a:lnTo>
                  <a:lnTo>
                    <a:pt x="8249233" y="2829850"/>
                  </a:lnTo>
                  <a:lnTo>
                    <a:pt x="8249868" y="2830021"/>
                  </a:lnTo>
                  <a:lnTo>
                    <a:pt x="8250502" y="2830027"/>
                  </a:lnTo>
                  <a:lnTo>
                    <a:pt x="8251137" y="2829980"/>
                  </a:lnTo>
                  <a:lnTo>
                    <a:pt x="8251772" y="2829811"/>
                  </a:lnTo>
                  <a:lnTo>
                    <a:pt x="8252407" y="2829553"/>
                  </a:lnTo>
                  <a:lnTo>
                    <a:pt x="8253042" y="2829387"/>
                  </a:lnTo>
                  <a:lnTo>
                    <a:pt x="8253677" y="2829221"/>
                  </a:lnTo>
                  <a:lnTo>
                    <a:pt x="8254312" y="2829213"/>
                  </a:lnTo>
                  <a:lnTo>
                    <a:pt x="8254946" y="2829213"/>
                  </a:lnTo>
                  <a:lnTo>
                    <a:pt x="8255581" y="2829213"/>
                  </a:lnTo>
                  <a:lnTo>
                    <a:pt x="8256216" y="2829213"/>
                  </a:lnTo>
                  <a:lnTo>
                    <a:pt x="8256851" y="2829213"/>
                  </a:lnTo>
                  <a:lnTo>
                    <a:pt x="8257486" y="2829213"/>
                  </a:lnTo>
                  <a:lnTo>
                    <a:pt x="8258121" y="2829213"/>
                  </a:lnTo>
                  <a:lnTo>
                    <a:pt x="8258755" y="2829202"/>
                  </a:lnTo>
                  <a:lnTo>
                    <a:pt x="8259390" y="2829161"/>
                  </a:lnTo>
                  <a:lnTo>
                    <a:pt x="8260025" y="2829149"/>
                  </a:lnTo>
                  <a:lnTo>
                    <a:pt x="8260660" y="2829149"/>
                  </a:lnTo>
                  <a:lnTo>
                    <a:pt x="8261295" y="2829149"/>
                  </a:lnTo>
                  <a:lnTo>
                    <a:pt x="8261930" y="2829149"/>
                  </a:lnTo>
                  <a:lnTo>
                    <a:pt x="8262565" y="2829149"/>
                  </a:lnTo>
                  <a:lnTo>
                    <a:pt x="8263199" y="2829149"/>
                  </a:lnTo>
                  <a:lnTo>
                    <a:pt x="8263834" y="2829149"/>
                  </a:lnTo>
                  <a:lnTo>
                    <a:pt x="8264469" y="2829149"/>
                  </a:lnTo>
                  <a:lnTo>
                    <a:pt x="8265104" y="2829149"/>
                  </a:lnTo>
                  <a:lnTo>
                    <a:pt x="8265739" y="2829149"/>
                  </a:lnTo>
                  <a:lnTo>
                    <a:pt x="8266374" y="2829149"/>
                  </a:lnTo>
                  <a:lnTo>
                    <a:pt x="8267008" y="2829149"/>
                  </a:lnTo>
                  <a:lnTo>
                    <a:pt x="8267643" y="2829149"/>
                  </a:lnTo>
                  <a:lnTo>
                    <a:pt x="8268278" y="2829149"/>
                  </a:lnTo>
                  <a:lnTo>
                    <a:pt x="8268913" y="2829149"/>
                  </a:lnTo>
                  <a:lnTo>
                    <a:pt x="8269548" y="2829149"/>
                  </a:lnTo>
                  <a:lnTo>
                    <a:pt x="8270183" y="2829149"/>
                  </a:lnTo>
                  <a:lnTo>
                    <a:pt x="8270818" y="2829149"/>
                  </a:lnTo>
                  <a:lnTo>
                    <a:pt x="8271452" y="2829149"/>
                  </a:lnTo>
                  <a:lnTo>
                    <a:pt x="8272087" y="2829149"/>
                  </a:lnTo>
                  <a:lnTo>
                    <a:pt x="8272722" y="2829149"/>
                  </a:lnTo>
                  <a:lnTo>
                    <a:pt x="8273357" y="2829149"/>
                  </a:lnTo>
                  <a:lnTo>
                    <a:pt x="8273992" y="2829149"/>
                  </a:lnTo>
                  <a:lnTo>
                    <a:pt x="8274627" y="2829149"/>
                  </a:lnTo>
                  <a:lnTo>
                    <a:pt x="8275261" y="2829342"/>
                  </a:lnTo>
                  <a:lnTo>
                    <a:pt x="8275896" y="2829544"/>
                  </a:lnTo>
                  <a:lnTo>
                    <a:pt x="8276531" y="2829787"/>
                  </a:lnTo>
                  <a:lnTo>
                    <a:pt x="8277166" y="2830162"/>
                  </a:lnTo>
                  <a:lnTo>
                    <a:pt x="8277801" y="2830313"/>
                  </a:lnTo>
                  <a:lnTo>
                    <a:pt x="8278436" y="2830341"/>
                  </a:lnTo>
                  <a:lnTo>
                    <a:pt x="8279071" y="2830344"/>
                  </a:lnTo>
                  <a:lnTo>
                    <a:pt x="8279705" y="2830285"/>
                  </a:lnTo>
                  <a:lnTo>
                    <a:pt x="8280340" y="2830243"/>
                  </a:lnTo>
                  <a:lnTo>
                    <a:pt x="8280975" y="2830202"/>
                  </a:lnTo>
                  <a:lnTo>
                    <a:pt x="8281610" y="2830160"/>
                  </a:lnTo>
                  <a:lnTo>
                    <a:pt x="8282245" y="2830119"/>
                  </a:lnTo>
                  <a:lnTo>
                    <a:pt x="8282880" y="2830077"/>
                  </a:lnTo>
                  <a:lnTo>
                    <a:pt x="8283514" y="2830036"/>
                  </a:lnTo>
                  <a:lnTo>
                    <a:pt x="8284149" y="2829994"/>
                  </a:lnTo>
                  <a:lnTo>
                    <a:pt x="8284784" y="2829761"/>
                  </a:lnTo>
                  <a:lnTo>
                    <a:pt x="8285419" y="2829517"/>
                  </a:lnTo>
                  <a:lnTo>
                    <a:pt x="8285430" y="283368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37505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37536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7144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311199" y="254627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11199" y="166232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11199" y="778375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7" name="pl17"/>
            <p:cNvSpPr/>
            <p:nvPr/>
          </p:nvSpPr>
          <p:spPr>
            <a:xfrm>
              <a:off x="552350" y="25900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2350" y="17061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2350" y="822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7144" y="3231162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91755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78869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65982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353095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940208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 rot="-5400000">
              <a:off x="96391" y="1763399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87144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587144" y="3520461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49601" y="6337191"/>
              <a:ext cx="82049" cy="16952"/>
            </a:xfrm>
            <a:custGeom>
              <a:avLst/>
              <a:pathLst>
                <a:path w="82049" h="16952">
                  <a:moveTo>
                    <a:pt x="0" y="16952"/>
                  </a:moveTo>
                  <a:lnTo>
                    <a:pt x="44" y="0"/>
                  </a:lnTo>
                  <a:lnTo>
                    <a:pt x="678" y="740"/>
                  </a:lnTo>
                  <a:lnTo>
                    <a:pt x="1313" y="1148"/>
                  </a:lnTo>
                  <a:lnTo>
                    <a:pt x="1948" y="1509"/>
                  </a:lnTo>
                  <a:lnTo>
                    <a:pt x="2583" y="1869"/>
                  </a:lnTo>
                  <a:lnTo>
                    <a:pt x="3218" y="2237"/>
                  </a:lnTo>
                  <a:lnTo>
                    <a:pt x="3853" y="2736"/>
                  </a:lnTo>
                  <a:lnTo>
                    <a:pt x="4488" y="3235"/>
                  </a:lnTo>
                  <a:lnTo>
                    <a:pt x="5122" y="3734"/>
                  </a:lnTo>
                  <a:lnTo>
                    <a:pt x="5757" y="4166"/>
                  </a:lnTo>
                  <a:lnTo>
                    <a:pt x="6392" y="4476"/>
                  </a:lnTo>
                  <a:lnTo>
                    <a:pt x="7027" y="4760"/>
                  </a:lnTo>
                  <a:lnTo>
                    <a:pt x="7662" y="5044"/>
                  </a:lnTo>
                  <a:lnTo>
                    <a:pt x="8297" y="5328"/>
                  </a:lnTo>
                  <a:lnTo>
                    <a:pt x="8931" y="5612"/>
                  </a:lnTo>
                  <a:lnTo>
                    <a:pt x="9566" y="5865"/>
                  </a:lnTo>
                  <a:lnTo>
                    <a:pt x="10201" y="5865"/>
                  </a:lnTo>
                  <a:lnTo>
                    <a:pt x="10836" y="5865"/>
                  </a:lnTo>
                  <a:lnTo>
                    <a:pt x="11471" y="5865"/>
                  </a:lnTo>
                  <a:lnTo>
                    <a:pt x="12106" y="5865"/>
                  </a:lnTo>
                  <a:lnTo>
                    <a:pt x="12741" y="5865"/>
                  </a:lnTo>
                  <a:lnTo>
                    <a:pt x="13375" y="5865"/>
                  </a:lnTo>
                  <a:lnTo>
                    <a:pt x="14010" y="5865"/>
                  </a:lnTo>
                  <a:lnTo>
                    <a:pt x="14645" y="5865"/>
                  </a:lnTo>
                  <a:lnTo>
                    <a:pt x="15280" y="5865"/>
                  </a:lnTo>
                  <a:lnTo>
                    <a:pt x="15915" y="5865"/>
                  </a:lnTo>
                  <a:lnTo>
                    <a:pt x="16550" y="5865"/>
                  </a:lnTo>
                  <a:lnTo>
                    <a:pt x="17184" y="5865"/>
                  </a:lnTo>
                  <a:lnTo>
                    <a:pt x="17819" y="5865"/>
                  </a:lnTo>
                  <a:lnTo>
                    <a:pt x="18454" y="5865"/>
                  </a:lnTo>
                  <a:lnTo>
                    <a:pt x="19089" y="5865"/>
                  </a:lnTo>
                  <a:lnTo>
                    <a:pt x="19724" y="5865"/>
                  </a:lnTo>
                  <a:lnTo>
                    <a:pt x="20359" y="5865"/>
                  </a:lnTo>
                  <a:lnTo>
                    <a:pt x="20994" y="5865"/>
                  </a:lnTo>
                  <a:lnTo>
                    <a:pt x="21628" y="5865"/>
                  </a:lnTo>
                  <a:lnTo>
                    <a:pt x="22263" y="5865"/>
                  </a:lnTo>
                  <a:lnTo>
                    <a:pt x="22898" y="5865"/>
                  </a:lnTo>
                  <a:lnTo>
                    <a:pt x="23533" y="5865"/>
                  </a:lnTo>
                  <a:lnTo>
                    <a:pt x="24168" y="5865"/>
                  </a:lnTo>
                  <a:lnTo>
                    <a:pt x="24803" y="5865"/>
                  </a:lnTo>
                  <a:lnTo>
                    <a:pt x="25437" y="5865"/>
                  </a:lnTo>
                  <a:lnTo>
                    <a:pt x="26072" y="5865"/>
                  </a:lnTo>
                  <a:lnTo>
                    <a:pt x="26707" y="5865"/>
                  </a:lnTo>
                  <a:lnTo>
                    <a:pt x="27342" y="5865"/>
                  </a:lnTo>
                  <a:lnTo>
                    <a:pt x="27977" y="5865"/>
                  </a:lnTo>
                  <a:lnTo>
                    <a:pt x="28612" y="5865"/>
                  </a:lnTo>
                  <a:lnTo>
                    <a:pt x="29247" y="5865"/>
                  </a:lnTo>
                  <a:lnTo>
                    <a:pt x="29881" y="5865"/>
                  </a:lnTo>
                  <a:lnTo>
                    <a:pt x="30516" y="5865"/>
                  </a:lnTo>
                  <a:lnTo>
                    <a:pt x="31151" y="5865"/>
                  </a:lnTo>
                  <a:lnTo>
                    <a:pt x="31786" y="5865"/>
                  </a:lnTo>
                  <a:lnTo>
                    <a:pt x="32421" y="5865"/>
                  </a:lnTo>
                  <a:lnTo>
                    <a:pt x="33056" y="5865"/>
                  </a:lnTo>
                  <a:lnTo>
                    <a:pt x="33690" y="5865"/>
                  </a:lnTo>
                  <a:lnTo>
                    <a:pt x="34325" y="5865"/>
                  </a:lnTo>
                  <a:lnTo>
                    <a:pt x="34960" y="5865"/>
                  </a:lnTo>
                  <a:lnTo>
                    <a:pt x="35595" y="5865"/>
                  </a:lnTo>
                  <a:lnTo>
                    <a:pt x="36230" y="5865"/>
                  </a:lnTo>
                  <a:lnTo>
                    <a:pt x="36865" y="5865"/>
                  </a:lnTo>
                  <a:lnTo>
                    <a:pt x="37499" y="5865"/>
                  </a:lnTo>
                  <a:lnTo>
                    <a:pt x="38134" y="5865"/>
                  </a:lnTo>
                  <a:lnTo>
                    <a:pt x="38769" y="5865"/>
                  </a:lnTo>
                  <a:lnTo>
                    <a:pt x="39404" y="5865"/>
                  </a:lnTo>
                  <a:lnTo>
                    <a:pt x="40039" y="5865"/>
                  </a:lnTo>
                  <a:lnTo>
                    <a:pt x="40674" y="5865"/>
                  </a:lnTo>
                  <a:lnTo>
                    <a:pt x="41309" y="5865"/>
                  </a:lnTo>
                  <a:lnTo>
                    <a:pt x="41943" y="5865"/>
                  </a:lnTo>
                  <a:lnTo>
                    <a:pt x="42578" y="5865"/>
                  </a:lnTo>
                  <a:lnTo>
                    <a:pt x="43213" y="5865"/>
                  </a:lnTo>
                  <a:lnTo>
                    <a:pt x="43848" y="5865"/>
                  </a:lnTo>
                  <a:lnTo>
                    <a:pt x="44483" y="5865"/>
                  </a:lnTo>
                  <a:lnTo>
                    <a:pt x="45118" y="5865"/>
                  </a:lnTo>
                  <a:lnTo>
                    <a:pt x="45752" y="5865"/>
                  </a:lnTo>
                  <a:lnTo>
                    <a:pt x="46387" y="5865"/>
                  </a:lnTo>
                  <a:lnTo>
                    <a:pt x="47022" y="5865"/>
                  </a:lnTo>
                  <a:lnTo>
                    <a:pt x="47657" y="5865"/>
                  </a:lnTo>
                  <a:lnTo>
                    <a:pt x="48292" y="5865"/>
                  </a:lnTo>
                  <a:lnTo>
                    <a:pt x="48927" y="5865"/>
                  </a:lnTo>
                  <a:lnTo>
                    <a:pt x="49562" y="5865"/>
                  </a:lnTo>
                  <a:lnTo>
                    <a:pt x="50196" y="5865"/>
                  </a:lnTo>
                  <a:lnTo>
                    <a:pt x="50831" y="5865"/>
                  </a:lnTo>
                  <a:lnTo>
                    <a:pt x="51466" y="5865"/>
                  </a:lnTo>
                  <a:lnTo>
                    <a:pt x="52101" y="5865"/>
                  </a:lnTo>
                  <a:lnTo>
                    <a:pt x="52736" y="5865"/>
                  </a:lnTo>
                  <a:lnTo>
                    <a:pt x="53371" y="5865"/>
                  </a:lnTo>
                  <a:lnTo>
                    <a:pt x="54005" y="5865"/>
                  </a:lnTo>
                  <a:lnTo>
                    <a:pt x="54640" y="5865"/>
                  </a:lnTo>
                  <a:lnTo>
                    <a:pt x="55275" y="5865"/>
                  </a:lnTo>
                  <a:lnTo>
                    <a:pt x="55910" y="5865"/>
                  </a:lnTo>
                  <a:lnTo>
                    <a:pt x="56545" y="5865"/>
                  </a:lnTo>
                  <a:lnTo>
                    <a:pt x="57180" y="5865"/>
                  </a:lnTo>
                  <a:lnTo>
                    <a:pt x="57815" y="5865"/>
                  </a:lnTo>
                  <a:lnTo>
                    <a:pt x="58449" y="5865"/>
                  </a:lnTo>
                  <a:lnTo>
                    <a:pt x="59084" y="5865"/>
                  </a:lnTo>
                  <a:lnTo>
                    <a:pt x="59719" y="5865"/>
                  </a:lnTo>
                  <a:lnTo>
                    <a:pt x="60354" y="5865"/>
                  </a:lnTo>
                  <a:lnTo>
                    <a:pt x="60989" y="5865"/>
                  </a:lnTo>
                  <a:lnTo>
                    <a:pt x="61624" y="5960"/>
                  </a:lnTo>
                  <a:lnTo>
                    <a:pt x="62258" y="6254"/>
                  </a:lnTo>
                  <a:lnTo>
                    <a:pt x="62893" y="6634"/>
                  </a:lnTo>
                  <a:lnTo>
                    <a:pt x="63528" y="7013"/>
                  </a:lnTo>
                  <a:lnTo>
                    <a:pt x="64163" y="7393"/>
                  </a:lnTo>
                  <a:lnTo>
                    <a:pt x="64798" y="7772"/>
                  </a:lnTo>
                  <a:lnTo>
                    <a:pt x="65433" y="8152"/>
                  </a:lnTo>
                  <a:lnTo>
                    <a:pt x="66068" y="8531"/>
                  </a:lnTo>
                  <a:lnTo>
                    <a:pt x="66702" y="9015"/>
                  </a:lnTo>
                  <a:lnTo>
                    <a:pt x="67337" y="9585"/>
                  </a:lnTo>
                  <a:lnTo>
                    <a:pt x="67972" y="10154"/>
                  </a:lnTo>
                  <a:lnTo>
                    <a:pt x="68607" y="10723"/>
                  </a:lnTo>
                  <a:lnTo>
                    <a:pt x="69242" y="11293"/>
                  </a:lnTo>
                  <a:lnTo>
                    <a:pt x="69877" y="11862"/>
                  </a:lnTo>
                  <a:lnTo>
                    <a:pt x="70511" y="12431"/>
                  </a:lnTo>
                  <a:lnTo>
                    <a:pt x="71146" y="12906"/>
                  </a:lnTo>
                  <a:lnTo>
                    <a:pt x="71781" y="13181"/>
                  </a:lnTo>
                  <a:lnTo>
                    <a:pt x="72416" y="13371"/>
                  </a:lnTo>
                  <a:lnTo>
                    <a:pt x="73051" y="13561"/>
                  </a:lnTo>
                  <a:lnTo>
                    <a:pt x="73686" y="13798"/>
                  </a:lnTo>
                  <a:lnTo>
                    <a:pt x="74321" y="14177"/>
                  </a:lnTo>
                  <a:lnTo>
                    <a:pt x="74955" y="14557"/>
                  </a:lnTo>
                  <a:lnTo>
                    <a:pt x="75590" y="14936"/>
                  </a:lnTo>
                  <a:lnTo>
                    <a:pt x="76225" y="15212"/>
                  </a:lnTo>
                  <a:lnTo>
                    <a:pt x="76860" y="15401"/>
                  </a:lnTo>
                  <a:lnTo>
                    <a:pt x="77495" y="15591"/>
                  </a:lnTo>
                  <a:lnTo>
                    <a:pt x="78130" y="15781"/>
                  </a:lnTo>
                  <a:lnTo>
                    <a:pt x="78764" y="15971"/>
                  </a:lnTo>
                  <a:lnTo>
                    <a:pt x="79399" y="16161"/>
                  </a:lnTo>
                  <a:lnTo>
                    <a:pt x="80034" y="16350"/>
                  </a:lnTo>
                  <a:lnTo>
                    <a:pt x="80669" y="16540"/>
                  </a:lnTo>
                  <a:lnTo>
                    <a:pt x="81304" y="16730"/>
                  </a:lnTo>
                  <a:lnTo>
                    <a:pt x="81939" y="16920"/>
                  </a:lnTo>
                  <a:lnTo>
                    <a:pt x="82049" y="1695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50942" y="6348536"/>
              <a:ext cx="19721" cy="5608"/>
            </a:xfrm>
            <a:custGeom>
              <a:avLst/>
              <a:pathLst>
                <a:path w="19721" h="5608">
                  <a:moveTo>
                    <a:pt x="0" y="5608"/>
                  </a:moveTo>
                  <a:lnTo>
                    <a:pt x="278" y="5420"/>
                  </a:lnTo>
                  <a:lnTo>
                    <a:pt x="913" y="4994"/>
                  </a:lnTo>
                  <a:lnTo>
                    <a:pt x="1548" y="4567"/>
                  </a:lnTo>
                  <a:lnTo>
                    <a:pt x="2183" y="4140"/>
                  </a:lnTo>
                  <a:lnTo>
                    <a:pt x="2818" y="3713"/>
                  </a:lnTo>
                  <a:lnTo>
                    <a:pt x="3452" y="3286"/>
                  </a:lnTo>
                  <a:lnTo>
                    <a:pt x="4087" y="2808"/>
                  </a:lnTo>
                  <a:lnTo>
                    <a:pt x="4722" y="2296"/>
                  </a:lnTo>
                  <a:lnTo>
                    <a:pt x="5357" y="1814"/>
                  </a:lnTo>
                  <a:lnTo>
                    <a:pt x="5992" y="1336"/>
                  </a:lnTo>
                  <a:lnTo>
                    <a:pt x="6627" y="850"/>
                  </a:lnTo>
                  <a:lnTo>
                    <a:pt x="7261" y="545"/>
                  </a:lnTo>
                  <a:lnTo>
                    <a:pt x="7896" y="261"/>
                  </a:lnTo>
                  <a:lnTo>
                    <a:pt x="8531" y="0"/>
                  </a:lnTo>
                  <a:lnTo>
                    <a:pt x="9166" y="0"/>
                  </a:lnTo>
                  <a:lnTo>
                    <a:pt x="9801" y="0"/>
                  </a:lnTo>
                  <a:lnTo>
                    <a:pt x="10436" y="0"/>
                  </a:lnTo>
                  <a:lnTo>
                    <a:pt x="11071" y="0"/>
                  </a:lnTo>
                  <a:lnTo>
                    <a:pt x="11705" y="0"/>
                  </a:lnTo>
                  <a:lnTo>
                    <a:pt x="12340" y="0"/>
                  </a:lnTo>
                  <a:lnTo>
                    <a:pt x="12975" y="0"/>
                  </a:lnTo>
                  <a:lnTo>
                    <a:pt x="13610" y="189"/>
                  </a:lnTo>
                  <a:lnTo>
                    <a:pt x="14245" y="569"/>
                  </a:lnTo>
                  <a:lnTo>
                    <a:pt x="14880" y="1138"/>
                  </a:lnTo>
                  <a:lnTo>
                    <a:pt x="15514" y="1707"/>
                  </a:lnTo>
                  <a:lnTo>
                    <a:pt x="16149" y="2277"/>
                  </a:lnTo>
                  <a:lnTo>
                    <a:pt x="16784" y="2846"/>
                  </a:lnTo>
                  <a:lnTo>
                    <a:pt x="17419" y="3415"/>
                  </a:lnTo>
                  <a:lnTo>
                    <a:pt x="18054" y="3985"/>
                  </a:lnTo>
                  <a:lnTo>
                    <a:pt x="18689" y="4554"/>
                  </a:lnTo>
                  <a:lnTo>
                    <a:pt x="19323" y="5133"/>
                  </a:lnTo>
                  <a:lnTo>
                    <a:pt x="19721" y="560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4415" y="6271272"/>
              <a:ext cx="315726" cy="82872"/>
            </a:xfrm>
            <a:custGeom>
              <a:avLst/>
              <a:pathLst>
                <a:path w="315726" h="82872">
                  <a:moveTo>
                    <a:pt x="0" y="82872"/>
                  </a:moveTo>
                  <a:lnTo>
                    <a:pt x="451" y="82670"/>
                  </a:lnTo>
                  <a:lnTo>
                    <a:pt x="1086" y="82386"/>
                  </a:lnTo>
                  <a:lnTo>
                    <a:pt x="1721" y="82133"/>
                  </a:lnTo>
                  <a:lnTo>
                    <a:pt x="2356" y="82133"/>
                  </a:lnTo>
                  <a:lnTo>
                    <a:pt x="2991" y="82133"/>
                  </a:lnTo>
                  <a:lnTo>
                    <a:pt x="3626" y="82133"/>
                  </a:lnTo>
                  <a:lnTo>
                    <a:pt x="4261" y="82133"/>
                  </a:lnTo>
                  <a:lnTo>
                    <a:pt x="4895" y="82133"/>
                  </a:lnTo>
                  <a:lnTo>
                    <a:pt x="5530" y="82133"/>
                  </a:lnTo>
                  <a:lnTo>
                    <a:pt x="6165" y="82133"/>
                  </a:lnTo>
                  <a:lnTo>
                    <a:pt x="6800" y="82133"/>
                  </a:lnTo>
                  <a:lnTo>
                    <a:pt x="7435" y="82133"/>
                  </a:lnTo>
                  <a:lnTo>
                    <a:pt x="8070" y="82133"/>
                  </a:lnTo>
                  <a:lnTo>
                    <a:pt x="8704" y="82133"/>
                  </a:lnTo>
                  <a:lnTo>
                    <a:pt x="9339" y="82133"/>
                  </a:lnTo>
                  <a:lnTo>
                    <a:pt x="9974" y="82133"/>
                  </a:lnTo>
                  <a:lnTo>
                    <a:pt x="10609" y="82133"/>
                  </a:lnTo>
                  <a:lnTo>
                    <a:pt x="11244" y="82133"/>
                  </a:lnTo>
                  <a:lnTo>
                    <a:pt x="11879" y="82133"/>
                  </a:lnTo>
                  <a:lnTo>
                    <a:pt x="12514" y="82133"/>
                  </a:lnTo>
                  <a:lnTo>
                    <a:pt x="13148" y="82133"/>
                  </a:lnTo>
                  <a:lnTo>
                    <a:pt x="13783" y="82133"/>
                  </a:lnTo>
                  <a:lnTo>
                    <a:pt x="14418" y="82133"/>
                  </a:lnTo>
                  <a:lnTo>
                    <a:pt x="15053" y="82133"/>
                  </a:lnTo>
                  <a:lnTo>
                    <a:pt x="15688" y="82133"/>
                  </a:lnTo>
                  <a:lnTo>
                    <a:pt x="16323" y="82133"/>
                  </a:lnTo>
                  <a:lnTo>
                    <a:pt x="16957" y="82133"/>
                  </a:lnTo>
                  <a:lnTo>
                    <a:pt x="17592" y="82133"/>
                  </a:lnTo>
                  <a:lnTo>
                    <a:pt x="18227" y="82133"/>
                  </a:lnTo>
                  <a:lnTo>
                    <a:pt x="18862" y="82133"/>
                  </a:lnTo>
                  <a:lnTo>
                    <a:pt x="19497" y="82133"/>
                  </a:lnTo>
                  <a:lnTo>
                    <a:pt x="20132" y="82133"/>
                  </a:lnTo>
                  <a:lnTo>
                    <a:pt x="20767" y="82133"/>
                  </a:lnTo>
                  <a:lnTo>
                    <a:pt x="21401" y="82133"/>
                  </a:lnTo>
                  <a:lnTo>
                    <a:pt x="22036" y="82133"/>
                  </a:lnTo>
                  <a:lnTo>
                    <a:pt x="22671" y="82133"/>
                  </a:lnTo>
                  <a:lnTo>
                    <a:pt x="23306" y="82133"/>
                  </a:lnTo>
                  <a:lnTo>
                    <a:pt x="23941" y="82133"/>
                  </a:lnTo>
                  <a:lnTo>
                    <a:pt x="24576" y="82133"/>
                  </a:lnTo>
                  <a:lnTo>
                    <a:pt x="25210" y="82133"/>
                  </a:lnTo>
                  <a:lnTo>
                    <a:pt x="25845" y="82133"/>
                  </a:lnTo>
                  <a:lnTo>
                    <a:pt x="26480" y="82133"/>
                  </a:lnTo>
                  <a:lnTo>
                    <a:pt x="27115" y="82133"/>
                  </a:lnTo>
                  <a:lnTo>
                    <a:pt x="27750" y="82133"/>
                  </a:lnTo>
                  <a:lnTo>
                    <a:pt x="28385" y="82133"/>
                  </a:lnTo>
                  <a:lnTo>
                    <a:pt x="29020" y="82133"/>
                  </a:lnTo>
                  <a:lnTo>
                    <a:pt x="29654" y="82133"/>
                  </a:lnTo>
                  <a:lnTo>
                    <a:pt x="30289" y="82133"/>
                  </a:lnTo>
                  <a:lnTo>
                    <a:pt x="30924" y="82133"/>
                  </a:lnTo>
                  <a:lnTo>
                    <a:pt x="31559" y="82133"/>
                  </a:lnTo>
                  <a:lnTo>
                    <a:pt x="32194" y="82133"/>
                  </a:lnTo>
                  <a:lnTo>
                    <a:pt x="32829" y="82133"/>
                  </a:lnTo>
                  <a:lnTo>
                    <a:pt x="33463" y="82133"/>
                  </a:lnTo>
                  <a:lnTo>
                    <a:pt x="34098" y="82133"/>
                  </a:lnTo>
                  <a:lnTo>
                    <a:pt x="34733" y="82133"/>
                  </a:lnTo>
                  <a:lnTo>
                    <a:pt x="35368" y="82133"/>
                  </a:lnTo>
                  <a:lnTo>
                    <a:pt x="36003" y="82133"/>
                  </a:lnTo>
                  <a:lnTo>
                    <a:pt x="36638" y="82133"/>
                  </a:lnTo>
                  <a:lnTo>
                    <a:pt x="37272" y="82133"/>
                  </a:lnTo>
                  <a:lnTo>
                    <a:pt x="37907" y="82133"/>
                  </a:lnTo>
                  <a:lnTo>
                    <a:pt x="38542" y="82133"/>
                  </a:lnTo>
                  <a:lnTo>
                    <a:pt x="39177" y="82133"/>
                  </a:lnTo>
                  <a:lnTo>
                    <a:pt x="39812" y="82085"/>
                  </a:lnTo>
                  <a:lnTo>
                    <a:pt x="40447" y="81810"/>
                  </a:lnTo>
                  <a:lnTo>
                    <a:pt x="41082" y="81430"/>
                  </a:lnTo>
                  <a:lnTo>
                    <a:pt x="41716" y="81013"/>
                  </a:lnTo>
                  <a:lnTo>
                    <a:pt x="42351" y="80444"/>
                  </a:lnTo>
                  <a:lnTo>
                    <a:pt x="42986" y="79874"/>
                  </a:lnTo>
                  <a:lnTo>
                    <a:pt x="43621" y="79219"/>
                  </a:lnTo>
                  <a:lnTo>
                    <a:pt x="44256" y="78460"/>
                  </a:lnTo>
                  <a:lnTo>
                    <a:pt x="44891" y="77692"/>
                  </a:lnTo>
                  <a:lnTo>
                    <a:pt x="45525" y="76743"/>
                  </a:lnTo>
                  <a:lnTo>
                    <a:pt x="46160" y="75794"/>
                  </a:lnTo>
                  <a:lnTo>
                    <a:pt x="46795" y="74703"/>
                  </a:lnTo>
                  <a:lnTo>
                    <a:pt x="47430" y="73270"/>
                  </a:lnTo>
                  <a:lnTo>
                    <a:pt x="48065" y="72355"/>
                  </a:lnTo>
                  <a:lnTo>
                    <a:pt x="48700" y="71794"/>
                  </a:lnTo>
                  <a:lnTo>
                    <a:pt x="49335" y="71401"/>
                  </a:lnTo>
                  <a:lnTo>
                    <a:pt x="49969" y="71219"/>
                  </a:lnTo>
                  <a:lnTo>
                    <a:pt x="50604" y="71025"/>
                  </a:lnTo>
                  <a:lnTo>
                    <a:pt x="51239" y="70834"/>
                  </a:lnTo>
                  <a:lnTo>
                    <a:pt x="51874" y="70604"/>
                  </a:lnTo>
                  <a:lnTo>
                    <a:pt x="52509" y="70336"/>
                  </a:lnTo>
                  <a:lnTo>
                    <a:pt x="53144" y="70018"/>
                  </a:lnTo>
                  <a:lnTo>
                    <a:pt x="53778" y="69685"/>
                  </a:lnTo>
                  <a:lnTo>
                    <a:pt x="54413" y="69384"/>
                  </a:lnTo>
                  <a:lnTo>
                    <a:pt x="55048" y="69031"/>
                  </a:lnTo>
                  <a:lnTo>
                    <a:pt x="55683" y="68624"/>
                  </a:lnTo>
                  <a:lnTo>
                    <a:pt x="56318" y="68017"/>
                  </a:lnTo>
                  <a:lnTo>
                    <a:pt x="56953" y="67391"/>
                  </a:lnTo>
                  <a:lnTo>
                    <a:pt x="57588" y="66644"/>
                  </a:lnTo>
                  <a:lnTo>
                    <a:pt x="58222" y="65708"/>
                  </a:lnTo>
                  <a:lnTo>
                    <a:pt x="58857" y="64718"/>
                  </a:lnTo>
                  <a:lnTo>
                    <a:pt x="59492" y="63517"/>
                  </a:lnTo>
                  <a:lnTo>
                    <a:pt x="60127" y="62349"/>
                  </a:lnTo>
                  <a:lnTo>
                    <a:pt x="60762" y="61205"/>
                  </a:lnTo>
                  <a:lnTo>
                    <a:pt x="61397" y="60101"/>
                  </a:lnTo>
                  <a:lnTo>
                    <a:pt x="62031" y="59169"/>
                  </a:lnTo>
                  <a:lnTo>
                    <a:pt x="62666" y="58240"/>
                  </a:lnTo>
                  <a:lnTo>
                    <a:pt x="63301" y="57224"/>
                  </a:lnTo>
                  <a:lnTo>
                    <a:pt x="63936" y="56319"/>
                  </a:lnTo>
                  <a:lnTo>
                    <a:pt x="64571" y="55400"/>
                  </a:lnTo>
                  <a:lnTo>
                    <a:pt x="65206" y="54497"/>
                  </a:lnTo>
                  <a:lnTo>
                    <a:pt x="65841" y="53813"/>
                  </a:lnTo>
                  <a:lnTo>
                    <a:pt x="66475" y="53160"/>
                  </a:lnTo>
                  <a:lnTo>
                    <a:pt x="67110" y="52537"/>
                  </a:lnTo>
                  <a:lnTo>
                    <a:pt x="67745" y="51991"/>
                  </a:lnTo>
                  <a:lnTo>
                    <a:pt x="68380" y="51465"/>
                  </a:lnTo>
                  <a:lnTo>
                    <a:pt x="69015" y="50794"/>
                  </a:lnTo>
                  <a:lnTo>
                    <a:pt x="69650" y="50068"/>
                  </a:lnTo>
                  <a:lnTo>
                    <a:pt x="70284" y="49303"/>
                  </a:lnTo>
                  <a:lnTo>
                    <a:pt x="70919" y="48623"/>
                  </a:lnTo>
                  <a:lnTo>
                    <a:pt x="71554" y="47861"/>
                  </a:lnTo>
                  <a:lnTo>
                    <a:pt x="72189" y="47023"/>
                  </a:lnTo>
                  <a:lnTo>
                    <a:pt x="72824" y="46110"/>
                  </a:lnTo>
                  <a:lnTo>
                    <a:pt x="73459" y="45240"/>
                  </a:lnTo>
                  <a:lnTo>
                    <a:pt x="74094" y="44244"/>
                  </a:lnTo>
                  <a:lnTo>
                    <a:pt x="74728" y="43357"/>
                  </a:lnTo>
                  <a:lnTo>
                    <a:pt x="75363" y="42391"/>
                  </a:lnTo>
                  <a:lnTo>
                    <a:pt x="75998" y="41461"/>
                  </a:lnTo>
                  <a:lnTo>
                    <a:pt x="76633" y="40512"/>
                  </a:lnTo>
                  <a:lnTo>
                    <a:pt x="77268" y="39609"/>
                  </a:lnTo>
                  <a:lnTo>
                    <a:pt x="77903" y="38781"/>
                  </a:lnTo>
                  <a:lnTo>
                    <a:pt x="78537" y="38009"/>
                  </a:lnTo>
                  <a:lnTo>
                    <a:pt x="79172" y="37252"/>
                  </a:lnTo>
                  <a:lnTo>
                    <a:pt x="79807" y="36627"/>
                  </a:lnTo>
                  <a:lnTo>
                    <a:pt x="80442" y="36003"/>
                  </a:lnTo>
                  <a:lnTo>
                    <a:pt x="81077" y="35347"/>
                  </a:lnTo>
                  <a:lnTo>
                    <a:pt x="81712" y="34729"/>
                  </a:lnTo>
                  <a:lnTo>
                    <a:pt x="82347" y="34126"/>
                  </a:lnTo>
                  <a:lnTo>
                    <a:pt x="82981" y="33641"/>
                  </a:lnTo>
                  <a:lnTo>
                    <a:pt x="83616" y="33233"/>
                  </a:lnTo>
                  <a:lnTo>
                    <a:pt x="84251" y="32868"/>
                  </a:lnTo>
                  <a:lnTo>
                    <a:pt x="84886" y="32424"/>
                  </a:lnTo>
                  <a:lnTo>
                    <a:pt x="85521" y="31735"/>
                  </a:lnTo>
                  <a:lnTo>
                    <a:pt x="86156" y="30690"/>
                  </a:lnTo>
                  <a:lnTo>
                    <a:pt x="86790" y="29466"/>
                  </a:lnTo>
                  <a:lnTo>
                    <a:pt x="87425" y="28393"/>
                  </a:lnTo>
                  <a:lnTo>
                    <a:pt x="88060" y="27452"/>
                  </a:lnTo>
                  <a:lnTo>
                    <a:pt x="88695" y="26549"/>
                  </a:lnTo>
                  <a:lnTo>
                    <a:pt x="89330" y="25784"/>
                  </a:lnTo>
                  <a:lnTo>
                    <a:pt x="89965" y="25112"/>
                  </a:lnTo>
                  <a:lnTo>
                    <a:pt x="90599" y="24747"/>
                  </a:lnTo>
                  <a:lnTo>
                    <a:pt x="91234" y="24427"/>
                  </a:lnTo>
                  <a:lnTo>
                    <a:pt x="91869" y="24306"/>
                  </a:lnTo>
                  <a:lnTo>
                    <a:pt x="92504" y="23924"/>
                  </a:lnTo>
                  <a:lnTo>
                    <a:pt x="93139" y="23577"/>
                  </a:lnTo>
                  <a:lnTo>
                    <a:pt x="93774" y="23355"/>
                  </a:lnTo>
                  <a:lnTo>
                    <a:pt x="94409" y="23200"/>
                  </a:lnTo>
                  <a:lnTo>
                    <a:pt x="95043" y="22830"/>
                  </a:lnTo>
                  <a:lnTo>
                    <a:pt x="95678" y="22773"/>
                  </a:lnTo>
                  <a:lnTo>
                    <a:pt x="96313" y="22630"/>
                  </a:lnTo>
                  <a:lnTo>
                    <a:pt x="96948" y="22441"/>
                  </a:lnTo>
                  <a:lnTo>
                    <a:pt x="97583" y="22251"/>
                  </a:lnTo>
                  <a:lnTo>
                    <a:pt x="98218" y="22061"/>
                  </a:lnTo>
                  <a:lnTo>
                    <a:pt x="98852" y="21871"/>
                  </a:lnTo>
                  <a:lnTo>
                    <a:pt x="99487" y="21682"/>
                  </a:lnTo>
                  <a:lnTo>
                    <a:pt x="100122" y="21492"/>
                  </a:lnTo>
                  <a:lnTo>
                    <a:pt x="100757" y="21302"/>
                  </a:lnTo>
                  <a:lnTo>
                    <a:pt x="101392" y="20989"/>
                  </a:lnTo>
                  <a:lnTo>
                    <a:pt x="102027" y="20609"/>
                  </a:lnTo>
                  <a:lnTo>
                    <a:pt x="102662" y="20230"/>
                  </a:lnTo>
                  <a:lnTo>
                    <a:pt x="103296" y="19850"/>
                  </a:lnTo>
                  <a:lnTo>
                    <a:pt x="103931" y="19471"/>
                  </a:lnTo>
                  <a:lnTo>
                    <a:pt x="104566" y="19091"/>
                  </a:lnTo>
                  <a:lnTo>
                    <a:pt x="105201" y="18712"/>
                  </a:lnTo>
                  <a:lnTo>
                    <a:pt x="105836" y="18474"/>
                  </a:lnTo>
                  <a:lnTo>
                    <a:pt x="106471" y="18285"/>
                  </a:lnTo>
                  <a:lnTo>
                    <a:pt x="107105" y="18095"/>
                  </a:lnTo>
                  <a:lnTo>
                    <a:pt x="107740" y="17905"/>
                  </a:lnTo>
                  <a:lnTo>
                    <a:pt x="108375" y="17715"/>
                  </a:lnTo>
                  <a:lnTo>
                    <a:pt x="109010" y="17525"/>
                  </a:lnTo>
                  <a:lnTo>
                    <a:pt x="109645" y="17336"/>
                  </a:lnTo>
                  <a:lnTo>
                    <a:pt x="110280" y="17146"/>
                  </a:lnTo>
                  <a:lnTo>
                    <a:pt x="110915" y="17079"/>
                  </a:lnTo>
                  <a:lnTo>
                    <a:pt x="111549" y="17079"/>
                  </a:lnTo>
                  <a:lnTo>
                    <a:pt x="112184" y="17079"/>
                  </a:lnTo>
                  <a:lnTo>
                    <a:pt x="112819" y="17079"/>
                  </a:lnTo>
                  <a:lnTo>
                    <a:pt x="113454" y="17079"/>
                  </a:lnTo>
                  <a:lnTo>
                    <a:pt x="114089" y="17079"/>
                  </a:lnTo>
                  <a:lnTo>
                    <a:pt x="114724" y="17079"/>
                  </a:lnTo>
                  <a:lnTo>
                    <a:pt x="115358" y="17079"/>
                  </a:lnTo>
                  <a:lnTo>
                    <a:pt x="115993" y="17079"/>
                  </a:lnTo>
                  <a:lnTo>
                    <a:pt x="116628" y="17079"/>
                  </a:lnTo>
                  <a:lnTo>
                    <a:pt x="117263" y="17079"/>
                  </a:lnTo>
                  <a:lnTo>
                    <a:pt x="117898" y="17079"/>
                  </a:lnTo>
                  <a:lnTo>
                    <a:pt x="118533" y="17079"/>
                  </a:lnTo>
                  <a:lnTo>
                    <a:pt x="119168" y="17079"/>
                  </a:lnTo>
                  <a:lnTo>
                    <a:pt x="119802" y="17079"/>
                  </a:lnTo>
                  <a:lnTo>
                    <a:pt x="120437" y="17079"/>
                  </a:lnTo>
                  <a:lnTo>
                    <a:pt x="121072" y="17079"/>
                  </a:lnTo>
                  <a:lnTo>
                    <a:pt x="121707" y="17079"/>
                  </a:lnTo>
                  <a:lnTo>
                    <a:pt x="122342" y="17079"/>
                  </a:lnTo>
                  <a:lnTo>
                    <a:pt x="122977" y="17079"/>
                  </a:lnTo>
                  <a:lnTo>
                    <a:pt x="123611" y="17079"/>
                  </a:lnTo>
                  <a:lnTo>
                    <a:pt x="124246" y="17079"/>
                  </a:lnTo>
                  <a:lnTo>
                    <a:pt x="124881" y="17079"/>
                  </a:lnTo>
                  <a:lnTo>
                    <a:pt x="125516" y="17079"/>
                  </a:lnTo>
                  <a:lnTo>
                    <a:pt x="126151" y="17079"/>
                  </a:lnTo>
                  <a:lnTo>
                    <a:pt x="126786" y="17079"/>
                  </a:lnTo>
                  <a:lnTo>
                    <a:pt x="127421" y="17079"/>
                  </a:lnTo>
                  <a:lnTo>
                    <a:pt x="128055" y="17079"/>
                  </a:lnTo>
                  <a:lnTo>
                    <a:pt x="128690" y="17079"/>
                  </a:lnTo>
                  <a:lnTo>
                    <a:pt x="129325" y="17079"/>
                  </a:lnTo>
                  <a:lnTo>
                    <a:pt x="129960" y="17079"/>
                  </a:lnTo>
                  <a:lnTo>
                    <a:pt x="130595" y="17079"/>
                  </a:lnTo>
                  <a:lnTo>
                    <a:pt x="131230" y="17079"/>
                  </a:lnTo>
                  <a:lnTo>
                    <a:pt x="131864" y="17079"/>
                  </a:lnTo>
                  <a:lnTo>
                    <a:pt x="132499" y="17079"/>
                  </a:lnTo>
                  <a:lnTo>
                    <a:pt x="133134" y="17079"/>
                  </a:lnTo>
                  <a:lnTo>
                    <a:pt x="133769" y="17079"/>
                  </a:lnTo>
                  <a:lnTo>
                    <a:pt x="134404" y="17079"/>
                  </a:lnTo>
                  <a:lnTo>
                    <a:pt x="135039" y="17079"/>
                  </a:lnTo>
                  <a:lnTo>
                    <a:pt x="135674" y="17079"/>
                  </a:lnTo>
                  <a:lnTo>
                    <a:pt x="136308" y="17079"/>
                  </a:lnTo>
                  <a:lnTo>
                    <a:pt x="136943" y="17079"/>
                  </a:lnTo>
                  <a:lnTo>
                    <a:pt x="137578" y="17079"/>
                  </a:lnTo>
                  <a:lnTo>
                    <a:pt x="138213" y="17079"/>
                  </a:lnTo>
                  <a:lnTo>
                    <a:pt x="138848" y="17079"/>
                  </a:lnTo>
                  <a:lnTo>
                    <a:pt x="139483" y="16937"/>
                  </a:lnTo>
                  <a:lnTo>
                    <a:pt x="140117" y="16747"/>
                  </a:lnTo>
                  <a:lnTo>
                    <a:pt x="140752" y="16558"/>
                  </a:lnTo>
                  <a:lnTo>
                    <a:pt x="141387" y="16368"/>
                  </a:lnTo>
                  <a:lnTo>
                    <a:pt x="142022" y="16178"/>
                  </a:lnTo>
                  <a:lnTo>
                    <a:pt x="142657" y="15988"/>
                  </a:lnTo>
                  <a:lnTo>
                    <a:pt x="143292" y="15798"/>
                  </a:lnTo>
                  <a:lnTo>
                    <a:pt x="143927" y="15609"/>
                  </a:lnTo>
                  <a:lnTo>
                    <a:pt x="144561" y="15248"/>
                  </a:lnTo>
                  <a:lnTo>
                    <a:pt x="145196" y="14869"/>
                  </a:lnTo>
                  <a:lnTo>
                    <a:pt x="145831" y="14489"/>
                  </a:lnTo>
                  <a:lnTo>
                    <a:pt x="146466" y="14109"/>
                  </a:lnTo>
                  <a:lnTo>
                    <a:pt x="147101" y="13730"/>
                  </a:lnTo>
                  <a:lnTo>
                    <a:pt x="147736" y="13350"/>
                  </a:lnTo>
                  <a:lnTo>
                    <a:pt x="148370" y="12971"/>
                  </a:lnTo>
                  <a:lnTo>
                    <a:pt x="149005" y="12734"/>
                  </a:lnTo>
                  <a:lnTo>
                    <a:pt x="149640" y="12439"/>
                  </a:lnTo>
                  <a:lnTo>
                    <a:pt x="150275" y="12060"/>
                  </a:lnTo>
                  <a:lnTo>
                    <a:pt x="150910" y="11680"/>
                  </a:lnTo>
                  <a:lnTo>
                    <a:pt x="151545" y="11301"/>
                  </a:lnTo>
                  <a:lnTo>
                    <a:pt x="152179" y="10921"/>
                  </a:lnTo>
                  <a:lnTo>
                    <a:pt x="152814" y="10542"/>
                  </a:lnTo>
                  <a:lnTo>
                    <a:pt x="153449" y="10162"/>
                  </a:lnTo>
                  <a:lnTo>
                    <a:pt x="154084" y="9953"/>
                  </a:lnTo>
                  <a:lnTo>
                    <a:pt x="154719" y="9593"/>
                  </a:lnTo>
                  <a:lnTo>
                    <a:pt x="155354" y="8995"/>
                  </a:lnTo>
                  <a:lnTo>
                    <a:pt x="155989" y="8236"/>
                  </a:lnTo>
                  <a:lnTo>
                    <a:pt x="156623" y="7477"/>
                  </a:lnTo>
                  <a:lnTo>
                    <a:pt x="157258" y="6718"/>
                  </a:lnTo>
                  <a:lnTo>
                    <a:pt x="157893" y="5959"/>
                  </a:lnTo>
                  <a:lnTo>
                    <a:pt x="158528" y="5199"/>
                  </a:lnTo>
                  <a:lnTo>
                    <a:pt x="159163" y="4545"/>
                  </a:lnTo>
                  <a:lnTo>
                    <a:pt x="159798" y="3975"/>
                  </a:lnTo>
                  <a:lnTo>
                    <a:pt x="160432" y="3406"/>
                  </a:lnTo>
                  <a:lnTo>
                    <a:pt x="161067" y="2837"/>
                  </a:lnTo>
                  <a:lnTo>
                    <a:pt x="161702" y="2267"/>
                  </a:lnTo>
                  <a:lnTo>
                    <a:pt x="162337" y="1698"/>
                  </a:lnTo>
                  <a:lnTo>
                    <a:pt x="162972" y="1129"/>
                  </a:lnTo>
                  <a:lnTo>
                    <a:pt x="163607" y="559"/>
                  </a:lnTo>
                  <a:lnTo>
                    <a:pt x="164242" y="161"/>
                  </a:lnTo>
                  <a:lnTo>
                    <a:pt x="164876" y="0"/>
                  </a:lnTo>
                  <a:lnTo>
                    <a:pt x="165511" y="0"/>
                  </a:lnTo>
                  <a:lnTo>
                    <a:pt x="166146" y="0"/>
                  </a:lnTo>
                  <a:lnTo>
                    <a:pt x="166781" y="47"/>
                  </a:lnTo>
                  <a:lnTo>
                    <a:pt x="167416" y="322"/>
                  </a:lnTo>
                  <a:lnTo>
                    <a:pt x="168051" y="702"/>
                  </a:lnTo>
                  <a:lnTo>
                    <a:pt x="168685" y="1119"/>
                  </a:lnTo>
                  <a:lnTo>
                    <a:pt x="169320" y="1689"/>
                  </a:lnTo>
                  <a:lnTo>
                    <a:pt x="169955" y="2258"/>
                  </a:lnTo>
                  <a:lnTo>
                    <a:pt x="170590" y="2913"/>
                  </a:lnTo>
                  <a:lnTo>
                    <a:pt x="171225" y="3672"/>
                  </a:lnTo>
                  <a:lnTo>
                    <a:pt x="171860" y="4440"/>
                  </a:lnTo>
                  <a:lnTo>
                    <a:pt x="172495" y="5389"/>
                  </a:lnTo>
                  <a:lnTo>
                    <a:pt x="173129" y="6338"/>
                  </a:lnTo>
                  <a:lnTo>
                    <a:pt x="173764" y="7429"/>
                  </a:lnTo>
                  <a:lnTo>
                    <a:pt x="174399" y="8862"/>
                  </a:lnTo>
                  <a:lnTo>
                    <a:pt x="175034" y="9777"/>
                  </a:lnTo>
                  <a:lnTo>
                    <a:pt x="175669" y="10338"/>
                  </a:lnTo>
                  <a:lnTo>
                    <a:pt x="176304" y="10731"/>
                  </a:lnTo>
                  <a:lnTo>
                    <a:pt x="176938" y="10913"/>
                  </a:lnTo>
                  <a:lnTo>
                    <a:pt x="177573" y="11107"/>
                  </a:lnTo>
                  <a:lnTo>
                    <a:pt x="178208" y="11298"/>
                  </a:lnTo>
                  <a:lnTo>
                    <a:pt x="178843" y="11528"/>
                  </a:lnTo>
                  <a:lnTo>
                    <a:pt x="179478" y="11796"/>
                  </a:lnTo>
                  <a:lnTo>
                    <a:pt x="180113" y="12114"/>
                  </a:lnTo>
                  <a:lnTo>
                    <a:pt x="180748" y="12447"/>
                  </a:lnTo>
                  <a:lnTo>
                    <a:pt x="181382" y="12749"/>
                  </a:lnTo>
                  <a:lnTo>
                    <a:pt x="182017" y="13101"/>
                  </a:lnTo>
                  <a:lnTo>
                    <a:pt x="182652" y="13508"/>
                  </a:lnTo>
                  <a:lnTo>
                    <a:pt x="183287" y="14115"/>
                  </a:lnTo>
                  <a:lnTo>
                    <a:pt x="183922" y="14741"/>
                  </a:lnTo>
                  <a:lnTo>
                    <a:pt x="184557" y="15488"/>
                  </a:lnTo>
                  <a:lnTo>
                    <a:pt x="185191" y="16424"/>
                  </a:lnTo>
                  <a:lnTo>
                    <a:pt x="185826" y="17414"/>
                  </a:lnTo>
                  <a:lnTo>
                    <a:pt x="186461" y="18615"/>
                  </a:lnTo>
                  <a:lnTo>
                    <a:pt x="187096" y="19612"/>
                  </a:lnTo>
                  <a:lnTo>
                    <a:pt x="187731" y="20500"/>
                  </a:lnTo>
                  <a:lnTo>
                    <a:pt x="188366" y="21225"/>
                  </a:lnTo>
                  <a:lnTo>
                    <a:pt x="189001" y="21777"/>
                  </a:lnTo>
                  <a:lnTo>
                    <a:pt x="189635" y="22326"/>
                  </a:lnTo>
                  <a:lnTo>
                    <a:pt x="190270" y="22963"/>
                  </a:lnTo>
                  <a:lnTo>
                    <a:pt x="190905" y="23488"/>
                  </a:lnTo>
                  <a:lnTo>
                    <a:pt x="191540" y="24028"/>
                  </a:lnTo>
                  <a:lnTo>
                    <a:pt x="192175" y="24551"/>
                  </a:lnTo>
                  <a:lnTo>
                    <a:pt x="192810" y="24855"/>
                  </a:lnTo>
                  <a:lnTo>
                    <a:pt x="193444" y="25129"/>
                  </a:lnTo>
                  <a:lnTo>
                    <a:pt x="194079" y="25372"/>
                  </a:lnTo>
                  <a:lnTo>
                    <a:pt x="194714" y="25539"/>
                  </a:lnTo>
                  <a:lnTo>
                    <a:pt x="195349" y="25686"/>
                  </a:lnTo>
                  <a:lnTo>
                    <a:pt x="195984" y="25976"/>
                  </a:lnTo>
                  <a:lnTo>
                    <a:pt x="196619" y="26494"/>
                  </a:lnTo>
                  <a:lnTo>
                    <a:pt x="197254" y="27135"/>
                  </a:lnTo>
                  <a:lnTo>
                    <a:pt x="197888" y="27815"/>
                  </a:lnTo>
                  <a:lnTo>
                    <a:pt x="198523" y="28578"/>
                  </a:lnTo>
                  <a:lnTo>
                    <a:pt x="199158" y="29699"/>
                  </a:lnTo>
                  <a:lnTo>
                    <a:pt x="199793" y="30896"/>
                  </a:lnTo>
                  <a:lnTo>
                    <a:pt x="200428" y="32051"/>
                  </a:lnTo>
                  <a:lnTo>
                    <a:pt x="201063" y="33356"/>
                  </a:lnTo>
                  <a:lnTo>
                    <a:pt x="201697" y="34553"/>
                  </a:lnTo>
                  <a:lnTo>
                    <a:pt x="202332" y="35827"/>
                  </a:lnTo>
                  <a:lnTo>
                    <a:pt x="202967" y="37067"/>
                  </a:lnTo>
                  <a:lnTo>
                    <a:pt x="203602" y="38325"/>
                  </a:lnTo>
                  <a:lnTo>
                    <a:pt x="204237" y="39537"/>
                  </a:lnTo>
                  <a:lnTo>
                    <a:pt x="204872" y="40674"/>
                  </a:lnTo>
                  <a:lnTo>
                    <a:pt x="205506" y="41756"/>
                  </a:lnTo>
                  <a:lnTo>
                    <a:pt x="206141" y="42822"/>
                  </a:lnTo>
                  <a:lnTo>
                    <a:pt x="206776" y="43756"/>
                  </a:lnTo>
                  <a:lnTo>
                    <a:pt x="207411" y="44689"/>
                  </a:lnTo>
                  <a:lnTo>
                    <a:pt x="208046" y="45654"/>
                  </a:lnTo>
                  <a:lnTo>
                    <a:pt x="208681" y="46556"/>
                  </a:lnTo>
                  <a:lnTo>
                    <a:pt x="209316" y="47443"/>
                  </a:lnTo>
                  <a:lnTo>
                    <a:pt x="209950" y="48190"/>
                  </a:lnTo>
                  <a:lnTo>
                    <a:pt x="210585" y="48598"/>
                  </a:lnTo>
                  <a:lnTo>
                    <a:pt x="211220" y="48963"/>
                  </a:lnTo>
                  <a:lnTo>
                    <a:pt x="211855" y="49407"/>
                  </a:lnTo>
                  <a:lnTo>
                    <a:pt x="212490" y="50096"/>
                  </a:lnTo>
                  <a:lnTo>
                    <a:pt x="213125" y="51141"/>
                  </a:lnTo>
                  <a:lnTo>
                    <a:pt x="213759" y="52365"/>
                  </a:lnTo>
                  <a:lnTo>
                    <a:pt x="214394" y="53438"/>
                  </a:lnTo>
                  <a:lnTo>
                    <a:pt x="215029" y="54379"/>
                  </a:lnTo>
                  <a:lnTo>
                    <a:pt x="215664" y="55282"/>
                  </a:lnTo>
                  <a:lnTo>
                    <a:pt x="216299" y="56047"/>
                  </a:lnTo>
                  <a:lnTo>
                    <a:pt x="216934" y="56719"/>
                  </a:lnTo>
                  <a:lnTo>
                    <a:pt x="217569" y="57084"/>
                  </a:lnTo>
                  <a:lnTo>
                    <a:pt x="218203" y="57404"/>
                  </a:lnTo>
                  <a:lnTo>
                    <a:pt x="218838" y="57525"/>
                  </a:lnTo>
                  <a:lnTo>
                    <a:pt x="219473" y="57907"/>
                  </a:lnTo>
                  <a:lnTo>
                    <a:pt x="220108" y="58254"/>
                  </a:lnTo>
                  <a:lnTo>
                    <a:pt x="220743" y="58476"/>
                  </a:lnTo>
                  <a:lnTo>
                    <a:pt x="221378" y="58631"/>
                  </a:lnTo>
                  <a:lnTo>
                    <a:pt x="222012" y="59001"/>
                  </a:lnTo>
                  <a:lnTo>
                    <a:pt x="222647" y="59058"/>
                  </a:lnTo>
                  <a:lnTo>
                    <a:pt x="223282" y="59201"/>
                  </a:lnTo>
                  <a:lnTo>
                    <a:pt x="223917" y="59390"/>
                  </a:lnTo>
                  <a:lnTo>
                    <a:pt x="224552" y="59580"/>
                  </a:lnTo>
                  <a:lnTo>
                    <a:pt x="225187" y="59770"/>
                  </a:lnTo>
                  <a:lnTo>
                    <a:pt x="225822" y="59960"/>
                  </a:lnTo>
                  <a:lnTo>
                    <a:pt x="226456" y="60149"/>
                  </a:lnTo>
                  <a:lnTo>
                    <a:pt x="227091" y="60339"/>
                  </a:lnTo>
                  <a:lnTo>
                    <a:pt x="227726" y="60529"/>
                  </a:lnTo>
                  <a:lnTo>
                    <a:pt x="228361" y="60842"/>
                  </a:lnTo>
                  <a:lnTo>
                    <a:pt x="228996" y="61222"/>
                  </a:lnTo>
                  <a:lnTo>
                    <a:pt x="229631" y="61601"/>
                  </a:lnTo>
                  <a:lnTo>
                    <a:pt x="230265" y="61981"/>
                  </a:lnTo>
                  <a:lnTo>
                    <a:pt x="230900" y="62360"/>
                  </a:lnTo>
                  <a:lnTo>
                    <a:pt x="231535" y="62740"/>
                  </a:lnTo>
                  <a:lnTo>
                    <a:pt x="232170" y="63119"/>
                  </a:lnTo>
                  <a:lnTo>
                    <a:pt x="232805" y="63357"/>
                  </a:lnTo>
                  <a:lnTo>
                    <a:pt x="233440" y="63546"/>
                  </a:lnTo>
                  <a:lnTo>
                    <a:pt x="234075" y="63736"/>
                  </a:lnTo>
                  <a:lnTo>
                    <a:pt x="234709" y="63926"/>
                  </a:lnTo>
                  <a:lnTo>
                    <a:pt x="235344" y="64116"/>
                  </a:lnTo>
                  <a:lnTo>
                    <a:pt x="235979" y="64306"/>
                  </a:lnTo>
                  <a:lnTo>
                    <a:pt x="236614" y="64495"/>
                  </a:lnTo>
                  <a:lnTo>
                    <a:pt x="237249" y="64685"/>
                  </a:lnTo>
                  <a:lnTo>
                    <a:pt x="237884" y="64752"/>
                  </a:lnTo>
                  <a:lnTo>
                    <a:pt x="238518" y="64752"/>
                  </a:lnTo>
                  <a:lnTo>
                    <a:pt x="239153" y="64752"/>
                  </a:lnTo>
                  <a:lnTo>
                    <a:pt x="239788" y="64752"/>
                  </a:lnTo>
                  <a:lnTo>
                    <a:pt x="240423" y="64752"/>
                  </a:lnTo>
                  <a:lnTo>
                    <a:pt x="241058" y="64752"/>
                  </a:lnTo>
                  <a:lnTo>
                    <a:pt x="241693" y="64752"/>
                  </a:lnTo>
                  <a:lnTo>
                    <a:pt x="242328" y="64752"/>
                  </a:lnTo>
                  <a:lnTo>
                    <a:pt x="242962" y="64752"/>
                  </a:lnTo>
                  <a:lnTo>
                    <a:pt x="243597" y="64752"/>
                  </a:lnTo>
                  <a:lnTo>
                    <a:pt x="244232" y="64752"/>
                  </a:lnTo>
                  <a:lnTo>
                    <a:pt x="244867" y="64752"/>
                  </a:lnTo>
                  <a:lnTo>
                    <a:pt x="245502" y="64752"/>
                  </a:lnTo>
                  <a:lnTo>
                    <a:pt x="246137" y="64752"/>
                  </a:lnTo>
                  <a:lnTo>
                    <a:pt x="246771" y="64752"/>
                  </a:lnTo>
                  <a:lnTo>
                    <a:pt x="247406" y="64752"/>
                  </a:lnTo>
                  <a:lnTo>
                    <a:pt x="248041" y="64752"/>
                  </a:lnTo>
                  <a:lnTo>
                    <a:pt x="248676" y="64752"/>
                  </a:lnTo>
                  <a:lnTo>
                    <a:pt x="249311" y="64752"/>
                  </a:lnTo>
                  <a:lnTo>
                    <a:pt x="249946" y="64752"/>
                  </a:lnTo>
                  <a:lnTo>
                    <a:pt x="250581" y="64752"/>
                  </a:lnTo>
                  <a:lnTo>
                    <a:pt x="251215" y="64752"/>
                  </a:lnTo>
                  <a:lnTo>
                    <a:pt x="251850" y="64752"/>
                  </a:lnTo>
                  <a:lnTo>
                    <a:pt x="252485" y="64752"/>
                  </a:lnTo>
                  <a:lnTo>
                    <a:pt x="253120" y="64752"/>
                  </a:lnTo>
                  <a:lnTo>
                    <a:pt x="253755" y="64752"/>
                  </a:lnTo>
                  <a:lnTo>
                    <a:pt x="254390" y="64752"/>
                  </a:lnTo>
                  <a:lnTo>
                    <a:pt x="255024" y="64752"/>
                  </a:lnTo>
                  <a:lnTo>
                    <a:pt x="255659" y="64752"/>
                  </a:lnTo>
                  <a:lnTo>
                    <a:pt x="256294" y="64752"/>
                  </a:lnTo>
                  <a:lnTo>
                    <a:pt x="256929" y="64752"/>
                  </a:lnTo>
                  <a:lnTo>
                    <a:pt x="257564" y="64752"/>
                  </a:lnTo>
                  <a:lnTo>
                    <a:pt x="258199" y="64752"/>
                  </a:lnTo>
                  <a:lnTo>
                    <a:pt x="258833" y="64752"/>
                  </a:lnTo>
                  <a:lnTo>
                    <a:pt x="259468" y="64752"/>
                  </a:lnTo>
                  <a:lnTo>
                    <a:pt x="260103" y="64752"/>
                  </a:lnTo>
                  <a:lnTo>
                    <a:pt x="260738" y="64752"/>
                  </a:lnTo>
                  <a:lnTo>
                    <a:pt x="261373" y="64752"/>
                  </a:lnTo>
                  <a:lnTo>
                    <a:pt x="262008" y="64752"/>
                  </a:lnTo>
                  <a:lnTo>
                    <a:pt x="262643" y="64752"/>
                  </a:lnTo>
                  <a:lnTo>
                    <a:pt x="263277" y="64752"/>
                  </a:lnTo>
                  <a:lnTo>
                    <a:pt x="263912" y="64752"/>
                  </a:lnTo>
                  <a:lnTo>
                    <a:pt x="264547" y="64752"/>
                  </a:lnTo>
                  <a:lnTo>
                    <a:pt x="265182" y="64752"/>
                  </a:lnTo>
                  <a:lnTo>
                    <a:pt x="265817" y="64752"/>
                  </a:lnTo>
                  <a:lnTo>
                    <a:pt x="266452" y="64894"/>
                  </a:lnTo>
                  <a:lnTo>
                    <a:pt x="267086" y="65084"/>
                  </a:lnTo>
                  <a:lnTo>
                    <a:pt x="267721" y="65273"/>
                  </a:lnTo>
                  <a:lnTo>
                    <a:pt x="268356" y="65463"/>
                  </a:lnTo>
                  <a:lnTo>
                    <a:pt x="268991" y="65653"/>
                  </a:lnTo>
                  <a:lnTo>
                    <a:pt x="269626" y="65843"/>
                  </a:lnTo>
                  <a:lnTo>
                    <a:pt x="270261" y="66033"/>
                  </a:lnTo>
                  <a:lnTo>
                    <a:pt x="270896" y="66222"/>
                  </a:lnTo>
                  <a:lnTo>
                    <a:pt x="271530" y="66583"/>
                  </a:lnTo>
                  <a:lnTo>
                    <a:pt x="272165" y="66962"/>
                  </a:lnTo>
                  <a:lnTo>
                    <a:pt x="272800" y="67342"/>
                  </a:lnTo>
                  <a:lnTo>
                    <a:pt x="273435" y="67722"/>
                  </a:lnTo>
                  <a:lnTo>
                    <a:pt x="274070" y="68101"/>
                  </a:lnTo>
                  <a:lnTo>
                    <a:pt x="274705" y="68481"/>
                  </a:lnTo>
                  <a:lnTo>
                    <a:pt x="275339" y="68860"/>
                  </a:lnTo>
                  <a:lnTo>
                    <a:pt x="275974" y="69097"/>
                  </a:lnTo>
                  <a:lnTo>
                    <a:pt x="276609" y="69392"/>
                  </a:lnTo>
                  <a:lnTo>
                    <a:pt x="277244" y="69771"/>
                  </a:lnTo>
                  <a:lnTo>
                    <a:pt x="277879" y="70151"/>
                  </a:lnTo>
                  <a:lnTo>
                    <a:pt x="278514" y="70530"/>
                  </a:lnTo>
                  <a:lnTo>
                    <a:pt x="279149" y="70910"/>
                  </a:lnTo>
                  <a:lnTo>
                    <a:pt x="279783" y="71289"/>
                  </a:lnTo>
                  <a:lnTo>
                    <a:pt x="280418" y="71669"/>
                  </a:lnTo>
                  <a:lnTo>
                    <a:pt x="281053" y="71878"/>
                  </a:lnTo>
                  <a:lnTo>
                    <a:pt x="281688" y="72238"/>
                  </a:lnTo>
                  <a:lnTo>
                    <a:pt x="282323" y="72836"/>
                  </a:lnTo>
                  <a:lnTo>
                    <a:pt x="282958" y="73595"/>
                  </a:lnTo>
                  <a:lnTo>
                    <a:pt x="283592" y="74354"/>
                  </a:lnTo>
                  <a:lnTo>
                    <a:pt x="284227" y="75113"/>
                  </a:lnTo>
                  <a:lnTo>
                    <a:pt x="284862" y="75872"/>
                  </a:lnTo>
                  <a:lnTo>
                    <a:pt x="285497" y="76632"/>
                  </a:lnTo>
                  <a:lnTo>
                    <a:pt x="286132" y="77286"/>
                  </a:lnTo>
                  <a:lnTo>
                    <a:pt x="286767" y="77856"/>
                  </a:lnTo>
                  <a:lnTo>
                    <a:pt x="287402" y="78425"/>
                  </a:lnTo>
                  <a:lnTo>
                    <a:pt x="288036" y="78994"/>
                  </a:lnTo>
                  <a:lnTo>
                    <a:pt x="288671" y="79564"/>
                  </a:lnTo>
                  <a:lnTo>
                    <a:pt x="289306" y="80133"/>
                  </a:lnTo>
                  <a:lnTo>
                    <a:pt x="289941" y="80702"/>
                  </a:lnTo>
                  <a:lnTo>
                    <a:pt x="290576" y="81272"/>
                  </a:lnTo>
                  <a:lnTo>
                    <a:pt x="291211" y="81670"/>
                  </a:lnTo>
                  <a:lnTo>
                    <a:pt x="291845" y="81832"/>
                  </a:lnTo>
                  <a:lnTo>
                    <a:pt x="292480" y="81832"/>
                  </a:lnTo>
                  <a:lnTo>
                    <a:pt x="293115" y="81832"/>
                  </a:lnTo>
                  <a:lnTo>
                    <a:pt x="293750" y="81832"/>
                  </a:lnTo>
                  <a:lnTo>
                    <a:pt x="294385" y="81832"/>
                  </a:lnTo>
                  <a:lnTo>
                    <a:pt x="295020" y="81832"/>
                  </a:lnTo>
                  <a:lnTo>
                    <a:pt x="295655" y="81832"/>
                  </a:lnTo>
                  <a:lnTo>
                    <a:pt x="296289" y="81832"/>
                  </a:lnTo>
                  <a:lnTo>
                    <a:pt x="296924" y="81832"/>
                  </a:lnTo>
                  <a:lnTo>
                    <a:pt x="297559" y="81832"/>
                  </a:lnTo>
                  <a:lnTo>
                    <a:pt x="298194" y="81832"/>
                  </a:lnTo>
                  <a:lnTo>
                    <a:pt x="298829" y="81832"/>
                  </a:lnTo>
                  <a:lnTo>
                    <a:pt x="299464" y="81832"/>
                  </a:lnTo>
                  <a:lnTo>
                    <a:pt x="300098" y="81832"/>
                  </a:lnTo>
                  <a:lnTo>
                    <a:pt x="300733" y="81832"/>
                  </a:lnTo>
                  <a:lnTo>
                    <a:pt x="301368" y="81832"/>
                  </a:lnTo>
                  <a:lnTo>
                    <a:pt x="302003" y="81832"/>
                  </a:lnTo>
                  <a:lnTo>
                    <a:pt x="302638" y="81832"/>
                  </a:lnTo>
                  <a:lnTo>
                    <a:pt x="303273" y="81832"/>
                  </a:lnTo>
                  <a:lnTo>
                    <a:pt x="303908" y="81832"/>
                  </a:lnTo>
                  <a:lnTo>
                    <a:pt x="304542" y="81832"/>
                  </a:lnTo>
                  <a:lnTo>
                    <a:pt x="305177" y="81832"/>
                  </a:lnTo>
                  <a:lnTo>
                    <a:pt x="305812" y="81832"/>
                  </a:lnTo>
                  <a:lnTo>
                    <a:pt x="306447" y="81832"/>
                  </a:lnTo>
                  <a:lnTo>
                    <a:pt x="307082" y="81832"/>
                  </a:lnTo>
                  <a:lnTo>
                    <a:pt x="307717" y="81832"/>
                  </a:lnTo>
                  <a:lnTo>
                    <a:pt x="308351" y="81832"/>
                  </a:lnTo>
                  <a:lnTo>
                    <a:pt x="308986" y="81832"/>
                  </a:lnTo>
                  <a:lnTo>
                    <a:pt x="309621" y="81832"/>
                  </a:lnTo>
                  <a:lnTo>
                    <a:pt x="310256" y="81832"/>
                  </a:lnTo>
                  <a:lnTo>
                    <a:pt x="310891" y="81832"/>
                  </a:lnTo>
                  <a:lnTo>
                    <a:pt x="311526" y="81832"/>
                  </a:lnTo>
                  <a:lnTo>
                    <a:pt x="312161" y="81832"/>
                  </a:lnTo>
                  <a:lnTo>
                    <a:pt x="312795" y="81832"/>
                  </a:lnTo>
                  <a:lnTo>
                    <a:pt x="313430" y="81832"/>
                  </a:lnTo>
                  <a:lnTo>
                    <a:pt x="314065" y="82002"/>
                  </a:lnTo>
                  <a:lnTo>
                    <a:pt x="314700" y="82259"/>
                  </a:lnTo>
                  <a:lnTo>
                    <a:pt x="315335" y="82638"/>
                  </a:lnTo>
                  <a:lnTo>
                    <a:pt x="315726" y="8287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19632" y="3692626"/>
              <a:ext cx="7815414" cy="2661518"/>
            </a:xfrm>
            <a:custGeom>
              <a:avLst/>
              <a:pathLst>
                <a:path w="7815414" h="2661518">
                  <a:moveTo>
                    <a:pt x="0" y="2661518"/>
                  </a:moveTo>
                  <a:lnTo>
                    <a:pt x="432" y="2661325"/>
                  </a:lnTo>
                  <a:lnTo>
                    <a:pt x="1067" y="2661041"/>
                  </a:lnTo>
                  <a:lnTo>
                    <a:pt x="1702" y="2660779"/>
                  </a:lnTo>
                  <a:lnTo>
                    <a:pt x="2337" y="2660779"/>
                  </a:lnTo>
                  <a:lnTo>
                    <a:pt x="2972" y="2660779"/>
                  </a:lnTo>
                  <a:lnTo>
                    <a:pt x="3607" y="2660779"/>
                  </a:lnTo>
                  <a:lnTo>
                    <a:pt x="4242" y="2660779"/>
                  </a:lnTo>
                  <a:lnTo>
                    <a:pt x="4876" y="2660779"/>
                  </a:lnTo>
                  <a:lnTo>
                    <a:pt x="5511" y="2660779"/>
                  </a:lnTo>
                  <a:lnTo>
                    <a:pt x="6146" y="2660779"/>
                  </a:lnTo>
                  <a:lnTo>
                    <a:pt x="6781" y="2660779"/>
                  </a:lnTo>
                  <a:lnTo>
                    <a:pt x="7416" y="2660779"/>
                  </a:lnTo>
                  <a:lnTo>
                    <a:pt x="8051" y="2660779"/>
                  </a:lnTo>
                  <a:lnTo>
                    <a:pt x="8685" y="2660779"/>
                  </a:lnTo>
                  <a:lnTo>
                    <a:pt x="9320" y="2660779"/>
                  </a:lnTo>
                  <a:lnTo>
                    <a:pt x="9955" y="2660779"/>
                  </a:lnTo>
                  <a:lnTo>
                    <a:pt x="10590" y="2660779"/>
                  </a:lnTo>
                  <a:lnTo>
                    <a:pt x="11225" y="2660779"/>
                  </a:lnTo>
                  <a:lnTo>
                    <a:pt x="11860" y="2660779"/>
                  </a:lnTo>
                  <a:lnTo>
                    <a:pt x="12495" y="2660779"/>
                  </a:lnTo>
                  <a:lnTo>
                    <a:pt x="13129" y="2660779"/>
                  </a:lnTo>
                  <a:lnTo>
                    <a:pt x="13764" y="2660779"/>
                  </a:lnTo>
                  <a:lnTo>
                    <a:pt x="14399" y="2660779"/>
                  </a:lnTo>
                  <a:lnTo>
                    <a:pt x="15034" y="2660779"/>
                  </a:lnTo>
                  <a:lnTo>
                    <a:pt x="15669" y="2660779"/>
                  </a:lnTo>
                  <a:lnTo>
                    <a:pt x="16304" y="2660779"/>
                  </a:lnTo>
                  <a:lnTo>
                    <a:pt x="16938" y="2660779"/>
                  </a:lnTo>
                  <a:lnTo>
                    <a:pt x="17573" y="2660779"/>
                  </a:lnTo>
                  <a:lnTo>
                    <a:pt x="18208" y="2660779"/>
                  </a:lnTo>
                  <a:lnTo>
                    <a:pt x="18843" y="2660779"/>
                  </a:lnTo>
                  <a:lnTo>
                    <a:pt x="19478" y="2660779"/>
                  </a:lnTo>
                  <a:lnTo>
                    <a:pt x="20113" y="2660779"/>
                  </a:lnTo>
                  <a:lnTo>
                    <a:pt x="20748" y="2660779"/>
                  </a:lnTo>
                  <a:lnTo>
                    <a:pt x="21382" y="2660779"/>
                  </a:lnTo>
                  <a:lnTo>
                    <a:pt x="22017" y="2660779"/>
                  </a:lnTo>
                  <a:lnTo>
                    <a:pt x="22652" y="2660779"/>
                  </a:lnTo>
                  <a:lnTo>
                    <a:pt x="23287" y="2660779"/>
                  </a:lnTo>
                  <a:lnTo>
                    <a:pt x="23922" y="2660779"/>
                  </a:lnTo>
                  <a:lnTo>
                    <a:pt x="24557" y="2660779"/>
                  </a:lnTo>
                  <a:lnTo>
                    <a:pt x="25191" y="2660779"/>
                  </a:lnTo>
                  <a:lnTo>
                    <a:pt x="25826" y="2660779"/>
                  </a:lnTo>
                  <a:lnTo>
                    <a:pt x="26461" y="2660779"/>
                  </a:lnTo>
                  <a:lnTo>
                    <a:pt x="27096" y="2660779"/>
                  </a:lnTo>
                  <a:lnTo>
                    <a:pt x="27731" y="2660779"/>
                  </a:lnTo>
                  <a:lnTo>
                    <a:pt x="28366" y="2660779"/>
                  </a:lnTo>
                  <a:lnTo>
                    <a:pt x="29000" y="2660779"/>
                  </a:lnTo>
                  <a:lnTo>
                    <a:pt x="29635" y="2660779"/>
                  </a:lnTo>
                  <a:lnTo>
                    <a:pt x="30270" y="2660779"/>
                  </a:lnTo>
                  <a:lnTo>
                    <a:pt x="30905" y="2660779"/>
                  </a:lnTo>
                  <a:lnTo>
                    <a:pt x="31540" y="2660779"/>
                  </a:lnTo>
                  <a:lnTo>
                    <a:pt x="32175" y="2660779"/>
                  </a:lnTo>
                  <a:lnTo>
                    <a:pt x="32810" y="2660779"/>
                  </a:lnTo>
                  <a:lnTo>
                    <a:pt x="33444" y="2660779"/>
                  </a:lnTo>
                  <a:lnTo>
                    <a:pt x="34079" y="2660779"/>
                  </a:lnTo>
                  <a:lnTo>
                    <a:pt x="34714" y="2660779"/>
                  </a:lnTo>
                  <a:lnTo>
                    <a:pt x="35349" y="2660779"/>
                  </a:lnTo>
                  <a:lnTo>
                    <a:pt x="35984" y="2660779"/>
                  </a:lnTo>
                  <a:lnTo>
                    <a:pt x="36619" y="2660779"/>
                  </a:lnTo>
                  <a:lnTo>
                    <a:pt x="37253" y="2660779"/>
                  </a:lnTo>
                  <a:lnTo>
                    <a:pt x="37888" y="2660779"/>
                  </a:lnTo>
                  <a:lnTo>
                    <a:pt x="38523" y="2660779"/>
                  </a:lnTo>
                  <a:lnTo>
                    <a:pt x="39158" y="2660779"/>
                  </a:lnTo>
                  <a:lnTo>
                    <a:pt x="39793" y="2660779"/>
                  </a:lnTo>
                  <a:lnTo>
                    <a:pt x="40428" y="2660779"/>
                  </a:lnTo>
                  <a:lnTo>
                    <a:pt x="41063" y="2660779"/>
                  </a:lnTo>
                  <a:lnTo>
                    <a:pt x="41697" y="2660779"/>
                  </a:lnTo>
                  <a:lnTo>
                    <a:pt x="42332" y="2660779"/>
                  </a:lnTo>
                  <a:lnTo>
                    <a:pt x="42967" y="2660779"/>
                  </a:lnTo>
                  <a:lnTo>
                    <a:pt x="43602" y="2660779"/>
                  </a:lnTo>
                  <a:lnTo>
                    <a:pt x="44237" y="2660779"/>
                  </a:lnTo>
                  <a:lnTo>
                    <a:pt x="44872" y="2660779"/>
                  </a:lnTo>
                  <a:lnTo>
                    <a:pt x="45506" y="2660779"/>
                  </a:lnTo>
                  <a:lnTo>
                    <a:pt x="46141" y="2660779"/>
                  </a:lnTo>
                  <a:lnTo>
                    <a:pt x="46776" y="2660779"/>
                  </a:lnTo>
                  <a:lnTo>
                    <a:pt x="47411" y="2660779"/>
                  </a:lnTo>
                  <a:lnTo>
                    <a:pt x="48046" y="2660779"/>
                  </a:lnTo>
                  <a:lnTo>
                    <a:pt x="48681" y="2660779"/>
                  </a:lnTo>
                  <a:lnTo>
                    <a:pt x="49316" y="2660779"/>
                  </a:lnTo>
                  <a:lnTo>
                    <a:pt x="49950" y="2660779"/>
                  </a:lnTo>
                  <a:lnTo>
                    <a:pt x="50585" y="2660779"/>
                  </a:lnTo>
                  <a:lnTo>
                    <a:pt x="51220" y="2660779"/>
                  </a:lnTo>
                  <a:lnTo>
                    <a:pt x="51855" y="2660779"/>
                  </a:lnTo>
                  <a:lnTo>
                    <a:pt x="52490" y="2660779"/>
                  </a:lnTo>
                  <a:lnTo>
                    <a:pt x="53125" y="2660779"/>
                  </a:lnTo>
                  <a:lnTo>
                    <a:pt x="53759" y="2660779"/>
                  </a:lnTo>
                  <a:lnTo>
                    <a:pt x="54394" y="2660779"/>
                  </a:lnTo>
                  <a:lnTo>
                    <a:pt x="55029" y="2660779"/>
                  </a:lnTo>
                  <a:lnTo>
                    <a:pt x="55664" y="2660779"/>
                  </a:lnTo>
                  <a:lnTo>
                    <a:pt x="56299" y="2660655"/>
                  </a:lnTo>
                  <a:lnTo>
                    <a:pt x="56934" y="2660466"/>
                  </a:lnTo>
                  <a:lnTo>
                    <a:pt x="57569" y="2660257"/>
                  </a:lnTo>
                  <a:lnTo>
                    <a:pt x="58203" y="2659877"/>
                  </a:lnTo>
                  <a:lnTo>
                    <a:pt x="58838" y="2659498"/>
                  </a:lnTo>
                  <a:lnTo>
                    <a:pt x="59473" y="2659118"/>
                  </a:lnTo>
                  <a:lnTo>
                    <a:pt x="60108" y="2658739"/>
                  </a:lnTo>
                  <a:lnTo>
                    <a:pt x="60743" y="2658359"/>
                  </a:lnTo>
                  <a:lnTo>
                    <a:pt x="61378" y="2657980"/>
                  </a:lnTo>
                  <a:lnTo>
                    <a:pt x="62012" y="2657600"/>
                  </a:lnTo>
                  <a:lnTo>
                    <a:pt x="62647" y="2657221"/>
                  </a:lnTo>
                  <a:lnTo>
                    <a:pt x="63282" y="2656841"/>
                  </a:lnTo>
                  <a:lnTo>
                    <a:pt x="63917" y="2656461"/>
                  </a:lnTo>
                  <a:lnTo>
                    <a:pt x="64552" y="2656082"/>
                  </a:lnTo>
                  <a:lnTo>
                    <a:pt x="65187" y="2655702"/>
                  </a:lnTo>
                  <a:lnTo>
                    <a:pt x="65822" y="2655446"/>
                  </a:lnTo>
                  <a:lnTo>
                    <a:pt x="66456" y="2655256"/>
                  </a:lnTo>
                  <a:lnTo>
                    <a:pt x="67091" y="2655086"/>
                  </a:lnTo>
                  <a:lnTo>
                    <a:pt x="67726" y="2655086"/>
                  </a:lnTo>
                  <a:lnTo>
                    <a:pt x="68361" y="2655086"/>
                  </a:lnTo>
                  <a:lnTo>
                    <a:pt x="68996" y="2655086"/>
                  </a:lnTo>
                  <a:lnTo>
                    <a:pt x="69631" y="2655086"/>
                  </a:lnTo>
                  <a:lnTo>
                    <a:pt x="70265" y="2655086"/>
                  </a:lnTo>
                  <a:lnTo>
                    <a:pt x="70900" y="2655086"/>
                  </a:lnTo>
                  <a:lnTo>
                    <a:pt x="71535" y="2655086"/>
                  </a:lnTo>
                  <a:lnTo>
                    <a:pt x="72170" y="2655086"/>
                  </a:lnTo>
                  <a:lnTo>
                    <a:pt x="72805" y="2655086"/>
                  </a:lnTo>
                  <a:lnTo>
                    <a:pt x="73440" y="2655086"/>
                  </a:lnTo>
                  <a:lnTo>
                    <a:pt x="74075" y="2655086"/>
                  </a:lnTo>
                  <a:lnTo>
                    <a:pt x="74709" y="2655086"/>
                  </a:lnTo>
                  <a:lnTo>
                    <a:pt x="75344" y="2655086"/>
                  </a:lnTo>
                  <a:lnTo>
                    <a:pt x="75979" y="2655086"/>
                  </a:lnTo>
                  <a:lnTo>
                    <a:pt x="76614" y="2655086"/>
                  </a:lnTo>
                  <a:lnTo>
                    <a:pt x="77249" y="2655086"/>
                  </a:lnTo>
                  <a:lnTo>
                    <a:pt x="77884" y="2655086"/>
                  </a:lnTo>
                  <a:lnTo>
                    <a:pt x="78518" y="2655086"/>
                  </a:lnTo>
                  <a:lnTo>
                    <a:pt x="79153" y="2655086"/>
                  </a:lnTo>
                  <a:lnTo>
                    <a:pt x="79788" y="2655086"/>
                  </a:lnTo>
                  <a:lnTo>
                    <a:pt x="80423" y="2655086"/>
                  </a:lnTo>
                  <a:lnTo>
                    <a:pt x="81058" y="2655086"/>
                  </a:lnTo>
                  <a:lnTo>
                    <a:pt x="81693" y="2655086"/>
                  </a:lnTo>
                  <a:lnTo>
                    <a:pt x="82327" y="2655086"/>
                  </a:lnTo>
                  <a:lnTo>
                    <a:pt x="82962" y="2655086"/>
                  </a:lnTo>
                  <a:lnTo>
                    <a:pt x="83597" y="2655086"/>
                  </a:lnTo>
                  <a:lnTo>
                    <a:pt x="84232" y="2655086"/>
                  </a:lnTo>
                  <a:lnTo>
                    <a:pt x="84867" y="2655086"/>
                  </a:lnTo>
                  <a:lnTo>
                    <a:pt x="85502" y="2655086"/>
                  </a:lnTo>
                  <a:lnTo>
                    <a:pt x="86137" y="2655086"/>
                  </a:lnTo>
                  <a:lnTo>
                    <a:pt x="86771" y="2655086"/>
                  </a:lnTo>
                  <a:lnTo>
                    <a:pt x="87406" y="2655086"/>
                  </a:lnTo>
                  <a:lnTo>
                    <a:pt x="88041" y="2655086"/>
                  </a:lnTo>
                  <a:lnTo>
                    <a:pt x="88676" y="2655086"/>
                  </a:lnTo>
                  <a:lnTo>
                    <a:pt x="89311" y="2655086"/>
                  </a:lnTo>
                  <a:lnTo>
                    <a:pt x="89946" y="2655086"/>
                  </a:lnTo>
                  <a:lnTo>
                    <a:pt x="90580" y="2655086"/>
                  </a:lnTo>
                  <a:lnTo>
                    <a:pt x="91215" y="2655086"/>
                  </a:lnTo>
                  <a:lnTo>
                    <a:pt x="91850" y="2655086"/>
                  </a:lnTo>
                  <a:lnTo>
                    <a:pt x="92485" y="2655086"/>
                  </a:lnTo>
                  <a:lnTo>
                    <a:pt x="93120" y="2655342"/>
                  </a:lnTo>
                  <a:lnTo>
                    <a:pt x="93755" y="2655626"/>
                  </a:lnTo>
                  <a:lnTo>
                    <a:pt x="94390" y="2655931"/>
                  </a:lnTo>
                  <a:lnTo>
                    <a:pt x="95024" y="2656240"/>
                  </a:lnTo>
                  <a:lnTo>
                    <a:pt x="95659" y="2656549"/>
                  </a:lnTo>
                  <a:lnTo>
                    <a:pt x="96294" y="2656858"/>
                  </a:lnTo>
                  <a:lnTo>
                    <a:pt x="96929" y="2657167"/>
                  </a:lnTo>
                  <a:lnTo>
                    <a:pt x="97564" y="2657477"/>
                  </a:lnTo>
                  <a:lnTo>
                    <a:pt x="98199" y="2657786"/>
                  </a:lnTo>
                  <a:lnTo>
                    <a:pt x="98833" y="2658095"/>
                  </a:lnTo>
                  <a:lnTo>
                    <a:pt x="99468" y="2658404"/>
                  </a:lnTo>
                  <a:lnTo>
                    <a:pt x="100103" y="2658713"/>
                  </a:lnTo>
                  <a:lnTo>
                    <a:pt x="100738" y="2659022"/>
                  </a:lnTo>
                  <a:lnTo>
                    <a:pt x="101373" y="2659269"/>
                  </a:lnTo>
                  <a:lnTo>
                    <a:pt x="102008" y="2659440"/>
                  </a:lnTo>
                  <a:lnTo>
                    <a:pt x="102643" y="2659606"/>
                  </a:lnTo>
                  <a:lnTo>
                    <a:pt x="103277" y="2659748"/>
                  </a:lnTo>
                  <a:lnTo>
                    <a:pt x="103912" y="2659853"/>
                  </a:lnTo>
                  <a:lnTo>
                    <a:pt x="104547" y="2659663"/>
                  </a:lnTo>
                  <a:lnTo>
                    <a:pt x="105182" y="2659388"/>
                  </a:lnTo>
                  <a:lnTo>
                    <a:pt x="105817" y="2659009"/>
                  </a:lnTo>
                  <a:lnTo>
                    <a:pt x="106452" y="2658515"/>
                  </a:lnTo>
                  <a:lnTo>
                    <a:pt x="107086" y="2657946"/>
                  </a:lnTo>
                  <a:lnTo>
                    <a:pt x="107721" y="2657225"/>
                  </a:lnTo>
                  <a:lnTo>
                    <a:pt x="108356" y="2656447"/>
                  </a:lnTo>
                  <a:lnTo>
                    <a:pt x="108991" y="2655346"/>
                  </a:lnTo>
                  <a:lnTo>
                    <a:pt x="109626" y="2654207"/>
                  </a:lnTo>
                  <a:lnTo>
                    <a:pt x="110261" y="2652945"/>
                  </a:lnTo>
                  <a:lnTo>
                    <a:pt x="110896" y="2651702"/>
                  </a:lnTo>
                  <a:lnTo>
                    <a:pt x="111530" y="2650564"/>
                  </a:lnTo>
                  <a:lnTo>
                    <a:pt x="112165" y="2649425"/>
                  </a:lnTo>
                  <a:lnTo>
                    <a:pt x="112800" y="2648286"/>
                  </a:lnTo>
                  <a:lnTo>
                    <a:pt x="113435" y="2647148"/>
                  </a:lnTo>
                  <a:lnTo>
                    <a:pt x="114070" y="2646009"/>
                  </a:lnTo>
                  <a:lnTo>
                    <a:pt x="114705" y="2644956"/>
                  </a:lnTo>
                  <a:lnTo>
                    <a:pt x="115339" y="2644007"/>
                  </a:lnTo>
                  <a:lnTo>
                    <a:pt x="115974" y="2643172"/>
                  </a:lnTo>
                  <a:lnTo>
                    <a:pt x="116609" y="2642413"/>
                  </a:lnTo>
                  <a:lnTo>
                    <a:pt x="117244" y="2641805"/>
                  </a:lnTo>
                  <a:lnTo>
                    <a:pt x="117879" y="2641255"/>
                  </a:lnTo>
                  <a:lnTo>
                    <a:pt x="118514" y="2641027"/>
                  </a:lnTo>
                  <a:lnTo>
                    <a:pt x="119149" y="2640838"/>
                  </a:lnTo>
                  <a:lnTo>
                    <a:pt x="119783" y="2640771"/>
                  </a:lnTo>
                  <a:lnTo>
                    <a:pt x="120418" y="2640771"/>
                  </a:lnTo>
                  <a:lnTo>
                    <a:pt x="121053" y="2640771"/>
                  </a:lnTo>
                  <a:lnTo>
                    <a:pt x="121688" y="2640771"/>
                  </a:lnTo>
                  <a:lnTo>
                    <a:pt x="122323" y="2640771"/>
                  </a:lnTo>
                  <a:lnTo>
                    <a:pt x="122958" y="2640771"/>
                  </a:lnTo>
                  <a:lnTo>
                    <a:pt x="123592" y="2640771"/>
                  </a:lnTo>
                  <a:lnTo>
                    <a:pt x="124227" y="2640771"/>
                  </a:lnTo>
                  <a:lnTo>
                    <a:pt x="124862" y="2640581"/>
                  </a:lnTo>
                  <a:lnTo>
                    <a:pt x="125497" y="2640325"/>
                  </a:lnTo>
                  <a:lnTo>
                    <a:pt x="126132" y="2639946"/>
                  </a:lnTo>
                  <a:lnTo>
                    <a:pt x="126767" y="2639566"/>
                  </a:lnTo>
                  <a:lnTo>
                    <a:pt x="127402" y="2639186"/>
                  </a:lnTo>
                  <a:lnTo>
                    <a:pt x="128036" y="2638807"/>
                  </a:lnTo>
                  <a:lnTo>
                    <a:pt x="128671" y="2638427"/>
                  </a:lnTo>
                  <a:lnTo>
                    <a:pt x="129306" y="2638048"/>
                  </a:lnTo>
                  <a:lnTo>
                    <a:pt x="129941" y="2637668"/>
                  </a:lnTo>
                  <a:lnTo>
                    <a:pt x="130576" y="2637289"/>
                  </a:lnTo>
                  <a:lnTo>
                    <a:pt x="131211" y="2636909"/>
                  </a:lnTo>
                  <a:lnTo>
                    <a:pt x="131845" y="2636530"/>
                  </a:lnTo>
                  <a:lnTo>
                    <a:pt x="132480" y="2636150"/>
                  </a:lnTo>
                  <a:lnTo>
                    <a:pt x="133115" y="2635770"/>
                  </a:lnTo>
                  <a:lnTo>
                    <a:pt x="133750" y="2635391"/>
                  </a:lnTo>
                  <a:lnTo>
                    <a:pt x="134385" y="2635201"/>
                  </a:lnTo>
                  <a:lnTo>
                    <a:pt x="135020" y="2635078"/>
                  </a:lnTo>
                  <a:lnTo>
                    <a:pt x="135654" y="2635078"/>
                  </a:lnTo>
                  <a:lnTo>
                    <a:pt x="136289" y="2635078"/>
                  </a:lnTo>
                  <a:lnTo>
                    <a:pt x="136924" y="2635078"/>
                  </a:lnTo>
                  <a:lnTo>
                    <a:pt x="137559" y="2635078"/>
                  </a:lnTo>
                  <a:lnTo>
                    <a:pt x="138194" y="2635078"/>
                  </a:lnTo>
                  <a:lnTo>
                    <a:pt x="138829" y="2635078"/>
                  </a:lnTo>
                  <a:lnTo>
                    <a:pt x="139464" y="2635078"/>
                  </a:lnTo>
                  <a:lnTo>
                    <a:pt x="140098" y="2635078"/>
                  </a:lnTo>
                  <a:lnTo>
                    <a:pt x="140733" y="2635078"/>
                  </a:lnTo>
                  <a:lnTo>
                    <a:pt x="141368" y="2635078"/>
                  </a:lnTo>
                  <a:lnTo>
                    <a:pt x="142003" y="2635078"/>
                  </a:lnTo>
                  <a:lnTo>
                    <a:pt x="142638" y="2635078"/>
                  </a:lnTo>
                  <a:lnTo>
                    <a:pt x="143273" y="2635078"/>
                  </a:lnTo>
                  <a:lnTo>
                    <a:pt x="143907" y="2635078"/>
                  </a:lnTo>
                  <a:lnTo>
                    <a:pt x="144542" y="2635078"/>
                  </a:lnTo>
                  <a:lnTo>
                    <a:pt x="145177" y="2635078"/>
                  </a:lnTo>
                  <a:lnTo>
                    <a:pt x="145812" y="2635078"/>
                  </a:lnTo>
                  <a:lnTo>
                    <a:pt x="146447" y="2635078"/>
                  </a:lnTo>
                  <a:lnTo>
                    <a:pt x="147082" y="2635078"/>
                  </a:lnTo>
                  <a:lnTo>
                    <a:pt x="147717" y="2635078"/>
                  </a:lnTo>
                  <a:lnTo>
                    <a:pt x="148351" y="2635078"/>
                  </a:lnTo>
                  <a:lnTo>
                    <a:pt x="148986" y="2635078"/>
                  </a:lnTo>
                  <a:lnTo>
                    <a:pt x="149621" y="2635078"/>
                  </a:lnTo>
                  <a:lnTo>
                    <a:pt x="150256" y="2635078"/>
                  </a:lnTo>
                  <a:lnTo>
                    <a:pt x="150891" y="2635078"/>
                  </a:lnTo>
                  <a:lnTo>
                    <a:pt x="151526" y="2635078"/>
                  </a:lnTo>
                  <a:lnTo>
                    <a:pt x="152160" y="2635078"/>
                  </a:lnTo>
                  <a:lnTo>
                    <a:pt x="152795" y="2635078"/>
                  </a:lnTo>
                  <a:lnTo>
                    <a:pt x="153430" y="2635078"/>
                  </a:lnTo>
                  <a:lnTo>
                    <a:pt x="154065" y="2635078"/>
                  </a:lnTo>
                  <a:lnTo>
                    <a:pt x="154700" y="2635078"/>
                  </a:lnTo>
                  <a:lnTo>
                    <a:pt x="155335" y="2635078"/>
                  </a:lnTo>
                  <a:lnTo>
                    <a:pt x="155970" y="2635078"/>
                  </a:lnTo>
                  <a:lnTo>
                    <a:pt x="156604" y="2635078"/>
                  </a:lnTo>
                  <a:lnTo>
                    <a:pt x="157239" y="2635078"/>
                  </a:lnTo>
                  <a:lnTo>
                    <a:pt x="157874" y="2635078"/>
                  </a:lnTo>
                  <a:lnTo>
                    <a:pt x="158509" y="2635078"/>
                  </a:lnTo>
                  <a:lnTo>
                    <a:pt x="159144" y="2635078"/>
                  </a:lnTo>
                  <a:lnTo>
                    <a:pt x="159779" y="2635078"/>
                  </a:lnTo>
                  <a:lnTo>
                    <a:pt x="160413" y="2635078"/>
                  </a:lnTo>
                  <a:lnTo>
                    <a:pt x="161048" y="2635078"/>
                  </a:lnTo>
                  <a:lnTo>
                    <a:pt x="161683" y="2635078"/>
                  </a:lnTo>
                  <a:lnTo>
                    <a:pt x="162318" y="2635078"/>
                  </a:lnTo>
                  <a:lnTo>
                    <a:pt x="162953" y="2635078"/>
                  </a:lnTo>
                  <a:lnTo>
                    <a:pt x="163588" y="2635078"/>
                  </a:lnTo>
                  <a:lnTo>
                    <a:pt x="164223" y="2635078"/>
                  </a:lnTo>
                  <a:lnTo>
                    <a:pt x="164857" y="2635078"/>
                  </a:lnTo>
                  <a:lnTo>
                    <a:pt x="165492" y="2635078"/>
                  </a:lnTo>
                  <a:lnTo>
                    <a:pt x="166127" y="2635078"/>
                  </a:lnTo>
                  <a:lnTo>
                    <a:pt x="166762" y="2635078"/>
                  </a:lnTo>
                  <a:lnTo>
                    <a:pt x="167397" y="2635078"/>
                  </a:lnTo>
                  <a:lnTo>
                    <a:pt x="168032" y="2635078"/>
                  </a:lnTo>
                  <a:lnTo>
                    <a:pt x="168666" y="2635078"/>
                  </a:lnTo>
                  <a:lnTo>
                    <a:pt x="169301" y="2635078"/>
                  </a:lnTo>
                  <a:lnTo>
                    <a:pt x="169936" y="2635078"/>
                  </a:lnTo>
                  <a:lnTo>
                    <a:pt x="170571" y="2635078"/>
                  </a:lnTo>
                  <a:lnTo>
                    <a:pt x="171206" y="2635078"/>
                  </a:lnTo>
                  <a:lnTo>
                    <a:pt x="171841" y="2635078"/>
                  </a:lnTo>
                  <a:lnTo>
                    <a:pt x="172476" y="2635078"/>
                  </a:lnTo>
                  <a:lnTo>
                    <a:pt x="173110" y="2635078"/>
                  </a:lnTo>
                  <a:lnTo>
                    <a:pt x="173745" y="2635078"/>
                  </a:lnTo>
                  <a:lnTo>
                    <a:pt x="174380" y="2635078"/>
                  </a:lnTo>
                  <a:lnTo>
                    <a:pt x="175015" y="2635078"/>
                  </a:lnTo>
                  <a:lnTo>
                    <a:pt x="175650" y="2635078"/>
                  </a:lnTo>
                  <a:lnTo>
                    <a:pt x="176285" y="2635078"/>
                  </a:lnTo>
                  <a:lnTo>
                    <a:pt x="176919" y="2635078"/>
                  </a:lnTo>
                  <a:lnTo>
                    <a:pt x="177554" y="2635078"/>
                  </a:lnTo>
                  <a:lnTo>
                    <a:pt x="178189" y="2635078"/>
                  </a:lnTo>
                  <a:lnTo>
                    <a:pt x="178824" y="2635078"/>
                  </a:lnTo>
                  <a:lnTo>
                    <a:pt x="179459" y="2635078"/>
                  </a:lnTo>
                  <a:lnTo>
                    <a:pt x="180094" y="2634992"/>
                  </a:lnTo>
                  <a:lnTo>
                    <a:pt x="180729" y="2634803"/>
                  </a:lnTo>
                  <a:lnTo>
                    <a:pt x="181363" y="2634613"/>
                  </a:lnTo>
                  <a:lnTo>
                    <a:pt x="181998" y="2634423"/>
                  </a:lnTo>
                  <a:lnTo>
                    <a:pt x="182633" y="2634233"/>
                  </a:lnTo>
                  <a:lnTo>
                    <a:pt x="183268" y="2634167"/>
                  </a:lnTo>
                  <a:lnTo>
                    <a:pt x="183903" y="2634167"/>
                  </a:lnTo>
                  <a:lnTo>
                    <a:pt x="184538" y="2634186"/>
                  </a:lnTo>
                  <a:lnTo>
                    <a:pt x="185172" y="2634281"/>
                  </a:lnTo>
                  <a:lnTo>
                    <a:pt x="185807" y="2634281"/>
                  </a:lnTo>
                  <a:lnTo>
                    <a:pt x="186442" y="2634281"/>
                  </a:lnTo>
                  <a:lnTo>
                    <a:pt x="187077" y="2634281"/>
                  </a:lnTo>
                  <a:lnTo>
                    <a:pt x="187712" y="2634281"/>
                  </a:lnTo>
                  <a:lnTo>
                    <a:pt x="188347" y="2634281"/>
                  </a:lnTo>
                  <a:lnTo>
                    <a:pt x="188982" y="2634281"/>
                  </a:lnTo>
                  <a:lnTo>
                    <a:pt x="189616" y="2634366"/>
                  </a:lnTo>
                  <a:lnTo>
                    <a:pt x="190251" y="2634556"/>
                  </a:lnTo>
                  <a:lnTo>
                    <a:pt x="190886" y="2634746"/>
                  </a:lnTo>
                  <a:lnTo>
                    <a:pt x="191521" y="2634935"/>
                  </a:lnTo>
                  <a:lnTo>
                    <a:pt x="192156" y="2635125"/>
                  </a:lnTo>
                  <a:lnTo>
                    <a:pt x="192791" y="2635068"/>
                  </a:lnTo>
                  <a:lnTo>
                    <a:pt x="193425" y="2634879"/>
                  </a:lnTo>
                  <a:lnTo>
                    <a:pt x="194060" y="2634670"/>
                  </a:lnTo>
                  <a:lnTo>
                    <a:pt x="194695" y="2634385"/>
                  </a:lnTo>
                  <a:lnTo>
                    <a:pt x="195330" y="2634195"/>
                  </a:lnTo>
                  <a:lnTo>
                    <a:pt x="195965" y="2634006"/>
                  </a:lnTo>
                  <a:lnTo>
                    <a:pt x="196600" y="2633816"/>
                  </a:lnTo>
                  <a:lnTo>
                    <a:pt x="197234" y="2633569"/>
                  </a:lnTo>
                  <a:lnTo>
                    <a:pt x="197869" y="2633190"/>
                  </a:lnTo>
                  <a:lnTo>
                    <a:pt x="198504" y="2632810"/>
                  </a:lnTo>
                  <a:lnTo>
                    <a:pt x="199139" y="2632430"/>
                  </a:lnTo>
                  <a:lnTo>
                    <a:pt x="199774" y="2632051"/>
                  </a:lnTo>
                  <a:lnTo>
                    <a:pt x="200409" y="2631671"/>
                  </a:lnTo>
                  <a:lnTo>
                    <a:pt x="201044" y="2631292"/>
                  </a:lnTo>
                  <a:lnTo>
                    <a:pt x="201678" y="2630912"/>
                  </a:lnTo>
                  <a:lnTo>
                    <a:pt x="202313" y="2630656"/>
                  </a:lnTo>
                  <a:lnTo>
                    <a:pt x="202948" y="2630466"/>
                  </a:lnTo>
                  <a:lnTo>
                    <a:pt x="203583" y="2630210"/>
                  </a:lnTo>
                  <a:lnTo>
                    <a:pt x="204218" y="2629830"/>
                  </a:lnTo>
                  <a:lnTo>
                    <a:pt x="204853" y="2629451"/>
                  </a:lnTo>
                  <a:lnTo>
                    <a:pt x="205487" y="2629071"/>
                  </a:lnTo>
                  <a:lnTo>
                    <a:pt x="206122" y="2628682"/>
                  </a:lnTo>
                  <a:lnTo>
                    <a:pt x="206757" y="2628170"/>
                  </a:lnTo>
                  <a:lnTo>
                    <a:pt x="207392" y="2627790"/>
                  </a:lnTo>
                  <a:lnTo>
                    <a:pt x="208027" y="2627411"/>
                  </a:lnTo>
                  <a:lnTo>
                    <a:pt x="208662" y="2627031"/>
                  </a:lnTo>
                  <a:lnTo>
                    <a:pt x="209297" y="2626652"/>
                  </a:lnTo>
                  <a:lnTo>
                    <a:pt x="209931" y="2626272"/>
                  </a:lnTo>
                  <a:lnTo>
                    <a:pt x="210566" y="2625893"/>
                  </a:lnTo>
                  <a:lnTo>
                    <a:pt x="211201" y="2625513"/>
                  </a:lnTo>
                  <a:lnTo>
                    <a:pt x="211836" y="2625133"/>
                  </a:lnTo>
                  <a:lnTo>
                    <a:pt x="212471" y="2624754"/>
                  </a:lnTo>
                  <a:lnTo>
                    <a:pt x="213106" y="2624441"/>
                  </a:lnTo>
                  <a:lnTo>
                    <a:pt x="213740" y="2624251"/>
                  </a:lnTo>
                  <a:lnTo>
                    <a:pt x="214375" y="2624061"/>
                  </a:lnTo>
                  <a:lnTo>
                    <a:pt x="215010" y="2623871"/>
                  </a:lnTo>
                  <a:lnTo>
                    <a:pt x="215645" y="2623530"/>
                  </a:lnTo>
                  <a:lnTo>
                    <a:pt x="216280" y="2623340"/>
                  </a:lnTo>
                  <a:lnTo>
                    <a:pt x="216915" y="2623150"/>
                  </a:lnTo>
                  <a:lnTo>
                    <a:pt x="217550" y="2622960"/>
                  </a:lnTo>
                  <a:lnTo>
                    <a:pt x="218184" y="2622771"/>
                  </a:lnTo>
                  <a:lnTo>
                    <a:pt x="218819" y="2622581"/>
                  </a:lnTo>
                  <a:lnTo>
                    <a:pt x="219454" y="2622391"/>
                  </a:lnTo>
                  <a:lnTo>
                    <a:pt x="220089" y="2621945"/>
                  </a:lnTo>
                  <a:lnTo>
                    <a:pt x="220724" y="2621471"/>
                  </a:lnTo>
                  <a:lnTo>
                    <a:pt x="221359" y="2620834"/>
                  </a:lnTo>
                  <a:lnTo>
                    <a:pt x="221993" y="2620013"/>
                  </a:lnTo>
                  <a:lnTo>
                    <a:pt x="222628" y="2619134"/>
                  </a:lnTo>
                  <a:lnTo>
                    <a:pt x="223263" y="2618256"/>
                  </a:lnTo>
                  <a:lnTo>
                    <a:pt x="223898" y="2617377"/>
                  </a:lnTo>
                  <a:lnTo>
                    <a:pt x="224533" y="2616891"/>
                  </a:lnTo>
                  <a:lnTo>
                    <a:pt x="225168" y="2616560"/>
                  </a:lnTo>
                  <a:lnTo>
                    <a:pt x="225803" y="2616270"/>
                  </a:lnTo>
                  <a:lnTo>
                    <a:pt x="226437" y="2615848"/>
                  </a:lnTo>
                  <a:lnTo>
                    <a:pt x="227072" y="2615295"/>
                  </a:lnTo>
                  <a:lnTo>
                    <a:pt x="227707" y="2614742"/>
                  </a:lnTo>
                  <a:lnTo>
                    <a:pt x="228342" y="2614251"/>
                  </a:lnTo>
                  <a:lnTo>
                    <a:pt x="228977" y="2613837"/>
                  </a:lnTo>
                  <a:lnTo>
                    <a:pt x="229612" y="2613427"/>
                  </a:lnTo>
                  <a:lnTo>
                    <a:pt x="230246" y="2613042"/>
                  </a:lnTo>
                  <a:lnTo>
                    <a:pt x="230881" y="2612796"/>
                  </a:lnTo>
                  <a:lnTo>
                    <a:pt x="231516" y="2612977"/>
                  </a:lnTo>
                  <a:lnTo>
                    <a:pt x="232151" y="2613181"/>
                  </a:lnTo>
                  <a:lnTo>
                    <a:pt x="232786" y="2613455"/>
                  </a:lnTo>
                  <a:lnTo>
                    <a:pt x="233421" y="2613843"/>
                  </a:lnTo>
                  <a:lnTo>
                    <a:pt x="234056" y="2614269"/>
                  </a:lnTo>
                  <a:lnTo>
                    <a:pt x="234690" y="2614813"/>
                  </a:lnTo>
                  <a:lnTo>
                    <a:pt x="235325" y="2615041"/>
                  </a:lnTo>
                  <a:lnTo>
                    <a:pt x="235960" y="2615772"/>
                  </a:lnTo>
                  <a:lnTo>
                    <a:pt x="236595" y="2616721"/>
                  </a:lnTo>
                  <a:lnTo>
                    <a:pt x="237230" y="2617793"/>
                  </a:lnTo>
                  <a:lnTo>
                    <a:pt x="237865" y="2618846"/>
                  </a:lnTo>
                  <a:lnTo>
                    <a:pt x="238499" y="2619795"/>
                  </a:lnTo>
                  <a:lnTo>
                    <a:pt x="239134" y="2620744"/>
                  </a:lnTo>
                  <a:lnTo>
                    <a:pt x="239769" y="2621693"/>
                  </a:lnTo>
                  <a:lnTo>
                    <a:pt x="240404" y="2622642"/>
                  </a:lnTo>
                  <a:lnTo>
                    <a:pt x="241039" y="2623591"/>
                  </a:lnTo>
                  <a:lnTo>
                    <a:pt x="241674" y="2624597"/>
                  </a:lnTo>
                  <a:lnTo>
                    <a:pt x="242309" y="2625517"/>
                  </a:lnTo>
                  <a:lnTo>
                    <a:pt x="242943" y="2626162"/>
                  </a:lnTo>
                  <a:lnTo>
                    <a:pt x="243578" y="2626732"/>
                  </a:lnTo>
                  <a:lnTo>
                    <a:pt x="244213" y="2627149"/>
                  </a:lnTo>
                  <a:lnTo>
                    <a:pt x="244848" y="2627510"/>
                  </a:lnTo>
                  <a:lnTo>
                    <a:pt x="245483" y="2627548"/>
                  </a:lnTo>
                  <a:lnTo>
                    <a:pt x="246118" y="2627548"/>
                  </a:lnTo>
                  <a:lnTo>
                    <a:pt x="246752" y="2627424"/>
                  </a:lnTo>
                  <a:lnTo>
                    <a:pt x="247387" y="2627234"/>
                  </a:lnTo>
                  <a:lnTo>
                    <a:pt x="248022" y="2627016"/>
                  </a:lnTo>
                  <a:lnTo>
                    <a:pt x="248657" y="2626637"/>
                  </a:lnTo>
                  <a:lnTo>
                    <a:pt x="249292" y="2626257"/>
                  </a:lnTo>
                  <a:lnTo>
                    <a:pt x="249927" y="2625878"/>
                  </a:lnTo>
                  <a:lnTo>
                    <a:pt x="250561" y="2625498"/>
                  </a:lnTo>
                  <a:lnTo>
                    <a:pt x="251196" y="2625118"/>
                  </a:lnTo>
                  <a:lnTo>
                    <a:pt x="251831" y="2624957"/>
                  </a:lnTo>
                  <a:lnTo>
                    <a:pt x="252466" y="2625024"/>
                  </a:lnTo>
                  <a:lnTo>
                    <a:pt x="253101" y="2625213"/>
                  </a:lnTo>
                  <a:lnTo>
                    <a:pt x="253736" y="2625403"/>
                  </a:lnTo>
                  <a:lnTo>
                    <a:pt x="254371" y="2625593"/>
                  </a:lnTo>
                  <a:lnTo>
                    <a:pt x="255005" y="2625783"/>
                  </a:lnTo>
                  <a:lnTo>
                    <a:pt x="255640" y="2625972"/>
                  </a:lnTo>
                  <a:lnTo>
                    <a:pt x="256275" y="2626162"/>
                  </a:lnTo>
                  <a:lnTo>
                    <a:pt x="256910" y="2626352"/>
                  </a:lnTo>
                  <a:lnTo>
                    <a:pt x="257545" y="2626570"/>
                  </a:lnTo>
                  <a:lnTo>
                    <a:pt x="258180" y="2626950"/>
                  </a:lnTo>
                  <a:lnTo>
                    <a:pt x="258814" y="2627329"/>
                  </a:lnTo>
                  <a:lnTo>
                    <a:pt x="259449" y="2627709"/>
                  </a:lnTo>
                  <a:lnTo>
                    <a:pt x="260084" y="2628088"/>
                  </a:lnTo>
                  <a:lnTo>
                    <a:pt x="260719" y="2628468"/>
                  </a:lnTo>
                  <a:lnTo>
                    <a:pt x="261354" y="2628658"/>
                  </a:lnTo>
                  <a:lnTo>
                    <a:pt x="261989" y="2628781"/>
                  </a:lnTo>
                  <a:lnTo>
                    <a:pt x="262624" y="2628781"/>
                  </a:lnTo>
                  <a:lnTo>
                    <a:pt x="263258" y="2628781"/>
                  </a:lnTo>
                  <a:lnTo>
                    <a:pt x="263893" y="2628781"/>
                  </a:lnTo>
                  <a:lnTo>
                    <a:pt x="264528" y="2628781"/>
                  </a:lnTo>
                  <a:lnTo>
                    <a:pt x="265163" y="2628781"/>
                  </a:lnTo>
                  <a:lnTo>
                    <a:pt x="265798" y="2628648"/>
                  </a:lnTo>
                  <a:lnTo>
                    <a:pt x="266433" y="2628458"/>
                  </a:lnTo>
                  <a:lnTo>
                    <a:pt x="267067" y="2628269"/>
                  </a:lnTo>
                  <a:lnTo>
                    <a:pt x="267702" y="2628079"/>
                  </a:lnTo>
                  <a:lnTo>
                    <a:pt x="268337" y="2627728"/>
                  </a:lnTo>
                  <a:lnTo>
                    <a:pt x="268972" y="2627348"/>
                  </a:lnTo>
                  <a:lnTo>
                    <a:pt x="269607" y="2626969"/>
                  </a:lnTo>
                  <a:lnTo>
                    <a:pt x="270242" y="2626589"/>
                  </a:lnTo>
                  <a:lnTo>
                    <a:pt x="270877" y="2626210"/>
                  </a:lnTo>
                  <a:lnTo>
                    <a:pt x="271511" y="2625830"/>
                  </a:lnTo>
                  <a:lnTo>
                    <a:pt x="272146" y="2625451"/>
                  </a:lnTo>
                  <a:lnTo>
                    <a:pt x="272781" y="2625043"/>
                  </a:lnTo>
                  <a:lnTo>
                    <a:pt x="273416" y="2624473"/>
                  </a:lnTo>
                  <a:lnTo>
                    <a:pt x="274051" y="2623904"/>
                  </a:lnTo>
                  <a:lnTo>
                    <a:pt x="274686" y="2623240"/>
                  </a:lnTo>
                  <a:lnTo>
                    <a:pt x="275320" y="2622433"/>
                  </a:lnTo>
                  <a:lnTo>
                    <a:pt x="275955" y="2621674"/>
                  </a:lnTo>
                  <a:lnTo>
                    <a:pt x="276590" y="2620915"/>
                  </a:lnTo>
                  <a:lnTo>
                    <a:pt x="277225" y="2620156"/>
                  </a:lnTo>
                  <a:lnTo>
                    <a:pt x="277860" y="2619558"/>
                  </a:lnTo>
                  <a:lnTo>
                    <a:pt x="278495" y="2618989"/>
                  </a:lnTo>
                  <a:lnTo>
                    <a:pt x="279130" y="2618419"/>
                  </a:lnTo>
                  <a:lnTo>
                    <a:pt x="279764" y="2617850"/>
                  </a:lnTo>
                  <a:lnTo>
                    <a:pt x="280399" y="2617281"/>
                  </a:lnTo>
                  <a:lnTo>
                    <a:pt x="281034" y="2616531"/>
                  </a:lnTo>
                  <a:lnTo>
                    <a:pt x="281669" y="2615772"/>
                  </a:lnTo>
                  <a:lnTo>
                    <a:pt x="282304" y="2615041"/>
                  </a:lnTo>
                  <a:lnTo>
                    <a:pt x="282939" y="2614472"/>
                  </a:lnTo>
                  <a:lnTo>
                    <a:pt x="283573" y="2613903"/>
                  </a:lnTo>
                  <a:lnTo>
                    <a:pt x="284208" y="2613428"/>
                  </a:lnTo>
                  <a:lnTo>
                    <a:pt x="284843" y="2613229"/>
                  </a:lnTo>
                  <a:lnTo>
                    <a:pt x="285478" y="2613039"/>
                  </a:lnTo>
                  <a:lnTo>
                    <a:pt x="286113" y="2612849"/>
                  </a:lnTo>
                  <a:lnTo>
                    <a:pt x="286748" y="2612660"/>
                  </a:lnTo>
                  <a:lnTo>
                    <a:pt x="287383" y="2612470"/>
                  </a:lnTo>
                  <a:lnTo>
                    <a:pt x="288017" y="2612280"/>
                  </a:lnTo>
                  <a:lnTo>
                    <a:pt x="288652" y="2612090"/>
                  </a:lnTo>
                  <a:lnTo>
                    <a:pt x="289287" y="2611900"/>
                  </a:lnTo>
                  <a:lnTo>
                    <a:pt x="289922" y="2611711"/>
                  </a:lnTo>
                  <a:lnTo>
                    <a:pt x="290557" y="2611701"/>
                  </a:lnTo>
                  <a:lnTo>
                    <a:pt x="291192" y="2611701"/>
                  </a:lnTo>
                  <a:lnTo>
                    <a:pt x="291826" y="2611701"/>
                  </a:lnTo>
                  <a:lnTo>
                    <a:pt x="292461" y="2611701"/>
                  </a:lnTo>
                  <a:lnTo>
                    <a:pt x="293096" y="2611701"/>
                  </a:lnTo>
                  <a:lnTo>
                    <a:pt x="293731" y="2611701"/>
                  </a:lnTo>
                  <a:lnTo>
                    <a:pt x="294366" y="2611701"/>
                  </a:lnTo>
                  <a:lnTo>
                    <a:pt x="295001" y="2611701"/>
                  </a:lnTo>
                  <a:lnTo>
                    <a:pt x="295636" y="2611701"/>
                  </a:lnTo>
                  <a:lnTo>
                    <a:pt x="296270" y="2611701"/>
                  </a:lnTo>
                  <a:lnTo>
                    <a:pt x="296905" y="2611701"/>
                  </a:lnTo>
                  <a:lnTo>
                    <a:pt x="297540" y="2611701"/>
                  </a:lnTo>
                  <a:lnTo>
                    <a:pt x="298175" y="2611701"/>
                  </a:lnTo>
                  <a:lnTo>
                    <a:pt x="298810" y="2611701"/>
                  </a:lnTo>
                  <a:lnTo>
                    <a:pt x="299445" y="2611985"/>
                  </a:lnTo>
                  <a:lnTo>
                    <a:pt x="300079" y="2612294"/>
                  </a:lnTo>
                  <a:lnTo>
                    <a:pt x="300714" y="2612604"/>
                  </a:lnTo>
                  <a:lnTo>
                    <a:pt x="301349" y="2612913"/>
                  </a:lnTo>
                  <a:lnTo>
                    <a:pt x="301984" y="2613222"/>
                  </a:lnTo>
                  <a:lnTo>
                    <a:pt x="302619" y="2613531"/>
                  </a:lnTo>
                  <a:lnTo>
                    <a:pt x="303254" y="2613840"/>
                  </a:lnTo>
                  <a:lnTo>
                    <a:pt x="303888" y="2614149"/>
                  </a:lnTo>
                  <a:lnTo>
                    <a:pt x="304523" y="2614459"/>
                  </a:lnTo>
                  <a:lnTo>
                    <a:pt x="305158" y="2614768"/>
                  </a:lnTo>
                  <a:lnTo>
                    <a:pt x="305793" y="2615077"/>
                  </a:lnTo>
                  <a:lnTo>
                    <a:pt x="306428" y="2615386"/>
                  </a:lnTo>
                  <a:lnTo>
                    <a:pt x="307063" y="2615781"/>
                  </a:lnTo>
                  <a:lnTo>
                    <a:pt x="307698" y="2616280"/>
                  </a:lnTo>
                  <a:lnTo>
                    <a:pt x="308332" y="2616779"/>
                  </a:lnTo>
                  <a:lnTo>
                    <a:pt x="308967" y="2617253"/>
                  </a:lnTo>
                  <a:lnTo>
                    <a:pt x="309602" y="2617442"/>
                  </a:lnTo>
                  <a:lnTo>
                    <a:pt x="310237" y="2617528"/>
                  </a:lnTo>
                  <a:lnTo>
                    <a:pt x="310872" y="2617528"/>
                  </a:lnTo>
                  <a:lnTo>
                    <a:pt x="311507" y="2617357"/>
                  </a:lnTo>
                  <a:lnTo>
                    <a:pt x="312141" y="2617262"/>
                  </a:lnTo>
                  <a:lnTo>
                    <a:pt x="312776" y="2617262"/>
                  </a:lnTo>
                  <a:lnTo>
                    <a:pt x="313411" y="2617262"/>
                  </a:lnTo>
                  <a:lnTo>
                    <a:pt x="314046" y="2617262"/>
                  </a:lnTo>
                  <a:lnTo>
                    <a:pt x="314681" y="2617262"/>
                  </a:lnTo>
                  <a:lnTo>
                    <a:pt x="315316" y="2617262"/>
                  </a:lnTo>
                  <a:lnTo>
                    <a:pt x="315951" y="2617262"/>
                  </a:lnTo>
                  <a:lnTo>
                    <a:pt x="316585" y="2617177"/>
                  </a:lnTo>
                  <a:lnTo>
                    <a:pt x="317220" y="2616987"/>
                  </a:lnTo>
                  <a:lnTo>
                    <a:pt x="317855" y="2616797"/>
                  </a:lnTo>
                  <a:lnTo>
                    <a:pt x="318490" y="2616607"/>
                  </a:lnTo>
                  <a:lnTo>
                    <a:pt x="319125" y="2616418"/>
                  </a:lnTo>
                  <a:lnTo>
                    <a:pt x="319760" y="2616781"/>
                  </a:lnTo>
                  <a:lnTo>
                    <a:pt x="320394" y="2617302"/>
                  </a:lnTo>
                  <a:lnTo>
                    <a:pt x="321029" y="2618055"/>
                  </a:lnTo>
                  <a:lnTo>
                    <a:pt x="321664" y="2618708"/>
                  </a:lnTo>
                  <a:lnTo>
                    <a:pt x="322299" y="2619387"/>
                  </a:lnTo>
                  <a:lnTo>
                    <a:pt x="322934" y="2620006"/>
                  </a:lnTo>
                  <a:lnTo>
                    <a:pt x="323569" y="2620579"/>
                  </a:lnTo>
                  <a:lnTo>
                    <a:pt x="324204" y="2621208"/>
                  </a:lnTo>
                  <a:lnTo>
                    <a:pt x="324838" y="2621970"/>
                  </a:lnTo>
                  <a:lnTo>
                    <a:pt x="325473" y="2622732"/>
                  </a:lnTo>
                  <a:lnTo>
                    <a:pt x="326108" y="2623495"/>
                  </a:lnTo>
                  <a:lnTo>
                    <a:pt x="326743" y="2624257"/>
                  </a:lnTo>
                  <a:lnTo>
                    <a:pt x="327378" y="2625019"/>
                  </a:lnTo>
                  <a:lnTo>
                    <a:pt x="328013" y="2625781"/>
                  </a:lnTo>
                  <a:lnTo>
                    <a:pt x="328647" y="2626543"/>
                  </a:lnTo>
                  <a:lnTo>
                    <a:pt x="329282" y="2627195"/>
                  </a:lnTo>
                  <a:lnTo>
                    <a:pt x="329917" y="2627781"/>
                  </a:lnTo>
                  <a:lnTo>
                    <a:pt x="330552" y="2628187"/>
                  </a:lnTo>
                  <a:lnTo>
                    <a:pt x="331187" y="2628737"/>
                  </a:lnTo>
                  <a:lnTo>
                    <a:pt x="331822" y="2629259"/>
                  </a:lnTo>
                  <a:lnTo>
                    <a:pt x="332457" y="2629543"/>
                  </a:lnTo>
                  <a:lnTo>
                    <a:pt x="333091" y="2629932"/>
                  </a:lnTo>
                  <a:lnTo>
                    <a:pt x="333726" y="2630445"/>
                  </a:lnTo>
                  <a:lnTo>
                    <a:pt x="334361" y="2630824"/>
                  </a:lnTo>
                  <a:lnTo>
                    <a:pt x="334996" y="2631204"/>
                  </a:lnTo>
                  <a:lnTo>
                    <a:pt x="335631" y="2631583"/>
                  </a:lnTo>
                  <a:lnTo>
                    <a:pt x="336266" y="2631963"/>
                  </a:lnTo>
                  <a:lnTo>
                    <a:pt x="336900" y="2632343"/>
                  </a:lnTo>
                  <a:lnTo>
                    <a:pt x="337535" y="2632722"/>
                  </a:lnTo>
                  <a:lnTo>
                    <a:pt x="338170" y="2633102"/>
                  </a:lnTo>
                  <a:lnTo>
                    <a:pt x="338805" y="2633481"/>
                  </a:lnTo>
                  <a:lnTo>
                    <a:pt x="339440" y="2633861"/>
                  </a:lnTo>
                  <a:lnTo>
                    <a:pt x="340075" y="2634174"/>
                  </a:lnTo>
                  <a:lnTo>
                    <a:pt x="340710" y="2634364"/>
                  </a:lnTo>
                  <a:lnTo>
                    <a:pt x="341344" y="2634553"/>
                  </a:lnTo>
                  <a:lnTo>
                    <a:pt x="341979" y="2634743"/>
                  </a:lnTo>
                  <a:lnTo>
                    <a:pt x="342614" y="2635085"/>
                  </a:lnTo>
                  <a:lnTo>
                    <a:pt x="343249" y="2635275"/>
                  </a:lnTo>
                  <a:lnTo>
                    <a:pt x="343884" y="2635464"/>
                  </a:lnTo>
                  <a:lnTo>
                    <a:pt x="344519" y="2635654"/>
                  </a:lnTo>
                  <a:lnTo>
                    <a:pt x="345153" y="2635844"/>
                  </a:lnTo>
                  <a:lnTo>
                    <a:pt x="345788" y="2636034"/>
                  </a:lnTo>
                  <a:lnTo>
                    <a:pt x="346423" y="2636223"/>
                  </a:lnTo>
                  <a:lnTo>
                    <a:pt x="347058" y="2636413"/>
                  </a:lnTo>
                  <a:lnTo>
                    <a:pt x="347693" y="2636603"/>
                  </a:lnTo>
                  <a:lnTo>
                    <a:pt x="348328" y="2636935"/>
                  </a:lnTo>
                  <a:lnTo>
                    <a:pt x="348963" y="2637448"/>
                  </a:lnTo>
                  <a:lnTo>
                    <a:pt x="349597" y="2638017"/>
                  </a:lnTo>
                  <a:lnTo>
                    <a:pt x="350232" y="2638586"/>
                  </a:lnTo>
                  <a:lnTo>
                    <a:pt x="350867" y="2639156"/>
                  </a:lnTo>
                  <a:lnTo>
                    <a:pt x="351502" y="2639332"/>
                  </a:lnTo>
                  <a:lnTo>
                    <a:pt x="352137" y="2639354"/>
                  </a:lnTo>
                  <a:lnTo>
                    <a:pt x="352772" y="2639336"/>
                  </a:lnTo>
                  <a:lnTo>
                    <a:pt x="353406" y="2639448"/>
                  </a:lnTo>
                  <a:lnTo>
                    <a:pt x="354041" y="2639692"/>
                  </a:lnTo>
                  <a:lnTo>
                    <a:pt x="354676" y="2639936"/>
                  </a:lnTo>
                  <a:lnTo>
                    <a:pt x="355311" y="2640179"/>
                  </a:lnTo>
                  <a:lnTo>
                    <a:pt x="355946" y="2640423"/>
                  </a:lnTo>
                  <a:lnTo>
                    <a:pt x="356581" y="2640667"/>
                  </a:lnTo>
                  <a:lnTo>
                    <a:pt x="357215" y="2640911"/>
                  </a:lnTo>
                  <a:lnTo>
                    <a:pt x="357850" y="2641051"/>
                  </a:lnTo>
                  <a:lnTo>
                    <a:pt x="358485" y="2641060"/>
                  </a:lnTo>
                  <a:lnTo>
                    <a:pt x="359120" y="2641131"/>
                  </a:lnTo>
                  <a:lnTo>
                    <a:pt x="359755" y="2641236"/>
                  </a:lnTo>
                  <a:lnTo>
                    <a:pt x="360390" y="2641342"/>
                  </a:lnTo>
                  <a:lnTo>
                    <a:pt x="361025" y="2641485"/>
                  </a:lnTo>
                  <a:lnTo>
                    <a:pt x="361659" y="2641662"/>
                  </a:lnTo>
                  <a:lnTo>
                    <a:pt x="362294" y="2642212"/>
                  </a:lnTo>
                  <a:lnTo>
                    <a:pt x="362929" y="2642582"/>
                  </a:lnTo>
                  <a:lnTo>
                    <a:pt x="363564" y="2642772"/>
                  </a:lnTo>
                  <a:lnTo>
                    <a:pt x="364199" y="2642962"/>
                  </a:lnTo>
                  <a:lnTo>
                    <a:pt x="364834" y="2643152"/>
                  </a:lnTo>
                  <a:lnTo>
                    <a:pt x="365468" y="2643341"/>
                  </a:lnTo>
                  <a:lnTo>
                    <a:pt x="366103" y="2643531"/>
                  </a:lnTo>
                  <a:lnTo>
                    <a:pt x="366738" y="2643721"/>
                  </a:lnTo>
                  <a:lnTo>
                    <a:pt x="367373" y="2643911"/>
                  </a:lnTo>
                  <a:lnTo>
                    <a:pt x="368008" y="2644100"/>
                  </a:lnTo>
                  <a:lnTo>
                    <a:pt x="368643" y="2644148"/>
                  </a:lnTo>
                  <a:lnTo>
                    <a:pt x="369278" y="2644176"/>
                  </a:lnTo>
                  <a:lnTo>
                    <a:pt x="369912" y="2644366"/>
                  </a:lnTo>
                  <a:lnTo>
                    <a:pt x="370547" y="2644556"/>
                  </a:lnTo>
                  <a:lnTo>
                    <a:pt x="371182" y="2644746"/>
                  </a:lnTo>
                  <a:lnTo>
                    <a:pt x="371817" y="2644935"/>
                  </a:lnTo>
                  <a:lnTo>
                    <a:pt x="372452" y="2645125"/>
                  </a:lnTo>
                  <a:lnTo>
                    <a:pt x="373087" y="2645315"/>
                  </a:lnTo>
                  <a:lnTo>
                    <a:pt x="373721" y="2645325"/>
                  </a:lnTo>
                  <a:lnTo>
                    <a:pt x="374356" y="2645325"/>
                  </a:lnTo>
                  <a:lnTo>
                    <a:pt x="374991" y="2645268"/>
                  </a:lnTo>
                  <a:lnTo>
                    <a:pt x="375626" y="2645230"/>
                  </a:lnTo>
                  <a:lnTo>
                    <a:pt x="376261" y="2644879"/>
                  </a:lnTo>
                  <a:lnTo>
                    <a:pt x="376896" y="2644423"/>
                  </a:lnTo>
                  <a:lnTo>
                    <a:pt x="377531" y="2643854"/>
                  </a:lnTo>
                  <a:lnTo>
                    <a:pt x="378165" y="2643284"/>
                  </a:lnTo>
                  <a:lnTo>
                    <a:pt x="378800" y="2642687"/>
                  </a:lnTo>
                  <a:lnTo>
                    <a:pt x="379435" y="2641928"/>
                  </a:lnTo>
                  <a:lnTo>
                    <a:pt x="380070" y="2641168"/>
                  </a:lnTo>
                  <a:lnTo>
                    <a:pt x="380705" y="2640409"/>
                  </a:lnTo>
                  <a:lnTo>
                    <a:pt x="381340" y="2639641"/>
                  </a:lnTo>
                  <a:lnTo>
                    <a:pt x="381974" y="2638549"/>
                  </a:lnTo>
                  <a:lnTo>
                    <a:pt x="382609" y="2637136"/>
                  </a:lnTo>
                  <a:lnTo>
                    <a:pt x="383244" y="2635798"/>
                  </a:lnTo>
                  <a:lnTo>
                    <a:pt x="383879" y="2634469"/>
                  </a:lnTo>
                  <a:lnTo>
                    <a:pt x="384514" y="2633198"/>
                  </a:lnTo>
                  <a:lnTo>
                    <a:pt x="385149" y="2631907"/>
                  </a:lnTo>
                  <a:lnTo>
                    <a:pt x="385784" y="2630930"/>
                  </a:lnTo>
                  <a:lnTo>
                    <a:pt x="386418" y="2630057"/>
                  </a:lnTo>
                  <a:lnTo>
                    <a:pt x="387053" y="2629298"/>
                  </a:lnTo>
                  <a:lnTo>
                    <a:pt x="387688" y="2628539"/>
                  </a:lnTo>
                  <a:lnTo>
                    <a:pt x="388323" y="2627780"/>
                  </a:lnTo>
                  <a:lnTo>
                    <a:pt x="388958" y="2627020"/>
                  </a:lnTo>
                  <a:lnTo>
                    <a:pt x="389593" y="2626261"/>
                  </a:lnTo>
                  <a:lnTo>
                    <a:pt x="390227" y="2625502"/>
                  </a:lnTo>
                  <a:lnTo>
                    <a:pt x="390862" y="2624753"/>
                  </a:lnTo>
                  <a:lnTo>
                    <a:pt x="391497" y="2624326"/>
                  </a:lnTo>
                  <a:lnTo>
                    <a:pt x="392132" y="2624221"/>
                  </a:lnTo>
                  <a:lnTo>
                    <a:pt x="392767" y="2624354"/>
                  </a:lnTo>
                  <a:lnTo>
                    <a:pt x="393402" y="2624544"/>
                  </a:lnTo>
                  <a:lnTo>
                    <a:pt x="394037" y="2624734"/>
                  </a:lnTo>
                  <a:lnTo>
                    <a:pt x="394671" y="2624923"/>
                  </a:lnTo>
                  <a:lnTo>
                    <a:pt x="395306" y="2625275"/>
                  </a:lnTo>
                  <a:lnTo>
                    <a:pt x="395941" y="2625654"/>
                  </a:lnTo>
                  <a:lnTo>
                    <a:pt x="396576" y="2626034"/>
                  </a:lnTo>
                  <a:lnTo>
                    <a:pt x="397211" y="2626413"/>
                  </a:lnTo>
                  <a:lnTo>
                    <a:pt x="397846" y="2626793"/>
                  </a:lnTo>
                  <a:lnTo>
                    <a:pt x="398480" y="2627172"/>
                  </a:lnTo>
                  <a:lnTo>
                    <a:pt x="399115" y="2627552"/>
                  </a:lnTo>
                  <a:lnTo>
                    <a:pt x="399750" y="2627960"/>
                  </a:lnTo>
                  <a:lnTo>
                    <a:pt x="400385" y="2628529"/>
                  </a:lnTo>
                  <a:lnTo>
                    <a:pt x="401020" y="2629099"/>
                  </a:lnTo>
                  <a:lnTo>
                    <a:pt x="401655" y="2629763"/>
                  </a:lnTo>
                  <a:lnTo>
                    <a:pt x="402290" y="2630569"/>
                  </a:lnTo>
                  <a:lnTo>
                    <a:pt x="402924" y="2631328"/>
                  </a:lnTo>
                  <a:lnTo>
                    <a:pt x="403559" y="2632088"/>
                  </a:lnTo>
                  <a:lnTo>
                    <a:pt x="404194" y="2632847"/>
                  </a:lnTo>
                  <a:lnTo>
                    <a:pt x="404829" y="2633444"/>
                  </a:lnTo>
                  <a:lnTo>
                    <a:pt x="405464" y="2634014"/>
                  </a:lnTo>
                  <a:lnTo>
                    <a:pt x="406099" y="2634536"/>
                  </a:lnTo>
                  <a:lnTo>
                    <a:pt x="406733" y="2634697"/>
                  </a:lnTo>
                  <a:lnTo>
                    <a:pt x="407368" y="2634697"/>
                  </a:lnTo>
                  <a:lnTo>
                    <a:pt x="408003" y="2634877"/>
                  </a:lnTo>
                  <a:lnTo>
                    <a:pt x="408638" y="2634887"/>
                  </a:lnTo>
                  <a:lnTo>
                    <a:pt x="409273" y="2634564"/>
                  </a:lnTo>
                  <a:lnTo>
                    <a:pt x="409908" y="2633995"/>
                  </a:lnTo>
                  <a:lnTo>
                    <a:pt x="410543" y="2633312"/>
                  </a:lnTo>
                  <a:lnTo>
                    <a:pt x="411177" y="2632458"/>
                  </a:lnTo>
                  <a:lnTo>
                    <a:pt x="411812" y="2631328"/>
                  </a:lnTo>
                  <a:lnTo>
                    <a:pt x="412447" y="2630190"/>
                  </a:lnTo>
                  <a:lnTo>
                    <a:pt x="413082" y="2629051"/>
                  </a:lnTo>
                  <a:lnTo>
                    <a:pt x="413717" y="2627912"/>
                  </a:lnTo>
                  <a:lnTo>
                    <a:pt x="414352" y="2626774"/>
                  </a:lnTo>
                  <a:lnTo>
                    <a:pt x="414986" y="2625502"/>
                  </a:lnTo>
                  <a:lnTo>
                    <a:pt x="415621" y="2624022"/>
                  </a:lnTo>
                  <a:lnTo>
                    <a:pt x="416256" y="2622722"/>
                  </a:lnTo>
                  <a:lnTo>
                    <a:pt x="416891" y="2621545"/>
                  </a:lnTo>
                  <a:lnTo>
                    <a:pt x="417526" y="2620037"/>
                  </a:lnTo>
                  <a:lnTo>
                    <a:pt x="418161" y="2618699"/>
                  </a:lnTo>
                  <a:lnTo>
                    <a:pt x="418795" y="2617664"/>
                  </a:lnTo>
                  <a:lnTo>
                    <a:pt x="419430" y="2616716"/>
                  </a:lnTo>
                  <a:lnTo>
                    <a:pt x="420065" y="2615814"/>
                  </a:lnTo>
                  <a:lnTo>
                    <a:pt x="420700" y="2614865"/>
                  </a:lnTo>
                  <a:lnTo>
                    <a:pt x="421335" y="2613916"/>
                  </a:lnTo>
                  <a:lnTo>
                    <a:pt x="421970" y="2612967"/>
                  </a:lnTo>
                  <a:lnTo>
                    <a:pt x="422605" y="2612019"/>
                  </a:lnTo>
                  <a:lnTo>
                    <a:pt x="423239" y="2611070"/>
                  </a:lnTo>
                  <a:lnTo>
                    <a:pt x="423874" y="2610121"/>
                  </a:lnTo>
                  <a:lnTo>
                    <a:pt x="424509" y="2609305"/>
                  </a:lnTo>
                  <a:lnTo>
                    <a:pt x="425144" y="2608745"/>
                  </a:lnTo>
                  <a:lnTo>
                    <a:pt x="425779" y="2608365"/>
                  </a:lnTo>
                  <a:lnTo>
                    <a:pt x="426414" y="2607740"/>
                  </a:lnTo>
                  <a:lnTo>
                    <a:pt x="427048" y="2607241"/>
                  </a:lnTo>
                  <a:lnTo>
                    <a:pt x="427683" y="2606742"/>
                  </a:lnTo>
                  <a:lnTo>
                    <a:pt x="428318" y="2606243"/>
                  </a:lnTo>
                  <a:lnTo>
                    <a:pt x="428953" y="2605469"/>
                  </a:lnTo>
                  <a:lnTo>
                    <a:pt x="429588" y="2604600"/>
                  </a:lnTo>
                  <a:lnTo>
                    <a:pt x="430223" y="2603607"/>
                  </a:lnTo>
                  <a:lnTo>
                    <a:pt x="430858" y="2602539"/>
                  </a:lnTo>
                  <a:lnTo>
                    <a:pt x="431492" y="2601471"/>
                  </a:lnTo>
                  <a:lnTo>
                    <a:pt x="432127" y="2600402"/>
                  </a:lnTo>
                  <a:lnTo>
                    <a:pt x="432762" y="2599334"/>
                  </a:lnTo>
                  <a:lnTo>
                    <a:pt x="433397" y="2598266"/>
                  </a:lnTo>
                  <a:lnTo>
                    <a:pt x="434032" y="2597197"/>
                  </a:lnTo>
                  <a:lnTo>
                    <a:pt x="434667" y="2596129"/>
                  </a:lnTo>
                  <a:lnTo>
                    <a:pt x="435301" y="2595061"/>
                  </a:lnTo>
                  <a:lnTo>
                    <a:pt x="435936" y="2594018"/>
                  </a:lnTo>
                  <a:lnTo>
                    <a:pt x="436571" y="2593259"/>
                  </a:lnTo>
                  <a:lnTo>
                    <a:pt x="437206" y="2592604"/>
                  </a:lnTo>
                  <a:lnTo>
                    <a:pt x="437841" y="2592035"/>
                  </a:lnTo>
                  <a:lnTo>
                    <a:pt x="438476" y="2591911"/>
                  </a:lnTo>
                  <a:lnTo>
                    <a:pt x="439111" y="2591968"/>
                  </a:lnTo>
                  <a:lnTo>
                    <a:pt x="439745" y="2592272"/>
                  </a:lnTo>
                  <a:lnTo>
                    <a:pt x="440380" y="2592651"/>
                  </a:lnTo>
                  <a:lnTo>
                    <a:pt x="441015" y="2593031"/>
                  </a:lnTo>
                  <a:lnTo>
                    <a:pt x="441650" y="2593391"/>
                  </a:lnTo>
                  <a:lnTo>
                    <a:pt x="442285" y="2593581"/>
                  </a:lnTo>
                  <a:lnTo>
                    <a:pt x="442920" y="2593771"/>
                  </a:lnTo>
                  <a:lnTo>
                    <a:pt x="443554" y="2593961"/>
                  </a:lnTo>
                  <a:lnTo>
                    <a:pt x="444189" y="2594151"/>
                  </a:lnTo>
                  <a:lnTo>
                    <a:pt x="444824" y="2594340"/>
                  </a:lnTo>
                  <a:lnTo>
                    <a:pt x="445459" y="2594530"/>
                  </a:lnTo>
                  <a:lnTo>
                    <a:pt x="446094" y="2594720"/>
                  </a:lnTo>
                  <a:lnTo>
                    <a:pt x="446729" y="2594328"/>
                  </a:lnTo>
                  <a:lnTo>
                    <a:pt x="447364" y="2593807"/>
                  </a:lnTo>
                  <a:lnTo>
                    <a:pt x="447998" y="2593054"/>
                  </a:lnTo>
                  <a:lnTo>
                    <a:pt x="448633" y="2592306"/>
                  </a:lnTo>
                  <a:lnTo>
                    <a:pt x="449268" y="2591437"/>
                  </a:lnTo>
                  <a:lnTo>
                    <a:pt x="449903" y="2590628"/>
                  </a:lnTo>
                  <a:lnTo>
                    <a:pt x="450538" y="2589866"/>
                  </a:lnTo>
                  <a:lnTo>
                    <a:pt x="451173" y="2589123"/>
                  </a:lnTo>
                  <a:lnTo>
                    <a:pt x="451807" y="2588550"/>
                  </a:lnTo>
                  <a:lnTo>
                    <a:pt x="452442" y="2587978"/>
                  </a:lnTo>
                  <a:lnTo>
                    <a:pt x="453077" y="2587406"/>
                  </a:lnTo>
                  <a:lnTo>
                    <a:pt x="453712" y="2586833"/>
                  </a:lnTo>
                  <a:lnTo>
                    <a:pt x="454347" y="2586261"/>
                  </a:lnTo>
                  <a:lnTo>
                    <a:pt x="454982" y="2585689"/>
                  </a:lnTo>
                  <a:lnTo>
                    <a:pt x="455617" y="2585116"/>
                  </a:lnTo>
                  <a:lnTo>
                    <a:pt x="456251" y="2584683"/>
                  </a:lnTo>
                  <a:lnTo>
                    <a:pt x="456886" y="2584287"/>
                  </a:lnTo>
                  <a:lnTo>
                    <a:pt x="457521" y="2584137"/>
                  </a:lnTo>
                  <a:lnTo>
                    <a:pt x="458156" y="2583966"/>
                  </a:lnTo>
                  <a:lnTo>
                    <a:pt x="458791" y="2583691"/>
                  </a:lnTo>
                  <a:lnTo>
                    <a:pt x="459426" y="2583454"/>
                  </a:lnTo>
                  <a:lnTo>
                    <a:pt x="460060" y="2583074"/>
                  </a:lnTo>
                  <a:lnTo>
                    <a:pt x="460695" y="2582695"/>
                  </a:lnTo>
                  <a:lnTo>
                    <a:pt x="461330" y="2582315"/>
                  </a:lnTo>
                  <a:lnTo>
                    <a:pt x="461965" y="2581936"/>
                  </a:lnTo>
                  <a:lnTo>
                    <a:pt x="462600" y="2581357"/>
                  </a:lnTo>
                  <a:lnTo>
                    <a:pt x="463235" y="2580598"/>
                  </a:lnTo>
                  <a:lnTo>
                    <a:pt x="463870" y="2579725"/>
                  </a:lnTo>
                  <a:lnTo>
                    <a:pt x="464504" y="2578776"/>
                  </a:lnTo>
                  <a:lnTo>
                    <a:pt x="465139" y="2577827"/>
                  </a:lnTo>
                  <a:lnTo>
                    <a:pt x="465774" y="2576878"/>
                  </a:lnTo>
                  <a:lnTo>
                    <a:pt x="466409" y="2575825"/>
                  </a:lnTo>
                  <a:lnTo>
                    <a:pt x="467044" y="2574468"/>
                  </a:lnTo>
                  <a:lnTo>
                    <a:pt x="467679" y="2572950"/>
                  </a:lnTo>
                  <a:lnTo>
                    <a:pt x="468313" y="2571564"/>
                  </a:lnTo>
                  <a:lnTo>
                    <a:pt x="468948" y="2570378"/>
                  </a:lnTo>
                  <a:lnTo>
                    <a:pt x="469583" y="2569240"/>
                  </a:lnTo>
                  <a:lnTo>
                    <a:pt x="470218" y="2568063"/>
                  </a:lnTo>
                  <a:lnTo>
                    <a:pt x="470853" y="2566735"/>
                  </a:lnTo>
                  <a:lnTo>
                    <a:pt x="471488" y="2565406"/>
                  </a:lnTo>
                  <a:lnTo>
                    <a:pt x="472122" y="2564277"/>
                  </a:lnTo>
                  <a:lnTo>
                    <a:pt x="472757" y="2563328"/>
                  </a:lnTo>
                  <a:lnTo>
                    <a:pt x="473392" y="2562493"/>
                  </a:lnTo>
                  <a:lnTo>
                    <a:pt x="474027" y="2561734"/>
                  </a:lnTo>
                  <a:lnTo>
                    <a:pt x="474662" y="2560975"/>
                  </a:lnTo>
                  <a:lnTo>
                    <a:pt x="475297" y="2559874"/>
                  </a:lnTo>
                  <a:lnTo>
                    <a:pt x="475932" y="2558840"/>
                  </a:lnTo>
                  <a:lnTo>
                    <a:pt x="476566" y="2558109"/>
                  </a:lnTo>
                  <a:lnTo>
                    <a:pt x="477201" y="2557407"/>
                  </a:lnTo>
                  <a:lnTo>
                    <a:pt x="477836" y="2556648"/>
                  </a:lnTo>
                  <a:lnTo>
                    <a:pt x="478471" y="2555889"/>
                  </a:lnTo>
                  <a:lnTo>
                    <a:pt x="479106" y="2555130"/>
                  </a:lnTo>
                  <a:lnTo>
                    <a:pt x="479741" y="2554409"/>
                  </a:lnTo>
                  <a:lnTo>
                    <a:pt x="480375" y="2553839"/>
                  </a:lnTo>
                  <a:lnTo>
                    <a:pt x="481010" y="2553270"/>
                  </a:lnTo>
                  <a:lnTo>
                    <a:pt x="481645" y="2552644"/>
                  </a:lnTo>
                  <a:lnTo>
                    <a:pt x="482280" y="2551884"/>
                  </a:lnTo>
                  <a:lnTo>
                    <a:pt x="482915" y="2551078"/>
                  </a:lnTo>
                  <a:lnTo>
                    <a:pt x="483550" y="2550129"/>
                  </a:lnTo>
                  <a:lnTo>
                    <a:pt x="484185" y="2549180"/>
                  </a:lnTo>
                  <a:lnTo>
                    <a:pt x="484819" y="2548573"/>
                  </a:lnTo>
                  <a:lnTo>
                    <a:pt x="485454" y="2548004"/>
                  </a:lnTo>
                  <a:lnTo>
                    <a:pt x="486089" y="2547434"/>
                  </a:lnTo>
                  <a:lnTo>
                    <a:pt x="486724" y="2546998"/>
                  </a:lnTo>
                  <a:lnTo>
                    <a:pt x="487359" y="2546618"/>
                  </a:lnTo>
                  <a:lnTo>
                    <a:pt x="487994" y="2546220"/>
                  </a:lnTo>
                  <a:lnTo>
                    <a:pt x="488628" y="2545546"/>
                  </a:lnTo>
                  <a:lnTo>
                    <a:pt x="489263" y="2545091"/>
                  </a:lnTo>
                  <a:lnTo>
                    <a:pt x="489898" y="2544663"/>
                  </a:lnTo>
                  <a:lnTo>
                    <a:pt x="490533" y="2544156"/>
                  </a:lnTo>
                  <a:lnTo>
                    <a:pt x="491168" y="2543677"/>
                  </a:lnTo>
                  <a:lnTo>
                    <a:pt x="491803" y="2543295"/>
                  </a:lnTo>
                  <a:lnTo>
                    <a:pt x="492438" y="2542948"/>
                  </a:lnTo>
                  <a:lnTo>
                    <a:pt x="493072" y="2542600"/>
                  </a:lnTo>
                  <a:lnTo>
                    <a:pt x="493707" y="2542218"/>
                  </a:lnTo>
                  <a:lnTo>
                    <a:pt x="494342" y="2541836"/>
                  </a:lnTo>
                  <a:lnTo>
                    <a:pt x="494977" y="2541392"/>
                  </a:lnTo>
                  <a:lnTo>
                    <a:pt x="495612" y="2540872"/>
                  </a:lnTo>
                  <a:lnTo>
                    <a:pt x="496247" y="2540351"/>
                  </a:lnTo>
                  <a:lnTo>
                    <a:pt x="496881" y="2539831"/>
                  </a:lnTo>
                  <a:lnTo>
                    <a:pt x="497516" y="2539325"/>
                  </a:lnTo>
                  <a:lnTo>
                    <a:pt x="498151" y="2539019"/>
                  </a:lnTo>
                  <a:lnTo>
                    <a:pt x="498786" y="2538878"/>
                  </a:lnTo>
                  <a:lnTo>
                    <a:pt x="499421" y="2538586"/>
                  </a:lnTo>
                  <a:lnTo>
                    <a:pt x="500056" y="2537808"/>
                  </a:lnTo>
                  <a:lnTo>
                    <a:pt x="500691" y="2537229"/>
                  </a:lnTo>
                  <a:lnTo>
                    <a:pt x="501325" y="2536574"/>
                  </a:lnTo>
                  <a:lnTo>
                    <a:pt x="501960" y="2535900"/>
                  </a:lnTo>
                  <a:lnTo>
                    <a:pt x="502595" y="2535511"/>
                  </a:lnTo>
                  <a:lnTo>
                    <a:pt x="503230" y="2535483"/>
                  </a:lnTo>
                  <a:lnTo>
                    <a:pt x="503865" y="2535559"/>
                  </a:lnTo>
                  <a:lnTo>
                    <a:pt x="504500" y="2535834"/>
                  </a:lnTo>
                  <a:lnTo>
                    <a:pt x="505134" y="2536147"/>
                  </a:lnTo>
                  <a:lnTo>
                    <a:pt x="505769" y="2536337"/>
                  </a:lnTo>
                  <a:lnTo>
                    <a:pt x="506404" y="2536527"/>
                  </a:lnTo>
                  <a:lnTo>
                    <a:pt x="507039" y="2536716"/>
                  </a:lnTo>
                  <a:lnTo>
                    <a:pt x="507674" y="2536849"/>
                  </a:lnTo>
                  <a:lnTo>
                    <a:pt x="508309" y="2536688"/>
                  </a:lnTo>
                  <a:lnTo>
                    <a:pt x="508944" y="2537029"/>
                  </a:lnTo>
                  <a:lnTo>
                    <a:pt x="509578" y="2537874"/>
                  </a:lnTo>
                  <a:lnTo>
                    <a:pt x="510213" y="2538643"/>
                  </a:lnTo>
                  <a:lnTo>
                    <a:pt x="510848" y="2539487"/>
                  </a:lnTo>
                  <a:lnTo>
                    <a:pt x="511483" y="2540313"/>
                  </a:lnTo>
                  <a:lnTo>
                    <a:pt x="512118" y="2540654"/>
                  </a:lnTo>
                  <a:lnTo>
                    <a:pt x="512753" y="2540683"/>
                  </a:lnTo>
                  <a:lnTo>
                    <a:pt x="513387" y="2540607"/>
                  </a:lnTo>
                  <a:lnTo>
                    <a:pt x="514022" y="2540417"/>
                  </a:lnTo>
                  <a:lnTo>
                    <a:pt x="514657" y="2540294"/>
                  </a:lnTo>
                  <a:lnTo>
                    <a:pt x="515292" y="2540294"/>
                  </a:lnTo>
                  <a:lnTo>
                    <a:pt x="515927" y="2540294"/>
                  </a:lnTo>
                  <a:lnTo>
                    <a:pt x="516562" y="2540294"/>
                  </a:lnTo>
                  <a:lnTo>
                    <a:pt x="517197" y="2540351"/>
                  </a:lnTo>
                  <a:lnTo>
                    <a:pt x="517831" y="2540702"/>
                  </a:lnTo>
                  <a:lnTo>
                    <a:pt x="518466" y="2540749"/>
                  </a:lnTo>
                  <a:lnTo>
                    <a:pt x="519101" y="2540474"/>
                  </a:lnTo>
                  <a:lnTo>
                    <a:pt x="519736" y="2540094"/>
                  </a:lnTo>
                  <a:lnTo>
                    <a:pt x="520371" y="2539715"/>
                  </a:lnTo>
                  <a:lnTo>
                    <a:pt x="521006" y="2539373"/>
                  </a:lnTo>
                  <a:lnTo>
                    <a:pt x="521640" y="2539373"/>
                  </a:lnTo>
                  <a:lnTo>
                    <a:pt x="522275" y="2539373"/>
                  </a:lnTo>
                  <a:lnTo>
                    <a:pt x="522910" y="2539373"/>
                  </a:lnTo>
                  <a:lnTo>
                    <a:pt x="523545" y="2539373"/>
                  </a:lnTo>
                  <a:lnTo>
                    <a:pt x="524180" y="2539373"/>
                  </a:lnTo>
                  <a:lnTo>
                    <a:pt x="524815" y="2539373"/>
                  </a:lnTo>
                  <a:lnTo>
                    <a:pt x="525449" y="2539373"/>
                  </a:lnTo>
                  <a:lnTo>
                    <a:pt x="526084" y="2539373"/>
                  </a:lnTo>
                  <a:lnTo>
                    <a:pt x="526719" y="2539373"/>
                  </a:lnTo>
                  <a:lnTo>
                    <a:pt x="527354" y="2539373"/>
                  </a:lnTo>
                  <a:lnTo>
                    <a:pt x="527989" y="2539373"/>
                  </a:lnTo>
                  <a:lnTo>
                    <a:pt x="528624" y="2539373"/>
                  </a:lnTo>
                  <a:lnTo>
                    <a:pt x="529259" y="2539373"/>
                  </a:lnTo>
                  <a:lnTo>
                    <a:pt x="529893" y="2539373"/>
                  </a:lnTo>
                  <a:lnTo>
                    <a:pt x="530528" y="2539373"/>
                  </a:lnTo>
                  <a:lnTo>
                    <a:pt x="531163" y="2539193"/>
                  </a:lnTo>
                  <a:lnTo>
                    <a:pt x="531798" y="2539003"/>
                  </a:lnTo>
                  <a:lnTo>
                    <a:pt x="532433" y="2538813"/>
                  </a:lnTo>
                  <a:lnTo>
                    <a:pt x="533068" y="2538671"/>
                  </a:lnTo>
                  <a:lnTo>
                    <a:pt x="533702" y="2538889"/>
                  </a:lnTo>
                  <a:lnTo>
                    <a:pt x="534337" y="2539269"/>
                  </a:lnTo>
                  <a:lnTo>
                    <a:pt x="534972" y="2539648"/>
                  </a:lnTo>
                  <a:lnTo>
                    <a:pt x="535607" y="2540208"/>
                  </a:lnTo>
                  <a:lnTo>
                    <a:pt x="536242" y="2540920"/>
                  </a:lnTo>
                  <a:lnTo>
                    <a:pt x="536877" y="2541499"/>
                  </a:lnTo>
                  <a:lnTo>
                    <a:pt x="537512" y="2542078"/>
                  </a:lnTo>
                  <a:lnTo>
                    <a:pt x="538146" y="2542647"/>
                  </a:lnTo>
                  <a:lnTo>
                    <a:pt x="538781" y="2543638"/>
                  </a:lnTo>
                  <a:lnTo>
                    <a:pt x="539416" y="2544681"/>
                  </a:lnTo>
                  <a:lnTo>
                    <a:pt x="540051" y="2545581"/>
                  </a:lnTo>
                  <a:lnTo>
                    <a:pt x="540686" y="2546659"/>
                  </a:lnTo>
                  <a:lnTo>
                    <a:pt x="541321" y="2547744"/>
                  </a:lnTo>
                  <a:lnTo>
                    <a:pt x="541955" y="2548961"/>
                  </a:lnTo>
                  <a:lnTo>
                    <a:pt x="542590" y="2550387"/>
                  </a:lnTo>
                  <a:lnTo>
                    <a:pt x="543225" y="2551633"/>
                  </a:lnTo>
                  <a:lnTo>
                    <a:pt x="543860" y="2552715"/>
                  </a:lnTo>
                  <a:lnTo>
                    <a:pt x="544495" y="2553851"/>
                  </a:lnTo>
                  <a:lnTo>
                    <a:pt x="545130" y="2554807"/>
                  </a:lnTo>
                  <a:lnTo>
                    <a:pt x="545765" y="2555569"/>
                  </a:lnTo>
                  <a:lnTo>
                    <a:pt x="546399" y="2556406"/>
                  </a:lnTo>
                  <a:lnTo>
                    <a:pt x="547034" y="2557278"/>
                  </a:lnTo>
                  <a:lnTo>
                    <a:pt x="547669" y="2558259"/>
                  </a:lnTo>
                  <a:lnTo>
                    <a:pt x="548304" y="2559235"/>
                  </a:lnTo>
                  <a:lnTo>
                    <a:pt x="548939" y="2560183"/>
                  </a:lnTo>
                  <a:lnTo>
                    <a:pt x="549574" y="2561247"/>
                  </a:lnTo>
                  <a:lnTo>
                    <a:pt x="550208" y="2562007"/>
                  </a:lnTo>
                  <a:lnTo>
                    <a:pt x="550843" y="2562766"/>
                  </a:lnTo>
                  <a:lnTo>
                    <a:pt x="551478" y="2563392"/>
                  </a:lnTo>
                  <a:lnTo>
                    <a:pt x="552113" y="2563762"/>
                  </a:lnTo>
                  <a:lnTo>
                    <a:pt x="552748" y="2563952"/>
                  </a:lnTo>
                  <a:lnTo>
                    <a:pt x="553383" y="2564160"/>
                  </a:lnTo>
                  <a:lnTo>
                    <a:pt x="554018" y="2564350"/>
                  </a:lnTo>
                  <a:lnTo>
                    <a:pt x="554652" y="2564540"/>
                  </a:lnTo>
                  <a:lnTo>
                    <a:pt x="555287" y="2564730"/>
                  </a:lnTo>
                  <a:lnTo>
                    <a:pt x="555922" y="2565195"/>
                  </a:lnTo>
                  <a:lnTo>
                    <a:pt x="556557" y="2565755"/>
                  </a:lnTo>
                  <a:lnTo>
                    <a:pt x="557192" y="2566438"/>
                  </a:lnTo>
                  <a:lnTo>
                    <a:pt x="557827" y="2567197"/>
                  </a:lnTo>
                  <a:lnTo>
                    <a:pt x="558461" y="2567956"/>
                  </a:lnTo>
                  <a:lnTo>
                    <a:pt x="559096" y="2568715"/>
                  </a:lnTo>
                  <a:lnTo>
                    <a:pt x="559731" y="2569474"/>
                  </a:lnTo>
                  <a:lnTo>
                    <a:pt x="560366" y="2570233"/>
                  </a:lnTo>
                  <a:lnTo>
                    <a:pt x="561001" y="2570992"/>
                  </a:lnTo>
                  <a:lnTo>
                    <a:pt x="561636" y="2571752"/>
                  </a:lnTo>
                  <a:lnTo>
                    <a:pt x="562271" y="2572511"/>
                  </a:lnTo>
                  <a:lnTo>
                    <a:pt x="562905" y="2573270"/>
                  </a:lnTo>
                  <a:lnTo>
                    <a:pt x="563540" y="2574029"/>
                  </a:lnTo>
                  <a:lnTo>
                    <a:pt x="564175" y="2574788"/>
                  </a:lnTo>
                  <a:lnTo>
                    <a:pt x="564810" y="2575547"/>
                  </a:lnTo>
                  <a:lnTo>
                    <a:pt x="565445" y="2576031"/>
                  </a:lnTo>
                  <a:lnTo>
                    <a:pt x="566080" y="2576354"/>
                  </a:lnTo>
                  <a:lnTo>
                    <a:pt x="566714" y="2576430"/>
                  </a:lnTo>
                  <a:lnTo>
                    <a:pt x="567349" y="2576430"/>
                  </a:lnTo>
                  <a:lnTo>
                    <a:pt x="567984" y="2576430"/>
                  </a:lnTo>
                  <a:lnTo>
                    <a:pt x="568619" y="2576449"/>
                  </a:lnTo>
                  <a:lnTo>
                    <a:pt x="569254" y="2576638"/>
                  </a:lnTo>
                  <a:lnTo>
                    <a:pt x="569889" y="2576828"/>
                  </a:lnTo>
                  <a:lnTo>
                    <a:pt x="570524" y="2577018"/>
                  </a:lnTo>
                  <a:lnTo>
                    <a:pt x="571158" y="2577208"/>
                  </a:lnTo>
                  <a:lnTo>
                    <a:pt x="571793" y="2577397"/>
                  </a:lnTo>
                  <a:lnTo>
                    <a:pt x="572428" y="2577587"/>
                  </a:lnTo>
                  <a:lnTo>
                    <a:pt x="573063" y="2577625"/>
                  </a:lnTo>
                  <a:lnTo>
                    <a:pt x="573698" y="2577777"/>
                  </a:lnTo>
                  <a:lnTo>
                    <a:pt x="574333" y="2577967"/>
                  </a:lnTo>
                  <a:lnTo>
                    <a:pt x="574967" y="2578157"/>
                  </a:lnTo>
                  <a:lnTo>
                    <a:pt x="575602" y="2578346"/>
                  </a:lnTo>
                  <a:lnTo>
                    <a:pt x="576237" y="2578536"/>
                  </a:lnTo>
                  <a:lnTo>
                    <a:pt x="576872" y="2578726"/>
                  </a:lnTo>
                  <a:lnTo>
                    <a:pt x="577507" y="2578916"/>
                  </a:lnTo>
                  <a:lnTo>
                    <a:pt x="578142" y="2579086"/>
                  </a:lnTo>
                  <a:lnTo>
                    <a:pt x="578776" y="2579086"/>
                  </a:lnTo>
                  <a:lnTo>
                    <a:pt x="579411" y="2578906"/>
                  </a:lnTo>
                  <a:lnTo>
                    <a:pt x="580046" y="2578716"/>
                  </a:lnTo>
                  <a:lnTo>
                    <a:pt x="580681" y="2578527"/>
                  </a:lnTo>
                  <a:lnTo>
                    <a:pt x="581316" y="2578337"/>
                  </a:lnTo>
                  <a:lnTo>
                    <a:pt x="581951" y="2578147"/>
                  </a:lnTo>
                  <a:lnTo>
                    <a:pt x="582586" y="2578109"/>
                  </a:lnTo>
                  <a:lnTo>
                    <a:pt x="583220" y="2577957"/>
                  </a:lnTo>
                  <a:lnTo>
                    <a:pt x="583855" y="2577768"/>
                  </a:lnTo>
                  <a:lnTo>
                    <a:pt x="584490" y="2577578"/>
                  </a:lnTo>
                  <a:lnTo>
                    <a:pt x="585125" y="2577388"/>
                  </a:lnTo>
                  <a:lnTo>
                    <a:pt x="585760" y="2577331"/>
                  </a:lnTo>
                  <a:lnTo>
                    <a:pt x="586395" y="2577473"/>
                  </a:lnTo>
                  <a:lnTo>
                    <a:pt x="587029" y="2577663"/>
                  </a:lnTo>
                  <a:lnTo>
                    <a:pt x="587664" y="2577853"/>
                  </a:lnTo>
                  <a:lnTo>
                    <a:pt x="588299" y="2578043"/>
                  </a:lnTo>
                  <a:lnTo>
                    <a:pt x="588934" y="2578413"/>
                  </a:lnTo>
                  <a:lnTo>
                    <a:pt x="589569" y="2578992"/>
                  </a:lnTo>
                  <a:lnTo>
                    <a:pt x="590204" y="2579751"/>
                  </a:lnTo>
                  <a:lnTo>
                    <a:pt x="590839" y="2580624"/>
                  </a:lnTo>
                  <a:lnTo>
                    <a:pt x="591473" y="2581573"/>
                  </a:lnTo>
                  <a:lnTo>
                    <a:pt x="592108" y="2582521"/>
                  </a:lnTo>
                  <a:lnTo>
                    <a:pt x="592743" y="2583470"/>
                  </a:lnTo>
                  <a:lnTo>
                    <a:pt x="593378" y="2584524"/>
                  </a:lnTo>
                  <a:lnTo>
                    <a:pt x="594013" y="2585881"/>
                  </a:lnTo>
                  <a:lnTo>
                    <a:pt x="594648" y="2587399"/>
                  </a:lnTo>
                  <a:lnTo>
                    <a:pt x="595282" y="2589046"/>
                  </a:lnTo>
                  <a:lnTo>
                    <a:pt x="595917" y="2590516"/>
                  </a:lnTo>
                  <a:lnTo>
                    <a:pt x="596552" y="2591939"/>
                  </a:lnTo>
                  <a:lnTo>
                    <a:pt x="597187" y="2593350"/>
                  </a:lnTo>
                  <a:lnTo>
                    <a:pt x="597822" y="2594808"/>
                  </a:lnTo>
                  <a:lnTo>
                    <a:pt x="598457" y="2596169"/>
                  </a:lnTo>
                  <a:lnTo>
                    <a:pt x="599092" y="2597331"/>
                  </a:lnTo>
                  <a:lnTo>
                    <a:pt x="599726" y="2598312"/>
                  </a:lnTo>
                  <a:lnTo>
                    <a:pt x="600361" y="2599180"/>
                  </a:lnTo>
                  <a:lnTo>
                    <a:pt x="600996" y="2599930"/>
                  </a:lnTo>
                  <a:lnTo>
                    <a:pt x="601631" y="2600584"/>
                  </a:lnTo>
                  <a:lnTo>
                    <a:pt x="602266" y="2601579"/>
                  </a:lnTo>
                  <a:lnTo>
                    <a:pt x="602901" y="2602376"/>
                  </a:lnTo>
                  <a:lnTo>
                    <a:pt x="603535" y="2602863"/>
                  </a:lnTo>
                  <a:lnTo>
                    <a:pt x="604170" y="2603321"/>
                  </a:lnTo>
                  <a:lnTo>
                    <a:pt x="604805" y="2603795"/>
                  </a:lnTo>
                  <a:lnTo>
                    <a:pt x="605440" y="2604247"/>
                  </a:lnTo>
                  <a:lnTo>
                    <a:pt x="606075" y="2604578"/>
                  </a:lnTo>
                  <a:lnTo>
                    <a:pt x="606710" y="2604845"/>
                  </a:lnTo>
                  <a:lnTo>
                    <a:pt x="607345" y="2604171"/>
                  </a:lnTo>
                  <a:lnTo>
                    <a:pt x="607979" y="2603146"/>
                  </a:lnTo>
                  <a:lnTo>
                    <a:pt x="608614" y="2602064"/>
                  </a:lnTo>
                  <a:lnTo>
                    <a:pt x="609249" y="2601116"/>
                  </a:lnTo>
                  <a:lnTo>
                    <a:pt x="609884" y="2600214"/>
                  </a:lnTo>
                  <a:lnTo>
                    <a:pt x="610519" y="2599512"/>
                  </a:lnTo>
                  <a:lnTo>
                    <a:pt x="611154" y="2598943"/>
                  </a:lnTo>
                  <a:lnTo>
                    <a:pt x="611788" y="2598032"/>
                  </a:lnTo>
                  <a:lnTo>
                    <a:pt x="612423" y="2597140"/>
                  </a:lnTo>
                  <a:lnTo>
                    <a:pt x="613058" y="2596153"/>
                  </a:lnTo>
                  <a:lnTo>
                    <a:pt x="613693" y="2594635"/>
                  </a:lnTo>
                  <a:lnTo>
                    <a:pt x="614328" y="2592813"/>
                  </a:lnTo>
                  <a:lnTo>
                    <a:pt x="614963" y="2590963"/>
                  </a:lnTo>
                  <a:lnTo>
                    <a:pt x="615598" y="2589368"/>
                  </a:lnTo>
                  <a:lnTo>
                    <a:pt x="616232" y="2587594"/>
                  </a:lnTo>
                  <a:lnTo>
                    <a:pt x="616867" y="2586285"/>
                  </a:lnTo>
                  <a:lnTo>
                    <a:pt x="617502" y="2585539"/>
                  </a:lnTo>
                  <a:lnTo>
                    <a:pt x="618137" y="2584879"/>
                  </a:lnTo>
                  <a:lnTo>
                    <a:pt x="618772" y="2584123"/>
                  </a:lnTo>
                  <a:lnTo>
                    <a:pt x="619407" y="2583332"/>
                  </a:lnTo>
                  <a:lnTo>
                    <a:pt x="620041" y="2582540"/>
                  </a:lnTo>
                  <a:lnTo>
                    <a:pt x="620676" y="2581784"/>
                  </a:lnTo>
                  <a:lnTo>
                    <a:pt x="621311" y="2581027"/>
                  </a:lnTo>
                  <a:lnTo>
                    <a:pt x="621946" y="2580456"/>
                  </a:lnTo>
                  <a:lnTo>
                    <a:pt x="622581" y="2580065"/>
                  </a:lnTo>
                  <a:lnTo>
                    <a:pt x="623216" y="2580073"/>
                  </a:lnTo>
                  <a:lnTo>
                    <a:pt x="623851" y="2580328"/>
                  </a:lnTo>
                  <a:lnTo>
                    <a:pt x="624485" y="2580645"/>
                  </a:lnTo>
                  <a:lnTo>
                    <a:pt x="625120" y="2580941"/>
                  </a:lnTo>
                  <a:lnTo>
                    <a:pt x="625755" y="2581081"/>
                  </a:lnTo>
                  <a:lnTo>
                    <a:pt x="626390" y="2581374"/>
                  </a:lnTo>
                  <a:lnTo>
                    <a:pt x="627025" y="2582152"/>
                  </a:lnTo>
                  <a:lnTo>
                    <a:pt x="627660" y="2582911"/>
                  </a:lnTo>
                  <a:lnTo>
                    <a:pt x="628294" y="2583756"/>
                  </a:lnTo>
                  <a:lnTo>
                    <a:pt x="628929" y="2584705"/>
                  </a:lnTo>
                  <a:lnTo>
                    <a:pt x="629564" y="2585511"/>
                  </a:lnTo>
                  <a:lnTo>
                    <a:pt x="630199" y="2586270"/>
                  </a:lnTo>
                  <a:lnTo>
                    <a:pt x="630834" y="2587030"/>
                  </a:lnTo>
                  <a:lnTo>
                    <a:pt x="631469" y="2587694"/>
                  </a:lnTo>
                  <a:lnTo>
                    <a:pt x="632104" y="2588140"/>
                  </a:lnTo>
                  <a:lnTo>
                    <a:pt x="632738" y="2588624"/>
                  </a:lnTo>
                  <a:lnTo>
                    <a:pt x="633373" y="2588832"/>
                  </a:lnTo>
                  <a:lnTo>
                    <a:pt x="634008" y="2589022"/>
                  </a:lnTo>
                  <a:lnTo>
                    <a:pt x="634643" y="2589269"/>
                  </a:lnTo>
                  <a:lnTo>
                    <a:pt x="635278" y="2589819"/>
                  </a:lnTo>
                  <a:lnTo>
                    <a:pt x="635913" y="2590104"/>
                  </a:lnTo>
                  <a:lnTo>
                    <a:pt x="636547" y="2590104"/>
                  </a:lnTo>
                  <a:lnTo>
                    <a:pt x="637182" y="2590104"/>
                  </a:lnTo>
                  <a:lnTo>
                    <a:pt x="637817" y="2590019"/>
                  </a:lnTo>
                  <a:lnTo>
                    <a:pt x="638452" y="2589867"/>
                  </a:lnTo>
                  <a:lnTo>
                    <a:pt x="639087" y="2589800"/>
                  </a:lnTo>
                  <a:lnTo>
                    <a:pt x="639722" y="2589611"/>
                  </a:lnTo>
                  <a:lnTo>
                    <a:pt x="640356" y="2589421"/>
                  </a:lnTo>
                  <a:lnTo>
                    <a:pt x="640991" y="2589240"/>
                  </a:lnTo>
                  <a:lnTo>
                    <a:pt x="641626" y="2589098"/>
                  </a:lnTo>
                  <a:lnTo>
                    <a:pt x="642261" y="2588804"/>
                  </a:lnTo>
                  <a:lnTo>
                    <a:pt x="642896" y="2588785"/>
                  </a:lnTo>
                  <a:lnTo>
                    <a:pt x="643531" y="2588785"/>
                  </a:lnTo>
                  <a:lnTo>
                    <a:pt x="644166" y="2588690"/>
                  </a:lnTo>
                  <a:lnTo>
                    <a:pt x="644800" y="2588140"/>
                  </a:lnTo>
                  <a:lnTo>
                    <a:pt x="645435" y="2587656"/>
                  </a:lnTo>
                  <a:lnTo>
                    <a:pt x="646070" y="2587276"/>
                  </a:lnTo>
                  <a:lnTo>
                    <a:pt x="646705" y="2586897"/>
                  </a:lnTo>
                  <a:lnTo>
                    <a:pt x="647340" y="2586517"/>
                  </a:lnTo>
                  <a:lnTo>
                    <a:pt x="647975" y="2586100"/>
                  </a:lnTo>
                  <a:lnTo>
                    <a:pt x="648609" y="2585597"/>
                  </a:lnTo>
                  <a:lnTo>
                    <a:pt x="649244" y="2585217"/>
                  </a:lnTo>
                  <a:lnTo>
                    <a:pt x="649879" y="2584838"/>
                  </a:lnTo>
                  <a:lnTo>
                    <a:pt x="650514" y="2584458"/>
                  </a:lnTo>
                  <a:lnTo>
                    <a:pt x="651149" y="2584154"/>
                  </a:lnTo>
                  <a:lnTo>
                    <a:pt x="651784" y="2583965"/>
                  </a:lnTo>
                  <a:lnTo>
                    <a:pt x="652419" y="2583775"/>
                  </a:lnTo>
                  <a:lnTo>
                    <a:pt x="653053" y="2583585"/>
                  </a:lnTo>
                  <a:lnTo>
                    <a:pt x="653688" y="2583433"/>
                  </a:lnTo>
                  <a:lnTo>
                    <a:pt x="654323" y="2583433"/>
                  </a:lnTo>
                  <a:lnTo>
                    <a:pt x="654958" y="2583433"/>
                  </a:lnTo>
                  <a:lnTo>
                    <a:pt x="655593" y="2583433"/>
                  </a:lnTo>
                  <a:lnTo>
                    <a:pt x="656228" y="2583433"/>
                  </a:lnTo>
                  <a:lnTo>
                    <a:pt x="656862" y="2583433"/>
                  </a:lnTo>
                  <a:lnTo>
                    <a:pt x="657497" y="2583433"/>
                  </a:lnTo>
                  <a:lnTo>
                    <a:pt x="658132" y="2583614"/>
                  </a:lnTo>
                  <a:lnTo>
                    <a:pt x="658767" y="2583803"/>
                  </a:lnTo>
                  <a:lnTo>
                    <a:pt x="659402" y="2583993"/>
                  </a:lnTo>
                  <a:lnTo>
                    <a:pt x="660037" y="2584183"/>
                  </a:lnTo>
                  <a:lnTo>
                    <a:pt x="660672" y="2584373"/>
                  </a:lnTo>
                  <a:lnTo>
                    <a:pt x="661306" y="2584562"/>
                  </a:lnTo>
                  <a:lnTo>
                    <a:pt x="661941" y="2584752"/>
                  </a:lnTo>
                  <a:lnTo>
                    <a:pt x="662576" y="2584942"/>
                  </a:lnTo>
                  <a:lnTo>
                    <a:pt x="663211" y="2585284"/>
                  </a:lnTo>
                  <a:lnTo>
                    <a:pt x="663846" y="2585843"/>
                  </a:lnTo>
                  <a:lnTo>
                    <a:pt x="664481" y="2586517"/>
                  </a:lnTo>
                  <a:lnTo>
                    <a:pt x="665115" y="2587267"/>
                  </a:lnTo>
                  <a:lnTo>
                    <a:pt x="665750" y="2587414"/>
                  </a:lnTo>
                  <a:lnTo>
                    <a:pt x="666385" y="2587510"/>
                  </a:lnTo>
                  <a:lnTo>
                    <a:pt x="667020" y="2587748"/>
                  </a:lnTo>
                  <a:lnTo>
                    <a:pt x="667655" y="2587809"/>
                  </a:lnTo>
                  <a:lnTo>
                    <a:pt x="668290" y="2587863"/>
                  </a:lnTo>
                  <a:lnTo>
                    <a:pt x="668925" y="2587917"/>
                  </a:lnTo>
                  <a:lnTo>
                    <a:pt x="669559" y="2587971"/>
                  </a:lnTo>
                  <a:lnTo>
                    <a:pt x="670194" y="2587987"/>
                  </a:lnTo>
                  <a:lnTo>
                    <a:pt x="670829" y="2587893"/>
                  </a:lnTo>
                  <a:lnTo>
                    <a:pt x="671464" y="2587896"/>
                  </a:lnTo>
                  <a:lnTo>
                    <a:pt x="672099" y="2587898"/>
                  </a:lnTo>
                  <a:lnTo>
                    <a:pt x="672734" y="2587790"/>
                  </a:lnTo>
                  <a:lnTo>
                    <a:pt x="673368" y="2587523"/>
                  </a:lnTo>
                  <a:lnTo>
                    <a:pt x="674003" y="2587173"/>
                  </a:lnTo>
                  <a:lnTo>
                    <a:pt x="674638" y="2586770"/>
                  </a:lnTo>
                  <a:lnTo>
                    <a:pt x="675273" y="2586554"/>
                  </a:lnTo>
                  <a:lnTo>
                    <a:pt x="675908" y="2586365"/>
                  </a:lnTo>
                  <a:lnTo>
                    <a:pt x="676543" y="2586059"/>
                  </a:lnTo>
                  <a:lnTo>
                    <a:pt x="677178" y="2586059"/>
                  </a:lnTo>
                  <a:lnTo>
                    <a:pt x="677812" y="2586059"/>
                  </a:lnTo>
                  <a:lnTo>
                    <a:pt x="678447" y="2586059"/>
                  </a:lnTo>
                  <a:lnTo>
                    <a:pt x="679082" y="2586059"/>
                  </a:lnTo>
                  <a:lnTo>
                    <a:pt x="679717" y="2586097"/>
                  </a:lnTo>
                  <a:lnTo>
                    <a:pt x="680352" y="2586230"/>
                  </a:lnTo>
                  <a:lnTo>
                    <a:pt x="680987" y="2586230"/>
                  </a:lnTo>
                  <a:lnTo>
                    <a:pt x="681621" y="2586230"/>
                  </a:lnTo>
                  <a:lnTo>
                    <a:pt x="682256" y="2586230"/>
                  </a:lnTo>
                  <a:lnTo>
                    <a:pt x="682891" y="2586230"/>
                  </a:lnTo>
                  <a:lnTo>
                    <a:pt x="683526" y="2586230"/>
                  </a:lnTo>
                  <a:lnTo>
                    <a:pt x="684161" y="2586230"/>
                  </a:lnTo>
                  <a:lnTo>
                    <a:pt x="684796" y="2586230"/>
                  </a:lnTo>
                  <a:lnTo>
                    <a:pt x="685431" y="2586230"/>
                  </a:lnTo>
                  <a:lnTo>
                    <a:pt x="686065" y="2586230"/>
                  </a:lnTo>
                  <a:lnTo>
                    <a:pt x="686700" y="2586230"/>
                  </a:lnTo>
                  <a:lnTo>
                    <a:pt x="687335" y="2586230"/>
                  </a:lnTo>
                  <a:lnTo>
                    <a:pt x="687970" y="2586230"/>
                  </a:lnTo>
                  <a:lnTo>
                    <a:pt x="688605" y="2586230"/>
                  </a:lnTo>
                  <a:lnTo>
                    <a:pt x="689240" y="2586230"/>
                  </a:lnTo>
                  <a:lnTo>
                    <a:pt x="689874" y="2586230"/>
                  </a:lnTo>
                  <a:lnTo>
                    <a:pt x="690509" y="2586230"/>
                  </a:lnTo>
                  <a:lnTo>
                    <a:pt x="691144" y="2586230"/>
                  </a:lnTo>
                  <a:lnTo>
                    <a:pt x="691779" y="2586230"/>
                  </a:lnTo>
                  <a:lnTo>
                    <a:pt x="692414" y="2586230"/>
                  </a:lnTo>
                  <a:lnTo>
                    <a:pt x="693049" y="2586230"/>
                  </a:lnTo>
                  <a:lnTo>
                    <a:pt x="693683" y="2586230"/>
                  </a:lnTo>
                  <a:lnTo>
                    <a:pt x="694318" y="2586230"/>
                  </a:lnTo>
                  <a:lnTo>
                    <a:pt x="694953" y="2586230"/>
                  </a:lnTo>
                  <a:lnTo>
                    <a:pt x="695588" y="2586230"/>
                  </a:lnTo>
                  <a:lnTo>
                    <a:pt x="696223" y="2586230"/>
                  </a:lnTo>
                  <a:lnTo>
                    <a:pt x="696858" y="2586173"/>
                  </a:lnTo>
                  <a:lnTo>
                    <a:pt x="697493" y="2585983"/>
                  </a:lnTo>
                  <a:lnTo>
                    <a:pt x="698127" y="2585727"/>
                  </a:lnTo>
                  <a:lnTo>
                    <a:pt x="698762" y="2585291"/>
                  </a:lnTo>
                  <a:lnTo>
                    <a:pt x="699397" y="2584721"/>
                  </a:lnTo>
                  <a:lnTo>
                    <a:pt x="700032" y="2584304"/>
                  </a:lnTo>
                  <a:lnTo>
                    <a:pt x="700667" y="2583924"/>
                  </a:lnTo>
                  <a:lnTo>
                    <a:pt x="701302" y="2583545"/>
                  </a:lnTo>
                  <a:lnTo>
                    <a:pt x="701936" y="2583165"/>
                  </a:lnTo>
                  <a:lnTo>
                    <a:pt x="702571" y="2582786"/>
                  </a:lnTo>
                  <a:lnTo>
                    <a:pt x="703206" y="2582311"/>
                  </a:lnTo>
                  <a:lnTo>
                    <a:pt x="703841" y="2581742"/>
                  </a:lnTo>
                  <a:lnTo>
                    <a:pt x="704476" y="2581680"/>
                  </a:lnTo>
                  <a:lnTo>
                    <a:pt x="705111" y="2581879"/>
                  </a:lnTo>
                  <a:lnTo>
                    <a:pt x="705746" y="2582107"/>
                  </a:lnTo>
                  <a:lnTo>
                    <a:pt x="706380" y="2582549"/>
                  </a:lnTo>
                  <a:lnTo>
                    <a:pt x="707015" y="2583077"/>
                  </a:lnTo>
                  <a:lnTo>
                    <a:pt x="707650" y="2583643"/>
                  </a:lnTo>
                  <a:lnTo>
                    <a:pt x="708285" y="2584314"/>
                  </a:lnTo>
                  <a:lnTo>
                    <a:pt x="708920" y="2585062"/>
                  </a:lnTo>
                  <a:lnTo>
                    <a:pt x="709555" y="2585659"/>
                  </a:lnTo>
                  <a:lnTo>
                    <a:pt x="710189" y="2586217"/>
                  </a:lnTo>
                  <a:lnTo>
                    <a:pt x="710824" y="2586775"/>
                  </a:lnTo>
                  <a:lnTo>
                    <a:pt x="711459" y="2587333"/>
                  </a:lnTo>
                  <a:lnTo>
                    <a:pt x="712094" y="2587892"/>
                  </a:lnTo>
                  <a:lnTo>
                    <a:pt x="712729" y="2588505"/>
                  </a:lnTo>
                  <a:lnTo>
                    <a:pt x="713364" y="2589091"/>
                  </a:lnTo>
                  <a:lnTo>
                    <a:pt x="713999" y="2589452"/>
                  </a:lnTo>
                  <a:lnTo>
                    <a:pt x="714633" y="2589807"/>
                  </a:lnTo>
                  <a:lnTo>
                    <a:pt x="715268" y="2589807"/>
                  </a:lnTo>
                  <a:lnTo>
                    <a:pt x="715903" y="2589926"/>
                  </a:lnTo>
                  <a:lnTo>
                    <a:pt x="716538" y="2590067"/>
                  </a:lnTo>
                  <a:lnTo>
                    <a:pt x="717173" y="2590209"/>
                  </a:lnTo>
                  <a:lnTo>
                    <a:pt x="717808" y="2590380"/>
                  </a:lnTo>
                  <a:lnTo>
                    <a:pt x="718442" y="2590503"/>
                  </a:lnTo>
                  <a:lnTo>
                    <a:pt x="719077" y="2590535"/>
                  </a:lnTo>
                  <a:lnTo>
                    <a:pt x="719712" y="2590568"/>
                  </a:lnTo>
                  <a:lnTo>
                    <a:pt x="720347" y="2590601"/>
                  </a:lnTo>
                  <a:lnTo>
                    <a:pt x="720982" y="2590633"/>
                  </a:lnTo>
                  <a:lnTo>
                    <a:pt x="721617" y="2590666"/>
                  </a:lnTo>
                  <a:lnTo>
                    <a:pt x="722252" y="2590437"/>
                  </a:lnTo>
                  <a:lnTo>
                    <a:pt x="722886" y="2590289"/>
                  </a:lnTo>
                  <a:lnTo>
                    <a:pt x="723521" y="2590093"/>
                  </a:lnTo>
                  <a:lnTo>
                    <a:pt x="724156" y="2589726"/>
                  </a:lnTo>
                  <a:lnTo>
                    <a:pt x="724791" y="2589214"/>
                  </a:lnTo>
                  <a:lnTo>
                    <a:pt x="725426" y="2588742"/>
                  </a:lnTo>
                  <a:lnTo>
                    <a:pt x="726061" y="2588139"/>
                  </a:lnTo>
                  <a:lnTo>
                    <a:pt x="726695" y="2587536"/>
                  </a:lnTo>
                  <a:lnTo>
                    <a:pt x="727330" y="2586365"/>
                  </a:lnTo>
                  <a:lnTo>
                    <a:pt x="727965" y="2585235"/>
                  </a:lnTo>
                  <a:lnTo>
                    <a:pt x="728600" y="2584202"/>
                  </a:lnTo>
                  <a:lnTo>
                    <a:pt x="729235" y="2583169"/>
                  </a:lnTo>
                  <a:lnTo>
                    <a:pt x="729870" y="2582267"/>
                  </a:lnTo>
                  <a:lnTo>
                    <a:pt x="730505" y="2581372"/>
                  </a:lnTo>
                  <a:lnTo>
                    <a:pt x="731139" y="2580297"/>
                  </a:lnTo>
                  <a:lnTo>
                    <a:pt x="731774" y="2579254"/>
                  </a:lnTo>
                  <a:lnTo>
                    <a:pt x="732409" y="2578071"/>
                  </a:lnTo>
                  <a:lnTo>
                    <a:pt x="733044" y="2577095"/>
                  </a:lnTo>
                  <a:lnTo>
                    <a:pt x="733679" y="2576449"/>
                  </a:lnTo>
                  <a:lnTo>
                    <a:pt x="734314" y="2576933"/>
                  </a:lnTo>
                  <a:lnTo>
                    <a:pt x="734948" y="2577834"/>
                  </a:lnTo>
                  <a:lnTo>
                    <a:pt x="735583" y="2578973"/>
                  </a:lnTo>
                  <a:lnTo>
                    <a:pt x="736218" y="2580111"/>
                  </a:lnTo>
                  <a:lnTo>
                    <a:pt x="736853" y="2581250"/>
                  </a:lnTo>
                  <a:lnTo>
                    <a:pt x="737488" y="2582398"/>
                  </a:lnTo>
                  <a:lnTo>
                    <a:pt x="738123" y="2583537"/>
                  </a:lnTo>
                  <a:lnTo>
                    <a:pt x="738758" y="2584676"/>
                  </a:lnTo>
                  <a:lnTo>
                    <a:pt x="739392" y="2585757"/>
                  </a:lnTo>
                  <a:lnTo>
                    <a:pt x="740027" y="2586934"/>
                  </a:lnTo>
                  <a:lnTo>
                    <a:pt x="740662" y="2588689"/>
                  </a:lnTo>
                  <a:lnTo>
                    <a:pt x="741297" y="2590701"/>
                  </a:lnTo>
                  <a:lnTo>
                    <a:pt x="741932" y="2592921"/>
                  </a:lnTo>
                  <a:lnTo>
                    <a:pt x="742567" y="2595189"/>
                  </a:lnTo>
                  <a:lnTo>
                    <a:pt x="743201" y="2597419"/>
                  </a:lnTo>
                  <a:lnTo>
                    <a:pt x="743836" y="2599156"/>
                  </a:lnTo>
                  <a:lnTo>
                    <a:pt x="744471" y="2600408"/>
                  </a:lnTo>
                  <a:lnTo>
                    <a:pt x="745106" y="2601547"/>
                  </a:lnTo>
                  <a:lnTo>
                    <a:pt x="745741" y="2602686"/>
                  </a:lnTo>
                  <a:lnTo>
                    <a:pt x="746376" y="2603824"/>
                  </a:lnTo>
                  <a:lnTo>
                    <a:pt x="747010" y="2604963"/>
                  </a:lnTo>
                  <a:lnTo>
                    <a:pt x="747645" y="2606102"/>
                  </a:lnTo>
                  <a:lnTo>
                    <a:pt x="748280" y="2607240"/>
                  </a:lnTo>
                  <a:lnTo>
                    <a:pt x="748915" y="2608255"/>
                  </a:lnTo>
                  <a:lnTo>
                    <a:pt x="749550" y="2609166"/>
                  </a:lnTo>
                  <a:lnTo>
                    <a:pt x="750185" y="2609679"/>
                  </a:lnTo>
                  <a:lnTo>
                    <a:pt x="750820" y="2609945"/>
                  </a:lnTo>
                  <a:lnTo>
                    <a:pt x="751454" y="2610134"/>
                  </a:lnTo>
                  <a:lnTo>
                    <a:pt x="752089" y="2610144"/>
                  </a:lnTo>
                  <a:lnTo>
                    <a:pt x="752724" y="2610144"/>
                  </a:lnTo>
                  <a:lnTo>
                    <a:pt x="753359" y="2610144"/>
                  </a:lnTo>
                  <a:lnTo>
                    <a:pt x="753994" y="2610144"/>
                  </a:lnTo>
                  <a:lnTo>
                    <a:pt x="754629" y="2610144"/>
                  </a:lnTo>
                  <a:lnTo>
                    <a:pt x="755263" y="2610144"/>
                  </a:lnTo>
                  <a:lnTo>
                    <a:pt x="755898" y="2610144"/>
                  </a:lnTo>
                  <a:lnTo>
                    <a:pt x="756533" y="2610144"/>
                  </a:lnTo>
                  <a:lnTo>
                    <a:pt x="757168" y="2610144"/>
                  </a:lnTo>
                  <a:lnTo>
                    <a:pt x="757803" y="2610144"/>
                  </a:lnTo>
                  <a:lnTo>
                    <a:pt x="758438" y="2610153"/>
                  </a:lnTo>
                  <a:lnTo>
                    <a:pt x="759073" y="2610343"/>
                  </a:lnTo>
                  <a:lnTo>
                    <a:pt x="759707" y="2610618"/>
                  </a:lnTo>
                  <a:lnTo>
                    <a:pt x="760342" y="2611169"/>
                  </a:lnTo>
                  <a:lnTo>
                    <a:pt x="760977" y="2611738"/>
                  </a:lnTo>
                  <a:lnTo>
                    <a:pt x="761612" y="2612307"/>
                  </a:lnTo>
                  <a:lnTo>
                    <a:pt x="762247" y="2612877"/>
                  </a:lnTo>
                  <a:lnTo>
                    <a:pt x="762882" y="2613531"/>
                  </a:lnTo>
                  <a:lnTo>
                    <a:pt x="763516" y="2614290"/>
                  </a:lnTo>
                  <a:lnTo>
                    <a:pt x="764151" y="2615050"/>
                  </a:lnTo>
                  <a:lnTo>
                    <a:pt x="764786" y="2615809"/>
                  </a:lnTo>
                  <a:lnTo>
                    <a:pt x="765421" y="2616568"/>
                  </a:lnTo>
                  <a:lnTo>
                    <a:pt x="766056" y="2617583"/>
                  </a:lnTo>
                  <a:lnTo>
                    <a:pt x="766691" y="2618722"/>
                  </a:lnTo>
                  <a:lnTo>
                    <a:pt x="767326" y="2619860"/>
                  </a:lnTo>
                  <a:lnTo>
                    <a:pt x="767960" y="2620990"/>
                  </a:lnTo>
                  <a:lnTo>
                    <a:pt x="768595" y="2622014"/>
                  </a:lnTo>
                  <a:lnTo>
                    <a:pt x="769230" y="2623068"/>
                  </a:lnTo>
                  <a:lnTo>
                    <a:pt x="769865" y="2623846"/>
                  </a:lnTo>
                  <a:lnTo>
                    <a:pt x="770500" y="2624605"/>
                  </a:lnTo>
                  <a:lnTo>
                    <a:pt x="771135" y="2625402"/>
                  </a:lnTo>
                  <a:lnTo>
                    <a:pt x="771769" y="2626351"/>
                  </a:lnTo>
                  <a:lnTo>
                    <a:pt x="772404" y="2627214"/>
                  </a:lnTo>
                  <a:lnTo>
                    <a:pt x="773039" y="2627973"/>
                  </a:lnTo>
                  <a:lnTo>
                    <a:pt x="773674" y="2628732"/>
                  </a:lnTo>
                  <a:lnTo>
                    <a:pt x="774309" y="2629492"/>
                  </a:lnTo>
                  <a:lnTo>
                    <a:pt x="774944" y="2630251"/>
                  </a:lnTo>
                  <a:lnTo>
                    <a:pt x="775579" y="2630754"/>
                  </a:lnTo>
                  <a:lnTo>
                    <a:pt x="776213" y="2631133"/>
                  </a:lnTo>
                  <a:lnTo>
                    <a:pt x="776848" y="2631513"/>
                  </a:lnTo>
                  <a:lnTo>
                    <a:pt x="777483" y="2631892"/>
                  </a:lnTo>
                  <a:lnTo>
                    <a:pt x="778118" y="2632196"/>
                  </a:lnTo>
                  <a:lnTo>
                    <a:pt x="778753" y="2632386"/>
                  </a:lnTo>
                  <a:lnTo>
                    <a:pt x="779388" y="2632575"/>
                  </a:lnTo>
                  <a:lnTo>
                    <a:pt x="780022" y="2632765"/>
                  </a:lnTo>
                  <a:lnTo>
                    <a:pt x="780657" y="2632917"/>
                  </a:lnTo>
                  <a:lnTo>
                    <a:pt x="781292" y="2632917"/>
                  </a:lnTo>
                  <a:lnTo>
                    <a:pt x="781927" y="2632917"/>
                  </a:lnTo>
                  <a:lnTo>
                    <a:pt x="782562" y="2632917"/>
                  </a:lnTo>
                  <a:lnTo>
                    <a:pt x="783197" y="2632917"/>
                  </a:lnTo>
                  <a:lnTo>
                    <a:pt x="783832" y="2632917"/>
                  </a:lnTo>
                  <a:lnTo>
                    <a:pt x="784466" y="2632917"/>
                  </a:lnTo>
                  <a:lnTo>
                    <a:pt x="785101" y="2632917"/>
                  </a:lnTo>
                  <a:lnTo>
                    <a:pt x="785736" y="2632917"/>
                  </a:lnTo>
                  <a:lnTo>
                    <a:pt x="786371" y="2632794"/>
                  </a:lnTo>
                  <a:lnTo>
                    <a:pt x="787006" y="2632604"/>
                  </a:lnTo>
                  <a:lnTo>
                    <a:pt x="787641" y="2632329"/>
                  </a:lnTo>
                  <a:lnTo>
                    <a:pt x="788275" y="2631949"/>
                  </a:lnTo>
                  <a:lnTo>
                    <a:pt x="788910" y="2631570"/>
                  </a:lnTo>
                  <a:lnTo>
                    <a:pt x="789545" y="2631190"/>
                  </a:lnTo>
                  <a:lnTo>
                    <a:pt x="790180" y="2630725"/>
                  </a:lnTo>
                  <a:lnTo>
                    <a:pt x="790815" y="2629947"/>
                  </a:lnTo>
                  <a:lnTo>
                    <a:pt x="791450" y="2628998"/>
                  </a:lnTo>
                  <a:lnTo>
                    <a:pt x="792085" y="2628059"/>
                  </a:lnTo>
                  <a:lnTo>
                    <a:pt x="792719" y="2627300"/>
                  </a:lnTo>
                  <a:lnTo>
                    <a:pt x="793354" y="2626541"/>
                  </a:lnTo>
                  <a:lnTo>
                    <a:pt x="793989" y="2625781"/>
                  </a:lnTo>
                  <a:lnTo>
                    <a:pt x="794624" y="2625022"/>
                  </a:lnTo>
                  <a:lnTo>
                    <a:pt x="795259" y="2624263"/>
                  </a:lnTo>
                  <a:lnTo>
                    <a:pt x="795894" y="2623627"/>
                  </a:lnTo>
                  <a:lnTo>
                    <a:pt x="796528" y="2623058"/>
                  </a:lnTo>
                  <a:lnTo>
                    <a:pt x="797163" y="2622612"/>
                  </a:lnTo>
                  <a:lnTo>
                    <a:pt x="797798" y="2622422"/>
                  </a:lnTo>
                  <a:lnTo>
                    <a:pt x="798433" y="2622233"/>
                  </a:lnTo>
                  <a:lnTo>
                    <a:pt x="799068" y="2622043"/>
                  </a:lnTo>
                  <a:lnTo>
                    <a:pt x="799703" y="2621938"/>
                  </a:lnTo>
                  <a:lnTo>
                    <a:pt x="800338" y="2622147"/>
                  </a:lnTo>
                  <a:lnTo>
                    <a:pt x="800972" y="2622527"/>
                  </a:lnTo>
                  <a:lnTo>
                    <a:pt x="801607" y="2622897"/>
                  </a:lnTo>
                  <a:lnTo>
                    <a:pt x="802242" y="2623087"/>
                  </a:lnTo>
                  <a:lnTo>
                    <a:pt x="802877" y="2623276"/>
                  </a:lnTo>
                  <a:lnTo>
                    <a:pt x="803512" y="2623466"/>
                  </a:lnTo>
                  <a:lnTo>
                    <a:pt x="804147" y="2623656"/>
                  </a:lnTo>
                  <a:lnTo>
                    <a:pt x="804781" y="2623846"/>
                  </a:lnTo>
                  <a:lnTo>
                    <a:pt x="805416" y="2624035"/>
                  </a:lnTo>
                  <a:lnTo>
                    <a:pt x="806051" y="2624225"/>
                  </a:lnTo>
                  <a:lnTo>
                    <a:pt x="806686" y="2624377"/>
                  </a:lnTo>
                  <a:lnTo>
                    <a:pt x="807321" y="2624377"/>
                  </a:lnTo>
                  <a:lnTo>
                    <a:pt x="807956" y="2624377"/>
                  </a:lnTo>
                  <a:lnTo>
                    <a:pt x="808590" y="2624377"/>
                  </a:lnTo>
                  <a:lnTo>
                    <a:pt x="809225" y="2624377"/>
                  </a:lnTo>
                  <a:lnTo>
                    <a:pt x="809860" y="2624377"/>
                  </a:lnTo>
                  <a:lnTo>
                    <a:pt x="810495" y="2624377"/>
                  </a:lnTo>
                  <a:lnTo>
                    <a:pt x="811130" y="2624630"/>
                  </a:lnTo>
                  <a:lnTo>
                    <a:pt x="811765" y="2624914"/>
                  </a:lnTo>
                  <a:lnTo>
                    <a:pt x="812400" y="2625198"/>
                  </a:lnTo>
                  <a:lnTo>
                    <a:pt x="813034" y="2625483"/>
                  </a:lnTo>
                  <a:lnTo>
                    <a:pt x="813669" y="2625792"/>
                  </a:lnTo>
                  <a:lnTo>
                    <a:pt x="814304" y="2626101"/>
                  </a:lnTo>
                  <a:lnTo>
                    <a:pt x="814939" y="2626410"/>
                  </a:lnTo>
                  <a:lnTo>
                    <a:pt x="815574" y="2626719"/>
                  </a:lnTo>
                  <a:lnTo>
                    <a:pt x="816209" y="2627028"/>
                  </a:lnTo>
                  <a:lnTo>
                    <a:pt x="816843" y="2627338"/>
                  </a:lnTo>
                  <a:lnTo>
                    <a:pt x="817478" y="2627647"/>
                  </a:lnTo>
                  <a:lnTo>
                    <a:pt x="818113" y="2627956"/>
                  </a:lnTo>
                  <a:lnTo>
                    <a:pt x="818748" y="2628265"/>
                  </a:lnTo>
                  <a:lnTo>
                    <a:pt x="819383" y="2628574"/>
                  </a:lnTo>
                  <a:lnTo>
                    <a:pt x="820018" y="2628884"/>
                  </a:lnTo>
                  <a:lnTo>
                    <a:pt x="820653" y="2629188"/>
                  </a:lnTo>
                  <a:lnTo>
                    <a:pt x="821287" y="2629472"/>
                  </a:lnTo>
                  <a:lnTo>
                    <a:pt x="821922" y="2629756"/>
                  </a:lnTo>
                  <a:lnTo>
                    <a:pt x="822557" y="2630018"/>
                  </a:lnTo>
                  <a:lnTo>
                    <a:pt x="823192" y="2630018"/>
                  </a:lnTo>
                  <a:lnTo>
                    <a:pt x="823827" y="2630075"/>
                  </a:lnTo>
                  <a:lnTo>
                    <a:pt x="824462" y="2630265"/>
                  </a:lnTo>
                  <a:lnTo>
                    <a:pt x="825096" y="2630521"/>
                  </a:lnTo>
                  <a:lnTo>
                    <a:pt x="825731" y="2630957"/>
                  </a:lnTo>
                  <a:lnTo>
                    <a:pt x="826366" y="2631527"/>
                  </a:lnTo>
                  <a:lnTo>
                    <a:pt x="827001" y="2632096"/>
                  </a:lnTo>
                  <a:lnTo>
                    <a:pt x="827636" y="2632665"/>
                  </a:lnTo>
                  <a:lnTo>
                    <a:pt x="828271" y="2633235"/>
                  </a:lnTo>
                  <a:lnTo>
                    <a:pt x="828906" y="2633804"/>
                  </a:lnTo>
                  <a:lnTo>
                    <a:pt x="829540" y="2634373"/>
                  </a:lnTo>
                  <a:lnTo>
                    <a:pt x="830175" y="2635038"/>
                  </a:lnTo>
                  <a:lnTo>
                    <a:pt x="830810" y="2635797"/>
                  </a:lnTo>
                  <a:lnTo>
                    <a:pt x="831445" y="2636048"/>
                  </a:lnTo>
                  <a:lnTo>
                    <a:pt x="832080" y="2636039"/>
                  </a:lnTo>
                  <a:lnTo>
                    <a:pt x="832715" y="2636001"/>
                  </a:lnTo>
                  <a:lnTo>
                    <a:pt x="833349" y="2635929"/>
                  </a:lnTo>
                  <a:lnTo>
                    <a:pt x="833984" y="2635781"/>
                  </a:lnTo>
                  <a:lnTo>
                    <a:pt x="834619" y="2635594"/>
                  </a:lnTo>
                  <a:lnTo>
                    <a:pt x="835254" y="2635302"/>
                  </a:lnTo>
                  <a:lnTo>
                    <a:pt x="835889" y="2634934"/>
                  </a:lnTo>
                  <a:lnTo>
                    <a:pt x="836524" y="2634452"/>
                  </a:lnTo>
                  <a:lnTo>
                    <a:pt x="837159" y="2633893"/>
                  </a:lnTo>
                  <a:lnTo>
                    <a:pt x="837793" y="2633221"/>
                  </a:lnTo>
                  <a:lnTo>
                    <a:pt x="838428" y="2632473"/>
                  </a:lnTo>
                  <a:lnTo>
                    <a:pt x="839063" y="2632037"/>
                  </a:lnTo>
                  <a:lnTo>
                    <a:pt x="839698" y="2631508"/>
                  </a:lnTo>
                  <a:lnTo>
                    <a:pt x="840333" y="2631007"/>
                  </a:lnTo>
                  <a:lnTo>
                    <a:pt x="840968" y="2630990"/>
                  </a:lnTo>
                  <a:lnTo>
                    <a:pt x="841602" y="2630863"/>
                  </a:lnTo>
                  <a:lnTo>
                    <a:pt x="842237" y="2631091"/>
                  </a:lnTo>
                  <a:lnTo>
                    <a:pt x="842872" y="2631020"/>
                  </a:lnTo>
                  <a:lnTo>
                    <a:pt x="843507" y="2630917"/>
                  </a:lnTo>
                  <a:lnTo>
                    <a:pt x="844142" y="2630814"/>
                  </a:lnTo>
                  <a:lnTo>
                    <a:pt x="844777" y="2630626"/>
                  </a:lnTo>
                  <a:lnTo>
                    <a:pt x="845412" y="2630432"/>
                  </a:lnTo>
                  <a:lnTo>
                    <a:pt x="846046" y="2630394"/>
                  </a:lnTo>
                  <a:lnTo>
                    <a:pt x="846681" y="2630372"/>
                  </a:lnTo>
                  <a:lnTo>
                    <a:pt x="847316" y="2630334"/>
                  </a:lnTo>
                  <a:lnTo>
                    <a:pt x="847951" y="2630339"/>
                  </a:lnTo>
                  <a:lnTo>
                    <a:pt x="848586" y="2630336"/>
                  </a:lnTo>
                  <a:lnTo>
                    <a:pt x="849221" y="2630059"/>
                  </a:lnTo>
                  <a:lnTo>
                    <a:pt x="849855" y="2629679"/>
                  </a:lnTo>
                  <a:lnTo>
                    <a:pt x="850490" y="2629266"/>
                  </a:lnTo>
                  <a:lnTo>
                    <a:pt x="851125" y="2628830"/>
                  </a:lnTo>
                  <a:lnTo>
                    <a:pt x="851760" y="2628539"/>
                  </a:lnTo>
                  <a:lnTo>
                    <a:pt x="852395" y="2628114"/>
                  </a:lnTo>
                  <a:lnTo>
                    <a:pt x="853030" y="2627736"/>
                  </a:lnTo>
                  <a:lnTo>
                    <a:pt x="853665" y="2627358"/>
                  </a:lnTo>
                  <a:lnTo>
                    <a:pt x="854299" y="2627642"/>
                  </a:lnTo>
                  <a:lnTo>
                    <a:pt x="854934" y="2628022"/>
                  </a:lnTo>
                  <a:lnTo>
                    <a:pt x="855569" y="2628401"/>
                  </a:lnTo>
                  <a:lnTo>
                    <a:pt x="856204" y="2628705"/>
                  </a:lnTo>
                  <a:lnTo>
                    <a:pt x="856839" y="2629084"/>
                  </a:lnTo>
                  <a:lnTo>
                    <a:pt x="857474" y="2629464"/>
                  </a:lnTo>
                  <a:lnTo>
                    <a:pt x="858108" y="2630100"/>
                  </a:lnTo>
                  <a:lnTo>
                    <a:pt x="858743" y="2630859"/>
                  </a:lnTo>
                  <a:lnTo>
                    <a:pt x="859378" y="2631751"/>
                  </a:lnTo>
                  <a:lnTo>
                    <a:pt x="860013" y="2632396"/>
                  </a:lnTo>
                  <a:lnTo>
                    <a:pt x="860648" y="2632738"/>
                  </a:lnTo>
                  <a:lnTo>
                    <a:pt x="861283" y="2632842"/>
                  </a:lnTo>
                  <a:lnTo>
                    <a:pt x="861917" y="2632937"/>
                  </a:lnTo>
                  <a:lnTo>
                    <a:pt x="862552" y="2632937"/>
                  </a:lnTo>
                  <a:lnTo>
                    <a:pt x="863187" y="2632937"/>
                  </a:lnTo>
                  <a:lnTo>
                    <a:pt x="863822" y="2632937"/>
                  </a:lnTo>
                  <a:lnTo>
                    <a:pt x="864457" y="2632871"/>
                  </a:lnTo>
                  <a:lnTo>
                    <a:pt x="865092" y="2632681"/>
                  </a:lnTo>
                  <a:lnTo>
                    <a:pt x="865727" y="2632614"/>
                  </a:lnTo>
                  <a:lnTo>
                    <a:pt x="866361" y="2632614"/>
                  </a:lnTo>
                  <a:lnTo>
                    <a:pt x="866996" y="2632614"/>
                  </a:lnTo>
                  <a:lnTo>
                    <a:pt x="867631" y="2632434"/>
                  </a:lnTo>
                  <a:lnTo>
                    <a:pt x="868266" y="2632244"/>
                  </a:lnTo>
                  <a:lnTo>
                    <a:pt x="868901" y="2631922"/>
                  </a:lnTo>
                  <a:lnTo>
                    <a:pt x="869536" y="2631732"/>
                  </a:lnTo>
                  <a:lnTo>
                    <a:pt x="870170" y="2631542"/>
                  </a:lnTo>
                  <a:lnTo>
                    <a:pt x="870805" y="2631352"/>
                  </a:lnTo>
                  <a:lnTo>
                    <a:pt x="871440" y="2631295"/>
                  </a:lnTo>
                  <a:lnTo>
                    <a:pt x="872075" y="2631295"/>
                  </a:lnTo>
                  <a:lnTo>
                    <a:pt x="872710" y="2631295"/>
                  </a:lnTo>
                  <a:lnTo>
                    <a:pt x="873345" y="2631295"/>
                  </a:lnTo>
                  <a:lnTo>
                    <a:pt x="873980" y="2631295"/>
                  </a:lnTo>
                  <a:lnTo>
                    <a:pt x="874614" y="2631295"/>
                  </a:lnTo>
                  <a:lnTo>
                    <a:pt x="875249" y="2631295"/>
                  </a:lnTo>
                  <a:lnTo>
                    <a:pt x="875884" y="2631295"/>
                  </a:lnTo>
                  <a:lnTo>
                    <a:pt x="876519" y="2631295"/>
                  </a:lnTo>
                  <a:lnTo>
                    <a:pt x="877154" y="2631295"/>
                  </a:lnTo>
                  <a:lnTo>
                    <a:pt x="877789" y="2631295"/>
                  </a:lnTo>
                  <a:lnTo>
                    <a:pt x="878423" y="2631295"/>
                  </a:lnTo>
                  <a:lnTo>
                    <a:pt x="879058" y="2631295"/>
                  </a:lnTo>
                  <a:lnTo>
                    <a:pt x="879693" y="2631295"/>
                  </a:lnTo>
                  <a:lnTo>
                    <a:pt x="880328" y="2631295"/>
                  </a:lnTo>
                  <a:lnTo>
                    <a:pt x="880963" y="2631295"/>
                  </a:lnTo>
                  <a:lnTo>
                    <a:pt x="881598" y="2631286"/>
                  </a:lnTo>
                  <a:lnTo>
                    <a:pt x="882233" y="2631096"/>
                  </a:lnTo>
                  <a:lnTo>
                    <a:pt x="882867" y="2630906"/>
                  </a:lnTo>
                  <a:lnTo>
                    <a:pt x="883502" y="2630717"/>
                  </a:lnTo>
                  <a:lnTo>
                    <a:pt x="884137" y="2630527"/>
                  </a:lnTo>
                  <a:lnTo>
                    <a:pt x="884772" y="2630337"/>
                  </a:lnTo>
                  <a:lnTo>
                    <a:pt x="885407" y="2630147"/>
                  </a:lnTo>
                  <a:lnTo>
                    <a:pt x="886042" y="2629957"/>
                  </a:lnTo>
                  <a:lnTo>
                    <a:pt x="886676" y="2629768"/>
                  </a:lnTo>
                  <a:lnTo>
                    <a:pt x="887311" y="2629578"/>
                  </a:lnTo>
                  <a:lnTo>
                    <a:pt x="887946" y="2629388"/>
                  </a:lnTo>
                  <a:lnTo>
                    <a:pt x="888581" y="2629103"/>
                  </a:lnTo>
                  <a:lnTo>
                    <a:pt x="889216" y="2628724"/>
                  </a:lnTo>
                  <a:lnTo>
                    <a:pt x="889851" y="2628344"/>
                  </a:lnTo>
                  <a:lnTo>
                    <a:pt x="890486" y="2627898"/>
                  </a:lnTo>
                  <a:lnTo>
                    <a:pt x="891120" y="2627339"/>
                  </a:lnTo>
                  <a:lnTo>
                    <a:pt x="891755" y="2626931"/>
                  </a:lnTo>
                  <a:lnTo>
                    <a:pt x="892390" y="2626361"/>
                  </a:lnTo>
                  <a:lnTo>
                    <a:pt x="893025" y="2625792"/>
                  </a:lnTo>
                  <a:lnTo>
                    <a:pt x="893660" y="2625223"/>
                  </a:lnTo>
                  <a:lnTo>
                    <a:pt x="894295" y="2624653"/>
                  </a:lnTo>
                  <a:lnTo>
                    <a:pt x="894929" y="2624084"/>
                  </a:lnTo>
                  <a:lnTo>
                    <a:pt x="895564" y="2623515"/>
                  </a:lnTo>
                  <a:lnTo>
                    <a:pt x="896199" y="2622945"/>
                  </a:lnTo>
                  <a:lnTo>
                    <a:pt x="896834" y="2622376"/>
                  </a:lnTo>
                  <a:lnTo>
                    <a:pt x="897469" y="2621807"/>
                  </a:lnTo>
                  <a:lnTo>
                    <a:pt x="898104" y="2621332"/>
                  </a:lnTo>
                  <a:lnTo>
                    <a:pt x="898739" y="2620953"/>
                  </a:lnTo>
                  <a:lnTo>
                    <a:pt x="899373" y="2620573"/>
                  </a:lnTo>
                  <a:lnTo>
                    <a:pt x="900008" y="2620260"/>
                  </a:lnTo>
                  <a:lnTo>
                    <a:pt x="900643" y="2620070"/>
                  </a:lnTo>
                  <a:lnTo>
                    <a:pt x="901278" y="2619909"/>
                  </a:lnTo>
                  <a:lnTo>
                    <a:pt x="901913" y="2619909"/>
                  </a:lnTo>
                  <a:lnTo>
                    <a:pt x="902548" y="2619909"/>
                  </a:lnTo>
                  <a:lnTo>
                    <a:pt x="903182" y="2619909"/>
                  </a:lnTo>
                  <a:lnTo>
                    <a:pt x="903817" y="2619909"/>
                  </a:lnTo>
                  <a:lnTo>
                    <a:pt x="904452" y="2619909"/>
                  </a:lnTo>
                  <a:lnTo>
                    <a:pt x="905087" y="2619909"/>
                  </a:lnTo>
                  <a:lnTo>
                    <a:pt x="905722" y="2619909"/>
                  </a:lnTo>
                  <a:lnTo>
                    <a:pt x="906357" y="2619909"/>
                  </a:lnTo>
                  <a:lnTo>
                    <a:pt x="906992" y="2619909"/>
                  </a:lnTo>
                  <a:lnTo>
                    <a:pt x="907626" y="2619909"/>
                  </a:lnTo>
                  <a:lnTo>
                    <a:pt x="908261" y="2619909"/>
                  </a:lnTo>
                  <a:lnTo>
                    <a:pt x="908896" y="2619909"/>
                  </a:lnTo>
                  <a:lnTo>
                    <a:pt x="909531" y="2619909"/>
                  </a:lnTo>
                  <a:lnTo>
                    <a:pt x="910166" y="2619909"/>
                  </a:lnTo>
                  <a:lnTo>
                    <a:pt x="910801" y="2619909"/>
                  </a:lnTo>
                  <a:lnTo>
                    <a:pt x="911435" y="2619909"/>
                  </a:lnTo>
                  <a:lnTo>
                    <a:pt x="912070" y="2620170"/>
                  </a:lnTo>
                  <a:lnTo>
                    <a:pt x="912705" y="2620455"/>
                  </a:lnTo>
                  <a:lnTo>
                    <a:pt x="913340" y="2620883"/>
                  </a:lnTo>
                  <a:lnTo>
                    <a:pt x="913975" y="2621381"/>
                  </a:lnTo>
                  <a:lnTo>
                    <a:pt x="914610" y="2621966"/>
                  </a:lnTo>
                  <a:lnTo>
                    <a:pt x="915244" y="2622655"/>
                  </a:lnTo>
                  <a:lnTo>
                    <a:pt x="915879" y="2623343"/>
                  </a:lnTo>
                  <a:lnTo>
                    <a:pt x="916514" y="2624032"/>
                  </a:lnTo>
                  <a:lnTo>
                    <a:pt x="917149" y="2624806"/>
                  </a:lnTo>
                  <a:lnTo>
                    <a:pt x="917784" y="2625893"/>
                  </a:lnTo>
                  <a:lnTo>
                    <a:pt x="918419" y="2627152"/>
                  </a:lnTo>
                  <a:lnTo>
                    <a:pt x="919054" y="2628410"/>
                  </a:lnTo>
                  <a:lnTo>
                    <a:pt x="919688" y="2629668"/>
                  </a:lnTo>
                  <a:lnTo>
                    <a:pt x="920323" y="2630926"/>
                  </a:lnTo>
                  <a:lnTo>
                    <a:pt x="920958" y="2632184"/>
                  </a:lnTo>
                  <a:lnTo>
                    <a:pt x="921593" y="2633417"/>
                  </a:lnTo>
                  <a:lnTo>
                    <a:pt x="922228" y="2634650"/>
                  </a:lnTo>
                  <a:lnTo>
                    <a:pt x="922863" y="2635729"/>
                  </a:lnTo>
                  <a:lnTo>
                    <a:pt x="923497" y="2636744"/>
                  </a:lnTo>
                  <a:lnTo>
                    <a:pt x="924132" y="2637566"/>
                  </a:lnTo>
                  <a:lnTo>
                    <a:pt x="924767" y="2638307"/>
                  </a:lnTo>
                  <a:lnTo>
                    <a:pt x="925402" y="2639047"/>
                  </a:lnTo>
                  <a:lnTo>
                    <a:pt x="926037" y="2639787"/>
                  </a:lnTo>
                  <a:lnTo>
                    <a:pt x="926672" y="2640442"/>
                  </a:lnTo>
                  <a:lnTo>
                    <a:pt x="927307" y="2640784"/>
                  </a:lnTo>
                  <a:lnTo>
                    <a:pt x="927941" y="2640955"/>
                  </a:lnTo>
                  <a:lnTo>
                    <a:pt x="928576" y="2641126"/>
                  </a:lnTo>
                  <a:lnTo>
                    <a:pt x="929211" y="2641158"/>
                  </a:lnTo>
                  <a:lnTo>
                    <a:pt x="929846" y="2641393"/>
                  </a:lnTo>
                  <a:lnTo>
                    <a:pt x="930481" y="2641661"/>
                  </a:lnTo>
                  <a:lnTo>
                    <a:pt x="931116" y="2641920"/>
                  </a:lnTo>
                  <a:lnTo>
                    <a:pt x="931750" y="2642178"/>
                  </a:lnTo>
                  <a:lnTo>
                    <a:pt x="932385" y="2642437"/>
                  </a:lnTo>
                  <a:lnTo>
                    <a:pt x="933020" y="2642705"/>
                  </a:lnTo>
                  <a:lnTo>
                    <a:pt x="933655" y="2643077"/>
                  </a:lnTo>
                  <a:lnTo>
                    <a:pt x="934290" y="2643248"/>
                  </a:lnTo>
                  <a:lnTo>
                    <a:pt x="934925" y="2643419"/>
                  </a:lnTo>
                  <a:lnTo>
                    <a:pt x="935560" y="2643590"/>
                  </a:lnTo>
                  <a:lnTo>
                    <a:pt x="936194" y="2643760"/>
                  </a:lnTo>
                  <a:lnTo>
                    <a:pt x="936829" y="2643828"/>
                  </a:lnTo>
                  <a:lnTo>
                    <a:pt x="937464" y="2643743"/>
                  </a:lnTo>
                  <a:lnTo>
                    <a:pt x="938099" y="2643384"/>
                  </a:lnTo>
                  <a:lnTo>
                    <a:pt x="938734" y="2643133"/>
                  </a:lnTo>
                  <a:lnTo>
                    <a:pt x="939369" y="2642875"/>
                  </a:lnTo>
                  <a:lnTo>
                    <a:pt x="940003" y="2642561"/>
                  </a:lnTo>
                  <a:lnTo>
                    <a:pt x="940638" y="2641872"/>
                  </a:lnTo>
                  <a:lnTo>
                    <a:pt x="941273" y="2641069"/>
                  </a:lnTo>
                  <a:lnTo>
                    <a:pt x="941908" y="2639726"/>
                  </a:lnTo>
                  <a:lnTo>
                    <a:pt x="942543" y="2638003"/>
                  </a:lnTo>
                  <a:lnTo>
                    <a:pt x="943178" y="2636175"/>
                  </a:lnTo>
                  <a:lnTo>
                    <a:pt x="943813" y="2634348"/>
                  </a:lnTo>
                  <a:lnTo>
                    <a:pt x="944447" y="2632521"/>
                  </a:lnTo>
                  <a:lnTo>
                    <a:pt x="945082" y="2630693"/>
                  </a:lnTo>
                  <a:lnTo>
                    <a:pt x="945717" y="2628866"/>
                  </a:lnTo>
                  <a:lnTo>
                    <a:pt x="946352" y="2627181"/>
                  </a:lnTo>
                  <a:lnTo>
                    <a:pt x="946987" y="2625666"/>
                  </a:lnTo>
                  <a:lnTo>
                    <a:pt x="947622" y="2623901"/>
                  </a:lnTo>
                  <a:lnTo>
                    <a:pt x="948256" y="2622098"/>
                  </a:lnTo>
                  <a:lnTo>
                    <a:pt x="948891" y="2620296"/>
                  </a:lnTo>
                  <a:lnTo>
                    <a:pt x="949526" y="2618516"/>
                  </a:lnTo>
                  <a:lnTo>
                    <a:pt x="950161" y="2616998"/>
                  </a:lnTo>
                  <a:lnTo>
                    <a:pt x="950796" y="2615593"/>
                  </a:lnTo>
                  <a:lnTo>
                    <a:pt x="951431" y="2614730"/>
                  </a:lnTo>
                  <a:lnTo>
                    <a:pt x="952066" y="2614246"/>
                  </a:lnTo>
                  <a:lnTo>
                    <a:pt x="952700" y="2613866"/>
                  </a:lnTo>
                  <a:lnTo>
                    <a:pt x="953335" y="2613487"/>
                  </a:lnTo>
                  <a:lnTo>
                    <a:pt x="953970" y="2613107"/>
                  </a:lnTo>
                  <a:lnTo>
                    <a:pt x="954605" y="2612728"/>
                  </a:lnTo>
                  <a:lnTo>
                    <a:pt x="955240" y="2612348"/>
                  </a:lnTo>
                  <a:lnTo>
                    <a:pt x="955875" y="2611731"/>
                  </a:lnTo>
                  <a:lnTo>
                    <a:pt x="956509" y="2610915"/>
                  </a:lnTo>
                  <a:lnTo>
                    <a:pt x="957144" y="2609929"/>
                  </a:lnTo>
                  <a:lnTo>
                    <a:pt x="957779" y="2608980"/>
                  </a:lnTo>
                  <a:lnTo>
                    <a:pt x="958414" y="2608031"/>
                  </a:lnTo>
                  <a:lnTo>
                    <a:pt x="959049" y="2607082"/>
                  </a:lnTo>
                  <a:lnTo>
                    <a:pt x="959684" y="2606133"/>
                  </a:lnTo>
                  <a:lnTo>
                    <a:pt x="960319" y="2605184"/>
                  </a:lnTo>
                  <a:lnTo>
                    <a:pt x="960953" y="2604074"/>
                  </a:lnTo>
                  <a:lnTo>
                    <a:pt x="961588" y="2602935"/>
                  </a:lnTo>
                  <a:lnTo>
                    <a:pt x="962223" y="2601797"/>
                  </a:lnTo>
                  <a:lnTo>
                    <a:pt x="962858" y="2600658"/>
                  </a:lnTo>
                  <a:lnTo>
                    <a:pt x="963493" y="2599633"/>
                  </a:lnTo>
                  <a:lnTo>
                    <a:pt x="964128" y="2598684"/>
                  </a:lnTo>
                  <a:lnTo>
                    <a:pt x="964762" y="2597849"/>
                  </a:lnTo>
                  <a:lnTo>
                    <a:pt x="965397" y="2597327"/>
                  </a:lnTo>
                  <a:lnTo>
                    <a:pt x="966032" y="2596730"/>
                  </a:lnTo>
                  <a:lnTo>
                    <a:pt x="966667" y="2596627"/>
                  </a:lnTo>
                  <a:lnTo>
                    <a:pt x="967302" y="2596543"/>
                  </a:lnTo>
                  <a:lnTo>
                    <a:pt x="967937" y="2596019"/>
                  </a:lnTo>
                  <a:lnTo>
                    <a:pt x="968571" y="2595601"/>
                  </a:lnTo>
                  <a:lnTo>
                    <a:pt x="969206" y="2595031"/>
                  </a:lnTo>
                  <a:lnTo>
                    <a:pt x="969841" y="2594423"/>
                  </a:lnTo>
                  <a:lnTo>
                    <a:pt x="970476" y="2593977"/>
                  </a:lnTo>
                  <a:lnTo>
                    <a:pt x="971111" y="2593559"/>
                  </a:lnTo>
                  <a:lnTo>
                    <a:pt x="971746" y="2593196"/>
                  </a:lnTo>
                  <a:lnTo>
                    <a:pt x="972381" y="2592888"/>
                  </a:lnTo>
                  <a:lnTo>
                    <a:pt x="973015" y="2592514"/>
                  </a:lnTo>
                  <a:lnTo>
                    <a:pt x="973650" y="2592123"/>
                  </a:lnTo>
                  <a:lnTo>
                    <a:pt x="974285" y="2591749"/>
                  </a:lnTo>
                  <a:lnTo>
                    <a:pt x="974920" y="2591331"/>
                  </a:lnTo>
                  <a:lnTo>
                    <a:pt x="975555" y="2590923"/>
                  </a:lnTo>
                  <a:lnTo>
                    <a:pt x="976190" y="2590787"/>
                  </a:lnTo>
                  <a:lnTo>
                    <a:pt x="976824" y="2590651"/>
                  </a:lnTo>
                  <a:lnTo>
                    <a:pt x="977459" y="2590777"/>
                  </a:lnTo>
                  <a:lnTo>
                    <a:pt x="978094" y="2591156"/>
                  </a:lnTo>
                  <a:lnTo>
                    <a:pt x="978729" y="2591792"/>
                  </a:lnTo>
                  <a:lnTo>
                    <a:pt x="979364" y="2592655"/>
                  </a:lnTo>
                  <a:lnTo>
                    <a:pt x="979999" y="2593604"/>
                  </a:lnTo>
                  <a:lnTo>
                    <a:pt x="980634" y="2594515"/>
                  </a:lnTo>
                  <a:lnTo>
                    <a:pt x="981268" y="2595170"/>
                  </a:lnTo>
                  <a:lnTo>
                    <a:pt x="981903" y="2595549"/>
                  </a:lnTo>
                  <a:lnTo>
                    <a:pt x="982538" y="2595929"/>
                  </a:lnTo>
                  <a:lnTo>
                    <a:pt x="983173" y="2596384"/>
                  </a:lnTo>
                  <a:lnTo>
                    <a:pt x="983808" y="2596764"/>
                  </a:lnTo>
                  <a:lnTo>
                    <a:pt x="984443" y="2597144"/>
                  </a:lnTo>
                  <a:lnTo>
                    <a:pt x="985077" y="2597447"/>
                  </a:lnTo>
                  <a:lnTo>
                    <a:pt x="985712" y="2597637"/>
                  </a:lnTo>
                  <a:lnTo>
                    <a:pt x="986347" y="2597855"/>
                  </a:lnTo>
                  <a:lnTo>
                    <a:pt x="986982" y="2598235"/>
                  </a:lnTo>
                  <a:lnTo>
                    <a:pt x="987617" y="2598614"/>
                  </a:lnTo>
                  <a:lnTo>
                    <a:pt x="988252" y="2598890"/>
                  </a:lnTo>
                  <a:lnTo>
                    <a:pt x="988887" y="2599108"/>
                  </a:lnTo>
                  <a:lnTo>
                    <a:pt x="989521" y="2599298"/>
                  </a:lnTo>
                  <a:lnTo>
                    <a:pt x="990156" y="2599525"/>
                  </a:lnTo>
                  <a:lnTo>
                    <a:pt x="990791" y="2599914"/>
                  </a:lnTo>
                  <a:lnTo>
                    <a:pt x="991426" y="2600313"/>
                  </a:lnTo>
                  <a:lnTo>
                    <a:pt x="992061" y="2600692"/>
                  </a:lnTo>
                  <a:lnTo>
                    <a:pt x="992696" y="2600787"/>
                  </a:lnTo>
                  <a:lnTo>
                    <a:pt x="993330" y="2600531"/>
                  </a:lnTo>
                  <a:lnTo>
                    <a:pt x="993965" y="2600000"/>
                  </a:lnTo>
                  <a:lnTo>
                    <a:pt x="994600" y="2599298"/>
                  </a:lnTo>
                  <a:lnTo>
                    <a:pt x="995235" y="2598538"/>
                  </a:lnTo>
                  <a:lnTo>
                    <a:pt x="995870" y="2597751"/>
                  </a:lnTo>
                  <a:lnTo>
                    <a:pt x="996505" y="2596802"/>
                  </a:lnTo>
                  <a:lnTo>
                    <a:pt x="997140" y="2595853"/>
                  </a:lnTo>
                  <a:lnTo>
                    <a:pt x="997774" y="2594904"/>
                  </a:lnTo>
                  <a:lnTo>
                    <a:pt x="998409" y="2593822"/>
                  </a:lnTo>
                  <a:lnTo>
                    <a:pt x="999044" y="2592684"/>
                  </a:lnTo>
                  <a:lnTo>
                    <a:pt x="999679" y="2591270"/>
                  </a:lnTo>
                  <a:lnTo>
                    <a:pt x="1000314" y="2589590"/>
                  </a:lnTo>
                  <a:lnTo>
                    <a:pt x="1000949" y="2588053"/>
                  </a:lnTo>
                  <a:lnTo>
                    <a:pt x="1001583" y="2586535"/>
                  </a:lnTo>
                  <a:lnTo>
                    <a:pt x="1002218" y="2585178"/>
                  </a:lnTo>
                  <a:lnTo>
                    <a:pt x="1002853" y="2584106"/>
                  </a:lnTo>
                  <a:lnTo>
                    <a:pt x="1003488" y="2583309"/>
                  </a:lnTo>
                  <a:lnTo>
                    <a:pt x="1004123" y="2582664"/>
                  </a:lnTo>
                  <a:lnTo>
                    <a:pt x="1004758" y="2581904"/>
                  </a:lnTo>
                  <a:lnTo>
                    <a:pt x="1005393" y="2581145"/>
                  </a:lnTo>
                  <a:lnTo>
                    <a:pt x="1006027" y="2580386"/>
                  </a:lnTo>
                  <a:lnTo>
                    <a:pt x="1006662" y="2579627"/>
                  </a:lnTo>
                  <a:lnTo>
                    <a:pt x="1007297" y="2578868"/>
                  </a:lnTo>
                  <a:lnTo>
                    <a:pt x="1007932" y="2578109"/>
                  </a:lnTo>
                  <a:lnTo>
                    <a:pt x="1008567" y="2577359"/>
                  </a:lnTo>
                  <a:lnTo>
                    <a:pt x="1009202" y="2577065"/>
                  </a:lnTo>
                  <a:lnTo>
                    <a:pt x="1009836" y="2577037"/>
                  </a:lnTo>
                  <a:lnTo>
                    <a:pt x="1010471" y="2577037"/>
                  </a:lnTo>
                  <a:lnTo>
                    <a:pt x="1011106" y="2577037"/>
                  </a:lnTo>
                  <a:lnTo>
                    <a:pt x="1011741" y="2577037"/>
                  </a:lnTo>
                  <a:lnTo>
                    <a:pt x="1012376" y="2577037"/>
                  </a:lnTo>
                  <a:lnTo>
                    <a:pt x="1013011" y="2577037"/>
                  </a:lnTo>
                  <a:lnTo>
                    <a:pt x="1013646" y="2577056"/>
                  </a:lnTo>
                  <a:lnTo>
                    <a:pt x="1014280" y="2577245"/>
                  </a:lnTo>
                  <a:lnTo>
                    <a:pt x="1014915" y="2577435"/>
                  </a:lnTo>
                  <a:lnTo>
                    <a:pt x="1015550" y="2577720"/>
                  </a:lnTo>
                  <a:lnTo>
                    <a:pt x="1016185" y="2578099"/>
                  </a:lnTo>
                  <a:lnTo>
                    <a:pt x="1016820" y="2578479"/>
                  </a:lnTo>
                  <a:lnTo>
                    <a:pt x="1017455" y="2578925"/>
                  </a:lnTo>
                  <a:lnTo>
                    <a:pt x="1018089" y="2579485"/>
                  </a:lnTo>
                  <a:lnTo>
                    <a:pt x="1018724" y="2579893"/>
                  </a:lnTo>
                  <a:lnTo>
                    <a:pt x="1019359" y="2580462"/>
                  </a:lnTo>
                  <a:lnTo>
                    <a:pt x="1019994" y="2581031"/>
                  </a:lnTo>
                  <a:lnTo>
                    <a:pt x="1020629" y="2581601"/>
                  </a:lnTo>
                  <a:lnTo>
                    <a:pt x="1021264" y="2582170"/>
                  </a:lnTo>
                  <a:lnTo>
                    <a:pt x="1021899" y="2582739"/>
                  </a:lnTo>
                  <a:lnTo>
                    <a:pt x="1022533" y="2583309"/>
                  </a:lnTo>
                  <a:lnTo>
                    <a:pt x="1023168" y="2583878"/>
                  </a:lnTo>
                  <a:lnTo>
                    <a:pt x="1023803" y="2584447"/>
                  </a:lnTo>
                  <a:lnTo>
                    <a:pt x="1024438" y="2585017"/>
                  </a:lnTo>
                  <a:lnTo>
                    <a:pt x="1025073" y="2585491"/>
                  </a:lnTo>
                  <a:lnTo>
                    <a:pt x="1025708" y="2585871"/>
                  </a:lnTo>
                  <a:lnTo>
                    <a:pt x="1026342" y="2586250"/>
                  </a:lnTo>
                  <a:lnTo>
                    <a:pt x="1026977" y="2586563"/>
                  </a:lnTo>
                  <a:lnTo>
                    <a:pt x="1027612" y="2586753"/>
                  </a:lnTo>
                  <a:lnTo>
                    <a:pt x="1028247" y="2586915"/>
                  </a:lnTo>
                  <a:lnTo>
                    <a:pt x="1028882" y="2586915"/>
                  </a:lnTo>
                  <a:lnTo>
                    <a:pt x="1029517" y="2586915"/>
                  </a:lnTo>
                  <a:lnTo>
                    <a:pt x="1030151" y="2586734"/>
                  </a:lnTo>
                  <a:lnTo>
                    <a:pt x="1030786" y="2586412"/>
                  </a:lnTo>
                  <a:lnTo>
                    <a:pt x="1031421" y="2586032"/>
                  </a:lnTo>
                  <a:lnTo>
                    <a:pt x="1032056" y="2585653"/>
                  </a:lnTo>
                  <a:lnTo>
                    <a:pt x="1032691" y="2585273"/>
                  </a:lnTo>
                  <a:lnTo>
                    <a:pt x="1033326" y="2584893"/>
                  </a:lnTo>
                  <a:lnTo>
                    <a:pt x="1033961" y="2584514"/>
                  </a:lnTo>
                  <a:lnTo>
                    <a:pt x="1034595" y="2584134"/>
                  </a:lnTo>
                  <a:lnTo>
                    <a:pt x="1035230" y="2583755"/>
                  </a:lnTo>
                  <a:lnTo>
                    <a:pt x="1035865" y="2583375"/>
                  </a:lnTo>
                  <a:lnTo>
                    <a:pt x="1036500" y="2582996"/>
                  </a:lnTo>
                  <a:lnTo>
                    <a:pt x="1037135" y="2582616"/>
                  </a:lnTo>
                  <a:lnTo>
                    <a:pt x="1037770" y="2582237"/>
                  </a:lnTo>
                  <a:lnTo>
                    <a:pt x="1038404" y="2581857"/>
                  </a:lnTo>
                  <a:lnTo>
                    <a:pt x="1039039" y="2581216"/>
                  </a:lnTo>
                  <a:lnTo>
                    <a:pt x="1039674" y="2580732"/>
                  </a:lnTo>
                  <a:lnTo>
                    <a:pt x="1040309" y="2580371"/>
                  </a:lnTo>
                  <a:lnTo>
                    <a:pt x="1040944" y="2580062"/>
                  </a:lnTo>
                  <a:lnTo>
                    <a:pt x="1041579" y="2579752"/>
                  </a:lnTo>
                  <a:lnTo>
                    <a:pt x="1042214" y="2579443"/>
                  </a:lnTo>
                  <a:lnTo>
                    <a:pt x="1042848" y="2579134"/>
                  </a:lnTo>
                  <a:lnTo>
                    <a:pt x="1043483" y="2578825"/>
                  </a:lnTo>
                  <a:lnTo>
                    <a:pt x="1044118" y="2578516"/>
                  </a:lnTo>
                  <a:lnTo>
                    <a:pt x="1044753" y="2578207"/>
                  </a:lnTo>
                  <a:lnTo>
                    <a:pt x="1045388" y="2577897"/>
                  </a:lnTo>
                  <a:lnTo>
                    <a:pt x="1046023" y="2577588"/>
                  </a:lnTo>
                  <a:lnTo>
                    <a:pt x="1046657" y="2577279"/>
                  </a:lnTo>
                  <a:lnTo>
                    <a:pt x="1047292" y="2576970"/>
                  </a:lnTo>
                  <a:lnTo>
                    <a:pt x="1047927" y="2576661"/>
                  </a:lnTo>
                  <a:lnTo>
                    <a:pt x="1048562" y="2576377"/>
                  </a:lnTo>
                  <a:lnTo>
                    <a:pt x="1049197" y="2576092"/>
                  </a:lnTo>
                  <a:lnTo>
                    <a:pt x="1049832" y="2575839"/>
                  </a:lnTo>
                  <a:lnTo>
                    <a:pt x="1050467" y="2575583"/>
                  </a:lnTo>
                  <a:lnTo>
                    <a:pt x="1051101" y="2575434"/>
                  </a:lnTo>
                  <a:lnTo>
                    <a:pt x="1051736" y="2575263"/>
                  </a:lnTo>
                  <a:lnTo>
                    <a:pt x="1052371" y="2574931"/>
                  </a:lnTo>
                  <a:lnTo>
                    <a:pt x="1053006" y="2574570"/>
                  </a:lnTo>
                  <a:lnTo>
                    <a:pt x="1053641" y="2574210"/>
                  </a:lnTo>
                  <a:lnTo>
                    <a:pt x="1054276" y="2573754"/>
                  </a:lnTo>
                  <a:lnTo>
                    <a:pt x="1054910" y="2573014"/>
                  </a:lnTo>
                  <a:lnTo>
                    <a:pt x="1055545" y="2571827"/>
                  </a:lnTo>
                  <a:lnTo>
                    <a:pt x="1056180" y="2571015"/>
                  </a:lnTo>
                  <a:lnTo>
                    <a:pt x="1056815" y="2569834"/>
                  </a:lnTo>
                  <a:lnTo>
                    <a:pt x="1057450" y="2569012"/>
                  </a:lnTo>
                  <a:lnTo>
                    <a:pt x="1058085" y="2568243"/>
                  </a:lnTo>
                  <a:lnTo>
                    <a:pt x="1058720" y="2567304"/>
                  </a:lnTo>
                  <a:lnTo>
                    <a:pt x="1059354" y="2566300"/>
                  </a:lnTo>
                  <a:lnTo>
                    <a:pt x="1059989" y="2565051"/>
                  </a:lnTo>
                  <a:lnTo>
                    <a:pt x="1060624" y="2563672"/>
                  </a:lnTo>
                  <a:lnTo>
                    <a:pt x="1061259" y="2562494"/>
                  </a:lnTo>
                  <a:lnTo>
                    <a:pt x="1061894" y="2561389"/>
                  </a:lnTo>
                  <a:lnTo>
                    <a:pt x="1062529" y="2560297"/>
                  </a:lnTo>
                  <a:lnTo>
                    <a:pt x="1063163" y="2559183"/>
                  </a:lnTo>
                  <a:lnTo>
                    <a:pt x="1063798" y="2558113"/>
                  </a:lnTo>
                  <a:lnTo>
                    <a:pt x="1064433" y="2557277"/>
                  </a:lnTo>
                  <a:lnTo>
                    <a:pt x="1065068" y="2556663"/>
                  </a:lnTo>
                  <a:lnTo>
                    <a:pt x="1065703" y="2556052"/>
                  </a:lnTo>
                  <a:lnTo>
                    <a:pt x="1066338" y="2555463"/>
                  </a:lnTo>
                  <a:lnTo>
                    <a:pt x="1066973" y="2554602"/>
                  </a:lnTo>
                  <a:lnTo>
                    <a:pt x="1067607" y="2553833"/>
                  </a:lnTo>
                  <a:lnTo>
                    <a:pt x="1068242" y="2553364"/>
                  </a:lnTo>
                  <a:lnTo>
                    <a:pt x="1068877" y="2553821"/>
                  </a:lnTo>
                  <a:lnTo>
                    <a:pt x="1069512" y="2555001"/>
                  </a:lnTo>
                  <a:lnTo>
                    <a:pt x="1070147" y="2555950"/>
                  </a:lnTo>
                  <a:lnTo>
                    <a:pt x="1070782" y="2556898"/>
                  </a:lnTo>
                  <a:lnTo>
                    <a:pt x="1071416" y="2557724"/>
                  </a:lnTo>
                  <a:lnTo>
                    <a:pt x="1072051" y="2558483"/>
                  </a:lnTo>
                  <a:lnTo>
                    <a:pt x="1072686" y="2559290"/>
                  </a:lnTo>
                  <a:lnTo>
                    <a:pt x="1073321" y="2560182"/>
                  </a:lnTo>
                  <a:lnTo>
                    <a:pt x="1073956" y="2561007"/>
                  </a:lnTo>
                  <a:lnTo>
                    <a:pt x="1074591" y="2562089"/>
                  </a:lnTo>
                  <a:lnTo>
                    <a:pt x="1075226" y="2563227"/>
                  </a:lnTo>
                  <a:lnTo>
                    <a:pt x="1075860" y="2564366"/>
                  </a:lnTo>
                  <a:lnTo>
                    <a:pt x="1076495" y="2565695"/>
                  </a:lnTo>
                  <a:lnTo>
                    <a:pt x="1077130" y="2567023"/>
                  </a:lnTo>
                  <a:lnTo>
                    <a:pt x="1077765" y="2568238"/>
                  </a:lnTo>
                  <a:lnTo>
                    <a:pt x="1078400" y="2568911"/>
                  </a:lnTo>
                  <a:lnTo>
                    <a:pt x="1079035" y="2569205"/>
                  </a:lnTo>
                  <a:lnTo>
                    <a:pt x="1079669" y="2569395"/>
                  </a:lnTo>
                  <a:lnTo>
                    <a:pt x="1080304" y="2569585"/>
                  </a:lnTo>
                  <a:lnTo>
                    <a:pt x="1080939" y="2569898"/>
                  </a:lnTo>
                  <a:lnTo>
                    <a:pt x="1081574" y="2570278"/>
                  </a:lnTo>
                  <a:lnTo>
                    <a:pt x="1082209" y="2570657"/>
                  </a:lnTo>
                  <a:lnTo>
                    <a:pt x="1082844" y="2571274"/>
                  </a:lnTo>
                  <a:lnTo>
                    <a:pt x="1083478" y="2572090"/>
                  </a:lnTo>
                  <a:lnTo>
                    <a:pt x="1084113" y="2573001"/>
                  </a:lnTo>
                  <a:lnTo>
                    <a:pt x="1084748" y="2573760"/>
                  </a:lnTo>
                  <a:lnTo>
                    <a:pt x="1085383" y="2574377"/>
                  </a:lnTo>
                  <a:lnTo>
                    <a:pt x="1086018" y="2574946"/>
                  </a:lnTo>
                  <a:lnTo>
                    <a:pt x="1086653" y="2575516"/>
                  </a:lnTo>
                  <a:lnTo>
                    <a:pt x="1087288" y="2576085"/>
                  </a:lnTo>
                  <a:lnTo>
                    <a:pt x="1087922" y="2576816"/>
                  </a:lnTo>
                  <a:lnTo>
                    <a:pt x="1088557" y="2577575"/>
                  </a:lnTo>
                  <a:lnTo>
                    <a:pt x="1089192" y="2578334"/>
                  </a:lnTo>
                  <a:lnTo>
                    <a:pt x="1089827" y="2579093"/>
                  </a:lnTo>
                  <a:lnTo>
                    <a:pt x="1090462" y="2579852"/>
                  </a:lnTo>
                  <a:lnTo>
                    <a:pt x="1091097" y="2580611"/>
                  </a:lnTo>
                  <a:lnTo>
                    <a:pt x="1091731" y="2581370"/>
                  </a:lnTo>
                  <a:lnTo>
                    <a:pt x="1092366" y="2581892"/>
                  </a:lnTo>
                  <a:lnTo>
                    <a:pt x="1093001" y="2582177"/>
                  </a:lnTo>
                  <a:lnTo>
                    <a:pt x="1093636" y="2582082"/>
                  </a:lnTo>
                  <a:lnTo>
                    <a:pt x="1094271" y="2582082"/>
                  </a:lnTo>
                  <a:lnTo>
                    <a:pt x="1094906" y="2582405"/>
                  </a:lnTo>
                  <a:lnTo>
                    <a:pt x="1095541" y="2582784"/>
                  </a:lnTo>
                  <a:lnTo>
                    <a:pt x="1096175" y="2583315"/>
                  </a:lnTo>
                  <a:lnTo>
                    <a:pt x="1096810" y="2583885"/>
                  </a:lnTo>
                  <a:lnTo>
                    <a:pt x="1097445" y="2584293"/>
                  </a:lnTo>
                  <a:lnTo>
                    <a:pt x="1098080" y="2584672"/>
                  </a:lnTo>
                  <a:lnTo>
                    <a:pt x="1098715" y="2585052"/>
                  </a:lnTo>
                  <a:lnTo>
                    <a:pt x="1099350" y="2585431"/>
                  </a:lnTo>
                  <a:lnTo>
                    <a:pt x="1099984" y="2585811"/>
                  </a:lnTo>
                  <a:lnTo>
                    <a:pt x="1100619" y="2586191"/>
                  </a:lnTo>
                  <a:lnTo>
                    <a:pt x="1101254" y="2586570"/>
                  </a:lnTo>
                  <a:lnTo>
                    <a:pt x="1101889" y="2586950"/>
                  </a:lnTo>
                  <a:lnTo>
                    <a:pt x="1102524" y="2587329"/>
                  </a:lnTo>
                  <a:lnTo>
                    <a:pt x="1103159" y="2587709"/>
                  </a:lnTo>
                  <a:lnTo>
                    <a:pt x="1103794" y="2588088"/>
                  </a:lnTo>
                  <a:lnTo>
                    <a:pt x="1104428" y="2588288"/>
                  </a:lnTo>
                  <a:lnTo>
                    <a:pt x="1105063" y="2588477"/>
                  </a:lnTo>
                  <a:lnTo>
                    <a:pt x="1105698" y="2588515"/>
                  </a:lnTo>
                  <a:lnTo>
                    <a:pt x="1106333" y="2588515"/>
                  </a:lnTo>
                  <a:lnTo>
                    <a:pt x="1106968" y="2588515"/>
                  </a:lnTo>
                  <a:lnTo>
                    <a:pt x="1107603" y="2588553"/>
                  </a:lnTo>
                  <a:lnTo>
                    <a:pt x="1108237" y="2588753"/>
                  </a:lnTo>
                  <a:lnTo>
                    <a:pt x="1108872" y="2589132"/>
                  </a:lnTo>
                  <a:lnTo>
                    <a:pt x="1109507" y="2589512"/>
                  </a:lnTo>
                  <a:lnTo>
                    <a:pt x="1110142" y="2589891"/>
                  </a:lnTo>
                  <a:lnTo>
                    <a:pt x="1110777" y="2590271"/>
                  </a:lnTo>
                  <a:lnTo>
                    <a:pt x="1111412" y="2590650"/>
                  </a:lnTo>
                  <a:lnTo>
                    <a:pt x="1112047" y="2591030"/>
                  </a:lnTo>
                  <a:lnTo>
                    <a:pt x="1112681" y="2591409"/>
                  </a:lnTo>
                  <a:lnTo>
                    <a:pt x="1113316" y="2591789"/>
                  </a:lnTo>
                  <a:lnTo>
                    <a:pt x="1113951" y="2592169"/>
                  </a:lnTo>
                  <a:lnTo>
                    <a:pt x="1114586" y="2592548"/>
                  </a:lnTo>
                  <a:lnTo>
                    <a:pt x="1115221" y="2592928"/>
                  </a:lnTo>
                  <a:lnTo>
                    <a:pt x="1115856" y="2593307"/>
                  </a:lnTo>
                  <a:lnTo>
                    <a:pt x="1116490" y="2593687"/>
                  </a:lnTo>
                  <a:lnTo>
                    <a:pt x="1117125" y="2594028"/>
                  </a:lnTo>
                  <a:lnTo>
                    <a:pt x="1117760" y="2594209"/>
                  </a:lnTo>
                  <a:lnTo>
                    <a:pt x="1118395" y="2594294"/>
                  </a:lnTo>
                  <a:lnTo>
                    <a:pt x="1119030" y="2594294"/>
                  </a:lnTo>
                  <a:lnTo>
                    <a:pt x="1119665" y="2594455"/>
                  </a:lnTo>
                  <a:lnTo>
                    <a:pt x="1120300" y="2594901"/>
                  </a:lnTo>
                  <a:lnTo>
                    <a:pt x="1120934" y="2595461"/>
                  </a:lnTo>
                  <a:lnTo>
                    <a:pt x="1121569" y="2596163"/>
                  </a:lnTo>
                  <a:lnTo>
                    <a:pt x="1122204" y="2597271"/>
                  </a:lnTo>
                  <a:lnTo>
                    <a:pt x="1122839" y="2598437"/>
                  </a:lnTo>
                  <a:lnTo>
                    <a:pt x="1123474" y="2599608"/>
                  </a:lnTo>
                  <a:lnTo>
                    <a:pt x="1124109" y="2600759"/>
                  </a:lnTo>
                  <a:lnTo>
                    <a:pt x="1124743" y="2601792"/>
                  </a:lnTo>
                  <a:lnTo>
                    <a:pt x="1125378" y="2602825"/>
                  </a:lnTo>
                  <a:lnTo>
                    <a:pt x="1126013" y="2603858"/>
                  </a:lnTo>
                  <a:lnTo>
                    <a:pt x="1126648" y="2605166"/>
                  </a:lnTo>
                  <a:lnTo>
                    <a:pt x="1127283" y="2606685"/>
                  </a:lnTo>
                  <a:lnTo>
                    <a:pt x="1127918" y="2608041"/>
                  </a:lnTo>
                  <a:lnTo>
                    <a:pt x="1128553" y="2609453"/>
                  </a:lnTo>
                  <a:lnTo>
                    <a:pt x="1129187" y="2610705"/>
                  </a:lnTo>
                  <a:lnTo>
                    <a:pt x="1129822" y="2611664"/>
                  </a:lnTo>
                  <a:lnTo>
                    <a:pt x="1130457" y="2612335"/>
                  </a:lnTo>
                  <a:lnTo>
                    <a:pt x="1131092" y="2612820"/>
                  </a:lnTo>
                  <a:lnTo>
                    <a:pt x="1131727" y="2613293"/>
                  </a:lnTo>
                  <a:lnTo>
                    <a:pt x="1132362" y="2613720"/>
                  </a:lnTo>
                  <a:lnTo>
                    <a:pt x="1132996" y="2613720"/>
                  </a:lnTo>
                  <a:lnTo>
                    <a:pt x="1133631" y="2613749"/>
                  </a:lnTo>
                  <a:lnTo>
                    <a:pt x="1134266" y="2613939"/>
                  </a:lnTo>
                  <a:lnTo>
                    <a:pt x="1134901" y="2614128"/>
                  </a:lnTo>
                  <a:lnTo>
                    <a:pt x="1135536" y="2614318"/>
                  </a:lnTo>
                  <a:lnTo>
                    <a:pt x="1136171" y="2614233"/>
                  </a:lnTo>
                  <a:lnTo>
                    <a:pt x="1136805" y="2613948"/>
                  </a:lnTo>
                  <a:lnTo>
                    <a:pt x="1137440" y="2613568"/>
                  </a:lnTo>
                  <a:lnTo>
                    <a:pt x="1138075" y="2613189"/>
                  </a:lnTo>
                  <a:lnTo>
                    <a:pt x="1138710" y="2612809"/>
                  </a:lnTo>
                  <a:lnTo>
                    <a:pt x="1139345" y="2612439"/>
                  </a:lnTo>
                  <a:lnTo>
                    <a:pt x="1139980" y="2612250"/>
                  </a:lnTo>
                  <a:lnTo>
                    <a:pt x="1140615" y="2612117"/>
                  </a:lnTo>
                  <a:lnTo>
                    <a:pt x="1141249" y="2611927"/>
                  </a:lnTo>
                  <a:lnTo>
                    <a:pt x="1141884" y="2611737"/>
                  </a:lnTo>
                  <a:lnTo>
                    <a:pt x="1142519" y="2611547"/>
                  </a:lnTo>
                  <a:lnTo>
                    <a:pt x="1143154" y="2611291"/>
                  </a:lnTo>
                  <a:lnTo>
                    <a:pt x="1143789" y="2610760"/>
                  </a:lnTo>
                  <a:lnTo>
                    <a:pt x="1144424" y="2610190"/>
                  </a:lnTo>
                  <a:lnTo>
                    <a:pt x="1145058" y="2609621"/>
                  </a:lnTo>
                  <a:lnTo>
                    <a:pt x="1145693" y="2609052"/>
                  </a:lnTo>
                  <a:lnTo>
                    <a:pt x="1146328" y="2608492"/>
                  </a:lnTo>
                  <a:lnTo>
                    <a:pt x="1146963" y="2608112"/>
                  </a:lnTo>
                  <a:lnTo>
                    <a:pt x="1147598" y="2607733"/>
                  </a:lnTo>
                  <a:lnTo>
                    <a:pt x="1148233" y="2607353"/>
                  </a:lnTo>
                  <a:lnTo>
                    <a:pt x="1148868" y="2606974"/>
                  </a:lnTo>
                  <a:lnTo>
                    <a:pt x="1149502" y="2606594"/>
                  </a:lnTo>
                  <a:lnTo>
                    <a:pt x="1150137" y="2606215"/>
                  </a:lnTo>
                  <a:lnTo>
                    <a:pt x="1150772" y="2605607"/>
                  </a:lnTo>
                  <a:lnTo>
                    <a:pt x="1151407" y="2604848"/>
                  </a:lnTo>
                  <a:lnTo>
                    <a:pt x="1152042" y="2603937"/>
                  </a:lnTo>
                  <a:lnTo>
                    <a:pt x="1152677" y="2603504"/>
                  </a:lnTo>
                  <a:lnTo>
                    <a:pt x="1153311" y="2603333"/>
                  </a:lnTo>
                  <a:lnTo>
                    <a:pt x="1153946" y="2603220"/>
                  </a:lnTo>
                  <a:lnTo>
                    <a:pt x="1154581" y="2603115"/>
                  </a:lnTo>
                  <a:lnTo>
                    <a:pt x="1155216" y="2603009"/>
                  </a:lnTo>
                  <a:lnTo>
                    <a:pt x="1155851" y="2602904"/>
                  </a:lnTo>
                  <a:lnTo>
                    <a:pt x="1156486" y="2602798"/>
                  </a:lnTo>
                  <a:lnTo>
                    <a:pt x="1157121" y="2602873"/>
                  </a:lnTo>
                  <a:lnTo>
                    <a:pt x="1157755" y="2603090"/>
                  </a:lnTo>
                  <a:lnTo>
                    <a:pt x="1158390" y="2603364"/>
                  </a:lnTo>
                  <a:lnTo>
                    <a:pt x="1159025" y="2603638"/>
                  </a:lnTo>
                  <a:lnTo>
                    <a:pt x="1159660" y="2603912"/>
                  </a:lnTo>
                  <a:lnTo>
                    <a:pt x="1160295" y="2604352"/>
                  </a:lnTo>
                  <a:lnTo>
                    <a:pt x="1160930" y="2604902"/>
                  </a:lnTo>
                  <a:lnTo>
                    <a:pt x="1161564" y="2605563"/>
                  </a:lnTo>
                  <a:lnTo>
                    <a:pt x="1162199" y="2606247"/>
                  </a:lnTo>
                  <a:lnTo>
                    <a:pt x="1162834" y="2606911"/>
                  </a:lnTo>
                  <a:lnTo>
                    <a:pt x="1163469" y="2607544"/>
                  </a:lnTo>
                  <a:lnTo>
                    <a:pt x="1164104" y="2607923"/>
                  </a:lnTo>
                  <a:lnTo>
                    <a:pt x="1164739" y="2608303"/>
                  </a:lnTo>
                  <a:lnTo>
                    <a:pt x="1165374" y="2608682"/>
                  </a:lnTo>
                  <a:lnTo>
                    <a:pt x="1166008" y="2609062"/>
                  </a:lnTo>
                  <a:lnTo>
                    <a:pt x="1166643" y="2609261"/>
                  </a:lnTo>
                  <a:lnTo>
                    <a:pt x="1167278" y="2609318"/>
                  </a:lnTo>
                  <a:lnTo>
                    <a:pt x="1167913" y="2609318"/>
                  </a:lnTo>
                  <a:lnTo>
                    <a:pt x="1168548" y="2609318"/>
                  </a:lnTo>
                  <a:lnTo>
                    <a:pt x="1169183" y="2609318"/>
                  </a:lnTo>
                  <a:lnTo>
                    <a:pt x="1169817" y="2609318"/>
                  </a:lnTo>
                  <a:lnTo>
                    <a:pt x="1170452" y="2609318"/>
                  </a:lnTo>
                  <a:lnTo>
                    <a:pt x="1171087" y="2609318"/>
                  </a:lnTo>
                  <a:lnTo>
                    <a:pt x="1171722" y="2609318"/>
                  </a:lnTo>
                  <a:lnTo>
                    <a:pt x="1172357" y="2609318"/>
                  </a:lnTo>
                  <a:lnTo>
                    <a:pt x="1172992" y="2609318"/>
                  </a:lnTo>
                  <a:lnTo>
                    <a:pt x="1173627" y="2609318"/>
                  </a:lnTo>
                  <a:lnTo>
                    <a:pt x="1174261" y="2609318"/>
                  </a:lnTo>
                  <a:lnTo>
                    <a:pt x="1174896" y="2609318"/>
                  </a:lnTo>
                  <a:lnTo>
                    <a:pt x="1175531" y="2609318"/>
                  </a:lnTo>
                  <a:lnTo>
                    <a:pt x="1176166" y="2609318"/>
                  </a:lnTo>
                  <a:lnTo>
                    <a:pt x="1176801" y="2609318"/>
                  </a:lnTo>
                  <a:lnTo>
                    <a:pt x="1177436" y="2609318"/>
                  </a:lnTo>
                  <a:lnTo>
                    <a:pt x="1178070" y="2609318"/>
                  </a:lnTo>
                  <a:lnTo>
                    <a:pt x="1178705" y="2609318"/>
                  </a:lnTo>
                  <a:lnTo>
                    <a:pt x="1179340" y="2609480"/>
                  </a:lnTo>
                  <a:lnTo>
                    <a:pt x="1179975" y="2609669"/>
                  </a:lnTo>
                  <a:lnTo>
                    <a:pt x="1180610" y="2609688"/>
                  </a:lnTo>
                  <a:lnTo>
                    <a:pt x="1181245" y="2609783"/>
                  </a:lnTo>
                  <a:lnTo>
                    <a:pt x="1181880" y="2610163"/>
                  </a:lnTo>
                  <a:lnTo>
                    <a:pt x="1182514" y="2610988"/>
                  </a:lnTo>
                  <a:lnTo>
                    <a:pt x="1183149" y="2611578"/>
                  </a:lnTo>
                  <a:lnTo>
                    <a:pt x="1183784" y="2612335"/>
                  </a:lnTo>
                  <a:lnTo>
                    <a:pt x="1184419" y="2612698"/>
                  </a:lnTo>
                  <a:lnTo>
                    <a:pt x="1185054" y="2613019"/>
                  </a:lnTo>
                  <a:lnTo>
                    <a:pt x="1185689" y="2613472"/>
                  </a:lnTo>
                  <a:lnTo>
                    <a:pt x="1186323" y="2613838"/>
                  </a:lnTo>
                  <a:lnTo>
                    <a:pt x="1186958" y="2614440"/>
                  </a:lnTo>
                  <a:lnTo>
                    <a:pt x="1187593" y="2615067"/>
                  </a:lnTo>
                  <a:lnTo>
                    <a:pt x="1188228" y="2615695"/>
                  </a:lnTo>
                  <a:lnTo>
                    <a:pt x="1188863" y="2616249"/>
                  </a:lnTo>
                  <a:lnTo>
                    <a:pt x="1189498" y="2616791"/>
                  </a:lnTo>
                  <a:lnTo>
                    <a:pt x="1190133" y="2617525"/>
                  </a:lnTo>
                  <a:lnTo>
                    <a:pt x="1190767" y="2618338"/>
                  </a:lnTo>
                  <a:lnTo>
                    <a:pt x="1191402" y="2619069"/>
                  </a:lnTo>
                  <a:lnTo>
                    <a:pt x="1192037" y="2619599"/>
                  </a:lnTo>
                  <a:lnTo>
                    <a:pt x="1192672" y="2619987"/>
                  </a:lnTo>
                  <a:lnTo>
                    <a:pt x="1193307" y="2620360"/>
                  </a:lnTo>
                  <a:lnTo>
                    <a:pt x="1193942" y="2621061"/>
                  </a:lnTo>
                  <a:lnTo>
                    <a:pt x="1194576" y="2622021"/>
                  </a:lnTo>
                  <a:lnTo>
                    <a:pt x="1195211" y="2622831"/>
                  </a:lnTo>
                  <a:lnTo>
                    <a:pt x="1195846" y="2623409"/>
                  </a:lnTo>
                  <a:lnTo>
                    <a:pt x="1196481" y="2623643"/>
                  </a:lnTo>
                  <a:lnTo>
                    <a:pt x="1197116" y="2624212"/>
                  </a:lnTo>
                  <a:lnTo>
                    <a:pt x="1197751" y="2624781"/>
                  </a:lnTo>
                  <a:lnTo>
                    <a:pt x="1198385" y="2625474"/>
                  </a:lnTo>
                  <a:lnTo>
                    <a:pt x="1199020" y="2626233"/>
                  </a:lnTo>
                  <a:lnTo>
                    <a:pt x="1199655" y="2626945"/>
                  </a:lnTo>
                  <a:lnTo>
                    <a:pt x="1200290" y="2627429"/>
                  </a:lnTo>
                  <a:lnTo>
                    <a:pt x="1200925" y="2627808"/>
                  </a:lnTo>
                  <a:lnTo>
                    <a:pt x="1201560" y="2628188"/>
                  </a:lnTo>
                  <a:lnTo>
                    <a:pt x="1202195" y="2628567"/>
                  </a:lnTo>
                  <a:lnTo>
                    <a:pt x="1202829" y="2628947"/>
                  </a:lnTo>
                  <a:lnTo>
                    <a:pt x="1203464" y="2629137"/>
                  </a:lnTo>
                  <a:lnTo>
                    <a:pt x="1204099" y="2629326"/>
                  </a:lnTo>
                  <a:lnTo>
                    <a:pt x="1204734" y="2629516"/>
                  </a:lnTo>
                  <a:lnTo>
                    <a:pt x="1205369" y="2629706"/>
                  </a:lnTo>
                  <a:lnTo>
                    <a:pt x="1206004" y="2629896"/>
                  </a:lnTo>
                  <a:lnTo>
                    <a:pt x="1206638" y="2630208"/>
                  </a:lnTo>
                  <a:lnTo>
                    <a:pt x="1207273" y="2630397"/>
                  </a:lnTo>
                  <a:lnTo>
                    <a:pt x="1207908" y="2630456"/>
                  </a:lnTo>
                  <a:lnTo>
                    <a:pt x="1208543" y="2630350"/>
                  </a:lnTo>
                  <a:lnTo>
                    <a:pt x="1209178" y="2630245"/>
                  </a:lnTo>
                  <a:lnTo>
                    <a:pt x="1209813" y="2630139"/>
                  </a:lnTo>
                  <a:lnTo>
                    <a:pt x="1210448" y="2629944"/>
                  </a:lnTo>
                  <a:lnTo>
                    <a:pt x="1211082" y="2629776"/>
                  </a:lnTo>
                  <a:lnTo>
                    <a:pt x="1211717" y="2629625"/>
                  </a:lnTo>
                  <a:lnTo>
                    <a:pt x="1212352" y="2629575"/>
                  </a:lnTo>
                  <a:lnTo>
                    <a:pt x="1212987" y="2629545"/>
                  </a:lnTo>
                  <a:lnTo>
                    <a:pt x="1213622" y="2629404"/>
                  </a:lnTo>
                  <a:lnTo>
                    <a:pt x="1214257" y="2629264"/>
                  </a:lnTo>
                  <a:lnTo>
                    <a:pt x="1214891" y="2629123"/>
                  </a:lnTo>
                  <a:lnTo>
                    <a:pt x="1215526" y="2628844"/>
                  </a:lnTo>
                  <a:lnTo>
                    <a:pt x="1216161" y="2628646"/>
                  </a:lnTo>
                  <a:lnTo>
                    <a:pt x="1216796" y="2628597"/>
                  </a:lnTo>
                  <a:lnTo>
                    <a:pt x="1217431" y="2628464"/>
                  </a:lnTo>
                  <a:lnTo>
                    <a:pt x="1218066" y="2627895"/>
                  </a:lnTo>
                  <a:lnTo>
                    <a:pt x="1218701" y="2627325"/>
                  </a:lnTo>
                  <a:lnTo>
                    <a:pt x="1219335" y="2626595"/>
                  </a:lnTo>
                  <a:lnTo>
                    <a:pt x="1219970" y="2625911"/>
                  </a:lnTo>
                  <a:lnTo>
                    <a:pt x="1220605" y="2625076"/>
                  </a:lnTo>
                  <a:lnTo>
                    <a:pt x="1221240" y="2624260"/>
                  </a:lnTo>
                  <a:lnTo>
                    <a:pt x="1221875" y="2623359"/>
                  </a:lnTo>
                  <a:lnTo>
                    <a:pt x="1222510" y="2622448"/>
                  </a:lnTo>
                  <a:lnTo>
                    <a:pt x="1223144" y="2621689"/>
                  </a:lnTo>
                  <a:lnTo>
                    <a:pt x="1223779" y="2620930"/>
                  </a:lnTo>
                  <a:lnTo>
                    <a:pt x="1224414" y="2620171"/>
                  </a:lnTo>
                  <a:lnTo>
                    <a:pt x="1225049" y="2619601"/>
                  </a:lnTo>
                  <a:lnTo>
                    <a:pt x="1225684" y="2619032"/>
                  </a:lnTo>
                  <a:lnTo>
                    <a:pt x="1226319" y="2618463"/>
                  </a:lnTo>
                  <a:lnTo>
                    <a:pt x="1226954" y="2617960"/>
                  </a:lnTo>
                  <a:lnTo>
                    <a:pt x="1227588" y="2617580"/>
                  </a:lnTo>
                  <a:lnTo>
                    <a:pt x="1228223" y="2617201"/>
                  </a:lnTo>
                  <a:lnTo>
                    <a:pt x="1228858" y="2616982"/>
                  </a:lnTo>
                  <a:lnTo>
                    <a:pt x="1229493" y="2616840"/>
                  </a:lnTo>
                  <a:lnTo>
                    <a:pt x="1230128" y="2616840"/>
                  </a:lnTo>
                  <a:lnTo>
                    <a:pt x="1230763" y="2616840"/>
                  </a:lnTo>
                  <a:lnTo>
                    <a:pt x="1231397" y="2616840"/>
                  </a:lnTo>
                  <a:lnTo>
                    <a:pt x="1232032" y="2616840"/>
                  </a:lnTo>
                  <a:lnTo>
                    <a:pt x="1232667" y="2616840"/>
                  </a:lnTo>
                  <a:lnTo>
                    <a:pt x="1233302" y="2616840"/>
                  </a:lnTo>
                  <a:lnTo>
                    <a:pt x="1233937" y="2616840"/>
                  </a:lnTo>
                  <a:lnTo>
                    <a:pt x="1234572" y="2616840"/>
                  </a:lnTo>
                  <a:lnTo>
                    <a:pt x="1235207" y="2616840"/>
                  </a:lnTo>
                  <a:lnTo>
                    <a:pt x="1235841" y="2616840"/>
                  </a:lnTo>
                  <a:lnTo>
                    <a:pt x="1236476" y="2616840"/>
                  </a:lnTo>
                  <a:lnTo>
                    <a:pt x="1237111" y="2616840"/>
                  </a:lnTo>
                  <a:lnTo>
                    <a:pt x="1237746" y="2616840"/>
                  </a:lnTo>
                  <a:lnTo>
                    <a:pt x="1238381" y="2616840"/>
                  </a:lnTo>
                  <a:lnTo>
                    <a:pt x="1239016" y="2616840"/>
                  </a:lnTo>
                  <a:lnTo>
                    <a:pt x="1239650" y="2616840"/>
                  </a:lnTo>
                  <a:lnTo>
                    <a:pt x="1240285" y="2616840"/>
                  </a:lnTo>
                  <a:lnTo>
                    <a:pt x="1240920" y="2616840"/>
                  </a:lnTo>
                  <a:lnTo>
                    <a:pt x="1241555" y="2616840"/>
                  </a:lnTo>
                  <a:lnTo>
                    <a:pt x="1242190" y="2616840"/>
                  </a:lnTo>
                  <a:lnTo>
                    <a:pt x="1242825" y="2616840"/>
                  </a:lnTo>
                  <a:lnTo>
                    <a:pt x="1243460" y="2616840"/>
                  </a:lnTo>
                  <a:lnTo>
                    <a:pt x="1244094" y="2616840"/>
                  </a:lnTo>
                  <a:lnTo>
                    <a:pt x="1244729" y="2616840"/>
                  </a:lnTo>
                  <a:lnTo>
                    <a:pt x="1245364" y="2616925"/>
                  </a:lnTo>
                  <a:lnTo>
                    <a:pt x="1245999" y="2617115"/>
                  </a:lnTo>
                  <a:lnTo>
                    <a:pt x="1246634" y="2617305"/>
                  </a:lnTo>
                  <a:lnTo>
                    <a:pt x="1247269" y="2617495"/>
                  </a:lnTo>
                  <a:lnTo>
                    <a:pt x="1247903" y="2617846"/>
                  </a:lnTo>
                  <a:lnTo>
                    <a:pt x="1248538" y="2618225"/>
                  </a:lnTo>
                  <a:lnTo>
                    <a:pt x="1249173" y="2618256"/>
                  </a:lnTo>
                  <a:lnTo>
                    <a:pt x="1249808" y="2618229"/>
                  </a:lnTo>
                  <a:lnTo>
                    <a:pt x="1250443" y="2618197"/>
                  </a:lnTo>
                  <a:lnTo>
                    <a:pt x="1251078" y="2618185"/>
                  </a:lnTo>
                  <a:lnTo>
                    <a:pt x="1251712" y="2618290"/>
                  </a:lnTo>
                  <a:lnTo>
                    <a:pt x="1252347" y="2618396"/>
                  </a:lnTo>
                  <a:lnTo>
                    <a:pt x="1252982" y="2618501"/>
                  </a:lnTo>
                  <a:lnTo>
                    <a:pt x="1253617" y="2618607"/>
                  </a:lnTo>
                  <a:lnTo>
                    <a:pt x="1254252" y="2618768"/>
                  </a:lnTo>
                  <a:lnTo>
                    <a:pt x="1254887" y="2618949"/>
                  </a:lnTo>
                  <a:lnTo>
                    <a:pt x="1255522" y="2619055"/>
                  </a:lnTo>
                  <a:lnTo>
                    <a:pt x="1256156" y="2619161"/>
                  </a:lnTo>
                  <a:lnTo>
                    <a:pt x="1256791" y="2619273"/>
                  </a:lnTo>
                  <a:lnTo>
                    <a:pt x="1257426" y="2619399"/>
                  </a:lnTo>
                  <a:lnTo>
                    <a:pt x="1258061" y="2619560"/>
                  </a:lnTo>
                  <a:lnTo>
                    <a:pt x="1258696" y="2619846"/>
                  </a:lnTo>
                  <a:lnTo>
                    <a:pt x="1259331" y="2620178"/>
                  </a:lnTo>
                  <a:lnTo>
                    <a:pt x="1259965" y="2620937"/>
                  </a:lnTo>
                  <a:lnTo>
                    <a:pt x="1260600" y="2621667"/>
                  </a:lnTo>
                  <a:lnTo>
                    <a:pt x="1261235" y="2622237"/>
                  </a:lnTo>
                  <a:lnTo>
                    <a:pt x="1261870" y="2622806"/>
                  </a:lnTo>
                  <a:lnTo>
                    <a:pt x="1262505" y="2623375"/>
                  </a:lnTo>
                  <a:lnTo>
                    <a:pt x="1263140" y="2623945"/>
                  </a:lnTo>
                  <a:lnTo>
                    <a:pt x="1263775" y="2624448"/>
                  </a:lnTo>
                  <a:lnTo>
                    <a:pt x="1264409" y="2625017"/>
                  </a:lnTo>
                  <a:lnTo>
                    <a:pt x="1265044" y="2625586"/>
                  </a:lnTo>
                  <a:lnTo>
                    <a:pt x="1265679" y="2626156"/>
                  </a:lnTo>
                  <a:lnTo>
                    <a:pt x="1266314" y="2626715"/>
                  </a:lnTo>
                  <a:lnTo>
                    <a:pt x="1266949" y="2627095"/>
                  </a:lnTo>
                  <a:lnTo>
                    <a:pt x="1267584" y="2627399"/>
                  </a:lnTo>
                  <a:lnTo>
                    <a:pt x="1268218" y="2627588"/>
                  </a:lnTo>
                  <a:lnTo>
                    <a:pt x="1268853" y="2627778"/>
                  </a:lnTo>
                  <a:lnTo>
                    <a:pt x="1269488" y="2627968"/>
                  </a:lnTo>
                  <a:lnTo>
                    <a:pt x="1270123" y="2628224"/>
                  </a:lnTo>
                  <a:lnTo>
                    <a:pt x="1270758" y="2628756"/>
                  </a:lnTo>
                  <a:lnTo>
                    <a:pt x="1271393" y="2629325"/>
                  </a:lnTo>
                  <a:lnTo>
                    <a:pt x="1272028" y="2629894"/>
                  </a:lnTo>
                  <a:lnTo>
                    <a:pt x="1272662" y="2630445"/>
                  </a:lnTo>
                  <a:lnTo>
                    <a:pt x="1273297" y="2630815"/>
                  </a:lnTo>
                  <a:lnTo>
                    <a:pt x="1273932" y="2631336"/>
                  </a:lnTo>
                  <a:lnTo>
                    <a:pt x="1274567" y="2631881"/>
                  </a:lnTo>
                  <a:lnTo>
                    <a:pt x="1275202" y="2632432"/>
                  </a:lnTo>
                  <a:lnTo>
                    <a:pt x="1275837" y="2632982"/>
                  </a:lnTo>
                  <a:lnTo>
                    <a:pt x="1276471" y="2633533"/>
                  </a:lnTo>
                  <a:lnTo>
                    <a:pt x="1277106" y="2634083"/>
                  </a:lnTo>
                  <a:lnTo>
                    <a:pt x="1277741" y="2634861"/>
                  </a:lnTo>
                  <a:lnTo>
                    <a:pt x="1278376" y="2635701"/>
                  </a:lnTo>
                  <a:lnTo>
                    <a:pt x="1279011" y="2636645"/>
                  </a:lnTo>
                  <a:lnTo>
                    <a:pt x="1279646" y="2637111"/>
                  </a:lnTo>
                  <a:lnTo>
                    <a:pt x="1280281" y="2637315"/>
                  </a:lnTo>
                  <a:lnTo>
                    <a:pt x="1280915" y="2637460"/>
                  </a:lnTo>
                  <a:lnTo>
                    <a:pt x="1281550" y="2637598"/>
                  </a:lnTo>
                  <a:lnTo>
                    <a:pt x="1282185" y="2637751"/>
                  </a:lnTo>
                  <a:lnTo>
                    <a:pt x="1282820" y="2638027"/>
                  </a:lnTo>
                  <a:lnTo>
                    <a:pt x="1283455" y="2638274"/>
                  </a:lnTo>
                  <a:lnTo>
                    <a:pt x="1284090" y="2638485"/>
                  </a:lnTo>
                  <a:lnTo>
                    <a:pt x="1284724" y="2638401"/>
                  </a:lnTo>
                  <a:lnTo>
                    <a:pt x="1285359" y="2638317"/>
                  </a:lnTo>
                  <a:lnTo>
                    <a:pt x="1285994" y="2638233"/>
                  </a:lnTo>
                  <a:lnTo>
                    <a:pt x="1286629" y="2638149"/>
                  </a:lnTo>
                  <a:lnTo>
                    <a:pt x="1287264" y="2637898"/>
                  </a:lnTo>
                  <a:lnTo>
                    <a:pt x="1287899" y="2637661"/>
                  </a:lnTo>
                  <a:lnTo>
                    <a:pt x="1288534" y="2637380"/>
                  </a:lnTo>
                  <a:lnTo>
                    <a:pt x="1289168" y="2637075"/>
                  </a:lnTo>
                  <a:lnTo>
                    <a:pt x="1289803" y="2636791"/>
                  </a:lnTo>
                  <a:lnTo>
                    <a:pt x="1290438" y="2636538"/>
                  </a:lnTo>
                  <a:lnTo>
                    <a:pt x="1291073" y="2636538"/>
                  </a:lnTo>
                  <a:lnTo>
                    <a:pt x="1291708" y="2636538"/>
                  </a:lnTo>
                  <a:lnTo>
                    <a:pt x="1292343" y="2636538"/>
                  </a:lnTo>
                  <a:lnTo>
                    <a:pt x="1292977" y="2636538"/>
                  </a:lnTo>
                  <a:lnTo>
                    <a:pt x="1293612" y="2636538"/>
                  </a:lnTo>
                  <a:lnTo>
                    <a:pt x="1294247" y="2636538"/>
                  </a:lnTo>
                  <a:lnTo>
                    <a:pt x="1294882" y="2636538"/>
                  </a:lnTo>
                  <a:lnTo>
                    <a:pt x="1295517" y="2636538"/>
                  </a:lnTo>
                  <a:lnTo>
                    <a:pt x="1296152" y="2636538"/>
                  </a:lnTo>
                  <a:lnTo>
                    <a:pt x="1296787" y="2636538"/>
                  </a:lnTo>
                  <a:lnTo>
                    <a:pt x="1297421" y="2636538"/>
                  </a:lnTo>
                  <a:lnTo>
                    <a:pt x="1298056" y="2636376"/>
                  </a:lnTo>
                  <a:lnTo>
                    <a:pt x="1298691" y="2636186"/>
                  </a:lnTo>
                  <a:lnTo>
                    <a:pt x="1299326" y="2635997"/>
                  </a:lnTo>
                  <a:lnTo>
                    <a:pt x="1299961" y="2635807"/>
                  </a:lnTo>
                  <a:lnTo>
                    <a:pt x="1300596" y="2635617"/>
                  </a:lnTo>
                  <a:lnTo>
                    <a:pt x="1301230" y="2635427"/>
                  </a:lnTo>
                  <a:lnTo>
                    <a:pt x="1301865" y="2635238"/>
                  </a:lnTo>
                  <a:lnTo>
                    <a:pt x="1302500" y="2635048"/>
                  </a:lnTo>
                  <a:lnTo>
                    <a:pt x="1303135" y="2634858"/>
                  </a:lnTo>
                  <a:lnTo>
                    <a:pt x="1303770" y="2634611"/>
                  </a:lnTo>
                  <a:lnTo>
                    <a:pt x="1304405" y="2634232"/>
                  </a:lnTo>
                  <a:lnTo>
                    <a:pt x="1305039" y="2633852"/>
                  </a:lnTo>
                  <a:lnTo>
                    <a:pt x="1305674" y="2633473"/>
                  </a:lnTo>
                  <a:lnTo>
                    <a:pt x="1306309" y="2633093"/>
                  </a:lnTo>
                  <a:lnTo>
                    <a:pt x="1306944" y="2632714"/>
                  </a:lnTo>
                  <a:lnTo>
                    <a:pt x="1307579" y="2632666"/>
                  </a:lnTo>
                  <a:lnTo>
                    <a:pt x="1308214" y="2632666"/>
                  </a:lnTo>
                  <a:lnTo>
                    <a:pt x="1308849" y="2632666"/>
                  </a:lnTo>
                  <a:lnTo>
                    <a:pt x="1309483" y="2632666"/>
                  </a:lnTo>
                  <a:lnTo>
                    <a:pt x="1310118" y="2632666"/>
                  </a:lnTo>
                  <a:lnTo>
                    <a:pt x="1310753" y="2632666"/>
                  </a:lnTo>
                  <a:lnTo>
                    <a:pt x="1311388" y="2632666"/>
                  </a:lnTo>
                  <a:lnTo>
                    <a:pt x="1312023" y="2632666"/>
                  </a:lnTo>
                  <a:lnTo>
                    <a:pt x="1312658" y="2632704"/>
                  </a:lnTo>
                  <a:lnTo>
                    <a:pt x="1313292" y="2632951"/>
                  </a:lnTo>
                  <a:lnTo>
                    <a:pt x="1313927" y="2633330"/>
                  </a:lnTo>
                  <a:lnTo>
                    <a:pt x="1314562" y="2633710"/>
                  </a:lnTo>
                  <a:lnTo>
                    <a:pt x="1315197" y="2634089"/>
                  </a:lnTo>
                  <a:lnTo>
                    <a:pt x="1315832" y="2634469"/>
                  </a:lnTo>
                  <a:lnTo>
                    <a:pt x="1316467" y="2634849"/>
                  </a:lnTo>
                  <a:lnTo>
                    <a:pt x="1317102" y="2635057"/>
                  </a:lnTo>
                  <a:lnTo>
                    <a:pt x="1317736" y="2635247"/>
                  </a:lnTo>
                  <a:lnTo>
                    <a:pt x="1318371" y="2635437"/>
                  </a:lnTo>
                  <a:lnTo>
                    <a:pt x="1319006" y="2635627"/>
                  </a:lnTo>
                  <a:lnTo>
                    <a:pt x="1319641" y="2635816"/>
                  </a:lnTo>
                  <a:lnTo>
                    <a:pt x="1320276" y="2635883"/>
                  </a:lnTo>
                  <a:lnTo>
                    <a:pt x="1320911" y="2635883"/>
                  </a:lnTo>
                  <a:lnTo>
                    <a:pt x="1321545" y="2636182"/>
                  </a:lnTo>
                  <a:lnTo>
                    <a:pt x="1322180" y="2636376"/>
                  </a:lnTo>
                  <a:lnTo>
                    <a:pt x="1322815" y="2636375"/>
                  </a:lnTo>
                  <a:lnTo>
                    <a:pt x="1323450" y="2636296"/>
                  </a:lnTo>
                  <a:lnTo>
                    <a:pt x="1324085" y="2636190"/>
                  </a:lnTo>
                  <a:lnTo>
                    <a:pt x="1324720" y="2636085"/>
                  </a:lnTo>
                  <a:lnTo>
                    <a:pt x="1325355" y="2635979"/>
                  </a:lnTo>
                  <a:lnTo>
                    <a:pt x="1325989" y="2635818"/>
                  </a:lnTo>
                  <a:lnTo>
                    <a:pt x="1326624" y="2635574"/>
                  </a:lnTo>
                  <a:lnTo>
                    <a:pt x="1327259" y="2635331"/>
                  </a:lnTo>
                  <a:lnTo>
                    <a:pt x="1327894" y="2635087"/>
                  </a:lnTo>
                  <a:lnTo>
                    <a:pt x="1328529" y="2634843"/>
                  </a:lnTo>
                  <a:lnTo>
                    <a:pt x="1329164" y="2634599"/>
                  </a:lnTo>
                  <a:lnTo>
                    <a:pt x="1329798" y="2634335"/>
                  </a:lnTo>
                  <a:lnTo>
                    <a:pt x="1330433" y="2634091"/>
                  </a:lnTo>
                  <a:lnTo>
                    <a:pt x="1331068" y="2633839"/>
                  </a:lnTo>
                  <a:lnTo>
                    <a:pt x="1331703" y="2633654"/>
                  </a:lnTo>
                  <a:lnTo>
                    <a:pt x="1332338" y="2633510"/>
                  </a:lnTo>
                  <a:lnTo>
                    <a:pt x="1332973" y="2633399"/>
                  </a:lnTo>
                  <a:lnTo>
                    <a:pt x="1333608" y="2632707"/>
                  </a:lnTo>
                  <a:lnTo>
                    <a:pt x="1334242" y="2632139"/>
                  </a:lnTo>
                  <a:lnTo>
                    <a:pt x="1334877" y="2631435"/>
                  </a:lnTo>
                  <a:lnTo>
                    <a:pt x="1335512" y="2630857"/>
                  </a:lnTo>
                  <a:lnTo>
                    <a:pt x="1336147" y="2630384"/>
                  </a:lnTo>
                  <a:lnTo>
                    <a:pt x="1336782" y="2629730"/>
                  </a:lnTo>
                  <a:lnTo>
                    <a:pt x="1337417" y="2628920"/>
                  </a:lnTo>
                  <a:lnTo>
                    <a:pt x="1338051" y="2628132"/>
                  </a:lnTo>
                  <a:lnTo>
                    <a:pt x="1338686" y="2627261"/>
                  </a:lnTo>
                  <a:lnTo>
                    <a:pt x="1339321" y="2626339"/>
                  </a:lnTo>
                  <a:lnTo>
                    <a:pt x="1339956" y="2625109"/>
                  </a:lnTo>
                  <a:lnTo>
                    <a:pt x="1340591" y="2623678"/>
                  </a:lnTo>
                  <a:lnTo>
                    <a:pt x="1341226" y="2622130"/>
                  </a:lnTo>
                  <a:lnTo>
                    <a:pt x="1341861" y="2620104"/>
                  </a:lnTo>
                  <a:lnTo>
                    <a:pt x="1342495" y="2618051"/>
                  </a:lnTo>
                  <a:lnTo>
                    <a:pt x="1343130" y="2615980"/>
                  </a:lnTo>
                  <a:lnTo>
                    <a:pt x="1343765" y="2613675"/>
                  </a:lnTo>
                  <a:lnTo>
                    <a:pt x="1344400" y="2611560"/>
                  </a:lnTo>
                  <a:lnTo>
                    <a:pt x="1345035" y="2609915"/>
                  </a:lnTo>
                  <a:lnTo>
                    <a:pt x="1345670" y="2608276"/>
                  </a:lnTo>
                  <a:lnTo>
                    <a:pt x="1346304" y="2606931"/>
                  </a:lnTo>
                  <a:lnTo>
                    <a:pt x="1346939" y="2605718"/>
                  </a:lnTo>
                  <a:lnTo>
                    <a:pt x="1347574" y="2604982"/>
                  </a:lnTo>
                  <a:lnTo>
                    <a:pt x="1348209" y="2604214"/>
                  </a:lnTo>
                  <a:lnTo>
                    <a:pt x="1348844" y="2603588"/>
                  </a:lnTo>
                  <a:lnTo>
                    <a:pt x="1349479" y="2602621"/>
                  </a:lnTo>
                  <a:lnTo>
                    <a:pt x="1350114" y="2601928"/>
                  </a:lnTo>
                  <a:lnTo>
                    <a:pt x="1350748" y="2601396"/>
                  </a:lnTo>
                  <a:lnTo>
                    <a:pt x="1351383" y="2601520"/>
                  </a:lnTo>
                  <a:lnTo>
                    <a:pt x="1352018" y="2601700"/>
                  </a:lnTo>
                  <a:lnTo>
                    <a:pt x="1352653" y="2601966"/>
                  </a:lnTo>
                  <a:lnTo>
                    <a:pt x="1353288" y="2602345"/>
                  </a:lnTo>
                  <a:lnTo>
                    <a:pt x="1353923" y="2602507"/>
                  </a:lnTo>
                  <a:lnTo>
                    <a:pt x="1354557" y="2602507"/>
                  </a:lnTo>
                  <a:lnTo>
                    <a:pt x="1355192" y="2602507"/>
                  </a:lnTo>
                  <a:lnTo>
                    <a:pt x="1355827" y="2602345"/>
                  </a:lnTo>
                  <a:lnTo>
                    <a:pt x="1356462" y="2602108"/>
                  </a:lnTo>
                  <a:lnTo>
                    <a:pt x="1357097" y="2601729"/>
                  </a:lnTo>
                  <a:lnTo>
                    <a:pt x="1357732" y="2601529"/>
                  </a:lnTo>
                  <a:lnTo>
                    <a:pt x="1358366" y="2601340"/>
                  </a:lnTo>
                  <a:lnTo>
                    <a:pt x="1359001" y="2601150"/>
                  </a:lnTo>
                  <a:lnTo>
                    <a:pt x="1359636" y="2600960"/>
                  </a:lnTo>
                  <a:lnTo>
                    <a:pt x="1360271" y="2600770"/>
                  </a:lnTo>
                  <a:lnTo>
                    <a:pt x="1360906" y="2600580"/>
                  </a:lnTo>
                  <a:lnTo>
                    <a:pt x="1361541" y="2600391"/>
                  </a:lnTo>
                  <a:lnTo>
                    <a:pt x="1362176" y="2600201"/>
                  </a:lnTo>
                  <a:lnTo>
                    <a:pt x="1362810" y="2600011"/>
                  </a:lnTo>
                  <a:lnTo>
                    <a:pt x="1363445" y="2599973"/>
                  </a:lnTo>
                  <a:lnTo>
                    <a:pt x="1364080" y="2599973"/>
                  </a:lnTo>
                  <a:lnTo>
                    <a:pt x="1364715" y="2599973"/>
                  </a:lnTo>
                  <a:lnTo>
                    <a:pt x="1365350" y="2599973"/>
                  </a:lnTo>
                  <a:lnTo>
                    <a:pt x="1365985" y="2599973"/>
                  </a:lnTo>
                  <a:lnTo>
                    <a:pt x="1366619" y="2599973"/>
                  </a:lnTo>
                  <a:lnTo>
                    <a:pt x="1367254" y="2599973"/>
                  </a:lnTo>
                  <a:lnTo>
                    <a:pt x="1367889" y="2599973"/>
                  </a:lnTo>
                  <a:lnTo>
                    <a:pt x="1368524" y="2599973"/>
                  </a:lnTo>
                  <a:lnTo>
                    <a:pt x="1369159" y="2599973"/>
                  </a:lnTo>
                  <a:lnTo>
                    <a:pt x="1369794" y="2599973"/>
                  </a:lnTo>
                  <a:lnTo>
                    <a:pt x="1370429" y="2599973"/>
                  </a:lnTo>
                  <a:lnTo>
                    <a:pt x="1371063" y="2599973"/>
                  </a:lnTo>
                  <a:lnTo>
                    <a:pt x="1371698" y="2599973"/>
                  </a:lnTo>
                  <a:lnTo>
                    <a:pt x="1372333" y="2599973"/>
                  </a:lnTo>
                  <a:lnTo>
                    <a:pt x="1372968" y="2599973"/>
                  </a:lnTo>
                  <a:lnTo>
                    <a:pt x="1373603" y="2599973"/>
                  </a:lnTo>
                  <a:lnTo>
                    <a:pt x="1374238" y="2599973"/>
                  </a:lnTo>
                  <a:lnTo>
                    <a:pt x="1374872" y="2599907"/>
                  </a:lnTo>
                  <a:lnTo>
                    <a:pt x="1375507" y="2599717"/>
                  </a:lnTo>
                  <a:lnTo>
                    <a:pt x="1376142" y="2599527"/>
                  </a:lnTo>
                  <a:lnTo>
                    <a:pt x="1376777" y="2599337"/>
                  </a:lnTo>
                  <a:lnTo>
                    <a:pt x="1377412" y="2599148"/>
                  </a:lnTo>
                  <a:lnTo>
                    <a:pt x="1378047" y="2598958"/>
                  </a:lnTo>
                  <a:lnTo>
                    <a:pt x="1378682" y="2598768"/>
                  </a:lnTo>
                  <a:lnTo>
                    <a:pt x="1379316" y="2598578"/>
                  </a:lnTo>
                  <a:lnTo>
                    <a:pt x="1379951" y="2598388"/>
                  </a:lnTo>
                  <a:lnTo>
                    <a:pt x="1380586" y="2598056"/>
                  </a:lnTo>
                  <a:lnTo>
                    <a:pt x="1381221" y="2597677"/>
                  </a:lnTo>
                  <a:lnTo>
                    <a:pt x="1381856" y="2597297"/>
                  </a:lnTo>
                  <a:lnTo>
                    <a:pt x="1382491" y="2596918"/>
                  </a:lnTo>
                  <a:lnTo>
                    <a:pt x="1383125" y="2596538"/>
                  </a:lnTo>
                  <a:lnTo>
                    <a:pt x="1383760" y="2596159"/>
                  </a:lnTo>
                  <a:lnTo>
                    <a:pt x="1384395" y="2595845"/>
                  </a:lnTo>
                  <a:lnTo>
                    <a:pt x="1385030" y="2595656"/>
                  </a:lnTo>
                  <a:lnTo>
                    <a:pt x="1385665" y="2595466"/>
                  </a:lnTo>
                  <a:lnTo>
                    <a:pt x="1386300" y="2595276"/>
                  </a:lnTo>
                  <a:lnTo>
                    <a:pt x="1386935" y="2595086"/>
                  </a:lnTo>
                  <a:lnTo>
                    <a:pt x="1387569" y="2594897"/>
                  </a:lnTo>
                  <a:lnTo>
                    <a:pt x="1388204" y="2594707"/>
                  </a:lnTo>
                  <a:lnTo>
                    <a:pt x="1388839" y="2594517"/>
                  </a:lnTo>
                  <a:lnTo>
                    <a:pt x="1389474" y="2594327"/>
                  </a:lnTo>
                  <a:lnTo>
                    <a:pt x="1390109" y="2594280"/>
                  </a:lnTo>
                  <a:lnTo>
                    <a:pt x="1390744" y="2594280"/>
                  </a:lnTo>
                  <a:lnTo>
                    <a:pt x="1391378" y="2594280"/>
                  </a:lnTo>
                  <a:lnTo>
                    <a:pt x="1392013" y="2594280"/>
                  </a:lnTo>
                  <a:lnTo>
                    <a:pt x="1392648" y="2594280"/>
                  </a:lnTo>
                  <a:lnTo>
                    <a:pt x="1393283" y="2594280"/>
                  </a:lnTo>
                  <a:lnTo>
                    <a:pt x="1393918" y="2594280"/>
                  </a:lnTo>
                  <a:lnTo>
                    <a:pt x="1394553" y="2594280"/>
                  </a:lnTo>
                  <a:lnTo>
                    <a:pt x="1395188" y="2594280"/>
                  </a:lnTo>
                  <a:lnTo>
                    <a:pt x="1395822" y="2594280"/>
                  </a:lnTo>
                  <a:lnTo>
                    <a:pt x="1396457" y="2594280"/>
                  </a:lnTo>
                  <a:lnTo>
                    <a:pt x="1397092" y="2594280"/>
                  </a:lnTo>
                  <a:lnTo>
                    <a:pt x="1397727" y="2594280"/>
                  </a:lnTo>
                  <a:lnTo>
                    <a:pt x="1398362" y="2594280"/>
                  </a:lnTo>
                  <a:lnTo>
                    <a:pt x="1398997" y="2594280"/>
                  </a:lnTo>
                  <a:lnTo>
                    <a:pt x="1399631" y="2594242"/>
                  </a:lnTo>
                  <a:lnTo>
                    <a:pt x="1400266" y="2594242"/>
                  </a:lnTo>
                  <a:lnTo>
                    <a:pt x="1400901" y="2593910"/>
                  </a:lnTo>
                  <a:lnTo>
                    <a:pt x="1401536" y="2593546"/>
                  </a:lnTo>
                  <a:lnTo>
                    <a:pt x="1402171" y="2592995"/>
                  </a:lnTo>
                  <a:lnTo>
                    <a:pt x="1402806" y="2592445"/>
                  </a:lnTo>
                  <a:lnTo>
                    <a:pt x="1403441" y="2591894"/>
                  </a:lnTo>
                  <a:lnTo>
                    <a:pt x="1404075" y="2591344"/>
                  </a:lnTo>
                  <a:lnTo>
                    <a:pt x="1404710" y="2590793"/>
                  </a:lnTo>
                  <a:lnTo>
                    <a:pt x="1405345" y="2590332"/>
                  </a:lnTo>
                  <a:lnTo>
                    <a:pt x="1405980" y="2589920"/>
                  </a:lnTo>
                  <a:lnTo>
                    <a:pt x="1406615" y="2589508"/>
                  </a:lnTo>
                  <a:lnTo>
                    <a:pt x="1407250" y="2589096"/>
                  </a:lnTo>
                  <a:lnTo>
                    <a:pt x="1407884" y="2588683"/>
                  </a:lnTo>
                  <a:lnTo>
                    <a:pt x="1408519" y="2588271"/>
                  </a:lnTo>
                  <a:lnTo>
                    <a:pt x="1409154" y="2587902"/>
                  </a:lnTo>
                  <a:lnTo>
                    <a:pt x="1409789" y="2587541"/>
                  </a:lnTo>
                  <a:lnTo>
                    <a:pt x="1410424" y="2587505"/>
                  </a:lnTo>
                  <a:lnTo>
                    <a:pt x="1411059" y="2587541"/>
                  </a:lnTo>
                  <a:lnTo>
                    <a:pt x="1411694" y="2587786"/>
                  </a:lnTo>
                  <a:lnTo>
                    <a:pt x="1412328" y="2588008"/>
                  </a:lnTo>
                  <a:lnTo>
                    <a:pt x="1412963" y="2588092"/>
                  </a:lnTo>
                  <a:lnTo>
                    <a:pt x="1413598" y="2588135"/>
                  </a:lnTo>
                  <a:lnTo>
                    <a:pt x="1414233" y="2588081"/>
                  </a:lnTo>
                  <a:lnTo>
                    <a:pt x="1414868" y="2587904"/>
                  </a:lnTo>
                  <a:lnTo>
                    <a:pt x="1415503" y="2587660"/>
                  </a:lnTo>
                  <a:lnTo>
                    <a:pt x="1416137" y="2587416"/>
                  </a:lnTo>
                  <a:lnTo>
                    <a:pt x="1416772" y="2587172"/>
                  </a:lnTo>
                  <a:lnTo>
                    <a:pt x="1417407" y="2586928"/>
                  </a:lnTo>
                  <a:lnTo>
                    <a:pt x="1418042" y="2586685"/>
                  </a:lnTo>
                  <a:lnTo>
                    <a:pt x="1418677" y="2586441"/>
                  </a:lnTo>
                  <a:lnTo>
                    <a:pt x="1419312" y="2586197"/>
                  </a:lnTo>
                  <a:lnTo>
                    <a:pt x="1419946" y="2585946"/>
                  </a:lnTo>
                  <a:lnTo>
                    <a:pt x="1420581" y="2585667"/>
                  </a:lnTo>
                  <a:lnTo>
                    <a:pt x="1421216" y="2585600"/>
                  </a:lnTo>
                  <a:lnTo>
                    <a:pt x="1421851" y="2585220"/>
                  </a:lnTo>
                  <a:lnTo>
                    <a:pt x="1422486" y="2584841"/>
                  </a:lnTo>
                  <a:lnTo>
                    <a:pt x="1423121" y="2584290"/>
                  </a:lnTo>
                  <a:lnTo>
                    <a:pt x="1423756" y="2583465"/>
                  </a:lnTo>
                  <a:lnTo>
                    <a:pt x="1424390" y="2582516"/>
                  </a:lnTo>
                  <a:lnTo>
                    <a:pt x="1425025" y="2581728"/>
                  </a:lnTo>
                  <a:lnTo>
                    <a:pt x="1425660" y="2580969"/>
                  </a:lnTo>
                  <a:lnTo>
                    <a:pt x="1426295" y="2580210"/>
                  </a:lnTo>
                  <a:lnTo>
                    <a:pt x="1426930" y="2579451"/>
                  </a:lnTo>
                  <a:lnTo>
                    <a:pt x="1427565" y="2578692"/>
                  </a:lnTo>
                  <a:lnTo>
                    <a:pt x="1428199" y="2577895"/>
                  </a:lnTo>
                  <a:lnTo>
                    <a:pt x="1428834" y="2576823"/>
                  </a:lnTo>
                  <a:lnTo>
                    <a:pt x="1429469" y="2575684"/>
                  </a:lnTo>
                  <a:lnTo>
                    <a:pt x="1430104" y="2574545"/>
                  </a:lnTo>
                  <a:lnTo>
                    <a:pt x="1430739" y="2573274"/>
                  </a:lnTo>
                  <a:lnTo>
                    <a:pt x="1431374" y="2572135"/>
                  </a:lnTo>
                  <a:lnTo>
                    <a:pt x="1432009" y="2571186"/>
                  </a:lnTo>
                  <a:lnTo>
                    <a:pt x="1432643" y="2570465"/>
                  </a:lnTo>
                  <a:lnTo>
                    <a:pt x="1433278" y="2570152"/>
                  </a:lnTo>
                  <a:lnTo>
                    <a:pt x="1433913" y="2569962"/>
                  </a:lnTo>
                  <a:lnTo>
                    <a:pt x="1434548" y="2569611"/>
                  </a:lnTo>
                  <a:lnTo>
                    <a:pt x="1435183" y="2569232"/>
                  </a:lnTo>
                  <a:lnTo>
                    <a:pt x="1435818" y="2568852"/>
                  </a:lnTo>
                  <a:lnTo>
                    <a:pt x="1436452" y="2568472"/>
                  </a:lnTo>
                  <a:lnTo>
                    <a:pt x="1437087" y="2568093"/>
                  </a:lnTo>
                  <a:lnTo>
                    <a:pt x="1437722" y="2567751"/>
                  </a:lnTo>
                  <a:lnTo>
                    <a:pt x="1438357" y="2567685"/>
                  </a:lnTo>
                  <a:lnTo>
                    <a:pt x="1438992" y="2567685"/>
                  </a:lnTo>
                  <a:lnTo>
                    <a:pt x="1439627" y="2567685"/>
                  </a:lnTo>
                  <a:lnTo>
                    <a:pt x="1440262" y="2567818"/>
                  </a:lnTo>
                  <a:lnTo>
                    <a:pt x="1440896" y="2567818"/>
                  </a:lnTo>
                  <a:lnTo>
                    <a:pt x="1441531" y="2567628"/>
                  </a:lnTo>
                  <a:lnTo>
                    <a:pt x="1442166" y="2567372"/>
                  </a:lnTo>
                  <a:lnTo>
                    <a:pt x="1442801" y="2566907"/>
                  </a:lnTo>
                  <a:lnTo>
                    <a:pt x="1443436" y="2566205"/>
                  </a:lnTo>
                  <a:lnTo>
                    <a:pt x="1444071" y="2565446"/>
                  </a:lnTo>
                  <a:lnTo>
                    <a:pt x="1444705" y="2564686"/>
                  </a:lnTo>
                  <a:lnTo>
                    <a:pt x="1445340" y="2563927"/>
                  </a:lnTo>
                  <a:lnTo>
                    <a:pt x="1445975" y="2563168"/>
                  </a:lnTo>
                  <a:lnTo>
                    <a:pt x="1446610" y="2562409"/>
                  </a:lnTo>
                  <a:lnTo>
                    <a:pt x="1447245" y="2561773"/>
                  </a:lnTo>
                  <a:lnTo>
                    <a:pt x="1447880" y="2561204"/>
                  </a:lnTo>
                  <a:lnTo>
                    <a:pt x="1448515" y="2560279"/>
                  </a:lnTo>
                  <a:lnTo>
                    <a:pt x="1449149" y="2559288"/>
                  </a:lnTo>
                  <a:lnTo>
                    <a:pt x="1449784" y="2558340"/>
                  </a:lnTo>
                  <a:lnTo>
                    <a:pt x="1450419" y="2557470"/>
                  </a:lnTo>
                  <a:lnTo>
                    <a:pt x="1451054" y="2556816"/>
                  </a:lnTo>
                  <a:lnTo>
                    <a:pt x="1451689" y="2556229"/>
                  </a:lnTo>
                  <a:lnTo>
                    <a:pt x="1452324" y="2555851"/>
                  </a:lnTo>
                  <a:lnTo>
                    <a:pt x="1452958" y="2555765"/>
                  </a:lnTo>
                  <a:lnTo>
                    <a:pt x="1453593" y="2555715"/>
                  </a:lnTo>
                  <a:lnTo>
                    <a:pt x="1454228" y="2555579"/>
                  </a:lnTo>
                  <a:lnTo>
                    <a:pt x="1454863" y="2555443"/>
                  </a:lnTo>
                  <a:lnTo>
                    <a:pt x="1455498" y="2555307"/>
                  </a:lnTo>
                  <a:lnTo>
                    <a:pt x="1456133" y="2555172"/>
                  </a:lnTo>
                  <a:lnTo>
                    <a:pt x="1456768" y="2555057"/>
                  </a:lnTo>
                  <a:lnTo>
                    <a:pt x="1457402" y="2554921"/>
                  </a:lnTo>
                  <a:lnTo>
                    <a:pt x="1458037" y="2554850"/>
                  </a:lnTo>
                  <a:lnTo>
                    <a:pt x="1458672" y="2554846"/>
                  </a:lnTo>
                  <a:lnTo>
                    <a:pt x="1459307" y="2554799"/>
                  </a:lnTo>
                  <a:lnTo>
                    <a:pt x="1459942" y="2554721"/>
                  </a:lnTo>
                  <a:lnTo>
                    <a:pt x="1460577" y="2555100"/>
                  </a:lnTo>
                  <a:lnTo>
                    <a:pt x="1461211" y="2555480"/>
                  </a:lnTo>
                  <a:lnTo>
                    <a:pt x="1461846" y="2556002"/>
                  </a:lnTo>
                  <a:lnTo>
                    <a:pt x="1462481" y="2556495"/>
                  </a:lnTo>
                  <a:lnTo>
                    <a:pt x="1463116" y="2556988"/>
                  </a:lnTo>
                  <a:lnTo>
                    <a:pt x="1463751" y="2557747"/>
                  </a:lnTo>
                  <a:lnTo>
                    <a:pt x="1464386" y="2558753"/>
                  </a:lnTo>
                  <a:lnTo>
                    <a:pt x="1465021" y="2559785"/>
                  </a:lnTo>
                  <a:lnTo>
                    <a:pt x="1465655" y="2560996"/>
                  </a:lnTo>
                  <a:lnTo>
                    <a:pt x="1466290" y="2562301"/>
                  </a:lnTo>
                  <a:lnTo>
                    <a:pt x="1466925" y="2563941"/>
                  </a:lnTo>
                  <a:lnTo>
                    <a:pt x="1467560" y="2565892"/>
                  </a:lnTo>
                  <a:lnTo>
                    <a:pt x="1468195" y="2567960"/>
                  </a:lnTo>
                  <a:lnTo>
                    <a:pt x="1468830" y="2570506"/>
                  </a:lnTo>
                  <a:lnTo>
                    <a:pt x="1469464" y="2573218"/>
                  </a:lnTo>
                  <a:lnTo>
                    <a:pt x="1470099" y="2575867"/>
                  </a:lnTo>
                  <a:lnTo>
                    <a:pt x="1470734" y="2578599"/>
                  </a:lnTo>
                  <a:lnTo>
                    <a:pt x="1471369" y="2581095"/>
                  </a:lnTo>
                  <a:lnTo>
                    <a:pt x="1472004" y="2583499"/>
                  </a:lnTo>
                  <a:lnTo>
                    <a:pt x="1472639" y="2585896"/>
                  </a:lnTo>
                  <a:lnTo>
                    <a:pt x="1473273" y="2588162"/>
                  </a:lnTo>
                  <a:lnTo>
                    <a:pt x="1473908" y="2590249"/>
                  </a:lnTo>
                  <a:lnTo>
                    <a:pt x="1474543" y="2591933"/>
                  </a:lnTo>
                  <a:lnTo>
                    <a:pt x="1475178" y="2593517"/>
                  </a:lnTo>
                  <a:lnTo>
                    <a:pt x="1475813" y="2594902"/>
                  </a:lnTo>
                  <a:lnTo>
                    <a:pt x="1476448" y="2596458"/>
                  </a:lnTo>
                  <a:lnTo>
                    <a:pt x="1477083" y="2597530"/>
                  </a:lnTo>
                  <a:lnTo>
                    <a:pt x="1477717" y="2598441"/>
                  </a:lnTo>
                  <a:lnTo>
                    <a:pt x="1478352" y="2598697"/>
                  </a:lnTo>
                  <a:lnTo>
                    <a:pt x="1478987" y="2598707"/>
                  </a:lnTo>
                  <a:lnTo>
                    <a:pt x="1479622" y="2598631"/>
                  </a:lnTo>
                  <a:lnTo>
                    <a:pt x="1480257" y="2598441"/>
                  </a:lnTo>
                  <a:lnTo>
                    <a:pt x="1480892" y="2598536"/>
                  </a:lnTo>
                  <a:lnTo>
                    <a:pt x="1481526" y="2598726"/>
                  </a:lnTo>
                  <a:lnTo>
                    <a:pt x="1482161" y="2598897"/>
                  </a:lnTo>
                  <a:lnTo>
                    <a:pt x="1482796" y="2598897"/>
                  </a:lnTo>
                  <a:lnTo>
                    <a:pt x="1483431" y="2598897"/>
                  </a:lnTo>
                  <a:lnTo>
                    <a:pt x="1484066" y="2598897"/>
                  </a:lnTo>
                  <a:lnTo>
                    <a:pt x="1484701" y="2598716"/>
                  </a:lnTo>
                  <a:lnTo>
                    <a:pt x="1485336" y="2598527"/>
                  </a:lnTo>
                  <a:lnTo>
                    <a:pt x="1485970" y="2598470"/>
                  </a:lnTo>
                  <a:lnTo>
                    <a:pt x="1486605" y="2598470"/>
                  </a:lnTo>
                  <a:lnTo>
                    <a:pt x="1487240" y="2598470"/>
                  </a:lnTo>
                  <a:lnTo>
                    <a:pt x="1487875" y="2598470"/>
                  </a:lnTo>
                  <a:lnTo>
                    <a:pt x="1488510" y="2598470"/>
                  </a:lnTo>
                  <a:lnTo>
                    <a:pt x="1489145" y="2598422"/>
                  </a:lnTo>
                  <a:lnTo>
                    <a:pt x="1489779" y="2598232"/>
                  </a:lnTo>
                  <a:lnTo>
                    <a:pt x="1490414" y="2597891"/>
                  </a:lnTo>
                  <a:lnTo>
                    <a:pt x="1491049" y="2597511"/>
                  </a:lnTo>
                  <a:lnTo>
                    <a:pt x="1491684" y="2597151"/>
                  </a:lnTo>
                  <a:lnTo>
                    <a:pt x="1492319" y="2596961"/>
                  </a:lnTo>
                  <a:lnTo>
                    <a:pt x="1492954" y="2596771"/>
                  </a:lnTo>
                  <a:lnTo>
                    <a:pt x="1493589" y="2596581"/>
                  </a:lnTo>
                  <a:lnTo>
                    <a:pt x="1494223" y="2596392"/>
                  </a:lnTo>
                  <a:lnTo>
                    <a:pt x="1494858" y="2596202"/>
                  </a:lnTo>
                  <a:lnTo>
                    <a:pt x="1495493" y="2596012"/>
                  </a:lnTo>
                  <a:lnTo>
                    <a:pt x="1496128" y="2595822"/>
                  </a:lnTo>
                  <a:lnTo>
                    <a:pt x="1496763" y="2595633"/>
                  </a:lnTo>
                  <a:lnTo>
                    <a:pt x="1497398" y="2595443"/>
                  </a:lnTo>
                  <a:lnTo>
                    <a:pt x="1498032" y="2595044"/>
                  </a:lnTo>
                  <a:lnTo>
                    <a:pt x="1498667" y="2594418"/>
                  </a:lnTo>
                  <a:lnTo>
                    <a:pt x="1499302" y="2593849"/>
                  </a:lnTo>
                  <a:lnTo>
                    <a:pt x="1499937" y="2593279"/>
                  </a:lnTo>
                  <a:lnTo>
                    <a:pt x="1500572" y="2592710"/>
                  </a:lnTo>
                  <a:lnTo>
                    <a:pt x="1501207" y="2592141"/>
                  </a:lnTo>
                  <a:lnTo>
                    <a:pt x="1501842" y="2591419"/>
                  </a:lnTo>
                  <a:lnTo>
                    <a:pt x="1502476" y="2590660"/>
                  </a:lnTo>
                  <a:lnTo>
                    <a:pt x="1503111" y="2589778"/>
                  </a:lnTo>
                  <a:lnTo>
                    <a:pt x="1503746" y="2588829"/>
                  </a:lnTo>
                  <a:lnTo>
                    <a:pt x="1504381" y="2587880"/>
                  </a:lnTo>
                  <a:lnTo>
                    <a:pt x="1505016" y="2586931"/>
                  </a:lnTo>
                  <a:lnTo>
                    <a:pt x="1505651" y="2585982"/>
                  </a:lnTo>
                  <a:lnTo>
                    <a:pt x="1506285" y="2585033"/>
                  </a:lnTo>
                  <a:lnTo>
                    <a:pt x="1506920" y="2584085"/>
                  </a:lnTo>
                  <a:lnTo>
                    <a:pt x="1507555" y="2583487"/>
                  </a:lnTo>
                  <a:lnTo>
                    <a:pt x="1508190" y="2583212"/>
                  </a:lnTo>
                  <a:lnTo>
                    <a:pt x="1508825" y="2583022"/>
                  </a:lnTo>
                  <a:lnTo>
                    <a:pt x="1509460" y="2582832"/>
                  </a:lnTo>
                  <a:lnTo>
                    <a:pt x="1510095" y="2582642"/>
                  </a:lnTo>
                  <a:lnTo>
                    <a:pt x="1510729" y="2582452"/>
                  </a:lnTo>
                  <a:lnTo>
                    <a:pt x="1511364" y="2582415"/>
                  </a:lnTo>
                  <a:lnTo>
                    <a:pt x="1511999" y="2582415"/>
                  </a:lnTo>
                  <a:lnTo>
                    <a:pt x="1512634" y="2582538"/>
                  </a:lnTo>
                  <a:lnTo>
                    <a:pt x="1513269" y="2582728"/>
                  </a:lnTo>
                  <a:lnTo>
                    <a:pt x="1513904" y="2582917"/>
                  </a:lnTo>
                  <a:lnTo>
                    <a:pt x="1514538" y="2583107"/>
                  </a:lnTo>
                  <a:lnTo>
                    <a:pt x="1515173" y="2583297"/>
                  </a:lnTo>
                  <a:lnTo>
                    <a:pt x="1515808" y="2583487"/>
                  </a:lnTo>
                  <a:lnTo>
                    <a:pt x="1516443" y="2583677"/>
                  </a:lnTo>
                  <a:lnTo>
                    <a:pt x="1517078" y="2583724"/>
                  </a:lnTo>
                  <a:lnTo>
                    <a:pt x="1517713" y="2583724"/>
                  </a:lnTo>
                  <a:lnTo>
                    <a:pt x="1518348" y="2583724"/>
                  </a:lnTo>
                  <a:lnTo>
                    <a:pt x="1518982" y="2583724"/>
                  </a:lnTo>
                  <a:lnTo>
                    <a:pt x="1519617" y="2583724"/>
                  </a:lnTo>
                  <a:lnTo>
                    <a:pt x="1520252" y="2583724"/>
                  </a:lnTo>
                  <a:lnTo>
                    <a:pt x="1520887" y="2583724"/>
                  </a:lnTo>
                  <a:lnTo>
                    <a:pt x="1521522" y="2583582"/>
                  </a:lnTo>
                  <a:lnTo>
                    <a:pt x="1522157" y="2583392"/>
                  </a:lnTo>
                  <a:lnTo>
                    <a:pt x="1522791" y="2583202"/>
                  </a:lnTo>
                  <a:lnTo>
                    <a:pt x="1523426" y="2583012"/>
                  </a:lnTo>
                  <a:lnTo>
                    <a:pt x="1524061" y="2582823"/>
                  </a:lnTo>
                  <a:lnTo>
                    <a:pt x="1524696" y="2582633"/>
                  </a:lnTo>
                  <a:lnTo>
                    <a:pt x="1525331" y="2582443"/>
                  </a:lnTo>
                  <a:lnTo>
                    <a:pt x="1525966" y="2582253"/>
                  </a:lnTo>
                  <a:lnTo>
                    <a:pt x="1526600" y="2581969"/>
                  </a:lnTo>
                  <a:lnTo>
                    <a:pt x="1527235" y="2581779"/>
                  </a:lnTo>
                  <a:lnTo>
                    <a:pt x="1527870" y="2581589"/>
                  </a:lnTo>
                  <a:lnTo>
                    <a:pt x="1528505" y="2581409"/>
                  </a:lnTo>
                  <a:lnTo>
                    <a:pt x="1529140" y="2581409"/>
                  </a:lnTo>
                  <a:lnTo>
                    <a:pt x="1529775" y="2581409"/>
                  </a:lnTo>
                  <a:lnTo>
                    <a:pt x="1530410" y="2581409"/>
                  </a:lnTo>
                  <a:lnTo>
                    <a:pt x="1531044" y="2581551"/>
                  </a:lnTo>
                  <a:lnTo>
                    <a:pt x="1531679" y="2581741"/>
                  </a:lnTo>
                  <a:lnTo>
                    <a:pt x="1532314" y="2581712"/>
                  </a:lnTo>
                  <a:lnTo>
                    <a:pt x="1532949" y="2581361"/>
                  </a:lnTo>
                  <a:lnTo>
                    <a:pt x="1533584" y="2580760"/>
                  </a:lnTo>
                  <a:lnTo>
                    <a:pt x="1534219" y="2579330"/>
                  </a:lnTo>
                  <a:lnTo>
                    <a:pt x="1534853" y="2577259"/>
                  </a:lnTo>
                  <a:lnTo>
                    <a:pt x="1535488" y="2574747"/>
                  </a:lnTo>
                  <a:lnTo>
                    <a:pt x="1536123" y="2572444"/>
                  </a:lnTo>
                  <a:lnTo>
                    <a:pt x="1536758" y="2569551"/>
                  </a:lnTo>
                  <a:lnTo>
                    <a:pt x="1537393" y="2565996"/>
                  </a:lnTo>
                  <a:lnTo>
                    <a:pt x="1538028" y="2562372"/>
                  </a:lnTo>
                  <a:lnTo>
                    <a:pt x="1538663" y="2558835"/>
                  </a:lnTo>
                  <a:lnTo>
                    <a:pt x="1539297" y="2555320"/>
                  </a:lnTo>
                  <a:lnTo>
                    <a:pt x="1539932" y="2551943"/>
                  </a:lnTo>
                  <a:lnTo>
                    <a:pt x="1540567" y="2548608"/>
                  </a:lnTo>
                  <a:lnTo>
                    <a:pt x="1541202" y="2545265"/>
                  </a:lnTo>
                  <a:lnTo>
                    <a:pt x="1541837" y="2541796"/>
                  </a:lnTo>
                  <a:lnTo>
                    <a:pt x="1542472" y="2538431"/>
                  </a:lnTo>
                  <a:lnTo>
                    <a:pt x="1543106" y="2535526"/>
                  </a:lnTo>
                  <a:lnTo>
                    <a:pt x="1543741" y="2533231"/>
                  </a:lnTo>
                  <a:lnTo>
                    <a:pt x="1544376" y="2531371"/>
                  </a:lnTo>
                  <a:lnTo>
                    <a:pt x="1545011" y="2529180"/>
                  </a:lnTo>
                  <a:lnTo>
                    <a:pt x="1545646" y="2527771"/>
                  </a:lnTo>
                  <a:lnTo>
                    <a:pt x="1546281" y="2526918"/>
                  </a:lnTo>
                  <a:lnTo>
                    <a:pt x="1546916" y="2525974"/>
                  </a:lnTo>
                  <a:lnTo>
                    <a:pt x="1547550" y="2525114"/>
                  </a:lnTo>
                  <a:lnTo>
                    <a:pt x="1548185" y="2524042"/>
                  </a:lnTo>
                  <a:lnTo>
                    <a:pt x="1548820" y="2523283"/>
                  </a:lnTo>
                  <a:lnTo>
                    <a:pt x="1549455" y="2522524"/>
                  </a:lnTo>
                  <a:lnTo>
                    <a:pt x="1550090" y="2521936"/>
                  </a:lnTo>
                  <a:lnTo>
                    <a:pt x="1550725" y="2521803"/>
                  </a:lnTo>
                  <a:lnTo>
                    <a:pt x="1551359" y="2522230"/>
                  </a:lnTo>
                  <a:lnTo>
                    <a:pt x="1551994" y="2522799"/>
                  </a:lnTo>
                  <a:lnTo>
                    <a:pt x="1552629" y="2523673"/>
                  </a:lnTo>
                  <a:lnTo>
                    <a:pt x="1553264" y="2524550"/>
                  </a:lnTo>
                  <a:lnTo>
                    <a:pt x="1553899" y="2525304"/>
                  </a:lnTo>
                  <a:lnTo>
                    <a:pt x="1554534" y="2525871"/>
                  </a:lnTo>
                  <a:lnTo>
                    <a:pt x="1555169" y="2526475"/>
                  </a:lnTo>
                  <a:lnTo>
                    <a:pt x="1555803" y="2527355"/>
                  </a:lnTo>
                  <a:lnTo>
                    <a:pt x="1556438" y="2528302"/>
                  </a:lnTo>
                  <a:lnTo>
                    <a:pt x="1557073" y="2529241"/>
                  </a:lnTo>
                  <a:lnTo>
                    <a:pt x="1557708" y="2530239"/>
                  </a:lnTo>
                  <a:lnTo>
                    <a:pt x="1558343" y="2531237"/>
                  </a:lnTo>
                  <a:lnTo>
                    <a:pt x="1558978" y="2531852"/>
                  </a:lnTo>
                  <a:lnTo>
                    <a:pt x="1559612" y="2532509"/>
                  </a:lnTo>
                  <a:lnTo>
                    <a:pt x="1560247" y="2532736"/>
                  </a:lnTo>
                  <a:lnTo>
                    <a:pt x="1560882" y="2532793"/>
                  </a:lnTo>
                  <a:lnTo>
                    <a:pt x="1561517" y="2532851"/>
                  </a:lnTo>
                  <a:lnTo>
                    <a:pt x="1562152" y="2533052"/>
                  </a:lnTo>
                  <a:lnTo>
                    <a:pt x="1562787" y="2533346"/>
                  </a:lnTo>
                  <a:lnTo>
                    <a:pt x="1563422" y="2533485"/>
                  </a:lnTo>
                  <a:lnTo>
                    <a:pt x="1564056" y="2533810"/>
                  </a:lnTo>
                  <a:lnTo>
                    <a:pt x="1564691" y="2533966"/>
                  </a:lnTo>
                  <a:lnTo>
                    <a:pt x="1565326" y="2533840"/>
                  </a:lnTo>
                  <a:lnTo>
                    <a:pt x="1565961" y="2533648"/>
                  </a:lnTo>
                  <a:lnTo>
                    <a:pt x="1566596" y="2533463"/>
                  </a:lnTo>
                  <a:lnTo>
                    <a:pt x="1567231" y="2533219"/>
                  </a:lnTo>
                  <a:lnTo>
                    <a:pt x="1567865" y="2532961"/>
                  </a:lnTo>
                  <a:lnTo>
                    <a:pt x="1568500" y="2532914"/>
                  </a:lnTo>
                  <a:lnTo>
                    <a:pt x="1569135" y="2532885"/>
                  </a:lnTo>
                  <a:lnTo>
                    <a:pt x="1569770" y="2533033"/>
                  </a:lnTo>
                  <a:lnTo>
                    <a:pt x="1570405" y="2532976"/>
                  </a:lnTo>
                  <a:lnTo>
                    <a:pt x="1571040" y="2532976"/>
                  </a:lnTo>
                  <a:lnTo>
                    <a:pt x="1571675" y="2532976"/>
                  </a:lnTo>
                  <a:lnTo>
                    <a:pt x="1572309" y="2532976"/>
                  </a:lnTo>
                  <a:lnTo>
                    <a:pt x="1572944" y="2532976"/>
                  </a:lnTo>
                  <a:lnTo>
                    <a:pt x="1573579" y="2532947"/>
                  </a:lnTo>
                  <a:lnTo>
                    <a:pt x="1574214" y="2532938"/>
                  </a:lnTo>
                  <a:lnTo>
                    <a:pt x="1574849" y="2532938"/>
                  </a:lnTo>
                  <a:lnTo>
                    <a:pt x="1575484" y="2532995"/>
                  </a:lnTo>
                  <a:lnTo>
                    <a:pt x="1576118" y="2533184"/>
                  </a:lnTo>
                  <a:lnTo>
                    <a:pt x="1576753" y="2533374"/>
                  </a:lnTo>
                  <a:lnTo>
                    <a:pt x="1577388" y="2533583"/>
                  </a:lnTo>
                  <a:lnTo>
                    <a:pt x="1578023" y="2533839"/>
                  </a:lnTo>
                  <a:lnTo>
                    <a:pt x="1578658" y="2534152"/>
                  </a:lnTo>
                  <a:lnTo>
                    <a:pt x="1579293" y="2534380"/>
                  </a:lnTo>
                  <a:lnTo>
                    <a:pt x="1579927" y="2534437"/>
                  </a:lnTo>
                  <a:lnTo>
                    <a:pt x="1580562" y="2534541"/>
                  </a:lnTo>
                  <a:lnTo>
                    <a:pt x="1581197" y="2534731"/>
                  </a:lnTo>
                  <a:lnTo>
                    <a:pt x="1581832" y="2534883"/>
                  </a:lnTo>
                  <a:lnTo>
                    <a:pt x="1582467" y="2534854"/>
                  </a:lnTo>
                  <a:lnTo>
                    <a:pt x="1583102" y="2534693"/>
                  </a:lnTo>
                  <a:lnTo>
                    <a:pt x="1583737" y="2534541"/>
                  </a:lnTo>
                  <a:lnTo>
                    <a:pt x="1584371" y="2534352"/>
                  </a:lnTo>
                  <a:lnTo>
                    <a:pt x="1585006" y="2534105"/>
                  </a:lnTo>
                  <a:lnTo>
                    <a:pt x="1585641" y="2533659"/>
                  </a:lnTo>
                  <a:lnTo>
                    <a:pt x="1586276" y="2532928"/>
                  </a:lnTo>
                  <a:lnTo>
                    <a:pt x="1586911" y="2531989"/>
                  </a:lnTo>
                  <a:lnTo>
                    <a:pt x="1587546" y="2530850"/>
                  </a:lnTo>
                  <a:lnTo>
                    <a:pt x="1588180" y="2529417"/>
                  </a:lnTo>
                  <a:lnTo>
                    <a:pt x="1588815" y="2527520"/>
                  </a:lnTo>
                  <a:lnTo>
                    <a:pt x="1589450" y="2525622"/>
                  </a:lnTo>
                  <a:lnTo>
                    <a:pt x="1590085" y="2523544"/>
                  </a:lnTo>
                  <a:lnTo>
                    <a:pt x="1590720" y="2521266"/>
                  </a:lnTo>
                  <a:lnTo>
                    <a:pt x="1591355" y="2519027"/>
                  </a:lnTo>
                  <a:lnTo>
                    <a:pt x="1591990" y="2516968"/>
                  </a:lnTo>
                  <a:lnTo>
                    <a:pt x="1592624" y="2514852"/>
                  </a:lnTo>
                  <a:lnTo>
                    <a:pt x="1593259" y="2512537"/>
                  </a:lnTo>
                  <a:lnTo>
                    <a:pt x="1593894" y="2510126"/>
                  </a:lnTo>
                  <a:lnTo>
                    <a:pt x="1594529" y="2507555"/>
                  </a:lnTo>
                  <a:lnTo>
                    <a:pt x="1595164" y="2504965"/>
                  </a:lnTo>
                  <a:lnTo>
                    <a:pt x="1595799" y="2502469"/>
                  </a:lnTo>
                  <a:lnTo>
                    <a:pt x="1596433" y="2500182"/>
                  </a:lnTo>
                  <a:lnTo>
                    <a:pt x="1597068" y="2498095"/>
                  </a:lnTo>
                  <a:lnTo>
                    <a:pt x="1597703" y="2496130"/>
                  </a:lnTo>
                  <a:lnTo>
                    <a:pt x="1598338" y="2494717"/>
                  </a:lnTo>
                  <a:lnTo>
                    <a:pt x="1598973" y="2493198"/>
                  </a:lnTo>
                  <a:lnTo>
                    <a:pt x="1599608" y="2491652"/>
                  </a:lnTo>
                  <a:lnTo>
                    <a:pt x="1600243" y="2490133"/>
                  </a:lnTo>
                  <a:lnTo>
                    <a:pt x="1600877" y="2488473"/>
                  </a:lnTo>
                  <a:lnTo>
                    <a:pt x="1601512" y="2486765"/>
                  </a:lnTo>
                  <a:lnTo>
                    <a:pt x="1602147" y="2485275"/>
                  </a:lnTo>
                  <a:lnTo>
                    <a:pt x="1602782" y="2484136"/>
                  </a:lnTo>
                  <a:lnTo>
                    <a:pt x="1603417" y="2483263"/>
                  </a:lnTo>
                  <a:lnTo>
                    <a:pt x="1604052" y="2482609"/>
                  </a:lnTo>
                  <a:lnTo>
                    <a:pt x="1604686" y="2482039"/>
                  </a:lnTo>
                  <a:lnTo>
                    <a:pt x="1605321" y="2481660"/>
                  </a:lnTo>
                  <a:lnTo>
                    <a:pt x="1605956" y="2481280"/>
                  </a:lnTo>
                  <a:lnTo>
                    <a:pt x="1606591" y="2480901"/>
                  </a:lnTo>
                  <a:lnTo>
                    <a:pt x="1607226" y="2480692"/>
                  </a:lnTo>
                  <a:lnTo>
                    <a:pt x="1607861" y="2480398"/>
                  </a:lnTo>
                  <a:lnTo>
                    <a:pt x="1608496" y="2480208"/>
                  </a:lnTo>
                  <a:lnTo>
                    <a:pt x="1609130" y="2480142"/>
                  </a:lnTo>
                  <a:lnTo>
                    <a:pt x="1609765" y="2480322"/>
                  </a:lnTo>
                  <a:lnTo>
                    <a:pt x="1610400" y="2480464"/>
                  </a:lnTo>
                  <a:lnTo>
                    <a:pt x="1611035" y="2480654"/>
                  </a:lnTo>
                  <a:lnTo>
                    <a:pt x="1611670" y="2480673"/>
                  </a:lnTo>
                  <a:lnTo>
                    <a:pt x="1612305" y="2480673"/>
                  </a:lnTo>
                  <a:lnTo>
                    <a:pt x="1612939" y="2480540"/>
                  </a:lnTo>
                  <a:lnTo>
                    <a:pt x="1613574" y="2480350"/>
                  </a:lnTo>
                  <a:lnTo>
                    <a:pt x="1614209" y="2480161"/>
                  </a:lnTo>
                  <a:lnTo>
                    <a:pt x="1614844" y="2479971"/>
                  </a:lnTo>
                  <a:lnTo>
                    <a:pt x="1615479" y="2479781"/>
                  </a:lnTo>
                  <a:lnTo>
                    <a:pt x="1616114" y="2479639"/>
                  </a:lnTo>
                  <a:lnTo>
                    <a:pt x="1616749" y="2479639"/>
                  </a:lnTo>
                  <a:lnTo>
                    <a:pt x="1617383" y="2479639"/>
                  </a:lnTo>
                  <a:lnTo>
                    <a:pt x="1618018" y="2479639"/>
                  </a:lnTo>
                  <a:lnTo>
                    <a:pt x="1618653" y="2479620"/>
                  </a:lnTo>
                  <a:lnTo>
                    <a:pt x="1619288" y="2479439"/>
                  </a:lnTo>
                  <a:lnTo>
                    <a:pt x="1619923" y="2479439"/>
                  </a:lnTo>
                  <a:lnTo>
                    <a:pt x="1620558" y="2479439"/>
                  </a:lnTo>
                  <a:lnTo>
                    <a:pt x="1621192" y="2479610"/>
                  </a:lnTo>
                  <a:lnTo>
                    <a:pt x="1621827" y="2479800"/>
                  </a:lnTo>
                  <a:lnTo>
                    <a:pt x="1622462" y="2480178"/>
                  </a:lnTo>
                  <a:lnTo>
                    <a:pt x="1623097" y="2480396"/>
                  </a:lnTo>
                  <a:lnTo>
                    <a:pt x="1623732" y="2480585"/>
                  </a:lnTo>
                  <a:lnTo>
                    <a:pt x="1624367" y="2480774"/>
                  </a:lnTo>
                  <a:lnTo>
                    <a:pt x="1625002" y="2481157"/>
                  </a:lnTo>
                  <a:lnTo>
                    <a:pt x="1625636" y="2481640"/>
                  </a:lnTo>
                  <a:lnTo>
                    <a:pt x="1626271" y="2482067"/>
                  </a:lnTo>
                  <a:lnTo>
                    <a:pt x="1626906" y="2482493"/>
                  </a:lnTo>
                  <a:lnTo>
                    <a:pt x="1627541" y="2482855"/>
                  </a:lnTo>
                  <a:lnTo>
                    <a:pt x="1628176" y="2482982"/>
                  </a:lnTo>
                  <a:lnTo>
                    <a:pt x="1628811" y="2483097"/>
                  </a:lnTo>
                  <a:lnTo>
                    <a:pt x="1629445" y="2483235"/>
                  </a:lnTo>
                  <a:lnTo>
                    <a:pt x="1630080" y="2483372"/>
                  </a:lnTo>
                  <a:lnTo>
                    <a:pt x="1630715" y="2483576"/>
                  </a:lnTo>
                  <a:lnTo>
                    <a:pt x="1631350" y="2483780"/>
                  </a:lnTo>
                  <a:lnTo>
                    <a:pt x="1631985" y="2483992"/>
                  </a:lnTo>
                  <a:lnTo>
                    <a:pt x="1632620" y="2484389"/>
                  </a:lnTo>
                  <a:lnTo>
                    <a:pt x="1633255" y="2484815"/>
                  </a:lnTo>
                  <a:lnTo>
                    <a:pt x="1633889" y="2485240"/>
                  </a:lnTo>
                  <a:lnTo>
                    <a:pt x="1634524" y="2485471"/>
                  </a:lnTo>
                  <a:lnTo>
                    <a:pt x="1635159" y="2485556"/>
                  </a:lnTo>
                  <a:lnTo>
                    <a:pt x="1635794" y="2485554"/>
                  </a:lnTo>
                  <a:lnTo>
                    <a:pt x="1636429" y="2485439"/>
                  </a:lnTo>
                  <a:lnTo>
                    <a:pt x="1637064" y="2485360"/>
                  </a:lnTo>
                  <a:lnTo>
                    <a:pt x="1637698" y="2485329"/>
                  </a:lnTo>
                  <a:lnTo>
                    <a:pt x="1638333" y="2484939"/>
                  </a:lnTo>
                  <a:lnTo>
                    <a:pt x="1638968" y="2484579"/>
                  </a:lnTo>
                  <a:lnTo>
                    <a:pt x="1639603" y="2484266"/>
                  </a:lnTo>
                  <a:lnTo>
                    <a:pt x="1640238" y="2483886"/>
                  </a:lnTo>
                  <a:lnTo>
                    <a:pt x="1640873" y="2483507"/>
                  </a:lnTo>
                  <a:lnTo>
                    <a:pt x="1641507" y="2482966"/>
                  </a:lnTo>
                  <a:lnTo>
                    <a:pt x="1642142" y="2482396"/>
                  </a:lnTo>
                  <a:lnTo>
                    <a:pt x="1642777" y="2481827"/>
                  </a:lnTo>
                  <a:lnTo>
                    <a:pt x="1643412" y="2481258"/>
                  </a:lnTo>
                  <a:lnTo>
                    <a:pt x="1644047" y="2480688"/>
                  </a:lnTo>
                  <a:lnTo>
                    <a:pt x="1644682" y="2480119"/>
                  </a:lnTo>
                  <a:lnTo>
                    <a:pt x="1645317" y="2479550"/>
                  </a:lnTo>
                  <a:lnTo>
                    <a:pt x="1645951" y="2478952"/>
                  </a:lnTo>
                  <a:lnTo>
                    <a:pt x="1646586" y="2478383"/>
                  </a:lnTo>
                  <a:lnTo>
                    <a:pt x="1647221" y="2478003"/>
                  </a:lnTo>
                  <a:lnTo>
                    <a:pt x="1647856" y="2477624"/>
                  </a:lnTo>
                  <a:lnTo>
                    <a:pt x="1648491" y="2477386"/>
                  </a:lnTo>
                  <a:lnTo>
                    <a:pt x="1649126" y="2477197"/>
                  </a:lnTo>
                  <a:lnTo>
                    <a:pt x="1649760" y="2477007"/>
                  </a:lnTo>
                  <a:lnTo>
                    <a:pt x="1650395" y="2476817"/>
                  </a:lnTo>
                  <a:lnTo>
                    <a:pt x="1651030" y="2476789"/>
                  </a:lnTo>
                  <a:lnTo>
                    <a:pt x="1651665" y="2476789"/>
                  </a:lnTo>
                  <a:lnTo>
                    <a:pt x="1652300" y="2476789"/>
                  </a:lnTo>
                  <a:lnTo>
                    <a:pt x="1652935" y="2476789"/>
                  </a:lnTo>
                  <a:lnTo>
                    <a:pt x="1653570" y="2476940"/>
                  </a:lnTo>
                  <a:lnTo>
                    <a:pt x="1654204" y="2477130"/>
                  </a:lnTo>
                  <a:lnTo>
                    <a:pt x="1654839" y="2477501"/>
                  </a:lnTo>
                  <a:lnTo>
                    <a:pt x="1655474" y="2477944"/>
                  </a:lnTo>
                  <a:lnTo>
                    <a:pt x="1656109" y="2478252"/>
                  </a:lnTo>
                  <a:lnTo>
                    <a:pt x="1656744" y="2478340"/>
                  </a:lnTo>
                  <a:lnTo>
                    <a:pt x="1657379" y="2478337"/>
                  </a:lnTo>
                  <a:lnTo>
                    <a:pt x="1658013" y="2478516"/>
                  </a:lnTo>
                  <a:lnTo>
                    <a:pt x="1658648" y="2478648"/>
                  </a:lnTo>
                  <a:lnTo>
                    <a:pt x="1659283" y="2478984"/>
                  </a:lnTo>
                  <a:lnTo>
                    <a:pt x="1659918" y="2479577"/>
                  </a:lnTo>
                  <a:lnTo>
                    <a:pt x="1660553" y="2480178"/>
                  </a:lnTo>
                  <a:lnTo>
                    <a:pt x="1661188" y="2481207"/>
                  </a:lnTo>
                  <a:lnTo>
                    <a:pt x="1661823" y="2482629"/>
                  </a:lnTo>
                  <a:lnTo>
                    <a:pt x="1662457" y="2484326"/>
                  </a:lnTo>
                  <a:lnTo>
                    <a:pt x="1663092" y="2485577"/>
                  </a:lnTo>
                  <a:lnTo>
                    <a:pt x="1663727" y="2487158"/>
                  </a:lnTo>
                  <a:lnTo>
                    <a:pt x="1664362" y="2489118"/>
                  </a:lnTo>
                  <a:lnTo>
                    <a:pt x="1664997" y="2491084"/>
                  </a:lnTo>
                  <a:lnTo>
                    <a:pt x="1665632" y="2492629"/>
                  </a:lnTo>
                  <a:lnTo>
                    <a:pt x="1666266" y="2494388"/>
                  </a:lnTo>
                  <a:lnTo>
                    <a:pt x="1666901" y="2496016"/>
                  </a:lnTo>
                  <a:lnTo>
                    <a:pt x="1667536" y="2497504"/>
                  </a:lnTo>
                  <a:lnTo>
                    <a:pt x="1668171" y="2499653"/>
                  </a:lnTo>
                  <a:lnTo>
                    <a:pt x="1668806" y="2501906"/>
                  </a:lnTo>
                  <a:lnTo>
                    <a:pt x="1669441" y="2504151"/>
                  </a:lnTo>
                  <a:lnTo>
                    <a:pt x="1670076" y="2506100"/>
                  </a:lnTo>
                  <a:lnTo>
                    <a:pt x="1670710" y="2507737"/>
                  </a:lnTo>
                  <a:lnTo>
                    <a:pt x="1671345" y="2509186"/>
                  </a:lnTo>
                  <a:lnTo>
                    <a:pt x="1671980" y="2511132"/>
                  </a:lnTo>
                  <a:lnTo>
                    <a:pt x="1672615" y="2512476"/>
                  </a:lnTo>
                  <a:lnTo>
                    <a:pt x="1673250" y="2513391"/>
                  </a:lnTo>
                  <a:lnTo>
                    <a:pt x="1673885" y="2514515"/>
                  </a:lnTo>
                  <a:lnTo>
                    <a:pt x="1674519" y="2515577"/>
                  </a:lnTo>
                  <a:lnTo>
                    <a:pt x="1675154" y="2516740"/>
                  </a:lnTo>
                  <a:lnTo>
                    <a:pt x="1675789" y="2517888"/>
                  </a:lnTo>
                  <a:lnTo>
                    <a:pt x="1676424" y="2519145"/>
                  </a:lnTo>
                  <a:lnTo>
                    <a:pt x="1677059" y="2520400"/>
                  </a:lnTo>
                  <a:lnTo>
                    <a:pt x="1677694" y="2521359"/>
                  </a:lnTo>
                  <a:lnTo>
                    <a:pt x="1678329" y="2521822"/>
                  </a:lnTo>
                  <a:lnTo>
                    <a:pt x="1678963" y="2522166"/>
                  </a:lnTo>
                  <a:lnTo>
                    <a:pt x="1679598" y="2521893"/>
                  </a:lnTo>
                  <a:lnTo>
                    <a:pt x="1680233" y="2521624"/>
                  </a:lnTo>
                  <a:lnTo>
                    <a:pt x="1680868" y="2521437"/>
                  </a:lnTo>
                  <a:lnTo>
                    <a:pt x="1681503" y="2521437"/>
                  </a:lnTo>
                  <a:lnTo>
                    <a:pt x="1682138" y="2521382"/>
                  </a:lnTo>
                  <a:lnTo>
                    <a:pt x="1682772" y="2521168"/>
                  </a:lnTo>
                  <a:lnTo>
                    <a:pt x="1683407" y="2520891"/>
                  </a:lnTo>
                  <a:lnTo>
                    <a:pt x="1684042" y="2520629"/>
                  </a:lnTo>
                  <a:lnTo>
                    <a:pt x="1684677" y="2520500"/>
                  </a:lnTo>
                  <a:lnTo>
                    <a:pt x="1685312" y="2520241"/>
                  </a:lnTo>
                  <a:lnTo>
                    <a:pt x="1685947" y="2519711"/>
                  </a:lnTo>
                  <a:lnTo>
                    <a:pt x="1686582" y="2518883"/>
                  </a:lnTo>
                  <a:lnTo>
                    <a:pt x="1687216" y="2518049"/>
                  </a:lnTo>
                  <a:lnTo>
                    <a:pt x="1687851" y="2517422"/>
                  </a:lnTo>
                  <a:lnTo>
                    <a:pt x="1688486" y="2516795"/>
                  </a:lnTo>
                  <a:lnTo>
                    <a:pt x="1689121" y="2516665"/>
                  </a:lnTo>
                  <a:lnTo>
                    <a:pt x="1689756" y="2516613"/>
                  </a:lnTo>
                  <a:lnTo>
                    <a:pt x="1690391" y="2516792"/>
                  </a:lnTo>
                  <a:lnTo>
                    <a:pt x="1691025" y="2516792"/>
                  </a:lnTo>
                  <a:lnTo>
                    <a:pt x="1691660" y="2516978"/>
                  </a:lnTo>
                  <a:lnTo>
                    <a:pt x="1692295" y="2517331"/>
                  </a:lnTo>
                  <a:lnTo>
                    <a:pt x="1692930" y="2517746"/>
                  </a:lnTo>
                  <a:lnTo>
                    <a:pt x="1693565" y="2518001"/>
                  </a:lnTo>
                  <a:lnTo>
                    <a:pt x="1694200" y="2518043"/>
                  </a:lnTo>
                  <a:lnTo>
                    <a:pt x="1694834" y="2517918"/>
                  </a:lnTo>
                  <a:lnTo>
                    <a:pt x="1695469" y="2517594"/>
                  </a:lnTo>
                  <a:lnTo>
                    <a:pt x="1696104" y="2517317"/>
                  </a:lnTo>
                  <a:lnTo>
                    <a:pt x="1696739" y="2517114"/>
                  </a:lnTo>
                  <a:lnTo>
                    <a:pt x="1697374" y="2517339"/>
                  </a:lnTo>
                  <a:lnTo>
                    <a:pt x="1698009" y="2517823"/>
                  </a:lnTo>
                  <a:lnTo>
                    <a:pt x="1698644" y="2518246"/>
                  </a:lnTo>
                  <a:lnTo>
                    <a:pt x="1699278" y="2518620"/>
                  </a:lnTo>
                  <a:lnTo>
                    <a:pt x="1699913" y="2518583"/>
                  </a:lnTo>
                  <a:lnTo>
                    <a:pt x="1700548" y="2518573"/>
                  </a:lnTo>
                  <a:lnTo>
                    <a:pt x="1701183" y="2518545"/>
                  </a:lnTo>
                  <a:lnTo>
                    <a:pt x="1701818" y="2518508"/>
                  </a:lnTo>
                  <a:lnTo>
                    <a:pt x="1702453" y="2518470"/>
                  </a:lnTo>
                  <a:lnTo>
                    <a:pt x="1703087" y="2518501"/>
                  </a:lnTo>
                  <a:lnTo>
                    <a:pt x="1703722" y="2518636"/>
                  </a:lnTo>
                  <a:lnTo>
                    <a:pt x="1704357" y="2518995"/>
                  </a:lnTo>
                  <a:lnTo>
                    <a:pt x="1704992" y="2519295"/>
                  </a:lnTo>
                  <a:lnTo>
                    <a:pt x="1705627" y="2519569"/>
                  </a:lnTo>
                  <a:lnTo>
                    <a:pt x="1706262" y="2519720"/>
                  </a:lnTo>
                  <a:lnTo>
                    <a:pt x="1706897" y="2519818"/>
                  </a:lnTo>
                  <a:lnTo>
                    <a:pt x="1707531" y="2520007"/>
                  </a:lnTo>
                  <a:lnTo>
                    <a:pt x="1708166" y="2520162"/>
                  </a:lnTo>
                  <a:lnTo>
                    <a:pt x="1708801" y="2520115"/>
                  </a:lnTo>
                  <a:lnTo>
                    <a:pt x="1709436" y="2519868"/>
                  </a:lnTo>
                  <a:lnTo>
                    <a:pt x="1710071" y="2519650"/>
                  </a:lnTo>
                  <a:lnTo>
                    <a:pt x="1710706" y="2519346"/>
                  </a:lnTo>
                  <a:lnTo>
                    <a:pt x="1711340" y="2518966"/>
                  </a:lnTo>
                  <a:lnTo>
                    <a:pt x="1711975" y="2518464"/>
                  </a:lnTo>
                  <a:lnTo>
                    <a:pt x="1712610" y="2518075"/>
                  </a:lnTo>
                  <a:lnTo>
                    <a:pt x="1713245" y="2518046"/>
                  </a:lnTo>
                  <a:lnTo>
                    <a:pt x="1713880" y="2518226"/>
                  </a:lnTo>
                  <a:lnTo>
                    <a:pt x="1714515" y="2518596"/>
                  </a:lnTo>
                  <a:lnTo>
                    <a:pt x="1715150" y="2519071"/>
                  </a:lnTo>
                  <a:lnTo>
                    <a:pt x="1715784" y="2519830"/>
                  </a:lnTo>
                  <a:lnTo>
                    <a:pt x="1716419" y="2520589"/>
                  </a:lnTo>
                  <a:lnTo>
                    <a:pt x="1717054" y="2521339"/>
                  </a:lnTo>
                  <a:lnTo>
                    <a:pt x="1717689" y="2521908"/>
                  </a:lnTo>
                  <a:lnTo>
                    <a:pt x="1718324" y="2522525"/>
                  </a:lnTo>
                  <a:lnTo>
                    <a:pt x="1718959" y="2523341"/>
                  </a:lnTo>
                  <a:lnTo>
                    <a:pt x="1719593" y="2524318"/>
                  </a:lnTo>
                  <a:lnTo>
                    <a:pt x="1720228" y="2525571"/>
                  </a:lnTo>
                  <a:lnTo>
                    <a:pt x="1720863" y="2527032"/>
                  </a:lnTo>
                  <a:lnTo>
                    <a:pt x="1721498" y="2528778"/>
                  </a:lnTo>
                  <a:lnTo>
                    <a:pt x="1722133" y="2530609"/>
                  </a:lnTo>
                  <a:lnTo>
                    <a:pt x="1722768" y="2532346"/>
                  </a:lnTo>
                  <a:lnTo>
                    <a:pt x="1723403" y="2533873"/>
                  </a:lnTo>
                  <a:lnTo>
                    <a:pt x="1724037" y="2535211"/>
                  </a:lnTo>
                  <a:lnTo>
                    <a:pt x="1724672" y="2536616"/>
                  </a:lnTo>
                  <a:lnTo>
                    <a:pt x="1725307" y="2537783"/>
                  </a:lnTo>
                  <a:lnTo>
                    <a:pt x="1725942" y="2539111"/>
                  </a:lnTo>
                  <a:lnTo>
                    <a:pt x="1726577" y="2540554"/>
                  </a:lnTo>
                  <a:lnTo>
                    <a:pt x="1727212" y="2542262"/>
                  </a:lnTo>
                  <a:lnTo>
                    <a:pt x="1727846" y="2544112"/>
                  </a:lnTo>
                  <a:lnTo>
                    <a:pt x="1728481" y="2546010"/>
                  </a:lnTo>
                  <a:lnTo>
                    <a:pt x="1729116" y="2547689"/>
                  </a:lnTo>
                  <a:lnTo>
                    <a:pt x="1729751" y="2549018"/>
                  </a:lnTo>
                  <a:lnTo>
                    <a:pt x="1730386" y="2550043"/>
                  </a:lnTo>
                  <a:lnTo>
                    <a:pt x="1731021" y="2550887"/>
                  </a:lnTo>
                  <a:lnTo>
                    <a:pt x="1731656" y="2551646"/>
                  </a:lnTo>
                  <a:lnTo>
                    <a:pt x="1732290" y="2552215"/>
                  </a:lnTo>
                  <a:lnTo>
                    <a:pt x="1732925" y="2552785"/>
                  </a:lnTo>
                  <a:lnTo>
                    <a:pt x="1733560" y="2553145"/>
                  </a:lnTo>
                  <a:lnTo>
                    <a:pt x="1734195" y="2553164"/>
                  </a:lnTo>
                  <a:lnTo>
                    <a:pt x="1734830" y="2553136"/>
                  </a:lnTo>
                  <a:lnTo>
                    <a:pt x="1735465" y="2552946"/>
                  </a:lnTo>
                  <a:lnTo>
                    <a:pt x="1736099" y="2552529"/>
                  </a:lnTo>
                  <a:lnTo>
                    <a:pt x="1736734" y="2551969"/>
                  </a:lnTo>
                  <a:lnTo>
                    <a:pt x="1737369" y="2551447"/>
                  </a:lnTo>
                  <a:lnTo>
                    <a:pt x="1738004" y="2550878"/>
                  </a:lnTo>
                  <a:lnTo>
                    <a:pt x="1738639" y="2550479"/>
                  </a:lnTo>
                  <a:lnTo>
                    <a:pt x="1739274" y="2550099"/>
                  </a:lnTo>
                  <a:lnTo>
                    <a:pt x="1739909" y="2549891"/>
                  </a:lnTo>
                  <a:lnTo>
                    <a:pt x="1740543" y="2549701"/>
                  </a:lnTo>
                  <a:lnTo>
                    <a:pt x="1741178" y="2549511"/>
                  </a:lnTo>
                  <a:lnTo>
                    <a:pt x="1741813" y="2549321"/>
                  </a:lnTo>
                  <a:lnTo>
                    <a:pt x="1742448" y="2549132"/>
                  </a:lnTo>
                  <a:lnTo>
                    <a:pt x="1743083" y="2549037"/>
                  </a:lnTo>
                  <a:lnTo>
                    <a:pt x="1743718" y="2549037"/>
                  </a:lnTo>
                  <a:lnTo>
                    <a:pt x="1744352" y="2549037"/>
                  </a:lnTo>
                  <a:lnTo>
                    <a:pt x="1744987" y="2549037"/>
                  </a:lnTo>
                  <a:lnTo>
                    <a:pt x="1745622" y="2548799"/>
                  </a:lnTo>
                  <a:lnTo>
                    <a:pt x="1746257" y="2548410"/>
                  </a:lnTo>
                  <a:lnTo>
                    <a:pt x="1746892" y="2547518"/>
                  </a:lnTo>
                  <a:lnTo>
                    <a:pt x="1747527" y="2546808"/>
                  </a:lnTo>
                  <a:lnTo>
                    <a:pt x="1748161" y="2545366"/>
                  </a:lnTo>
                  <a:lnTo>
                    <a:pt x="1748796" y="2543433"/>
                  </a:lnTo>
                  <a:lnTo>
                    <a:pt x="1749431" y="2541530"/>
                  </a:lnTo>
                  <a:lnTo>
                    <a:pt x="1750066" y="2539573"/>
                  </a:lnTo>
                  <a:lnTo>
                    <a:pt x="1750701" y="2537285"/>
                  </a:lnTo>
                  <a:lnTo>
                    <a:pt x="1751336" y="2534711"/>
                  </a:lnTo>
                  <a:lnTo>
                    <a:pt x="1751971" y="2531959"/>
                  </a:lnTo>
                  <a:lnTo>
                    <a:pt x="1752605" y="2529291"/>
                  </a:lnTo>
                  <a:lnTo>
                    <a:pt x="1753240" y="2526612"/>
                  </a:lnTo>
                  <a:lnTo>
                    <a:pt x="1753875" y="2523933"/>
                  </a:lnTo>
                  <a:lnTo>
                    <a:pt x="1754510" y="2521319"/>
                  </a:lnTo>
                  <a:lnTo>
                    <a:pt x="1755145" y="2519148"/>
                  </a:lnTo>
                  <a:lnTo>
                    <a:pt x="1755780" y="2517328"/>
                  </a:lnTo>
                  <a:lnTo>
                    <a:pt x="1756414" y="2515537"/>
                  </a:lnTo>
                  <a:lnTo>
                    <a:pt x="1757049" y="2514085"/>
                  </a:lnTo>
                  <a:lnTo>
                    <a:pt x="1757684" y="2512965"/>
                  </a:lnTo>
                  <a:lnTo>
                    <a:pt x="1758319" y="2511458"/>
                  </a:lnTo>
                  <a:lnTo>
                    <a:pt x="1758954" y="2510194"/>
                  </a:lnTo>
                  <a:lnTo>
                    <a:pt x="1759589" y="2508877"/>
                  </a:lnTo>
                  <a:lnTo>
                    <a:pt x="1760224" y="2507747"/>
                  </a:lnTo>
                  <a:lnTo>
                    <a:pt x="1760858" y="2505917"/>
                  </a:lnTo>
                  <a:lnTo>
                    <a:pt x="1761493" y="2504234"/>
                  </a:lnTo>
                  <a:lnTo>
                    <a:pt x="1762128" y="2502328"/>
                  </a:lnTo>
                  <a:lnTo>
                    <a:pt x="1762763" y="2500327"/>
                  </a:lnTo>
                  <a:lnTo>
                    <a:pt x="1763398" y="2498354"/>
                  </a:lnTo>
                  <a:lnTo>
                    <a:pt x="1764033" y="2496185"/>
                  </a:lnTo>
                  <a:lnTo>
                    <a:pt x="1764667" y="2493474"/>
                  </a:lnTo>
                  <a:lnTo>
                    <a:pt x="1765302" y="2490495"/>
                  </a:lnTo>
                  <a:lnTo>
                    <a:pt x="1765937" y="2487278"/>
                  </a:lnTo>
                  <a:lnTo>
                    <a:pt x="1766572" y="2483634"/>
                  </a:lnTo>
                  <a:lnTo>
                    <a:pt x="1767207" y="2479839"/>
                  </a:lnTo>
                  <a:lnTo>
                    <a:pt x="1767842" y="2475749"/>
                  </a:lnTo>
                  <a:lnTo>
                    <a:pt x="1768477" y="2471839"/>
                  </a:lnTo>
                  <a:lnTo>
                    <a:pt x="1769111" y="2468120"/>
                  </a:lnTo>
                  <a:lnTo>
                    <a:pt x="1769746" y="2464495"/>
                  </a:lnTo>
                  <a:lnTo>
                    <a:pt x="1770381" y="2461003"/>
                  </a:lnTo>
                  <a:lnTo>
                    <a:pt x="1771016" y="2457597"/>
                  </a:lnTo>
                  <a:lnTo>
                    <a:pt x="1771651" y="2454370"/>
                  </a:lnTo>
                  <a:lnTo>
                    <a:pt x="1772286" y="2451135"/>
                  </a:lnTo>
                  <a:lnTo>
                    <a:pt x="1772920" y="2447785"/>
                  </a:lnTo>
                  <a:lnTo>
                    <a:pt x="1773555" y="2444530"/>
                  </a:lnTo>
                  <a:lnTo>
                    <a:pt x="1774190" y="2441579"/>
                  </a:lnTo>
                  <a:lnTo>
                    <a:pt x="1774825" y="2439036"/>
                  </a:lnTo>
                  <a:lnTo>
                    <a:pt x="1775460" y="2437053"/>
                  </a:lnTo>
                  <a:lnTo>
                    <a:pt x="1776095" y="2435450"/>
                  </a:lnTo>
                  <a:lnTo>
                    <a:pt x="1776730" y="2434235"/>
                  </a:lnTo>
                  <a:lnTo>
                    <a:pt x="1777364" y="2433391"/>
                  </a:lnTo>
                  <a:lnTo>
                    <a:pt x="1777999" y="2432593"/>
                  </a:lnTo>
                  <a:lnTo>
                    <a:pt x="1778634" y="2431882"/>
                  </a:lnTo>
                  <a:lnTo>
                    <a:pt x="1779269" y="2431312"/>
                  </a:lnTo>
                  <a:lnTo>
                    <a:pt x="1779904" y="2430829"/>
                  </a:lnTo>
                  <a:lnTo>
                    <a:pt x="1780539" y="2430012"/>
                  </a:lnTo>
                  <a:lnTo>
                    <a:pt x="1781173" y="2428817"/>
                  </a:lnTo>
                  <a:lnTo>
                    <a:pt x="1781808" y="2427136"/>
                  </a:lnTo>
                  <a:lnTo>
                    <a:pt x="1782443" y="2425517"/>
                  </a:lnTo>
                  <a:lnTo>
                    <a:pt x="1783078" y="2424051"/>
                  </a:lnTo>
                  <a:lnTo>
                    <a:pt x="1783713" y="2422360"/>
                  </a:lnTo>
                  <a:lnTo>
                    <a:pt x="1784348" y="2420597"/>
                  </a:lnTo>
                  <a:lnTo>
                    <a:pt x="1784983" y="2418132"/>
                  </a:lnTo>
                  <a:lnTo>
                    <a:pt x="1785617" y="2415087"/>
                  </a:lnTo>
                  <a:lnTo>
                    <a:pt x="1786252" y="2412438"/>
                  </a:lnTo>
                  <a:lnTo>
                    <a:pt x="1786887" y="2409726"/>
                  </a:lnTo>
                  <a:lnTo>
                    <a:pt x="1787522" y="2407064"/>
                  </a:lnTo>
                  <a:lnTo>
                    <a:pt x="1788157" y="2404807"/>
                  </a:lnTo>
                  <a:lnTo>
                    <a:pt x="1788792" y="2402689"/>
                  </a:lnTo>
                  <a:lnTo>
                    <a:pt x="1789426" y="2400646"/>
                  </a:lnTo>
                  <a:lnTo>
                    <a:pt x="1790061" y="2398535"/>
                  </a:lnTo>
                  <a:lnTo>
                    <a:pt x="1790696" y="2396351"/>
                  </a:lnTo>
                  <a:lnTo>
                    <a:pt x="1791331" y="2394389"/>
                  </a:lnTo>
                  <a:lnTo>
                    <a:pt x="1791966" y="2392344"/>
                  </a:lnTo>
                  <a:lnTo>
                    <a:pt x="1792601" y="2390533"/>
                  </a:lnTo>
                  <a:lnTo>
                    <a:pt x="1793236" y="2388659"/>
                  </a:lnTo>
                  <a:lnTo>
                    <a:pt x="1793870" y="2386793"/>
                  </a:lnTo>
                  <a:lnTo>
                    <a:pt x="1794505" y="2385088"/>
                  </a:lnTo>
                  <a:lnTo>
                    <a:pt x="1795140" y="2382984"/>
                  </a:lnTo>
                  <a:lnTo>
                    <a:pt x="1795775" y="2380954"/>
                  </a:lnTo>
                  <a:lnTo>
                    <a:pt x="1796410" y="2378870"/>
                  </a:lnTo>
                  <a:lnTo>
                    <a:pt x="1797045" y="2376753"/>
                  </a:lnTo>
                  <a:lnTo>
                    <a:pt x="1797679" y="2374353"/>
                  </a:lnTo>
                  <a:lnTo>
                    <a:pt x="1798314" y="2371777"/>
                  </a:lnTo>
                  <a:lnTo>
                    <a:pt x="1798949" y="2368843"/>
                  </a:lnTo>
                  <a:lnTo>
                    <a:pt x="1799584" y="2365922"/>
                  </a:lnTo>
                  <a:lnTo>
                    <a:pt x="1800219" y="2363329"/>
                  </a:lnTo>
                  <a:lnTo>
                    <a:pt x="1800854" y="2360475"/>
                  </a:lnTo>
                  <a:lnTo>
                    <a:pt x="1801489" y="2357682"/>
                  </a:lnTo>
                  <a:lnTo>
                    <a:pt x="1802123" y="2354490"/>
                  </a:lnTo>
                  <a:lnTo>
                    <a:pt x="1802758" y="2351292"/>
                  </a:lnTo>
                  <a:lnTo>
                    <a:pt x="1803393" y="2348228"/>
                  </a:lnTo>
                  <a:lnTo>
                    <a:pt x="1804028" y="2345420"/>
                  </a:lnTo>
                  <a:lnTo>
                    <a:pt x="1804663" y="2342992"/>
                  </a:lnTo>
                  <a:lnTo>
                    <a:pt x="1805298" y="2341071"/>
                  </a:lnTo>
                  <a:lnTo>
                    <a:pt x="1805932" y="2339177"/>
                  </a:lnTo>
                  <a:lnTo>
                    <a:pt x="1806567" y="2337579"/>
                  </a:lnTo>
                  <a:lnTo>
                    <a:pt x="1807202" y="2335882"/>
                  </a:lnTo>
                  <a:lnTo>
                    <a:pt x="1807837" y="2332886"/>
                  </a:lnTo>
                  <a:lnTo>
                    <a:pt x="1808472" y="2330185"/>
                  </a:lnTo>
                  <a:lnTo>
                    <a:pt x="1809107" y="2328031"/>
                  </a:lnTo>
                  <a:lnTo>
                    <a:pt x="1809741" y="2326018"/>
                  </a:lnTo>
                  <a:lnTo>
                    <a:pt x="1810376" y="2325183"/>
                  </a:lnTo>
                  <a:lnTo>
                    <a:pt x="1811011" y="2324485"/>
                  </a:lnTo>
                  <a:lnTo>
                    <a:pt x="1811646" y="2324192"/>
                  </a:lnTo>
                  <a:lnTo>
                    <a:pt x="1812281" y="2323844"/>
                  </a:lnTo>
                  <a:lnTo>
                    <a:pt x="1812916" y="2323806"/>
                  </a:lnTo>
                  <a:lnTo>
                    <a:pt x="1813551" y="2323389"/>
                  </a:lnTo>
                  <a:lnTo>
                    <a:pt x="1814185" y="2322835"/>
                  </a:lnTo>
                  <a:lnTo>
                    <a:pt x="1814820" y="2322070"/>
                  </a:lnTo>
                  <a:lnTo>
                    <a:pt x="1815455" y="2321362"/>
                  </a:lnTo>
                  <a:lnTo>
                    <a:pt x="1816090" y="2320102"/>
                  </a:lnTo>
                  <a:lnTo>
                    <a:pt x="1816725" y="2318846"/>
                  </a:lnTo>
                  <a:lnTo>
                    <a:pt x="1817360" y="2317658"/>
                  </a:lnTo>
                  <a:lnTo>
                    <a:pt x="1817994" y="2316400"/>
                  </a:lnTo>
                  <a:lnTo>
                    <a:pt x="1818629" y="2314962"/>
                  </a:lnTo>
                  <a:lnTo>
                    <a:pt x="1819264" y="2313255"/>
                  </a:lnTo>
                  <a:lnTo>
                    <a:pt x="1819899" y="2311234"/>
                  </a:lnTo>
                  <a:lnTo>
                    <a:pt x="1820534" y="2309242"/>
                  </a:lnTo>
                  <a:lnTo>
                    <a:pt x="1821169" y="2306494"/>
                  </a:lnTo>
                  <a:lnTo>
                    <a:pt x="1821804" y="2304295"/>
                  </a:lnTo>
                  <a:lnTo>
                    <a:pt x="1822438" y="2302408"/>
                  </a:lnTo>
                  <a:lnTo>
                    <a:pt x="1823073" y="2300873"/>
                  </a:lnTo>
                  <a:lnTo>
                    <a:pt x="1823708" y="2299429"/>
                  </a:lnTo>
                  <a:lnTo>
                    <a:pt x="1824343" y="2298066"/>
                  </a:lnTo>
                  <a:lnTo>
                    <a:pt x="1824978" y="2296425"/>
                  </a:lnTo>
                  <a:lnTo>
                    <a:pt x="1825613" y="2294673"/>
                  </a:lnTo>
                  <a:lnTo>
                    <a:pt x="1826247" y="2292970"/>
                  </a:lnTo>
                  <a:lnTo>
                    <a:pt x="1826882" y="2291878"/>
                  </a:lnTo>
                  <a:lnTo>
                    <a:pt x="1827517" y="2290825"/>
                  </a:lnTo>
                  <a:lnTo>
                    <a:pt x="1828152" y="2289895"/>
                  </a:lnTo>
                  <a:lnTo>
                    <a:pt x="1828787" y="2289097"/>
                  </a:lnTo>
                  <a:lnTo>
                    <a:pt x="1829422" y="2288556"/>
                  </a:lnTo>
                  <a:lnTo>
                    <a:pt x="1830057" y="2288145"/>
                  </a:lnTo>
                  <a:lnTo>
                    <a:pt x="1830691" y="2287668"/>
                  </a:lnTo>
                  <a:lnTo>
                    <a:pt x="1831326" y="2287102"/>
                  </a:lnTo>
                  <a:lnTo>
                    <a:pt x="1831961" y="2286431"/>
                  </a:lnTo>
                  <a:lnTo>
                    <a:pt x="1832596" y="2285872"/>
                  </a:lnTo>
                  <a:lnTo>
                    <a:pt x="1833231" y="2285285"/>
                  </a:lnTo>
                  <a:lnTo>
                    <a:pt x="1833866" y="2284589"/>
                  </a:lnTo>
                  <a:lnTo>
                    <a:pt x="1834500" y="2283660"/>
                  </a:lnTo>
                  <a:lnTo>
                    <a:pt x="1835135" y="2282936"/>
                  </a:lnTo>
                  <a:lnTo>
                    <a:pt x="1835770" y="2282328"/>
                  </a:lnTo>
                  <a:lnTo>
                    <a:pt x="1836405" y="2281882"/>
                  </a:lnTo>
                  <a:lnTo>
                    <a:pt x="1837040" y="2281664"/>
                  </a:lnTo>
                  <a:lnTo>
                    <a:pt x="1837675" y="2281569"/>
                  </a:lnTo>
                  <a:lnTo>
                    <a:pt x="1838310" y="2281750"/>
                  </a:lnTo>
                  <a:lnTo>
                    <a:pt x="1838944" y="2281816"/>
                  </a:lnTo>
                  <a:lnTo>
                    <a:pt x="1839579" y="2281693"/>
                  </a:lnTo>
                  <a:lnTo>
                    <a:pt x="1840214" y="2281304"/>
                  </a:lnTo>
                  <a:lnTo>
                    <a:pt x="1840849" y="2280241"/>
                  </a:lnTo>
                  <a:lnTo>
                    <a:pt x="1841484" y="2278723"/>
                  </a:lnTo>
                  <a:lnTo>
                    <a:pt x="1842119" y="2277214"/>
                  </a:lnTo>
                  <a:lnTo>
                    <a:pt x="1842753" y="2275705"/>
                  </a:lnTo>
                  <a:lnTo>
                    <a:pt x="1843388" y="2274139"/>
                  </a:lnTo>
                  <a:lnTo>
                    <a:pt x="1844023" y="2272545"/>
                  </a:lnTo>
                  <a:lnTo>
                    <a:pt x="1844658" y="2271217"/>
                  </a:lnTo>
                  <a:lnTo>
                    <a:pt x="1845293" y="2269926"/>
                  </a:lnTo>
                  <a:lnTo>
                    <a:pt x="1845928" y="2268446"/>
                  </a:lnTo>
                  <a:lnTo>
                    <a:pt x="1846563" y="2266700"/>
                  </a:lnTo>
                  <a:lnTo>
                    <a:pt x="1847197" y="2264546"/>
                  </a:lnTo>
                  <a:lnTo>
                    <a:pt x="1847832" y="2262278"/>
                  </a:lnTo>
                  <a:lnTo>
                    <a:pt x="1848467" y="2260124"/>
                  </a:lnTo>
                  <a:lnTo>
                    <a:pt x="1849102" y="2257885"/>
                  </a:lnTo>
                  <a:lnTo>
                    <a:pt x="1849737" y="2255522"/>
                  </a:lnTo>
                  <a:lnTo>
                    <a:pt x="1850372" y="2253359"/>
                  </a:lnTo>
                  <a:lnTo>
                    <a:pt x="1851006" y="2251651"/>
                  </a:lnTo>
                  <a:lnTo>
                    <a:pt x="1851641" y="2249933"/>
                  </a:lnTo>
                  <a:lnTo>
                    <a:pt x="1852276" y="2248074"/>
                  </a:lnTo>
                  <a:lnTo>
                    <a:pt x="1852911" y="2245739"/>
                  </a:lnTo>
                  <a:lnTo>
                    <a:pt x="1853546" y="2243139"/>
                  </a:lnTo>
                  <a:lnTo>
                    <a:pt x="1854181" y="2239847"/>
                  </a:lnTo>
                  <a:lnTo>
                    <a:pt x="1854816" y="2235548"/>
                  </a:lnTo>
                  <a:lnTo>
                    <a:pt x="1855450" y="2230548"/>
                  </a:lnTo>
                  <a:lnTo>
                    <a:pt x="1856085" y="2225481"/>
                  </a:lnTo>
                  <a:lnTo>
                    <a:pt x="1856720" y="2221774"/>
                  </a:lnTo>
                  <a:lnTo>
                    <a:pt x="1857355" y="2217892"/>
                  </a:lnTo>
                  <a:lnTo>
                    <a:pt x="1857990" y="2213580"/>
                  </a:lnTo>
                  <a:lnTo>
                    <a:pt x="1858625" y="2208720"/>
                  </a:lnTo>
                  <a:lnTo>
                    <a:pt x="1859259" y="2203731"/>
                  </a:lnTo>
                  <a:lnTo>
                    <a:pt x="1859894" y="2198494"/>
                  </a:lnTo>
                  <a:lnTo>
                    <a:pt x="1860529" y="2192795"/>
                  </a:lnTo>
                  <a:lnTo>
                    <a:pt x="1861164" y="2186627"/>
                  </a:lnTo>
                  <a:lnTo>
                    <a:pt x="1861799" y="2180465"/>
                  </a:lnTo>
                  <a:lnTo>
                    <a:pt x="1862434" y="2174903"/>
                  </a:lnTo>
                  <a:lnTo>
                    <a:pt x="1863068" y="2169643"/>
                  </a:lnTo>
                  <a:lnTo>
                    <a:pt x="1863703" y="2164552"/>
                  </a:lnTo>
                  <a:lnTo>
                    <a:pt x="1864338" y="2159876"/>
                  </a:lnTo>
                  <a:lnTo>
                    <a:pt x="1864973" y="2155000"/>
                  </a:lnTo>
                  <a:lnTo>
                    <a:pt x="1865608" y="2150110"/>
                  </a:lnTo>
                  <a:lnTo>
                    <a:pt x="1866243" y="2144957"/>
                  </a:lnTo>
                  <a:lnTo>
                    <a:pt x="1866878" y="2139534"/>
                  </a:lnTo>
                  <a:lnTo>
                    <a:pt x="1867512" y="2134255"/>
                  </a:lnTo>
                  <a:lnTo>
                    <a:pt x="1868147" y="2129383"/>
                  </a:lnTo>
                  <a:lnTo>
                    <a:pt x="1868782" y="2124525"/>
                  </a:lnTo>
                  <a:lnTo>
                    <a:pt x="1869417" y="2120108"/>
                  </a:lnTo>
                  <a:lnTo>
                    <a:pt x="1870052" y="2115996"/>
                  </a:lnTo>
                  <a:lnTo>
                    <a:pt x="1870687" y="2112551"/>
                  </a:lnTo>
                  <a:lnTo>
                    <a:pt x="1871321" y="2109321"/>
                  </a:lnTo>
                  <a:lnTo>
                    <a:pt x="1871956" y="2105939"/>
                  </a:lnTo>
                  <a:lnTo>
                    <a:pt x="1872591" y="2102360"/>
                  </a:lnTo>
                  <a:lnTo>
                    <a:pt x="1873226" y="2099102"/>
                  </a:lnTo>
                  <a:lnTo>
                    <a:pt x="1873861" y="2096096"/>
                  </a:lnTo>
                  <a:lnTo>
                    <a:pt x="1874496" y="2093428"/>
                  </a:lnTo>
                  <a:lnTo>
                    <a:pt x="1875131" y="2091119"/>
                  </a:lnTo>
                  <a:lnTo>
                    <a:pt x="1875765" y="2089463"/>
                  </a:lnTo>
                  <a:lnTo>
                    <a:pt x="1876400" y="2087602"/>
                  </a:lnTo>
                  <a:lnTo>
                    <a:pt x="1877035" y="2085797"/>
                  </a:lnTo>
                  <a:lnTo>
                    <a:pt x="1877670" y="2084082"/>
                  </a:lnTo>
                  <a:lnTo>
                    <a:pt x="1878305" y="2082072"/>
                  </a:lnTo>
                  <a:lnTo>
                    <a:pt x="1878940" y="2079908"/>
                  </a:lnTo>
                  <a:lnTo>
                    <a:pt x="1879574" y="2078038"/>
                  </a:lnTo>
                  <a:lnTo>
                    <a:pt x="1880209" y="2075732"/>
                  </a:lnTo>
                  <a:lnTo>
                    <a:pt x="1880844" y="2073162"/>
                  </a:lnTo>
                  <a:lnTo>
                    <a:pt x="1881479" y="2070742"/>
                  </a:lnTo>
                  <a:lnTo>
                    <a:pt x="1882114" y="2068223"/>
                  </a:lnTo>
                  <a:lnTo>
                    <a:pt x="1882749" y="2063769"/>
                  </a:lnTo>
                  <a:lnTo>
                    <a:pt x="1883384" y="2059596"/>
                  </a:lnTo>
                  <a:lnTo>
                    <a:pt x="1884018" y="2054971"/>
                  </a:lnTo>
                  <a:lnTo>
                    <a:pt x="1884653" y="2049890"/>
                  </a:lnTo>
                  <a:lnTo>
                    <a:pt x="1885288" y="2044684"/>
                  </a:lnTo>
                  <a:lnTo>
                    <a:pt x="1885923" y="2039616"/>
                  </a:lnTo>
                  <a:lnTo>
                    <a:pt x="1886558" y="2034871"/>
                  </a:lnTo>
                  <a:lnTo>
                    <a:pt x="1887193" y="2029901"/>
                  </a:lnTo>
                  <a:lnTo>
                    <a:pt x="1887827" y="2026229"/>
                  </a:lnTo>
                  <a:lnTo>
                    <a:pt x="1888462" y="2023991"/>
                  </a:lnTo>
                  <a:lnTo>
                    <a:pt x="1889097" y="2021004"/>
                  </a:lnTo>
                  <a:lnTo>
                    <a:pt x="1889732" y="2017505"/>
                  </a:lnTo>
                  <a:lnTo>
                    <a:pt x="1890367" y="2013683"/>
                  </a:lnTo>
                  <a:lnTo>
                    <a:pt x="1891002" y="2009766"/>
                  </a:lnTo>
                  <a:lnTo>
                    <a:pt x="1891637" y="2006579"/>
                  </a:lnTo>
                  <a:lnTo>
                    <a:pt x="1892271" y="2003681"/>
                  </a:lnTo>
                  <a:lnTo>
                    <a:pt x="1892906" y="2000762"/>
                  </a:lnTo>
                  <a:lnTo>
                    <a:pt x="1893541" y="1998030"/>
                  </a:lnTo>
                  <a:lnTo>
                    <a:pt x="1894176" y="1995706"/>
                  </a:lnTo>
                  <a:lnTo>
                    <a:pt x="1894811" y="1993759"/>
                  </a:lnTo>
                  <a:lnTo>
                    <a:pt x="1895446" y="1991295"/>
                  </a:lnTo>
                  <a:lnTo>
                    <a:pt x="1896080" y="1988331"/>
                  </a:lnTo>
                  <a:lnTo>
                    <a:pt x="1896715" y="1985728"/>
                  </a:lnTo>
                  <a:lnTo>
                    <a:pt x="1897350" y="1983476"/>
                  </a:lnTo>
                  <a:lnTo>
                    <a:pt x="1897985" y="1981526"/>
                  </a:lnTo>
                  <a:lnTo>
                    <a:pt x="1898620" y="1980386"/>
                  </a:lnTo>
                  <a:lnTo>
                    <a:pt x="1899255" y="1978526"/>
                  </a:lnTo>
                  <a:lnTo>
                    <a:pt x="1899890" y="1977643"/>
                  </a:lnTo>
                  <a:lnTo>
                    <a:pt x="1900524" y="1976638"/>
                  </a:lnTo>
                  <a:lnTo>
                    <a:pt x="1901159" y="1974512"/>
                  </a:lnTo>
                  <a:lnTo>
                    <a:pt x="1901794" y="1972168"/>
                  </a:lnTo>
                  <a:lnTo>
                    <a:pt x="1902429" y="1971005"/>
                  </a:lnTo>
                  <a:lnTo>
                    <a:pt x="1903064" y="1969377"/>
                  </a:lnTo>
                  <a:lnTo>
                    <a:pt x="1903699" y="1967060"/>
                  </a:lnTo>
                  <a:lnTo>
                    <a:pt x="1904333" y="1963996"/>
                  </a:lnTo>
                  <a:lnTo>
                    <a:pt x="1904968" y="1960862"/>
                  </a:lnTo>
                  <a:lnTo>
                    <a:pt x="1905603" y="1957393"/>
                  </a:lnTo>
                  <a:lnTo>
                    <a:pt x="1906238" y="1953761"/>
                  </a:lnTo>
                  <a:lnTo>
                    <a:pt x="1906873" y="1949961"/>
                  </a:lnTo>
                  <a:lnTo>
                    <a:pt x="1907508" y="1945877"/>
                  </a:lnTo>
                  <a:lnTo>
                    <a:pt x="1908143" y="1942701"/>
                  </a:lnTo>
                  <a:lnTo>
                    <a:pt x="1908777" y="1939724"/>
                  </a:lnTo>
                  <a:lnTo>
                    <a:pt x="1909412" y="1936131"/>
                  </a:lnTo>
                  <a:lnTo>
                    <a:pt x="1910047" y="1932140"/>
                  </a:lnTo>
                  <a:lnTo>
                    <a:pt x="1910682" y="1928622"/>
                  </a:lnTo>
                  <a:lnTo>
                    <a:pt x="1911317" y="1925133"/>
                  </a:lnTo>
                  <a:lnTo>
                    <a:pt x="1911952" y="1921473"/>
                  </a:lnTo>
                  <a:lnTo>
                    <a:pt x="1912586" y="1918348"/>
                  </a:lnTo>
                  <a:lnTo>
                    <a:pt x="1913221" y="1914874"/>
                  </a:lnTo>
                  <a:lnTo>
                    <a:pt x="1913856" y="1911555"/>
                  </a:lnTo>
                  <a:lnTo>
                    <a:pt x="1914491" y="1908070"/>
                  </a:lnTo>
                  <a:lnTo>
                    <a:pt x="1915126" y="1904701"/>
                  </a:lnTo>
                  <a:lnTo>
                    <a:pt x="1915761" y="1901158"/>
                  </a:lnTo>
                  <a:lnTo>
                    <a:pt x="1916395" y="1896941"/>
                  </a:lnTo>
                  <a:lnTo>
                    <a:pt x="1917030" y="1892599"/>
                  </a:lnTo>
                  <a:lnTo>
                    <a:pt x="1917665" y="1888171"/>
                  </a:lnTo>
                  <a:lnTo>
                    <a:pt x="1918300" y="1884375"/>
                  </a:lnTo>
                  <a:lnTo>
                    <a:pt x="1918935" y="1880187"/>
                  </a:lnTo>
                  <a:lnTo>
                    <a:pt x="1919570" y="1876727"/>
                  </a:lnTo>
                  <a:lnTo>
                    <a:pt x="1920205" y="1872643"/>
                  </a:lnTo>
                  <a:lnTo>
                    <a:pt x="1920839" y="1868186"/>
                  </a:lnTo>
                  <a:lnTo>
                    <a:pt x="1921474" y="1863656"/>
                  </a:lnTo>
                  <a:lnTo>
                    <a:pt x="1922109" y="1858757"/>
                  </a:lnTo>
                  <a:lnTo>
                    <a:pt x="1922744" y="1854048"/>
                  </a:lnTo>
                  <a:lnTo>
                    <a:pt x="1923379" y="1849751"/>
                  </a:lnTo>
                  <a:lnTo>
                    <a:pt x="1924014" y="1845803"/>
                  </a:lnTo>
                  <a:lnTo>
                    <a:pt x="1924648" y="1841941"/>
                  </a:lnTo>
                  <a:lnTo>
                    <a:pt x="1925283" y="1836839"/>
                  </a:lnTo>
                  <a:lnTo>
                    <a:pt x="1925918" y="1832229"/>
                  </a:lnTo>
                  <a:lnTo>
                    <a:pt x="1926553" y="1827920"/>
                  </a:lnTo>
                  <a:lnTo>
                    <a:pt x="1927188" y="1823530"/>
                  </a:lnTo>
                  <a:lnTo>
                    <a:pt x="1927823" y="1818406"/>
                  </a:lnTo>
                  <a:lnTo>
                    <a:pt x="1928458" y="1811404"/>
                  </a:lnTo>
                  <a:lnTo>
                    <a:pt x="1929092" y="1804814"/>
                  </a:lnTo>
                  <a:lnTo>
                    <a:pt x="1929727" y="1795325"/>
                  </a:lnTo>
                  <a:lnTo>
                    <a:pt x="1930362" y="1789014"/>
                  </a:lnTo>
                  <a:lnTo>
                    <a:pt x="1930997" y="1783158"/>
                  </a:lnTo>
                  <a:lnTo>
                    <a:pt x="1931632" y="1777752"/>
                  </a:lnTo>
                  <a:lnTo>
                    <a:pt x="1932267" y="1771199"/>
                  </a:lnTo>
                  <a:lnTo>
                    <a:pt x="1932901" y="1766080"/>
                  </a:lnTo>
                  <a:lnTo>
                    <a:pt x="1933536" y="1760643"/>
                  </a:lnTo>
                  <a:lnTo>
                    <a:pt x="1934171" y="1755749"/>
                  </a:lnTo>
                  <a:lnTo>
                    <a:pt x="1934806" y="1752806"/>
                  </a:lnTo>
                  <a:lnTo>
                    <a:pt x="1935441" y="1749877"/>
                  </a:lnTo>
                  <a:lnTo>
                    <a:pt x="1936076" y="1746785"/>
                  </a:lnTo>
                  <a:lnTo>
                    <a:pt x="1936711" y="1744157"/>
                  </a:lnTo>
                  <a:lnTo>
                    <a:pt x="1937345" y="1740909"/>
                  </a:lnTo>
                  <a:lnTo>
                    <a:pt x="1937980" y="1737616"/>
                  </a:lnTo>
                  <a:lnTo>
                    <a:pt x="1938615" y="1734316"/>
                  </a:lnTo>
                  <a:lnTo>
                    <a:pt x="1939250" y="1731704"/>
                  </a:lnTo>
                  <a:lnTo>
                    <a:pt x="1939885" y="1729901"/>
                  </a:lnTo>
                  <a:lnTo>
                    <a:pt x="1940520" y="1728937"/>
                  </a:lnTo>
                  <a:lnTo>
                    <a:pt x="1941154" y="1727953"/>
                  </a:lnTo>
                  <a:lnTo>
                    <a:pt x="1941789" y="1726273"/>
                  </a:lnTo>
                  <a:lnTo>
                    <a:pt x="1942424" y="1724999"/>
                  </a:lnTo>
                  <a:lnTo>
                    <a:pt x="1943059" y="1723729"/>
                  </a:lnTo>
                  <a:lnTo>
                    <a:pt x="1943694" y="1721862"/>
                  </a:lnTo>
                  <a:lnTo>
                    <a:pt x="1944329" y="1719436"/>
                  </a:lnTo>
                  <a:lnTo>
                    <a:pt x="1944964" y="1716063"/>
                  </a:lnTo>
                  <a:lnTo>
                    <a:pt x="1945598" y="1712137"/>
                  </a:lnTo>
                  <a:lnTo>
                    <a:pt x="1946233" y="1707568"/>
                  </a:lnTo>
                  <a:lnTo>
                    <a:pt x="1946868" y="1703167"/>
                  </a:lnTo>
                  <a:lnTo>
                    <a:pt x="1947503" y="1698965"/>
                  </a:lnTo>
                  <a:lnTo>
                    <a:pt x="1948138" y="1695665"/>
                  </a:lnTo>
                  <a:lnTo>
                    <a:pt x="1948773" y="1691498"/>
                  </a:lnTo>
                  <a:lnTo>
                    <a:pt x="1949407" y="1686686"/>
                  </a:lnTo>
                  <a:lnTo>
                    <a:pt x="1950042" y="1681026"/>
                  </a:lnTo>
                  <a:lnTo>
                    <a:pt x="1950677" y="1675142"/>
                  </a:lnTo>
                  <a:lnTo>
                    <a:pt x="1951312" y="1669269"/>
                  </a:lnTo>
                  <a:lnTo>
                    <a:pt x="1951947" y="1662731"/>
                  </a:lnTo>
                  <a:lnTo>
                    <a:pt x="1952582" y="1655631"/>
                  </a:lnTo>
                  <a:lnTo>
                    <a:pt x="1953217" y="1648303"/>
                  </a:lnTo>
                  <a:lnTo>
                    <a:pt x="1953851" y="1640192"/>
                  </a:lnTo>
                  <a:lnTo>
                    <a:pt x="1954486" y="1634607"/>
                  </a:lnTo>
                  <a:lnTo>
                    <a:pt x="1955121" y="1629006"/>
                  </a:lnTo>
                  <a:lnTo>
                    <a:pt x="1955756" y="1624395"/>
                  </a:lnTo>
                  <a:lnTo>
                    <a:pt x="1956391" y="1619435"/>
                  </a:lnTo>
                  <a:lnTo>
                    <a:pt x="1957026" y="1614159"/>
                  </a:lnTo>
                  <a:lnTo>
                    <a:pt x="1957660" y="1609406"/>
                  </a:lnTo>
                  <a:lnTo>
                    <a:pt x="1958295" y="1604593"/>
                  </a:lnTo>
                  <a:lnTo>
                    <a:pt x="1958930" y="1599560"/>
                  </a:lnTo>
                  <a:lnTo>
                    <a:pt x="1959565" y="1594568"/>
                  </a:lnTo>
                  <a:lnTo>
                    <a:pt x="1960200" y="1589726"/>
                  </a:lnTo>
                  <a:lnTo>
                    <a:pt x="1960835" y="1585078"/>
                  </a:lnTo>
                  <a:lnTo>
                    <a:pt x="1961470" y="1580834"/>
                  </a:lnTo>
                  <a:lnTo>
                    <a:pt x="1962104" y="1576749"/>
                  </a:lnTo>
                  <a:lnTo>
                    <a:pt x="1962739" y="1572929"/>
                  </a:lnTo>
                  <a:lnTo>
                    <a:pt x="1963374" y="1569409"/>
                  </a:lnTo>
                  <a:lnTo>
                    <a:pt x="1964009" y="1566275"/>
                  </a:lnTo>
                  <a:lnTo>
                    <a:pt x="1964644" y="1562901"/>
                  </a:lnTo>
                  <a:lnTo>
                    <a:pt x="1965279" y="1559375"/>
                  </a:lnTo>
                  <a:lnTo>
                    <a:pt x="1965913" y="1556825"/>
                  </a:lnTo>
                  <a:lnTo>
                    <a:pt x="1966548" y="1554419"/>
                  </a:lnTo>
                  <a:lnTo>
                    <a:pt x="1967183" y="1552297"/>
                  </a:lnTo>
                  <a:lnTo>
                    <a:pt x="1967818" y="1549365"/>
                  </a:lnTo>
                  <a:lnTo>
                    <a:pt x="1968453" y="1548027"/>
                  </a:lnTo>
                  <a:lnTo>
                    <a:pt x="1969088" y="1546756"/>
                  </a:lnTo>
                  <a:lnTo>
                    <a:pt x="1969722" y="1546054"/>
                  </a:lnTo>
                  <a:lnTo>
                    <a:pt x="1970357" y="1545722"/>
                  </a:lnTo>
                  <a:lnTo>
                    <a:pt x="1970992" y="1545731"/>
                  </a:lnTo>
                  <a:lnTo>
                    <a:pt x="1971627" y="1545921"/>
                  </a:lnTo>
                  <a:lnTo>
                    <a:pt x="1972262" y="1546822"/>
                  </a:lnTo>
                  <a:lnTo>
                    <a:pt x="1972897" y="1547847"/>
                  </a:lnTo>
                  <a:lnTo>
                    <a:pt x="1973532" y="1548777"/>
                  </a:lnTo>
                  <a:lnTo>
                    <a:pt x="1974166" y="1549963"/>
                  </a:lnTo>
                  <a:lnTo>
                    <a:pt x="1974801" y="1550950"/>
                  </a:lnTo>
                  <a:lnTo>
                    <a:pt x="1975436" y="1551671"/>
                  </a:lnTo>
                  <a:lnTo>
                    <a:pt x="1976071" y="1552089"/>
                  </a:lnTo>
                  <a:lnTo>
                    <a:pt x="1976706" y="1552364"/>
                  </a:lnTo>
                  <a:lnTo>
                    <a:pt x="1977341" y="1552440"/>
                  </a:lnTo>
                  <a:lnTo>
                    <a:pt x="1977975" y="1551908"/>
                  </a:lnTo>
                  <a:lnTo>
                    <a:pt x="1978610" y="1551462"/>
                  </a:lnTo>
                  <a:lnTo>
                    <a:pt x="1979245" y="1551045"/>
                  </a:lnTo>
                  <a:lnTo>
                    <a:pt x="1979880" y="1551026"/>
                  </a:lnTo>
                  <a:lnTo>
                    <a:pt x="1980515" y="1550883"/>
                  </a:lnTo>
                  <a:lnTo>
                    <a:pt x="1981150" y="1550143"/>
                  </a:lnTo>
                  <a:lnTo>
                    <a:pt x="1981785" y="1550044"/>
                  </a:lnTo>
                  <a:lnTo>
                    <a:pt x="1982419" y="1549624"/>
                  </a:lnTo>
                  <a:lnTo>
                    <a:pt x="1983054" y="1547983"/>
                  </a:lnTo>
                  <a:lnTo>
                    <a:pt x="1983689" y="1544395"/>
                  </a:lnTo>
                  <a:lnTo>
                    <a:pt x="1984324" y="1540677"/>
                  </a:lnTo>
                  <a:lnTo>
                    <a:pt x="1984959" y="1537006"/>
                  </a:lnTo>
                  <a:lnTo>
                    <a:pt x="1985594" y="1534015"/>
                  </a:lnTo>
                  <a:lnTo>
                    <a:pt x="1986228" y="1531111"/>
                  </a:lnTo>
                  <a:lnTo>
                    <a:pt x="1986863" y="1527910"/>
                  </a:lnTo>
                  <a:lnTo>
                    <a:pt x="1987498" y="1524528"/>
                  </a:lnTo>
                  <a:lnTo>
                    <a:pt x="1988133" y="1520364"/>
                  </a:lnTo>
                  <a:lnTo>
                    <a:pt x="1988768" y="1515459"/>
                  </a:lnTo>
                  <a:lnTo>
                    <a:pt x="1989403" y="1509402"/>
                  </a:lnTo>
                  <a:lnTo>
                    <a:pt x="1990038" y="1502849"/>
                  </a:lnTo>
                  <a:lnTo>
                    <a:pt x="1990672" y="1496856"/>
                  </a:lnTo>
                  <a:lnTo>
                    <a:pt x="1991307" y="1491260"/>
                  </a:lnTo>
                  <a:lnTo>
                    <a:pt x="1991942" y="1486711"/>
                  </a:lnTo>
                  <a:lnTo>
                    <a:pt x="1992577" y="1483248"/>
                  </a:lnTo>
                  <a:lnTo>
                    <a:pt x="1993212" y="1480338"/>
                  </a:lnTo>
                  <a:lnTo>
                    <a:pt x="1993847" y="1477728"/>
                  </a:lnTo>
                  <a:lnTo>
                    <a:pt x="1994481" y="1475341"/>
                  </a:lnTo>
                  <a:lnTo>
                    <a:pt x="1995116" y="1472134"/>
                  </a:lnTo>
                  <a:lnTo>
                    <a:pt x="1995751" y="1468518"/>
                  </a:lnTo>
                  <a:lnTo>
                    <a:pt x="1996386" y="1464495"/>
                  </a:lnTo>
                  <a:lnTo>
                    <a:pt x="1997021" y="1460896"/>
                  </a:lnTo>
                  <a:lnTo>
                    <a:pt x="1997656" y="1457958"/>
                  </a:lnTo>
                  <a:lnTo>
                    <a:pt x="1998291" y="1455027"/>
                  </a:lnTo>
                  <a:lnTo>
                    <a:pt x="1998925" y="1452462"/>
                  </a:lnTo>
                  <a:lnTo>
                    <a:pt x="1999560" y="1450669"/>
                  </a:lnTo>
                  <a:lnTo>
                    <a:pt x="2000195" y="1448658"/>
                  </a:lnTo>
                  <a:lnTo>
                    <a:pt x="2000830" y="1447239"/>
                  </a:lnTo>
                  <a:lnTo>
                    <a:pt x="2001465" y="1445565"/>
                  </a:lnTo>
                  <a:lnTo>
                    <a:pt x="2002100" y="1442958"/>
                  </a:lnTo>
                  <a:lnTo>
                    <a:pt x="2002734" y="1440712"/>
                  </a:lnTo>
                  <a:lnTo>
                    <a:pt x="2003369" y="1438537"/>
                  </a:lnTo>
                  <a:lnTo>
                    <a:pt x="2004004" y="1436341"/>
                  </a:lnTo>
                  <a:lnTo>
                    <a:pt x="2004639" y="1433997"/>
                  </a:lnTo>
                  <a:lnTo>
                    <a:pt x="2005274" y="1432234"/>
                  </a:lnTo>
                  <a:lnTo>
                    <a:pt x="2005909" y="1431205"/>
                  </a:lnTo>
                  <a:lnTo>
                    <a:pt x="2006544" y="1429728"/>
                  </a:lnTo>
                  <a:lnTo>
                    <a:pt x="2007178" y="1428319"/>
                  </a:lnTo>
                  <a:lnTo>
                    <a:pt x="2007813" y="1427182"/>
                  </a:lnTo>
                  <a:lnTo>
                    <a:pt x="2008448" y="1425564"/>
                  </a:lnTo>
                  <a:lnTo>
                    <a:pt x="2009083" y="1423958"/>
                  </a:lnTo>
                  <a:lnTo>
                    <a:pt x="2009718" y="1424395"/>
                  </a:lnTo>
                  <a:lnTo>
                    <a:pt x="2010353" y="1423579"/>
                  </a:lnTo>
                  <a:lnTo>
                    <a:pt x="2010987" y="1421463"/>
                  </a:lnTo>
                  <a:lnTo>
                    <a:pt x="2011622" y="1418436"/>
                  </a:lnTo>
                  <a:lnTo>
                    <a:pt x="2012257" y="1415371"/>
                  </a:lnTo>
                  <a:lnTo>
                    <a:pt x="2012892" y="1411746"/>
                  </a:lnTo>
                  <a:lnTo>
                    <a:pt x="2013527" y="1407268"/>
                  </a:lnTo>
                  <a:lnTo>
                    <a:pt x="2014162" y="1403434"/>
                  </a:lnTo>
                  <a:lnTo>
                    <a:pt x="2014797" y="1399079"/>
                  </a:lnTo>
                  <a:lnTo>
                    <a:pt x="2015431" y="1392748"/>
                  </a:lnTo>
                  <a:lnTo>
                    <a:pt x="2016066" y="1387005"/>
                  </a:lnTo>
                  <a:lnTo>
                    <a:pt x="2016701" y="1382012"/>
                  </a:lnTo>
                  <a:lnTo>
                    <a:pt x="2017336" y="1378119"/>
                  </a:lnTo>
                  <a:lnTo>
                    <a:pt x="2017971" y="1375545"/>
                  </a:lnTo>
                  <a:lnTo>
                    <a:pt x="2018606" y="1372859"/>
                  </a:lnTo>
                  <a:lnTo>
                    <a:pt x="2019240" y="1370234"/>
                  </a:lnTo>
                  <a:lnTo>
                    <a:pt x="2019875" y="1368665"/>
                  </a:lnTo>
                  <a:lnTo>
                    <a:pt x="2020510" y="1367630"/>
                  </a:lnTo>
                  <a:lnTo>
                    <a:pt x="2021145" y="1366548"/>
                  </a:lnTo>
                  <a:lnTo>
                    <a:pt x="2021780" y="1365980"/>
                  </a:lnTo>
                  <a:lnTo>
                    <a:pt x="2022415" y="1366575"/>
                  </a:lnTo>
                  <a:lnTo>
                    <a:pt x="2023050" y="1368277"/>
                  </a:lnTo>
                  <a:lnTo>
                    <a:pt x="2023684" y="1370073"/>
                  </a:lnTo>
                  <a:lnTo>
                    <a:pt x="2024319" y="1373171"/>
                  </a:lnTo>
                  <a:lnTo>
                    <a:pt x="2024954" y="1376184"/>
                  </a:lnTo>
                  <a:lnTo>
                    <a:pt x="2025589" y="1377938"/>
                  </a:lnTo>
                  <a:lnTo>
                    <a:pt x="2026224" y="1380332"/>
                  </a:lnTo>
                  <a:lnTo>
                    <a:pt x="2026859" y="1381510"/>
                  </a:lnTo>
                  <a:lnTo>
                    <a:pt x="2027493" y="1382502"/>
                  </a:lnTo>
                  <a:lnTo>
                    <a:pt x="2028128" y="1384126"/>
                  </a:lnTo>
                  <a:lnTo>
                    <a:pt x="2028763" y="1385091"/>
                  </a:lnTo>
                  <a:lnTo>
                    <a:pt x="2029398" y="1384150"/>
                  </a:lnTo>
                  <a:lnTo>
                    <a:pt x="2030033" y="1383806"/>
                  </a:lnTo>
                  <a:lnTo>
                    <a:pt x="2030668" y="1384362"/>
                  </a:lnTo>
                  <a:lnTo>
                    <a:pt x="2031302" y="1385462"/>
                  </a:lnTo>
                  <a:lnTo>
                    <a:pt x="2031937" y="1386353"/>
                  </a:lnTo>
                  <a:lnTo>
                    <a:pt x="2032572" y="1387266"/>
                  </a:lnTo>
                  <a:lnTo>
                    <a:pt x="2033207" y="1388061"/>
                  </a:lnTo>
                  <a:lnTo>
                    <a:pt x="2033842" y="1388662"/>
                  </a:lnTo>
                  <a:lnTo>
                    <a:pt x="2034477" y="1389658"/>
                  </a:lnTo>
                  <a:lnTo>
                    <a:pt x="2035112" y="1389617"/>
                  </a:lnTo>
                  <a:lnTo>
                    <a:pt x="2035746" y="1390089"/>
                  </a:lnTo>
                  <a:lnTo>
                    <a:pt x="2036381" y="1391566"/>
                  </a:lnTo>
                  <a:lnTo>
                    <a:pt x="2037016" y="1393679"/>
                  </a:lnTo>
                  <a:lnTo>
                    <a:pt x="2037651" y="1395830"/>
                  </a:lnTo>
                  <a:lnTo>
                    <a:pt x="2038286" y="1398873"/>
                  </a:lnTo>
                  <a:lnTo>
                    <a:pt x="2038921" y="1402609"/>
                  </a:lnTo>
                  <a:lnTo>
                    <a:pt x="2039555" y="1406749"/>
                  </a:lnTo>
                  <a:lnTo>
                    <a:pt x="2040190" y="1410857"/>
                  </a:lnTo>
                  <a:lnTo>
                    <a:pt x="2040825" y="1414937"/>
                  </a:lnTo>
                  <a:lnTo>
                    <a:pt x="2041460" y="1419528"/>
                  </a:lnTo>
                  <a:lnTo>
                    <a:pt x="2042095" y="1424275"/>
                  </a:lnTo>
                  <a:lnTo>
                    <a:pt x="2042730" y="1429598"/>
                  </a:lnTo>
                  <a:lnTo>
                    <a:pt x="2043365" y="1436303"/>
                  </a:lnTo>
                  <a:lnTo>
                    <a:pt x="2043999" y="1443827"/>
                  </a:lnTo>
                  <a:lnTo>
                    <a:pt x="2044634" y="1451752"/>
                  </a:lnTo>
                  <a:lnTo>
                    <a:pt x="2045269" y="1458809"/>
                  </a:lnTo>
                  <a:lnTo>
                    <a:pt x="2045904" y="1466369"/>
                  </a:lnTo>
                  <a:lnTo>
                    <a:pt x="2046539" y="1473387"/>
                  </a:lnTo>
                  <a:lnTo>
                    <a:pt x="2047174" y="1480878"/>
                  </a:lnTo>
                  <a:lnTo>
                    <a:pt x="2047808" y="1488866"/>
                  </a:lnTo>
                  <a:lnTo>
                    <a:pt x="2048443" y="1497001"/>
                  </a:lnTo>
                  <a:lnTo>
                    <a:pt x="2049078" y="1505099"/>
                  </a:lnTo>
                  <a:lnTo>
                    <a:pt x="2049713" y="1512767"/>
                  </a:lnTo>
                  <a:lnTo>
                    <a:pt x="2050348" y="1519838"/>
                  </a:lnTo>
                  <a:lnTo>
                    <a:pt x="2050983" y="1525973"/>
                  </a:lnTo>
                  <a:lnTo>
                    <a:pt x="2051618" y="1532000"/>
                  </a:lnTo>
                  <a:lnTo>
                    <a:pt x="2052252" y="1539192"/>
                  </a:lnTo>
                  <a:lnTo>
                    <a:pt x="2052887" y="1546087"/>
                  </a:lnTo>
                  <a:lnTo>
                    <a:pt x="2053522" y="1552317"/>
                  </a:lnTo>
                  <a:lnTo>
                    <a:pt x="2054157" y="1557602"/>
                  </a:lnTo>
                  <a:lnTo>
                    <a:pt x="2054792" y="1563488"/>
                  </a:lnTo>
                  <a:lnTo>
                    <a:pt x="2055427" y="1570581"/>
                  </a:lnTo>
                  <a:lnTo>
                    <a:pt x="2056061" y="1577140"/>
                  </a:lnTo>
                  <a:lnTo>
                    <a:pt x="2056696" y="1586591"/>
                  </a:lnTo>
                  <a:lnTo>
                    <a:pt x="2057331" y="1592566"/>
                  </a:lnTo>
                  <a:lnTo>
                    <a:pt x="2057966" y="1597640"/>
                  </a:lnTo>
                  <a:lnTo>
                    <a:pt x="2058601" y="1602068"/>
                  </a:lnTo>
                  <a:lnTo>
                    <a:pt x="2059236" y="1607022"/>
                  </a:lnTo>
                  <a:lnTo>
                    <a:pt x="2059871" y="1610532"/>
                  </a:lnTo>
                  <a:lnTo>
                    <a:pt x="2060505" y="1614584"/>
                  </a:lnTo>
                  <a:lnTo>
                    <a:pt x="2061140" y="1617843"/>
                  </a:lnTo>
                  <a:lnTo>
                    <a:pt x="2061775" y="1620178"/>
                  </a:lnTo>
                  <a:lnTo>
                    <a:pt x="2062410" y="1622206"/>
                  </a:lnTo>
                  <a:lnTo>
                    <a:pt x="2063045" y="1624074"/>
                  </a:lnTo>
                  <a:lnTo>
                    <a:pt x="2063680" y="1625895"/>
                  </a:lnTo>
                  <a:lnTo>
                    <a:pt x="2064314" y="1627003"/>
                  </a:lnTo>
                  <a:lnTo>
                    <a:pt x="2064949" y="1628543"/>
                  </a:lnTo>
                  <a:lnTo>
                    <a:pt x="2065584" y="1630070"/>
                  </a:lnTo>
                  <a:lnTo>
                    <a:pt x="2066219" y="1630965"/>
                  </a:lnTo>
                  <a:lnTo>
                    <a:pt x="2066854" y="1631192"/>
                  </a:lnTo>
                  <a:lnTo>
                    <a:pt x="2067489" y="1631140"/>
                  </a:lnTo>
                  <a:lnTo>
                    <a:pt x="2068124" y="1631464"/>
                  </a:lnTo>
                  <a:lnTo>
                    <a:pt x="2068758" y="1632893"/>
                  </a:lnTo>
                  <a:lnTo>
                    <a:pt x="2069393" y="1633766"/>
                  </a:lnTo>
                  <a:lnTo>
                    <a:pt x="2070028" y="1634459"/>
                  </a:lnTo>
                  <a:lnTo>
                    <a:pt x="2070663" y="1635206"/>
                  </a:lnTo>
                  <a:lnTo>
                    <a:pt x="2071298" y="1636415"/>
                  </a:lnTo>
                  <a:lnTo>
                    <a:pt x="2071933" y="1638443"/>
                  </a:lnTo>
                  <a:lnTo>
                    <a:pt x="2072567" y="1641149"/>
                  </a:lnTo>
                  <a:lnTo>
                    <a:pt x="2073202" y="1644779"/>
                  </a:lnTo>
                  <a:lnTo>
                    <a:pt x="2073837" y="1648995"/>
                  </a:lnTo>
                  <a:lnTo>
                    <a:pt x="2074472" y="1653144"/>
                  </a:lnTo>
                  <a:lnTo>
                    <a:pt x="2075107" y="1656672"/>
                  </a:lnTo>
                  <a:lnTo>
                    <a:pt x="2075742" y="1660251"/>
                  </a:lnTo>
                  <a:lnTo>
                    <a:pt x="2076377" y="1663165"/>
                  </a:lnTo>
                  <a:lnTo>
                    <a:pt x="2077011" y="1665665"/>
                  </a:lnTo>
                  <a:lnTo>
                    <a:pt x="2077646" y="1667298"/>
                  </a:lnTo>
                  <a:lnTo>
                    <a:pt x="2078281" y="1668133"/>
                  </a:lnTo>
                  <a:lnTo>
                    <a:pt x="2078916" y="1669736"/>
                  </a:lnTo>
                  <a:lnTo>
                    <a:pt x="2079551" y="1672177"/>
                  </a:lnTo>
                  <a:lnTo>
                    <a:pt x="2080186" y="1675264"/>
                  </a:lnTo>
                  <a:lnTo>
                    <a:pt x="2080820" y="1679190"/>
                  </a:lnTo>
                  <a:lnTo>
                    <a:pt x="2081455" y="1680524"/>
                  </a:lnTo>
                  <a:lnTo>
                    <a:pt x="2082090" y="1681589"/>
                  </a:lnTo>
                  <a:lnTo>
                    <a:pt x="2082725" y="1681531"/>
                  </a:lnTo>
                  <a:lnTo>
                    <a:pt x="2083360" y="1681415"/>
                  </a:lnTo>
                  <a:lnTo>
                    <a:pt x="2083995" y="1681454"/>
                  </a:lnTo>
                  <a:lnTo>
                    <a:pt x="2084629" y="1681519"/>
                  </a:lnTo>
                  <a:lnTo>
                    <a:pt x="2085264" y="1682100"/>
                  </a:lnTo>
                  <a:lnTo>
                    <a:pt x="2085899" y="1684068"/>
                  </a:lnTo>
                  <a:lnTo>
                    <a:pt x="2086534" y="1686820"/>
                  </a:lnTo>
                  <a:lnTo>
                    <a:pt x="2087169" y="1690410"/>
                  </a:lnTo>
                  <a:lnTo>
                    <a:pt x="2087804" y="1694622"/>
                  </a:lnTo>
                  <a:lnTo>
                    <a:pt x="2088439" y="1698685"/>
                  </a:lnTo>
                  <a:lnTo>
                    <a:pt x="2089073" y="1702552"/>
                  </a:lnTo>
                  <a:lnTo>
                    <a:pt x="2089708" y="1706486"/>
                  </a:lnTo>
                  <a:lnTo>
                    <a:pt x="2090343" y="1710347"/>
                  </a:lnTo>
                  <a:lnTo>
                    <a:pt x="2090978" y="1713917"/>
                  </a:lnTo>
                  <a:lnTo>
                    <a:pt x="2091613" y="1717842"/>
                  </a:lnTo>
                  <a:lnTo>
                    <a:pt x="2092248" y="1721758"/>
                  </a:lnTo>
                  <a:lnTo>
                    <a:pt x="2092882" y="1724962"/>
                  </a:lnTo>
                  <a:lnTo>
                    <a:pt x="2093517" y="1727624"/>
                  </a:lnTo>
                  <a:lnTo>
                    <a:pt x="2094152" y="1729983"/>
                  </a:lnTo>
                  <a:lnTo>
                    <a:pt x="2094787" y="1733304"/>
                  </a:lnTo>
                  <a:lnTo>
                    <a:pt x="2095422" y="1735411"/>
                  </a:lnTo>
                  <a:lnTo>
                    <a:pt x="2096057" y="1737498"/>
                  </a:lnTo>
                  <a:lnTo>
                    <a:pt x="2096692" y="1739140"/>
                  </a:lnTo>
                  <a:lnTo>
                    <a:pt x="2097326" y="1740468"/>
                  </a:lnTo>
                  <a:lnTo>
                    <a:pt x="2097961" y="1741569"/>
                  </a:lnTo>
                  <a:lnTo>
                    <a:pt x="2098596" y="1742613"/>
                  </a:lnTo>
                  <a:lnTo>
                    <a:pt x="2099231" y="1742916"/>
                  </a:lnTo>
                  <a:lnTo>
                    <a:pt x="2099866" y="1742907"/>
                  </a:lnTo>
                  <a:lnTo>
                    <a:pt x="2100501" y="1743154"/>
                  </a:lnTo>
                  <a:lnTo>
                    <a:pt x="2101135" y="1743476"/>
                  </a:lnTo>
                  <a:lnTo>
                    <a:pt x="2101770" y="1743998"/>
                  </a:lnTo>
                  <a:lnTo>
                    <a:pt x="2102405" y="1744672"/>
                  </a:lnTo>
                  <a:lnTo>
                    <a:pt x="2103040" y="1746247"/>
                  </a:lnTo>
                  <a:lnTo>
                    <a:pt x="2103675" y="1748297"/>
                  </a:lnTo>
                  <a:lnTo>
                    <a:pt x="2104310" y="1750868"/>
                  </a:lnTo>
                  <a:lnTo>
                    <a:pt x="2104945" y="1753667"/>
                  </a:lnTo>
                  <a:lnTo>
                    <a:pt x="2105579" y="1756334"/>
                  </a:lnTo>
                  <a:lnTo>
                    <a:pt x="2106214" y="1758991"/>
                  </a:lnTo>
                  <a:lnTo>
                    <a:pt x="2106849" y="1761723"/>
                  </a:lnTo>
                  <a:lnTo>
                    <a:pt x="2107484" y="1764637"/>
                  </a:lnTo>
                  <a:lnTo>
                    <a:pt x="2108119" y="1768480"/>
                  </a:lnTo>
                  <a:lnTo>
                    <a:pt x="2108754" y="1772687"/>
                  </a:lnTo>
                  <a:lnTo>
                    <a:pt x="2109388" y="1777918"/>
                  </a:lnTo>
                  <a:lnTo>
                    <a:pt x="2110023" y="1784256"/>
                  </a:lnTo>
                  <a:lnTo>
                    <a:pt x="2110658" y="1791114"/>
                  </a:lnTo>
                  <a:lnTo>
                    <a:pt x="2111293" y="1798250"/>
                  </a:lnTo>
                  <a:lnTo>
                    <a:pt x="2111928" y="1805407"/>
                  </a:lnTo>
                  <a:lnTo>
                    <a:pt x="2112563" y="1811882"/>
                  </a:lnTo>
                  <a:lnTo>
                    <a:pt x="2113198" y="1817744"/>
                  </a:lnTo>
                  <a:lnTo>
                    <a:pt x="2113832" y="1823782"/>
                  </a:lnTo>
                  <a:lnTo>
                    <a:pt x="2114467" y="1830537"/>
                  </a:lnTo>
                  <a:lnTo>
                    <a:pt x="2115102" y="1838413"/>
                  </a:lnTo>
                  <a:lnTo>
                    <a:pt x="2115737" y="1847012"/>
                  </a:lnTo>
                  <a:lnTo>
                    <a:pt x="2116372" y="1855993"/>
                  </a:lnTo>
                  <a:lnTo>
                    <a:pt x="2117007" y="1865254"/>
                  </a:lnTo>
                  <a:lnTo>
                    <a:pt x="2117641" y="1873577"/>
                  </a:lnTo>
                  <a:lnTo>
                    <a:pt x="2118276" y="1880689"/>
                  </a:lnTo>
                  <a:lnTo>
                    <a:pt x="2118911" y="1886347"/>
                  </a:lnTo>
                  <a:lnTo>
                    <a:pt x="2119546" y="1891085"/>
                  </a:lnTo>
                  <a:lnTo>
                    <a:pt x="2120181" y="1895485"/>
                  </a:lnTo>
                  <a:lnTo>
                    <a:pt x="2120816" y="1899808"/>
                  </a:lnTo>
                  <a:lnTo>
                    <a:pt x="2121451" y="1904123"/>
                  </a:lnTo>
                  <a:lnTo>
                    <a:pt x="2122085" y="1909309"/>
                  </a:lnTo>
                  <a:lnTo>
                    <a:pt x="2122720" y="1915259"/>
                  </a:lnTo>
                  <a:lnTo>
                    <a:pt x="2123355" y="1921345"/>
                  </a:lnTo>
                  <a:lnTo>
                    <a:pt x="2123990" y="1926049"/>
                  </a:lnTo>
                  <a:lnTo>
                    <a:pt x="2124625" y="1928427"/>
                  </a:lnTo>
                  <a:lnTo>
                    <a:pt x="2125260" y="1929294"/>
                  </a:lnTo>
                  <a:lnTo>
                    <a:pt x="2125894" y="1929842"/>
                  </a:lnTo>
                  <a:lnTo>
                    <a:pt x="2126529" y="1929785"/>
                  </a:lnTo>
                  <a:lnTo>
                    <a:pt x="2127164" y="1930036"/>
                  </a:lnTo>
                  <a:lnTo>
                    <a:pt x="2127799" y="1930162"/>
                  </a:lnTo>
                  <a:lnTo>
                    <a:pt x="2128434" y="1930527"/>
                  </a:lnTo>
                  <a:lnTo>
                    <a:pt x="2129069" y="1931570"/>
                  </a:lnTo>
                  <a:lnTo>
                    <a:pt x="2129704" y="1931741"/>
                  </a:lnTo>
                  <a:lnTo>
                    <a:pt x="2130338" y="1931428"/>
                  </a:lnTo>
                  <a:lnTo>
                    <a:pt x="2130973" y="1929160"/>
                  </a:lnTo>
                  <a:lnTo>
                    <a:pt x="2131608" y="1926181"/>
                  </a:lnTo>
                  <a:lnTo>
                    <a:pt x="2132243" y="1922499"/>
                  </a:lnTo>
                  <a:lnTo>
                    <a:pt x="2132878" y="1917612"/>
                  </a:lnTo>
                  <a:lnTo>
                    <a:pt x="2133513" y="1913276"/>
                  </a:lnTo>
                  <a:lnTo>
                    <a:pt x="2134147" y="1910429"/>
                  </a:lnTo>
                  <a:lnTo>
                    <a:pt x="2134782" y="1908531"/>
                  </a:lnTo>
                  <a:lnTo>
                    <a:pt x="2135417" y="1906339"/>
                  </a:lnTo>
                  <a:lnTo>
                    <a:pt x="2136052" y="1904261"/>
                  </a:lnTo>
                  <a:lnTo>
                    <a:pt x="2136687" y="1901709"/>
                  </a:lnTo>
                  <a:lnTo>
                    <a:pt x="2137322" y="1899811"/>
                  </a:lnTo>
                  <a:lnTo>
                    <a:pt x="2137956" y="1899185"/>
                  </a:lnTo>
                  <a:lnTo>
                    <a:pt x="2138591" y="1900067"/>
                  </a:lnTo>
                  <a:lnTo>
                    <a:pt x="2139226" y="1901699"/>
                  </a:lnTo>
                  <a:lnTo>
                    <a:pt x="2139861" y="1903436"/>
                  </a:lnTo>
                  <a:lnTo>
                    <a:pt x="2140496" y="1907013"/>
                  </a:lnTo>
                  <a:lnTo>
                    <a:pt x="2141131" y="1910021"/>
                  </a:lnTo>
                  <a:lnTo>
                    <a:pt x="2141766" y="1913143"/>
                  </a:lnTo>
                  <a:lnTo>
                    <a:pt x="2142400" y="1917489"/>
                  </a:lnTo>
                  <a:lnTo>
                    <a:pt x="2143035" y="1922433"/>
                  </a:lnTo>
                  <a:lnTo>
                    <a:pt x="2143670" y="1927329"/>
                  </a:lnTo>
                  <a:lnTo>
                    <a:pt x="2144305" y="1931722"/>
                  </a:lnTo>
                  <a:lnTo>
                    <a:pt x="2144940" y="1935423"/>
                  </a:lnTo>
                  <a:lnTo>
                    <a:pt x="2145575" y="1938611"/>
                  </a:lnTo>
                  <a:lnTo>
                    <a:pt x="2146209" y="1942381"/>
                  </a:lnTo>
                  <a:lnTo>
                    <a:pt x="2146844" y="1944247"/>
                  </a:lnTo>
                  <a:lnTo>
                    <a:pt x="2147479" y="1946838"/>
                  </a:lnTo>
                  <a:lnTo>
                    <a:pt x="2148114" y="1949239"/>
                  </a:lnTo>
                  <a:lnTo>
                    <a:pt x="2148749" y="1950443"/>
                  </a:lnTo>
                  <a:lnTo>
                    <a:pt x="2149384" y="1949934"/>
                  </a:lnTo>
                  <a:lnTo>
                    <a:pt x="2150019" y="1948189"/>
                  </a:lnTo>
                  <a:lnTo>
                    <a:pt x="2150653" y="1946016"/>
                  </a:lnTo>
                  <a:lnTo>
                    <a:pt x="2151288" y="1942085"/>
                  </a:lnTo>
                  <a:lnTo>
                    <a:pt x="2151923" y="1937778"/>
                  </a:lnTo>
                  <a:lnTo>
                    <a:pt x="2152558" y="1933262"/>
                  </a:lnTo>
                  <a:lnTo>
                    <a:pt x="2153193" y="1928069"/>
                  </a:lnTo>
                  <a:lnTo>
                    <a:pt x="2153828" y="1922520"/>
                  </a:lnTo>
                  <a:lnTo>
                    <a:pt x="2154462" y="1916647"/>
                  </a:lnTo>
                  <a:lnTo>
                    <a:pt x="2155097" y="1910210"/>
                  </a:lnTo>
                  <a:lnTo>
                    <a:pt x="2155732" y="1903983"/>
                  </a:lnTo>
                  <a:lnTo>
                    <a:pt x="2156367" y="1896045"/>
                  </a:lnTo>
                  <a:lnTo>
                    <a:pt x="2157002" y="1887113"/>
                  </a:lnTo>
                  <a:lnTo>
                    <a:pt x="2157637" y="1874314"/>
                  </a:lnTo>
                  <a:lnTo>
                    <a:pt x="2158272" y="1861008"/>
                  </a:lnTo>
                  <a:lnTo>
                    <a:pt x="2158906" y="1848581"/>
                  </a:lnTo>
                  <a:lnTo>
                    <a:pt x="2159541" y="1836947"/>
                  </a:lnTo>
                  <a:lnTo>
                    <a:pt x="2160176" y="1825023"/>
                  </a:lnTo>
                  <a:lnTo>
                    <a:pt x="2160811" y="1813202"/>
                  </a:lnTo>
                  <a:lnTo>
                    <a:pt x="2161446" y="1800428"/>
                  </a:lnTo>
                  <a:lnTo>
                    <a:pt x="2162081" y="1787298"/>
                  </a:lnTo>
                  <a:lnTo>
                    <a:pt x="2162715" y="1774147"/>
                  </a:lnTo>
                  <a:lnTo>
                    <a:pt x="2163350" y="1760847"/>
                  </a:lnTo>
                  <a:lnTo>
                    <a:pt x="2163985" y="1747755"/>
                  </a:lnTo>
                  <a:lnTo>
                    <a:pt x="2164620" y="1734741"/>
                  </a:lnTo>
                  <a:lnTo>
                    <a:pt x="2165255" y="1724528"/>
                  </a:lnTo>
                  <a:lnTo>
                    <a:pt x="2165890" y="1715113"/>
                  </a:lnTo>
                  <a:lnTo>
                    <a:pt x="2166525" y="1705646"/>
                  </a:lnTo>
                  <a:lnTo>
                    <a:pt x="2167159" y="1697706"/>
                  </a:lnTo>
                  <a:lnTo>
                    <a:pt x="2167794" y="1691856"/>
                  </a:lnTo>
                  <a:lnTo>
                    <a:pt x="2168429" y="1686088"/>
                  </a:lnTo>
                  <a:lnTo>
                    <a:pt x="2169064" y="1681254"/>
                  </a:lnTo>
                  <a:lnTo>
                    <a:pt x="2169699" y="1676695"/>
                  </a:lnTo>
                  <a:lnTo>
                    <a:pt x="2170334" y="1672384"/>
                  </a:lnTo>
                  <a:lnTo>
                    <a:pt x="2170968" y="1667744"/>
                  </a:lnTo>
                  <a:lnTo>
                    <a:pt x="2171603" y="1663745"/>
                  </a:lnTo>
                  <a:lnTo>
                    <a:pt x="2172238" y="1659885"/>
                  </a:lnTo>
                  <a:lnTo>
                    <a:pt x="2172873" y="1656127"/>
                  </a:lnTo>
                  <a:lnTo>
                    <a:pt x="2173508" y="1652419"/>
                  </a:lnTo>
                  <a:lnTo>
                    <a:pt x="2174143" y="1648980"/>
                  </a:lnTo>
                  <a:lnTo>
                    <a:pt x="2174778" y="1645793"/>
                  </a:lnTo>
                  <a:lnTo>
                    <a:pt x="2175412" y="1642527"/>
                  </a:lnTo>
                  <a:lnTo>
                    <a:pt x="2176047" y="1639579"/>
                  </a:lnTo>
                  <a:lnTo>
                    <a:pt x="2176682" y="1636963"/>
                  </a:lnTo>
                  <a:lnTo>
                    <a:pt x="2177317" y="1634465"/>
                  </a:lnTo>
                  <a:lnTo>
                    <a:pt x="2177952" y="1632519"/>
                  </a:lnTo>
                  <a:lnTo>
                    <a:pt x="2178587" y="1630667"/>
                  </a:lnTo>
                  <a:lnTo>
                    <a:pt x="2179221" y="1628963"/>
                  </a:lnTo>
                  <a:lnTo>
                    <a:pt x="2179856" y="1627027"/>
                  </a:lnTo>
                  <a:lnTo>
                    <a:pt x="2180491" y="1625145"/>
                  </a:lnTo>
                  <a:lnTo>
                    <a:pt x="2181126" y="1623756"/>
                  </a:lnTo>
                  <a:lnTo>
                    <a:pt x="2181761" y="1622619"/>
                  </a:lnTo>
                  <a:lnTo>
                    <a:pt x="2182396" y="1621874"/>
                  </a:lnTo>
                  <a:lnTo>
                    <a:pt x="2183031" y="1621456"/>
                  </a:lnTo>
                  <a:lnTo>
                    <a:pt x="2183665" y="1620815"/>
                  </a:lnTo>
                  <a:lnTo>
                    <a:pt x="2184300" y="1619997"/>
                  </a:lnTo>
                  <a:lnTo>
                    <a:pt x="2184935" y="1619393"/>
                  </a:lnTo>
                  <a:lnTo>
                    <a:pt x="2185570" y="1618658"/>
                  </a:lnTo>
                  <a:lnTo>
                    <a:pt x="2186205" y="1618153"/>
                  </a:lnTo>
                  <a:lnTo>
                    <a:pt x="2186840" y="1617205"/>
                  </a:lnTo>
                  <a:lnTo>
                    <a:pt x="2187474" y="1616008"/>
                  </a:lnTo>
                  <a:lnTo>
                    <a:pt x="2188109" y="1615063"/>
                  </a:lnTo>
                  <a:lnTo>
                    <a:pt x="2188744" y="1613987"/>
                  </a:lnTo>
                  <a:lnTo>
                    <a:pt x="2189379" y="1612776"/>
                  </a:lnTo>
                  <a:lnTo>
                    <a:pt x="2190014" y="1610827"/>
                  </a:lnTo>
                  <a:lnTo>
                    <a:pt x="2190649" y="1607412"/>
                  </a:lnTo>
                  <a:lnTo>
                    <a:pt x="2191283" y="1603721"/>
                  </a:lnTo>
                  <a:lnTo>
                    <a:pt x="2191918" y="1599492"/>
                  </a:lnTo>
                  <a:lnTo>
                    <a:pt x="2192553" y="1594570"/>
                  </a:lnTo>
                  <a:lnTo>
                    <a:pt x="2193188" y="1589532"/>
                  </a:lnTo>
                  <a:lnTo>
                    <a:pt x="2193823" y="1584238"/>
                  </a:lnTo>
                  <a:lnTo>
                    <a:pt x="2194458" y="1579229"/>
                  </a:lnTo>
                  <a:lnTo>
                    <a:pt x="2195093" y="1573731"/>
                  </a:lnTo>
                  <a:lnTo>
                    <a:pt x="2195727" y="1567565"/>
                  </a:lnTo>
                  <a:lnTo>
                    <a:pt x="2196362" y="1561982"/>
                  </a:lnTo>
                  <a:lnTo>
                    <a:pt x="2196997" y="1556476"/>
                  </a:lnTo>
                  <a:lnTo>
                    <a:pt x="2197632" y="1551131"/>
                  </a:lnTo>
                  <a:lnTo>
                    <a:pt x="2198267" y="1545506"/>
                  </a:lnTo>
                  <a:lnTo>
                    <a:pt x="2198902" y="1539967"/>
                  </a:lnTo>
                  <a:lnTo>
                    <a:pt x="2199536" y="1534618"/>
                  </a:lnTo>
                  <a:lnTo>
                    <a:pt x="2200171" y="1529100"/>
                  </a:lnTo>
                  <a:lnTo>
                    <a:pt x="2200806" y="1523495"/>
                  </a:lnTo>
                  <a:lnTo>
                    <a:pt x="2201441" y="1518403"/>
                  </a:lnTo>
                  <a:lnTo>
                    <a:pt x="2202076" y="1514477"/>
                  </a:lnTo>
                  <a:lnTo>
                    <a:pt x="2202711" y="1510874"/>
                  </a:lnTo>
                  <a:lnTo>
                    <a:pt x="2203346" y="1508780"/>
                  </a:lnTo>
                  <a:lnTo>
                    <a:pt x="2203980" y="1507089"/>
                  </a:lnTo>
                  <a:lnTo>
                    <a:pt x="2204615" y="1506722"/>
                  </a:lnTo>
                  <a:lnTo>
                    <a:pt x="2205250" y="1507125"/>
                  </a:lnTo>
                  <a:lnTo>
                    <a:pt x="2205885" y="1508322"/>
                  </a:lnTo>
                  <a:lnTo>
                    <a:pt x="2206520" y="1508904"/>
                  </a:lnTo>
                  <a:lnTo>
                    <a:pt x="2207155" y="1509184"/>
                  </a:lnTo>
                  <a:lnTo>
                    <a:pt x="2207789" y="1510053"/>
                  </a:lnTo>
                  <a:lnTo>
                    <a:pt x="2208424" y="1511521"/>
                  </a:lnTo>
                  <a:lnTo>
                    <a:pt x="2209059" y="1513388"/>
                  </a:lnTo>
                  <a:lnTo>
                    <a:pt x="2209694" y="1515264"/>
                  </a:lnTo>
                  <a:lnTo>
                    <a:pt x="2210329" y="1517148"/>
                  </a:lnTo>
                  <a:lnTo>
                    <a:pt x="2210964" y="1518905"/>
                  </a:lnTo>
                  <a:lnTo>
                    <a:pt x="2211599" y="1519892"/>
                  </a:lnTo>
                  <a:lnTo>
                    <a:pt x="2212233" y="1520088"/>
                  </a:lnTo>
                  <a:lnTo>
                    <a:pt x="2212868" y="1519653"/>
                  </a:lnTo>
                  <a:lnTo>
                    <a:pt x="2213503" y="1518348"/>
                  </a:lnTo>
                  <a:lnTo>
                    <a:pt x="2214138" y="1516459"/>
                  </a:lnTo>
                  <a:lnTo>
                    <a:pt x="2214773" y="1513850"/>
                  </a:lnTo>
                  <a:lnTo>
                    <a:pt x="2215408" y="1511284"/>
                  </a:lnTo>
                  <a:lnTo>
                    <a:pt x="2216042" y="1508677"/>
                  </a:lnTo>
                  <a:lnTo>
                    <a:pt x="2216677" y="1505676"/>
                  </a:lnTo>
                  <a:lnTo>
                    <a:pt x="2217312" y="1501968"/>
                  </a:lnTo>
                  <a:lnTo>
                    <a:pt x="2217947" y="1498484"/>
                  </a:lnTo>
                  <a:lnTo>
                    <a:pt x="2218582" y="1495487"/>
                  </a:lnTo>
                  <a:lnTo>
                    <a:pt x="2219217" y="1492761"/>
                  </a:lnTo>
                  <a:lnTo>
                    <a:pt x="2219852" y="1489999"/>
                  </a:lnTo>
                  <a:lnTo>
                    <a:pt x="2220486" y="1487750"/>
                  </a:lnTo>
                  <a:lnTo>
                    <a:pt x="2221121" y="1484552"/>
                  </a:lnTo>
                  <a:lnTo>
                    <a:pt x="2221756" y="1482607"/>
                  </a:lnTo>
                  <a:lnTo>
                    <a:pt x="2222391" y="1481041"/>
                  </a:lnTo>
                  <a:lnTo>
                    <a:pt x="2223026" y="1479779"/>
                  </a:lnTo>
                  <a:lnTo>
                    <a:pt x="2223661" y="1478849"/>
                  </a:lnTo>
                  <a:lnTo>
                    <a:pt x="2224295" y="1477749"/>
                  </a:lnTo>
                  <a:lnTo>
                    <a:pt x="2224930" y="1476373"/>
                  </a:lnTo>
                  <a:lnTo>
                    <a:pt x="2225565" y="1474798"/>
                  </a:lnTo>
                  <a:lnTo>
                    <a:pt x="2226200" y="1473175"/>
                  </a:lnTo>
                  <a:lnTo>
                    <a:pt x="2226835" y="1471733"/>
                  </a:lnTo>
                  <a:lnTo>
                    <a:pt x="2227470" y="1469987"/>
                  </a:lnTo>
                  <a:lnTo>
                    <a:pt x="2228105" y="1467263"/>
                  </a:lnTo>
                  <a:lnTo>
                    <a:pt x="2228739" y="1464936"/>
                  </a:lnTo>
                  <a:lnTo>
                    <a:pt x="2229374" y="1461919"/>
                  </a:lnTo>
                  <a:lnTo>
                    <a:pt x="2230009" y="1458437"/>
                  </a:lnTo>
                  <a:lnTo>
                    <a:pt x="2230644" y="1454099"/>
                  </a:lnTo>
                  <a:lnTo>
                    <a:pt x="2231279" y="1448246"/>
                  </a:lnTo>
                  <a:lnTo>
                    <a:pt x="2231914" y="1441521"/>
                  </a:lnTo>
                  <a:lnTo>
                    <a:pt x="2232548" y="1434289"/>
                  </a:lnTo>
                  <a:lnTo>
                    <a:pt x="2233183" y="1426208"/>
                  </a:lnTo>
                  <a:lnTo>
                    <a:pt x="2233818" y="1418006"/>
                  </a:lnTo>
                  <a:lnTo>
                    <a:pt x="2234453" y="1409680"/>
                  </a:lnTo>
                  <a:lnTo>
                    <a:pt x="2235088" y="1402339"/>
                  </a:lnTo>
                  <a:lnTo>
                    <a:pt x="2235723" y="1394581"/>
                  </a:lnTo>
                  <a:lnTo>
                    <a:pt x="2236358" y="1386047"/>
                  </a:lnTo>
                  <a:lnTo>
                    <a:pt x="2236992" y="1376857"/>
                  </a:lnTo>
                  <a:lnTo>
                    <a:pt x="2237627" y="1368223"/>
                  </a:lnTo>
                  <a:lnTo>
                    <a:pt x="2238262" y="1360292"/>
                  </a:lnTo>
                  <a:lnTo>
                    <a:pt x="2238897" y="1353206"/>
                  </a:lnTo>
                  <a:lnTo>
                    <a:pt x="2239532" y="1346375"/>
                  </a:lnTo>
                  <a:lnTo>
                    <a:pt x="2240167" y="1340089"/>
                  </a:lnTo>
                  <a:lnTo>
                    <a:pt x="2240801" y="1333484"/>
                  </a:lnTo>
                  <a:lnTo>
                    <a:pt x="2241436" y="1327463"/>
                  </a:lnTo>
                  <a:lnTo>
                    <a:pt x="2242071" y="1322088"/>
                  </a:lnTo>
                  <a:lnTo>
                    <a:pt x="2242706" y="1316614"/>
                  </a:lnTo>
                  <a:lnTo>
                    <a:pt x="2243341" y="1311421"/>
                  </a:lnTo>
                  <a:lnTo>
                    <a:pt x="2243976" y="1306918"/>
                  </a:lnTo>
                  <a:lnTo>
                    <a:pt x="2244611" y="1302605"/>
                  </a:lnTo>
                  <a:lnTo>
                    <a:pt x="2245245" y="1299118"/>
                  </a:lnTo>
                  <a:lnTo>
                    <a:pt x="2245880" y="1296134"/>
                  </a:lnTo>
                  <a:lnTo>
                    <a:pt x="2246515" y="1293789"/>
                  </a:lnTo>
                  <a:lnTo>
                    <a:pt x="2247150" y="1291035"/>
                  </a:lnTo>
                  <a:lnTo>
                    <a:pt x="2247785" y="1288369"/>
                  </a:lnTo>
                  <a:lnTo>
                    <a:pt x="2248420" y="1285029"/>
                  </a:lnTo>
                  <a:lnTo>
                    <a:pt x="2249054" y="1281747"/>
                  </a:lnTo>
                  <a:lnTo>
                    <a:pt x="2249689" y="1278584"/>
                  </a:lnTo>
                  <a:lnTo>
                    <a:pt x="2250324" y="1275814"/>
                  </a:lnTo>
                  <a:lnTo>
                    <a:pt x="2250959" y="1273597"/>
                  </a:lnTo>
                  <a:lnTo>
                    <a:pt x="2251594" y="1272627"/>
                  </a:lnTo>
                  <a:lnTo>
                    <a:pt x="2252229" y="1272910"/>
                  </a:lnTo>
                  <a:lnTo>
                    <a:pt x="2252863" y="1273673"/>
                  </a:lnTo>
                  <a:lnTo>
                    <a:pt x="2253498" y="1275220"/>
                  </a:lnTo>
                  <a:lnTo>
                    <a:pt x="2254133" y="1276363"/>
                  </a:lnTo>
                  <a:lnTo>
                    <a:pt x="2254768" y="1277612"/>
                  </a:lnTo>
                  <a:lnTo>
                    <a:pt x="2255403" y="1278627"/>
                  </a:lnTo>
                  <a:lnTo>
                    <a:pt x="2256038" y="1279542"/>
                  </a:lnTo>
                  <a:lnTo>
                    <a:pt x="2256673" y="1280823"/>
                  </a:lnTo>
                  <a:lnTo>
                    <a:pt x="2257307" y="1282931"/>
                  </a:lnTo>
                  <a:lnTo>
                    <a:pt x="2257942" y="1287302"/>
                  </a:lnTo>
                  <a:lnTo>
                    <a:pt x="2258577" y="1291838"/>
                  </a:lnTo>
                  <a:lnTo>
                    <a:pt x="2259212" y="1296678"/>
                  </a:lnTo>
                  <a:lnTo>
                    <a:pt x="2259847" y="1302560"/>
                  </a:lnTo>
                  <a:lnTo>
                    <a:pt x="2260482" y="1307910"/>
                  </a:lnTo>
                  <a:lnTo>
                    <a:pt x="2261116" y="1313123"/>
                  </a:lnTo>
                  <a:lnTo>
                    <a:pt x="2261751" y="1317556"/>
                  </a:lnTo>
                  <a:lnTo>
                    <a:pt x="2262386" y="1322689"/>
                  </a:lnTo>
                  <a:lnTo>
                    <a:pt x="2263021" y="1327593"/>
                  </a:lnTo>
                  <a:lnTo>
                    <a:pt x="2263656" y="1332079"/>
                  </a:lnTo>
                  <a:lnTo>
                    <a:pt x="2264291" y="1336436"/>
                  </a:lnTo>
                  <a:lnTo>
                    <a:pt x="2264926" y="1340551"/>
                  </a:lnTo>
                  <a:lnTo>
                    <a:pt x="2265560" y="1343733"/>
                  </a:lnTo>
                  <a:lnTo>
                    <a:pt x="2266195" y="1347229"/>
                  </a:lnTo>
                  <a:lnTo>
                    <a:pt x="2266830" y="1350149"/>
                  </a:lnTo>
                  <a:lnTo>
                    <a:pt x="2267465" y="1350944"/>
                  </a:lnTo>
                  <a:lnTo>
                    <a:pt x="2268100" y="1351962"/>
                  </a:lnTo>
                  <a:lnTo>
                    <a:pt x="2268735" y="1352208"/>
                  </a:lnTo>
                  <a:lnTo>
                    <a:pt x="2269369" y="1351121"/>
                  </a:lnTo>
                  <a:lnTo>
                    <a:pt x="2270004" y="1349988"/>
                  </a:lnTo>
                  <a:lnTo>
                    <a:pt x="2270639" y="1348963"/>
                  </a:lnTo>
                  <a:lnTo>
                    <a:pt x="2271274" y="1347567"/>
                  </a:lnTo>
                  <a:lnTo>
                    <a:pt x="2271909" y="1346320"/>
                  </a:lnTo>
                  <a:lnTo>
                    <a:pt x="2272544" y="1345299"/>
                  </a:lnTo>
                  <a:lnTo>
                    <a:pt x="2273179" y="1343831"/>
                  </a:lnTo>
                  <a:lnTo>
                    <a:pt x="2273813" y="1343163"/>
                  </a:lnTo>
                  <a:lnTo>
                    <a:pt x="2274448" y="1341231"/>
                  </a:lnTo>
                  <a:lnTo>
                    <a:pt x="2275083" y="1339780"/>
                  </a:lnTo>
                  <a:lnTo>
                    <a:pt x="2275718" y="1338528"/>
                  </a:lnTo>
                  <a:lnTo>
                    <a:pt x="2276353" y="1338341"/>
                  </a:lnTo>
                  <a:lnTo>
                    <a:pt x="2276988" y="1338770"/>
                  </a:lnTo>
                  <a:lnTo>
                    <a:pt x="2277622" y="1339332"/>
                  </a:lnTo>
                  <a:lnTo>
                    <a:pt x="2278257" y="1339718"/>
                  </a:lnTo>
                  <a:lnTo>
                    <a:pt x="2278892" y="1340200"/>
                  </a:lnTo>
                  <a:lnTo>
                    <a:pt x="2279527" y="1340913"/>
                  </a:lnTo>
                  <a:lnTo>
                    <a:pt x="2280162" y="1342383"/>
                  </a:lnTo>
                  <a:lnTo>
                    <a:pt x="2280797" y="1344171"/>
                  </a:lnTo>
                  <a:lnTo>
                    <a:pt x="2281432" y="1346763"/>
                  </a:lnTo>
                  <a:lnTo>
                    <a:pt x="2282066" y="1349353"/>
                  </a:lnTo>
                  <a:lnTo>
                    <a:pt x="2282701" y="1352454"/>
                  </a:lnTo>
                  <a:lnTo>
                    <a:pt x="2283336" y="1357829"/>
                  </a:lnTo>
                  <a:lnTo>
                    <a:pt x="2283971" y="1363913"/>
                  </a:lnTo>
                  <a:lnTo>
                    <a:pt x="2284606" y="1373285"/>
                  </a:lnTo>
                  <a:lnTo>
                    <a:pt x="2285241" y="1382758"/>
                  </a:lnTo>
                  <a:lnTo>
                    <a:pt x="2285875" y="1391749"/>
                  </a:lnTo>
                  <a:lnTo>
                    <a:pt x="2286510" y="1400278"/>
                  </a:lnTo>
                  <a:lnTo>
                    <a:pt x="2287145" y="1409542"/>
                  </a:lnTo>
                  <a:lnTo>
                    <a:pt x="2287780" y="1419474"/>
                  </a:lnTo>
                  <a:lnTo>
                    <a:pt x="2288415" y="1430267"/>
                  </a:lnTo>
                  <a:lnTo>
                    <a:pt x="2289050" y="1442375"/>
                  </a:lnTo>
                  <a:lnTo>
                    <a:pt x="2289685" y="1454719"/>
                  </a:lnTo>
                  <a:lnTo>
                    <a:pt x="2290319" y="1466536"/>
                  </a:lnTo>
                  <a:lnTo>
                    <a:pt x="2290954" y="1477975"/>
                  </a:lnTo>
                  <a:lnTo>
                    <a:pt x="2291589" y="1489527"/>
                  </a:lnTo>
                  <a:lnTo>
                    <a:pt x="2292224" y="1497071"/>
                  </a:lnTo>
                  <a:lnTo>
                    <a:pt x="2292859" y="1503643"/>
                  </a:lnTo>
                  <a:lnTo>
                    <a:pt x="2293494" y="1509892"/>
                  </a:lnTo>
                  <a:lnTo>
                    <a:pt x="2294128" y="1514959"/>
                  </a:lnTo>
                  <a:lnTo>
                    <a:pt x="2294763" y="1518206"/>
                  </a:lnTo>
                  <a:lnTo>
                    <a:pt x="2295398" y="1521528"/>
                  </a:lnTo>
                  <a:lnTo>
                    <a:pt x="2296033" y="1523278"/>
                  </a:lnTo>
                  <a:lnTo>
                    <a:pt x="2296668" y="1523901"/>
                  </a:lnTo>
                  <a:lnTo>
                    <a:pt x="2297303" y="1521703"/>
                  </a:lnTo>
                  <a:lnTo>
                    <a:pt x="2297938" y="1517870"/>
                  </a:lnTo>
                  <a:lnTo>
                    <a:pt x="2298572" y="1513405"/>
                  </a:lnTo>
                  <a:lnTo>
                    <a:pt x="2299207" y="1508525"/>
                  </a:lnTo>
                  <a:lnTo>
                    <a:pt x="2299842" y="1505756"/>
                  </a:lnTo>
                  <a:lnTo>
                    <a:pt x="2300477" y="1502994"/>
                  </a:lnTo>
                  <a:lnTo>
                    <a:pt x="2301112" y="1501751"/>
                  </a:lnTo>
                  <a:lnTo>
                    <a:pt x="2301747" y="1500495"/>
                  </a:lnTo>
                  <a:lnTo>
                    <a:pt x="2302381" y="1498737"/>
                  </a:lnTo>
                  <a:lnTo>
                    <a:pt x="2303016" y="1497501"/>
                  </a:lnTo>
                  <a:lnTo>
                    <a:pt x="2303651" y="1495455"/>
                  </a:lnTo>
                  <a:lnTo>
                    <a:pt x="2304286" y="1493248"/>
                  </a:lnTo>
                  <a:lnTo>
                    <a:pt x="2304921" y="1490676"/>
                  </a:lnTo>
                  <a:lnTo>
                    <a:pt x="2305556" y="1487859"/>
                  </a:lnTo>
                  <a:lnTo>
                    <a:pt x="2306190" y="1484725"/>
                  </a:lnTo>
                  <a:lnTo>
                    <a:pt x="2306825" y="1481859"/>
                  </a:lnTo>
                  <a:lnTo>
                    <a:pt x="2307460" y="1479034"/>
                  </a:lnTo>
                  <a:lnTo>
                    <a:pt x="2308095" y="1476074"/>
                  </a:lnTo>
                  <a:lnTo>
                    <a:pt x="2308730" y="1473051"/>
                  </a:lnTo>
                  <a:lnTo>
                    <a:pt x="2309365" y="1470491"/>
                  </a:lnTo>
                  <a:lnTo>
                    <a:pt x="2310000" y="1468480"/>
                  </a:lnTo>
                  <a:lnTo>
                    <a:pt x="2310634" y="1466103"/>
                  </a:lnTo>
                  <a:lnTo>
                    <a:pt x="2311269" y="1464417"/>
                  </a:lnTo>
                  <a:lnTo>
                    <a:pt x="2311904" y="1463114"/>
                  </a:lnTo>
                  <a:lnTo>
                    <a:pt x="2312539" y="1460283"/>
                  </a:lnTo>
                  <a:lnTo>
                    <a:pt x="2313174" y="1454847"/>
                  </a:lnTo>
                  <a:lnTo>
                    <a:pt x="2313809" y="1450216"/>
                  </a:lnTo>
                  <a:lnTo>
                    <a:pt x="2314443" y="1446023"/>
                  </a:lnTo>
                  <a:lnTo>
                    <a:pt x="2315078" y="1442594"/>
                  </a:lnTo>
                  <a:lnTo>
                    <a:pt x="2315713" y="1440302"/>
                  </a:lnTo>
                  <a:lnTo>
                    <a:pt x="2316348" y="1439017"/>
                  </a:lnTo>
                  <a:lnTo>
                    <a:pt x="2316983" y="1438944"/>
                  </a:lnTo>
                  <a:lnTo>
                    <a:pt x="2317618" y="1440405"/>
                  </a:lnTo>
                  <a:lnTo>
                    <a:pt x="2318253" y="1442340"/>
                  </a:lnTo>
                  <a:lnTo>
                    <a:pt x="2318887" y="1443637"/>
                  </a:lnTo>
                  <a:lnTo>
                    <a:pt x="2319522" y="1445124"/>
                  </a:lnTo>
                  <a:lnTo>
                    <a:pt x="2320157" y="1446604"/>
                  </a:lnTo>
                  <a:lnTo>
                    <a:pt x="2320792" y="1448397"/>
                  </a:lnTo>
                  <a:lnTo>
                    <a:pt x="2321427" y="1449914"/>
                  </a:lnTo>
                  <a:lnTo>
                    <a:pt x="2322062" y="1451331"/>
                  </a:lnTo>
                  <a:lnTo>
                    <a:pt x="2322696" y="1453379"/>
                  </a:lnTo>
                  <a:lnTo>
                    <a:pt x="2323331" y="1454873"/>
                  </a:lnTo>
                  <a:lnTo>
                    <a:pt x="2323966" y="1456403"/>
                  </a:lnTo>
                  <a:lnTo>
                    <a:pt x="2324601" y="1457677"/>
                  </a:lnTo>
                  <a:lnTo>
                    <a:pt x="2325236" y="1459127"/>
                  </a:lnTo>
                  <a:lnTo>
                    <a:pt x="2325871" y="1460681"/>
                  </a:lnTo>
                  <a:lnTo>
                    <a:pt x="2326506" y="1461826"/>
                  </a:lnTo>
                  <a:lnTo>
                    <a:pt x="2327140" y="1462495"/>
                  </a:lnTo>
                  <a:lnTo>
                    <a:pt x="2327775" y="1463033"/>
                  </a:lnTo>
                  <a:lnTo>
                    <a:pt x="2328410" y="1463371"/>
                  </a:lnTo>
                  <a:lnTo>
                    <a:pt x="2329045" y="1462752"/>
                  </a:lnTo>
                  <a:lnTo>
                    <a:pt x="2329680" y="1460814"/>
                  </a:lnTo>
                  <a:lnTo>
                    <a:pt x="2330315" y="1457897"/>
                  </a:lnTo>
                  <a:lnTo>
                    <a:pt x="2330949" y="1455186"/>
                  </a:lnTo>
                  <a:lnTo>
                    <a:pt x="2331584" y="1452886"/>
                  </a:lnTo>
                  <a:lnTo>
                    <a:pt x="2332219" y="1450528"/>
                  </a:lnTo>
                  <a:lnTo>
                    <a:pt x="2332854" y="1446513"/>
                  </a:lnTo>
                  <a:lnTo>
                    <a:pt x="2333489" y="1442032"/>
                  </a:lnTo>
                  <a:lnTo>
                    <a:pt x="2334124" y="1437130"/>
                  </a:lnTo>
                  <a:lnTo>
                    <a:pt x="2334759" y="1430046"/>
                  </a:lnTo>
                  <a:lnTo>
                    <a:pt x="2335393" y="1420180"/>
                  </a:lnTo>
                  <a:lnTo>
                    <a:pt x="2336028" y="1408284"/>
                  </a:lnTo>
                  <a:lnTo>
                    <a:pt x="2336663" y="1399208"/>
                  </a:lnTo>
                  <a:lnTo>
                    <a:pt x="2337298" y="1389224"/>
                  </a:lnTo>
                  <a:lnTo>
                    <a:pt x="2337933" y="1378217"/>
                  </a:lnTo>
                  <a:lnTo>
                    <a:pt x="2338568" y="1367001"/>
                  </a:lnTo>
                  <a:lnTo>
                    <a:pt x="2339202" y="1356363"/>
                  </a:lnTo>
                  <a:lnTo>
                    <a:pt x="2339837" y="1344773"/>
                  </a:lnTo>
                  <a:lnTo>
                    <a:pt x="2340472" y="1332507"/>
                  </a:lnTo>
                  <a:lnTo>
                    <a:pt x="2341107" y="1318699"/>
                  </a:lnTo>
                  <a:lnTo>
                    <a:pt x="2341742" y="1303764"/>
                  </a:lnTo>
                  <a:lnTo>
                    <a:pt x="2342377" y="1288049"/>
                  </a:lnTo>
                  <a:lnTo>
                    <a:pt x="2343012" y="1272249"/>
                  </a:lnTo>
                  <a:lnTo>
                    <a:pt x="2343646" y="1256213"/>
                  </a:lnTo>
                  <a:lnTo>
                    <a:pt x="2344281" y="1240833"/>
                  </a:lnTo>
                  <a:lnTo>
                    <a:pt x="2344916" y="1225031"/>
                  </a:lnTo>
                  <a:lnTo>
                    <a:pt x="2345551" y="1212611"/>
                  </a:lnTo>
                  <a:lnTo>
                    <a:pt x="2346186" y="1200422"/>
                  </a:lnTo>
                  <a:lnTo>
                    <a:pt x="2346821" y="1189032"/>
                  </a:lnTo>
                  <a:lnTo>
                    <a:pt x="2347455" y="1178275"/>
                  </a:lnTo>
                  <a:lnTo>
                    <a:pt x="2348090" y="1168522"/>
                  </a:lnTo>
                  <a:lnTo>
                    <a:pt x="2348725" y="1157314"/>
                  </a:lnTo>
                  <a:lnTo>
                    <a:pt x="2349360" y="1145328"/>
                  </a:lnTo>
                  <a:lnTo>
                    <a:pt x="2349995" y="1132851"/>
                  </a:lnTo>
                  <a:lnTo>
                    <a:pt x="2350630" y="1120766"/>
                  </a:lnTo>
                  <a:lnTo>
                    <a:pt x="2351265" y="1109852"/>
                  </a:lnTo>
                  <a:lnTo>
                    <a:pt x="2351899" y="1099912"/>
                  </a:lnTo>
                  <a:lnTo>
                    <a:pt x="2352534" y="1090346"/>
                  </a:lnTo>
                  <a:lnTo>
                    <a:pt x="2353169" y="1081161"/>
                  </a:lnTo>
                  <a:lnTo>
                    <a:pt x="2353804" y="1072402"/>
                  </a:lnTo>
                  <a:lnTo>
                    <a:pt x="2354439" y="1064930"/>
                  </a:lnTo>
                  <a:lnTo>
                    <a:pt x="2355074" y="1059424"/>
                  </a:lnTo>
                  <a:lnTo>
                    <a:pt x="2355708" y="1053633"/>
                  </a:lnTo>
                  <a:lnTo>
                    <a:pt x="2356343" y="1047319"/>
                  </a:lnTo>
                  <a:lnTo>
                    <a:pt x="2356978" y="1041323"/>
                  </a:lnTo>
                  <a:lnTo>
                    <a:pt x="2357613" y="1037211"/>
                  </a:lnTo>
                  <a:lnTo>
                    <a:pt x="2358248" y="1032664"/>
                  </a:lnTo>
                  <a:lnTo>
                    <a:pt x="2358883" y="1030261"/>
                  </a:lnTo>
                  <a:lnTo>
                    <a:pt x="2359517" y="1029067"/>
                  </a:lnTo>
                  <a:lnTo>
                    <a:pt x="2360152" y="1028665"/>
                  </a:lnTo>
                  <a:lnTo>
                    <a:pt x="2360787" y="1028214"/>
                  </a:lnTo>
                  <a:lnTo>
                    <a:pt x="2361422" y="1029790"/>
                  </a:lnTo>
                  <a:lnTo>
                    <a:pt x="2362057" y="1031720"/>
                  </a:lnTo>
                  <a:lnTo>
                    <a:pt x="2362692" y="1033620"/>
                  </a:lnTo>
                  <a:lnTo>
                    <a:pt x="2363327" y="1035417"/>
                  </a:lnTo>
                  <a:lnTo>
                    <a:pt x="2363961" y="1039194"/>
                  </a:lnTo>
                  <a:lnTo>
                    <a:pt x="2364596" y="1042359"/>
                  </a:lnTo>
                  <a:lnTo>
                    <a:pt x="2365231" y="1044831"/>
                  </a:lnTo>
                  <a:lnTo>
                    <a:pt x="2365866" y="1046553"/>
                  </a:lnTo>
                  <a:lnTo>
                    <a:pt x="2366501" y="1049011"/>
                  </a:lnTo>
                  <a:lnTo>
                    <a:pt x="2367136" y="1051094"/>
                  </a:lnTo>
                  <a:lnTo>
                    <a:pt x="2367770" y="1054179"/>
                  </a:lnTo>
                  <a:lnTo>
                    <a:pt x="2368405" y="1056701"/>
                  </a:lnTo>
                  <a:lnTo>
                    <a:pt x="2369040" y="1058709"/>
                  </a:lnTo>
                  <a:lnTo>
                    <a:pt x="2369675" y="1060569"/>
                  </a:lnTo>
                  <a:lnTo>
                    <a:pt x="2370310" y="1061980"/>
                  </a:lnTo>
                  <a:lnTo>
                    <a:pt x="2370945" y="1062713"/>
                  </a:lnTo>
                  <a:lnTo>
                    <a:pt x="2371580" y="1063490"/>
                  </a:lnTo>
                  <a:lnTo>
                    <a:pt x="2372214" y="1063867"/>
                  </a:lnTo>
                  <a:lnTo>
                    <a:pt x="2372849" y="1063757"/>
                  </a:lnTo>
                  <a:lnTo>
                    <a:pt x="2373484" y="1063059"/>
                  </a:lnTo>
                  <a:lnTo>
                    <a:pt x="2374119" y="1062065"/>
                  </a:lnTo>
                  <a:lnTo>
                    <a:pt x="2374754" y="1060797"/>
                  </a:lnTo>
                  <a:lnTo>
                    <a:pt x="2375389" y="1059823"/>
                  </a:lnTo>
                  <a:lnTo>
                    <a:pt x="2376023" y="1057168"/>
                  </a:lnTo>
                  <a:lnTo>
                    <a:pt x="2376658" y="1053925"/>
                  </a:lnTo>
                  <a:lnTo>
                    <a:pt x="2377293" y="1049043"/>
                  </a:lnTo>
                  <a:lnTo>
                    <a:pt x="2377928" y="1044295"/>
                  </a:lnTo>
                  <a:lnTo>
                    <a:pt x="2378563" y="1037336"/>
                  </a:lnTo>
                  <a:lnTo>
                    <a:pt x="2379198" y="1031306"/>
                  </a:lnTo>
                  <a:lnTo>
                    <a:pt x="2379833" y="1025418"/>
                  </a:lnTo>
                  <a:lnTo>
                    <a:pt x="2380467" y="1019624"/>
                  </a:lnTo>
                  <a:lnTo>
                    <a:pt x="2381102" y="1015214"/>
                  </a:lnTo>
                  <a:lnTo>
                    <a:pt x="2381737" y="1011233"/>
                  </a:lnTo>
                  <a:lnTo>
                    <a:pt x="2382372" y="1005245"/>
                  </a:lnTo>
                  <a:lnTo>
                    <a:pt x="2383007" y="1000525"/>
                  </a:lnTo>
                  <a:lnTo>
                    <a:pt x="2383642" y="997508"/>
                  </a:lnTo>
                  <a:lnTo>
                    <a:pt x="2384276" y="994973"/>
                  </a:lnTo>
                  <a:lnTo>
                    <a:pt x="2384911" y="992793"/>
                  </a:lnTo>
                  <a:lnTo>
                    <a:pt x="2385546" y="992357"/>
                  </a:lnTo>
                  <a:lnTo>
                    <a:pt x="2386181" y="992233"/>
                  </a:lnTo>
                  <a:lnTo>
                    <a:pt x="2386816" y="991807"/>
                  </a:lnTo>
                  <a:lnTo>
                    <a:pt x="2387451" y="991344"/>
                  </a:lnTo>
                  <a:lnTo>
                    <a:pt x="2388086" y="990011"/>
                  </a:lnTo>
                  <a:lnTo>
                    <a:pt x="2388720" y="988539"/>
                  </a:lnTo>
                  <a:lnTo>
                    <a:pt x="2389355" y="987316"/>
                  </a:lnTo>
                  <a:lnTo>
                    <a:pt x="2389990" y="986682"/>
                  </a:lnTo>
                  <a:lnTo>
                    <a:pt x="2390625" y="986893"/>
                  </a:lnTo>
                  <a:lnTo>
                    <a:pt x="2391260" y="987840"/>
                  </a:lnTo>
                  <a:lnTo>
                    <a:pt x="2391895" y="989827"/>
                  </a:lnTo>
                  <a:lnTo>
                    <a:pt x="2392529" y="992584"/>
                  </a:lnTo>
                  <a:lnTo>
                    <a:pt x="2393164" y="994564"/>
                  </a:lnTo>
                  <a:lnTo>
                    <a:pt x="2393799" y="997185"/>
                  </a:lnTo>
                  <a:lnTo>
                    <a:pt x="2394434" y="1000309"/>
                  </a:lnTo>
                  <a:lnTo>
                    <a:pt x="2395069" y="1003077"/>
                  </a:lnTo>
                  <a:lnTo>
                    <a:pt x="2395704" y="1006437"/>
                  </a:lnTo>
                  <a:lnTo>
                    <a:pt x="2396339" y="1010323"/>
                  </a:lnTo>
                  <a:lnTo>
                    <a:pt x="2396973" y="1014445"/>
                  </a:lnTo>
                  <a:lnTo>
                    <a:pt x="2397608" y="1018839"/>
                  </a:lnTo>
                  <a:lnTo>
                    <a:pt x="2398243" y="1024011"/>
                  </a:lnTo>
                  <a:lnTo>
                    <a:pt x="2398878" y="1028911"/>
                  </a:lnTo>
                  <a:lnTo>
                    <a:pt x="2399513" y="1033861"/>
                  </a:lnTo>
                  <a:lnTo>
                    <a:pt x="2400148" y="1038296"/>
                  </a:lnTo>
                  <a:lnTo>
                    <a:pt x="2400782" y="1042573"/>
                  </a:lnTo>
                  <a:lnTo>
                    <a:pt x="2401417" y="1046573"/>
                  </a:lnTo>
                  <a:lnTo>
                    <a:pt x="2402052" y="1050178"/>
                  </a:lnTo>
                  <a:lnTo>
                    <a:pt x="2402687" y="1054600"/>
                  </a:lnTo>
                  <a:lnTo>
                    <a:pt x="2403322" y="1059149"/>
                  </a:lnTo>
                  <a:lnTo>
                    <a:pt x="2403957" y="1063729"/>
                  </a:lnTo>
                  <a:lnTo>
                    <a:pt x="2404592" y="1068025"/>
                  </a:lnTo>
                  <a:lnTo>
                    <a:pt x="2405226" y="1072555"/>
                  </a:lnTo>
                  <a:lnTo>
                    <a:pt x="2405861" y="1077205"/>
                  </a:lnTo>
                  <a:lnTo>
                    <a:pt x="2406496" y="1082103"/>
                  </a:lnTo>
                  <a:lnTo>
                    <a:pt x="2407131" y="1087010"/>
                  </a:lnTo>
                  <a:lnTo>
                    <a:pt x="2407766" y="1092174"/>
                  </a:lnTo>
                  <a:lnTo>
                    <a:pt x="2408401" y="1097053"/>
                  </a:lnTo>
                  <a:lnTo>
                    <a:pt x="2409035" y="1102331"/>
                  </a:lnTo>
                  <a:lnTo>
                    <a:pt x="2409670" y="1106675"/>
                  </a:lnTo>
                  <a:lnTo>
                    <a:pt x="2410305" y="1110327"/>
                  </a:lnTo>
                  <a:lnTo>
                    <a:pt x="2410940" y="1113022"/>
                  </a:lnTo>
                  <a:lnTo>
                    <a:pt x="2411575" y="1115001"/>
                  </a:lnTo>
                  <a:lnTo>
                    <a:pt x="2412210" y="1116633"/>
                  </a:lnTo>
                  <a:lnTo>
                    <a:pt x="2412845" y="1116828"/>
                  </a:lnTo>
                  <a:lnTo>
                    <a:pt x="2413479" y="1115960"/>
                  </a:lnTo>
                  <a:lnTo>
                    <a:pt x="2414114" y="1113677"/>
                  </a:lnTo>
                  <a:lnTo>
                    <a:pt x="2414749" y="1109797"/>
                  </a:lnTo>
                  <a:lnTo>
                    <a:pt x="2415384" y="1105444"/>
                  </a:lnTo>
                  <a:lnTo>
                    <a:pt x="2416019" y="1099948"/>
                  </a:lnTo>
                  <a:lnTo>
                    <a:pt x="2416654" y="1093220"/>
                  </a:lnTo>
                  <a:lnTo>
                    <a:pt x="2417288" y="1086238"/>
                  </a:lnTo>
                  <a:lnTo>
                    <a:pt x="2417923" y="1078251"/>
                  </a:lnTo>
                  <a:lnTo>
                    <a:pt x="2418558" y="1069522"/>
                  </a:lnTo>
                  <a:lnTo>
                    <a:pt x="2419193" y="1060634"/>
                  </a:lnTo>
                  <a:lnTo>
                    <a:pt x="2419828" y="1050127"/>
                  </a:lnTo>
                  <a:lnTo>
                    <a:pt x="2420463" y="1038313"/>
                  </a:lnTo>
                  <a:lnTo>
                    <a:pt x="2421097" y="1024666"/>
                  </a:lnTo>
                  <a:lnTo>
                    <a:pt x="2421732" y="1010256"/>
                  </a:lnTo>
                  <a:lnTo>
                    <a:pt x="2422367" y="996334"/>
                  </a:lnTo>
                  <a:lnTo>
                    <a:pt x="2423002" y="983201"/>
                  </a:lnTo>
                  <a:lnTo>
                    <a:pt x="2423637" y="971405"/>
                  </a:lnTo>
                  <a:lnTo>
                    <a:pt x="2424272" y="962105"/>
                  </a:lnTo>
                  <a:lnTo>
                    <a:pt x="2424907" y="958252"/>
                  </a:lnTo>
                  <a:lnTo>
                    <a:pt x="2425541" y="954093"/>
                  </a:lnTo>
                  <a:lnTo>
                    <a:pt x="2426176" y="949092"/>
                  </a:lnTo>
                  <a:lnTo>
                    <a:pt x="2426811" y="945526"/>
                  </a:lnTo>
                  <a:lnTo>
                    <a:pt x="2427446" y="943800"/>
                  </a:lnTo>
                  <a:lnTo>
                    <a:pt x="2428081" y="941122"/>
                  </a:lnTo>
                  <a:lnTo>
                    <a:pt x="2428716" y="938632"/>
                  </a:lnTo>
                  <a:lnTo>
                    <a:pt x="2429350" y="936664"/>
                  </a:lnTo>
                  <a:lnTo>
                    <a:pt x="2429985" y="934502"/>
                  </a:lnTo>
                  <a:lnTo>
                    <a:pt x="2430620" y="933580"/>
                  </a:lnTo>
                  <a:lnTo>
                    <a:pt x="2431255" y="933091"/>
                  </a:lnTo>
                  <a:lnTo>
                    <a:pt x="2431890" y="932860"/>
                  </a:lnTo>
                  <a:lnTo>
                    <a:pt x="2432525" y="933380"/>
                  </a:lnTo>
                  <a:lnTo>
                    <a:pt x="2433160" y="934188"/>
                  </a:lnTo>
                  <a:lnTo>
                    <a:pt x="2433794" y="935063"/>
                  </a:lnTo>
                  <a:lnTo>
                    <a:pt x="2434429" y="936075"/>
                  </a:lnTo>
                  <a:lnTo>
                    <a:pt x="2435064" y="937260"/>
                  </a:lnTo>
                  <a:lnTo>
                    <a:pt x="2435699" y="939375"/>
                  </a:lnTo>
                  <a:lnTo>
                    <a:pt x="2436334" y="941756"/>
                  </a:lnTo>
                  <a:lnTo>
                    <a:pt x="2436969" y="944092"/>
                  </a:lnTo>
                  <a:lnTo>
                    <a:pt x="2437603" y="946593"/>
                  </a:lnTo>
                  <a:lnTo>
                    <a:pt x="2438238" y="949063"/>
                  </a:lnTo>
                  <a:lnTo>
                    <a:pt x="2438873" y="951186"/>
                  </a:lnTo>
                  <a:lnTo>
                    <a:pt x="2439508" y="955122"/>
                  </a:lnTo>
                  <a:lnTo>
                    <a:pt x="2440143" y="961562"/>
                  </a:lnTo>
                  <a:lnTo>
                    <a:pt x="2440778" y="967378"/>
                  </a:lnTo>
                  <a:lnTo>
                    <a:pt x="2441413" y="972186"/>
                  </a:lnTo>
                  <a:lnTo>
                    <a:pt x="2442047" y="974890"/>
                  </a:lnTo>
                  <a:lnTo>
                    <a:pt x="2442682" y="976703"/>
                  </a:lnTo>
                  <a:lnTo>
                    <a:pt x="2443317" y="977623"/>
                  </a:lnTo>
                  <a:lnTo>
                    <a:pt x="2443952" y="978354"/>
                  </a:lnTo>
                  <a:lnTo>
                    <a:pt x="2444587" y="978553"/>
                  </a:lnTo>
                  <a:lnTo>
                    <a:pt x="2445222" y="978468"/>
                  </a:lnTo>
                  <a:lnTo>
                    <a:pt x="2445856" y="978970"/>
                  </a:lnTo>
                  <a:lnTo>
                    <a:pt x="2446491" y="978610"/>
                  </a:lnTo>
                  <a:lnTo>
                    <a:pt x="2447126" y="977965"/>
                  </a:lnTo>
                  <a:lnTo>
                    <a:pt x="2447761" y="977576"/>
                  </a:lnTo>
                  <a:lnTo>
                    <a:pt x="2448396" y="977471"/>
                  </a:lnTo>
                  <a:lnTo>
                    <a:pt x="2449031" y="978572"/>
                  </a:lnTo>
                  <a:lnTo>
                    <a:pt x="2449666" y="979758"/>
                  </a:lnTo>
                  <a:lnTo>
                    <a:pt x="2450300" y="981447"/>
                  </a:lnTo>
                  <a:lnTo>
                    <a:pt x="2450935" y="983848"/>
                  </a:lnTo>
                  <a:lnTo>
                    <a:pt x="2451570" y="986628"/>
                  </a:lnTo>
                  <a:lnTo>
                    <a:pt x="2452205" y="989237"/>
                  </a:lnTo>
                  <a:lnTo>
                    <a:pt x="2452840" y="991211"/>
                  </a:lnTo>
                  <a:lnTo>
                    <a:pt x="2453475" y="992891"/>
                  </a:lnTo>
                  <a:lnTo>
                    <a:pt x="2454109" y="995035"/>
                  </a:lnTo>
                  <a:lnTo>
                    <a:pt x="2454744" y="996942"/>
                  </a:lnTo>
                  <a:lnTo>
                    <a:pt x="2455379" y="998214"/>
                  </a:lnTo>
                  <a:lnTo>
                    <a:pt x="2456014" y="1000605"/>
                  </a:lnTo>
                  <a:lnTo>
                    <a:pt x="2456649" y="1005055"/>
                  </a:lnTo>
                  <a:lnTo>
                    <a:pt x="2457284" y="1009601"/>
                  </a:lnTo>
                  <a:lnTo>
                    <a:pt x="2457919" y="1013538"/>
                  </a:lnTo>
                  <a:lnTo>
                    <a:pt x="2458553" y="1015987"/>
                  </a:lnTo>
                  <a:lnTo>
                    <a:pt x="2459188" y="1017514"/>
                  </a:lnTo>
                  <a:lnTo>
                    <a:pt x="2459823" y="1019232"/>
                  </a:lnTo>
                  <a:lnTo>
                    <a:pt x="2460458" y="1020997"/>
                  </a:lnTo>
                  <a:lnTo>
                    <a:pt x="2461093" y="1023227"/>
                  </a:lnTo>
                  <a:lnTo>
                    <a:pt x="2461728" y="1027250"/>
                  </a:lnTo>
                  <a:lnTo>
                    <a:pt x="2462362" y="1034186"/>
                  </a:lnTo>
                  <a:lnTo>
                    <a:pt x="2462997" y="1042432"/>
                  </a:lnTo>
                  <a:lnTo>
                    <a:pt x="2463632" y="1046918"/>
                  </a:lnTo>
                  <a:lnTo>
                    <a:pt x="2464267" y="1051839"/>
                  </a:lnTo>
                  <a:lnTo>
                    <a:pt x="2464902" y="1057729"/>
                  </a:lnTo>
                  <a:lnTo>
                    <a:pt x="2465537" y="1062759"/>
                  </a:lnTo>
                  <a:lnTo>
                    <a:pt x="2466172" y="1066038"/>
                  </a:lnTo>
                  <a:lnTo>
                    <a:pt x="2466806" y="1070300"/>
                  </a:lnTo>
                  <a:lnTo>
                    <a:pt x="2467441" y="1075625"/>
                  </a:lnTo>
                  <a:lnTo>
                    <a:pt x="2468076" y="1082621"/>
                  </a:lnTo>
                  <a:lnTo>
                    <a:pt x="2468711" y="1091607"/>
                  </a:lnTo>
                  <a:lnTo>
                    <a:pt x="2469346" y="1101528"/>
                  </a:lnTo>
                  <a:lnTo>
                    <a:pt x="2469981" y="1112400"/>
                  </a:lnTo>
                  <a:lnTo>
                    <a:pt x="2470615" y="1123201"/>
                  </a:lnTo>
                  <a:lnTo>
                    <a:pt x="2471250" y="1132990"/>
                  </a:lnTo>
                  <a:lnTo>
                    <a:pt x="2471885" y="1142796"/>
                  </a:lnTo>
                  <a:lnTo>
                    <a:pt x="2472520" y="1148953"/>
                  </a:lnTo>
                  <a:lnTo>
                    <a:pt x="2473155" y="1155309"/>
                  </a:lnTo>
                  <a:lnTo>
                    <a:pt x="2473790" y="1161594"/>
                  </a:lnTo>
                  <a:lnTo>
                    <a:pt x="2474424" y="1167749"/>
                  </a:lnTo>
                  <a:lnTo>
                    <a:pt x="2475059" y="1175614"/>
                  </a:lnTo>
                  <a:lnTo>
                    <a:pt x="2475694" y="1185844"/>
                  </a:lnTo>
                  <a:lnTo>
                    <a:pt x="2476329" y="1196740"/>
                  </a:lnTo>
                  <a:lnTo>
                    <a:pt x="2476964" y="1208125"/>
                  </a:lnTo>
                  <a:lnTo>
                    <a:pt x="2477599" y="1218958"/>
                  </a:lnTo>
                  <a:lnTo>
                    <a:pt x="2478234" y="1228771"/>
                  </a:lnTo>
                  <a:lnTo>
                    <a:pt x="2478868" y="1237848"/>
                  </a:lnTo>
                  <a:lnTo>
                    <a:pt x="2479503" y="1246617"/>
                  </a:lnTo>
                  <a:lnTo>
                    <a:pt x="2480138" y="1255611"/>
                  </a:lnTo>
                  <a:lnTo>
                    <a:pt x="2480773" y="1264646"/>
                  </a:lnTo>
                  <a:lnTo>
                    <a:pt x="2481408" y="1272563"/>
                  </a:lnTo>
                  <a:lnTo>
                    <a:pt x="2482043" y="1279987"/>
                  </a:lnTo>
                  <a:lnTo>
                    <a:pt x="2482677" y="1287535"/>
                  </a:lnTo>
                  <a:lnTo>
                    <a:pt x="2483312" y="1296146"/>
                  </a:lnTo>
                  <a:lnTo>
                    <a:pt x="2483947" y="1304163"/>
                  </a:lnTo>
                  <a:lnTo>
                    <a:pt x="2484582" y="1310638"/>
                  </a:lnTo>
                  <a:lnTo>
                    <a:pt x="2485217" y="1318466"/>
                  </a:lnTo>
                  <a:lnTo>
                    <a:pt x="2485852" y="1324937"/>
                  </a:lnTo>
                  <a:lnTo>
                    <a:pt x="2486487" y="1330764"/>
                  </a:lnTo>
                  <a:lnTo>
                    <a:pt x="2487121" y="1336685"/>
                  </a:lnTo>
                  <a:lnTo>
                    <a:pt x="2487756" y="1342672"/>
                  </a:lnTo>
                  <a:lnTo>
                    <a:pt x="2488391" y="1346888"/>
                  </a:lnTo>
                  <a:lnTo>
                    <a:pt x="2489026" y="1349642"/>
                  </a:lnTo>
                  <a:lnTo>
                    <a:pt x="2489661" y="1352626"/>
                  </a:lnTo>
                  <a:lnTo>
                    <a:pt x="2490296" y="1356544"/>
                  </a:lnTo>
                  <a:lnTo>
                    <a:pt x="2490930" y="1359642"/>
                  </a:lnTo>
                  <a:lnTo>
                    <a:pt x="2491565" y="1363108"/>
                  </a:lnTo>
                  <a:lnTo>
                    <a:pt x="2492200" y="1366926"/>
                  </a:lnTo>
                  <a:lnTo>
                    <a:pt x="2492835" y="1371208"/>
                  </a:lnTo>
                  <a:lnTo>
                    <a:pt x="2493470" y="1375240"/>
                  </a:lnTo>
                  <a:lnTo>
                    <a:pt x="2494105" y="1379880"/>
                  </a:lnTo>
                  <a:lnTo>
                    <a:pt x="2494740" y="1384263"/>
                  </a:lnTo>
                  <a:lnTo>
                    <a:pt x="2495374" y="1388587"/>
                  </a:lnTo>
                  <a:lnTo>
                    <a:pt x="2496009" y="1393084"/>
                  </a:lnTo>
                  <a:lnTo>
                    <a:pt x="2496644" y="1397836"/>
                  </a:lnTo>
                  <a:lnTo>
                    <a:pt x="2497279" y="1403192"/>
                  </a:lnTo>
                  <a:lnTo>
                    <a:pt x="2497914" y="1408994"/>
                  </a:lnTo>
                  <a:lnTo>
                    <a:pt x="2498549" y="1414997"/>
                  </a:lnTo>
                  <a:lnTo>
                    <a:pt x="2499183" y="1420926"/>
                  </a:lnTo>
                  <a:lnTo>
                    <a:pt x="2499818" y="1427710"/>
                  </a:lnTo>
                  <a:lnTo>
                    <a:pt x="2500453" y="1434178"/>
                  </a:lnTo>
                  <a:lnTo>
                    <a:pt x="2501088" y="1441399"/>
                  </a:lnTo>
                  <a:lnTo>
                    <a:pt x="2501723" y="1448427"/>
                  </a:lnTo>
                  <a:lnTo>
                    <a:pt x="2502358" y="1455293"/>
                  </a:lnTo>
                  <a:lnTo>
                    <a:pt x="2502993" y="1463186"/>
                  </a:lnTo>
                  <a:lnTo>
                    <a:pt x="2503627" y="1471337"/>
                  </a:lnTo>
                  <a:lnTo>
                    <a:pt x="2504262" y="1480355"/>
                  </a:lnTo>
                  <a:lnTo>
                    <a:pt x="2504897" y="1489285"/>
                  </a:lnTo>
                  <a:lnTo>
                    <a:pt x="2505532" y="1499757"/>
                  </a:lnTo>
                  <a:lnTo>
                    <a:pt x="2506167" y="1508929"/>
                  </a:lnTo>
                  <a:lnTo>
                    <a:pt x="2506802" y="1517129"/>
                  </a:lnTo>
                  <a:lnTo>
                    <a:pt x="2507436" y="1524289"/>
                  </a:lnTo>
                  <a:lnTo>
                    <a:pt x="2508071" y="1530022"/>
                  </a:lnTo>
                  <a:lnTo>
                    <a:pt x="2508706" y="1535089"/>
                  </a:lnTo>
                  <a:lnTo>
                    <a:pt x="2509341" y="1541219"/>
                  </a:lnTo>
                  <a:lnTo>
                    <a:pt x="2509976" y="1545461"/>
                  </a:lnTo>
                  <a:lnTo>
                    <a:pt x="2510611" y="1547548"/>
                  </a:lnTo>
                  <a:lnTo>
                    <a:pt x="2511246" y="1548298"/>
                  </a:lnTo>
                  <a:lnTo>
                    <a:pt x="2511880" y="1546932"/>
                  </a:lnTo>
                  <a:lnTo>
                    <a:pt x="2512515" y="1542462"/>
                  </a:lnTo>
                  <a:lnTo>
                    <a:pt x="2513150" y="1536579"/>
                  </a:lnTo>
                  <a:lnTo>
                    <a:pt x="2513785" y="1530260"/>
                  </a:lnTo>
                  <a:lnTo>
                    <a:pt x="2514420" y="1524130"/>
                  </a:lnTo>
                  <a:lnTo>
                    <a:pt x="2515055" y="1517601"/>
                  </a:lnTo>
                  <a:lnTo>
                    <a:pt x="2515689" y="1509821"/>
                  </a:lnTo>
                  <a:lnTo>
                    <a:pt x="2516324" y="1501328"/>
                  </a:lnTo>
                  <a:lnTo>
                    <a:pt x="2516959" y="1491868"/>
                  </a:lnTo>
                  <a:lnTo>
                    <a:pt x="2517594" y="1480490"/>
                  </a:lnTo>
                  <a:lnTo>
                    <a:pt x="2518229" y="1466893"/>
                  </a:lnTo>
                  <a:lnTo>
                    <a:pt x="2518864" y="1451606"/>
                  </a:lnTo>
                  <a:lnTo>
                    <a:pt x="2519499" y="1435655"/>
                  </a:lnTo>
                  <a:lnTo>
                    <a:pt x="2520133" y="1419410"/>
                  </a:lnTo>
                  <a:lnTo>
                    <a:pt x="2520768" y="1402786"/>
                  </a:lnTo>
                  <a:lnTo>
                    <a:pt x="2521403" y="1386522"/>
                  </a:lnTo>
                  <a:lnTo>
                    <a:pt x="2522038" y="1370951"/>
                  </a:lnTo>
                  <a:lnTo>
                    <a:pt x="2522673" y="1355057"/>
                  </a:lnTo>
                  <a:lnTo>
                    <a:pt x="2523308" y="1343336"/>
                  </a:lnTo>
                  <a:lnTo>
                    <a:pt x="2523942" y="1330664"/>
                  </a:lnTo>
                  <a:lnTo>
                    <a:pt x="2524577" y="1316941"/>
                  </a:lnTo>
                  <a:lnTo>
                    <a:pt x="2525212" y="1302530"/>
                  </a:lnTo>
                  <a:lnTo>
                    <a:pt x="2525847" y="1287652"/>
                  </a:lnTo>
                  <a:lnTo>
                    <a:pt x="2526482" y="1272873"/>
                  </a:lnTo>
                  <a:lnTo>
                    <a:pt x="2527117" y="1259381"/>
                  </a:lnTo>
                  <a:lnTo>
                    <a:pt x="2527751" y="1247035"/>
                  </a:lnTo>
                  <a:lnTo>
                    <a:pt x="2528386" y="1236209"/>
                  </a:lnTo>
                  <a:lnTo>
                    <a:pt x="2529021" y="1226474"/>
                  </a:lnTo>
                  <a:lnTo>
                    <a:pt x="2529656" y="1216943"/>
                  </a:lnTo>
                  <a:lnTo>
                    <a:pt x="2530291" y="1207719"/>
                  </a:lnTo>
                  <a:lnTo>
                    <a:pt x="2530926" y="1199352"/>
                  </a:lnTo>
                  <a:lnTo>
                    <a:pt x="2531561" y="1192362"/>
                  </a:lnTo>
                  <a:lnTo>
                    <a:pt x="2532195" y="1186620"/>
                  </a:lnTo>
                  <a:lnTo>
                    <a:pt x="2532830" y="1181948"/>
                  </a:lnTo>
                  <a:lnTo>
                    <a:pt x="2533465" y="1177469"/>
                  </a:lnTo>
                  <a:lnTo>
                    <a:pt x="2534100" y="1170827"/>
                  </a:lnTo>
                  <a:lnTo>
                    <a:pt x="2534735" y="1164109"/>
                  </a:lnTo>
                  <a:lnTo>
                    <a:pt x="2535370" y="1156916"/>
                  </a:lnTo>
                  <a:lnTo>
                    <a:pt x="2536004" y="1149373"/>
                  </a:lnTo>
                  <a:lnTo>
                    <a:pt x="2536639" y="1142569"/>
                  </a:lnTo>
                  <a:lnTo>
                    <a:pt x="2537274" y="1135301"/>
                  </a:lnTo>
                  <a:lnTo>
                    <a:pt x="2537909" y="1130521"/>
                  </a:lnTo>
                  <a:lnTo>
                    <a:pt x="2538544" y="1127552"/>
                  </a:lnTo>
                  <a:lnTo>
                    <a:pt x="2539179" y="1124494"/>
                  </a:lnTo>
                  <a:lnTo>
                    <a:pt x="2539814" y="1121587"/>
                  </a:lnTo>
                  <a:lnTo>
                    <a:pt x="2540448" y="1118807"/>
                  </a:lnTo>
                  <a:lnTo>
                    <a:pt x="2541083" y="1116004"/>
                  </a:lnTo>
                  <a:lnTo>
                    <a:pt x="2541718" y="1112876"/>
                  </a:lnTo>
                  <a:lnTo>
                    <a:pt x="2542353" y="1109354"/>
                  </a:lnTo>
                  <a:lnTo>
                    <a:pt x="2542988" y="1106090"/>
                  </a:lnTo>
                  <a:lnTo>
                    <a:pt x="2543623" y="1105788"/>
                  </a:lnTo>
                  <a:lnTo>
                    <a:pt x="2544257" y="1106104"/>
                  </a:lnTo>
                  <a:lnTo>
                    <a:pt x="2544892" y="1107554"/>
                  </a:lnTo>
                  <a:lnTo>
                    <a:pt x="2545527" y="1109522"/>
                  </a:lnTo>
                  <a:lnTo>
                    <a:pt x="2546162" y="1111960"/>
                  </a:lnTo>
                  <a:lnTo>
                    <a:pt x="2546797" y="1116379"/>
                  </a:lnTo>
                  <a:lnTo>
                    <a:pt x="2547432" y="1122392"/>
                  </a:lnTo>
                  <a:lnTo>
                    <a:pt x="2548067" y="1130303"/>
                  </a:lnTo>
                  <a:lnTo>
                    <a:pt x="2548701" y="1136713"/>
                  </a:lnTo>
                  <a:lnTo>
                    <a:pt x="2549336" y="1142777"/>
                  </a:lnTo>
                  <a:lnTo>
                    <a:pt x="2549971" y="1148321"/>
                  </a:lnTo>
                  <a:lnTo>
                    <a:pt x="2550606" y="1153570"/>
                  </a:lnTo>
                  <a:lnTo>
                    <a:pt x="2551241" y="1159231"/>
                  </a:lnTo>
                  <a:lnTo>
                    <a:pt x="2551876" y="1162140"/>
                  </a:lnTo>
                  <a:lnTo>
                    <a:pt x="2552510" y="1165590"/>
                  </a:lnTo>
                  <a:lnTo>
                    <a:pt x="2553145" y="1170610"/>
                  </a:lnTo>
                  <a:lnTo>
                    <a:pt x="2553780" y="1173205"/>
                  </a:lnTo>
                  <a:lnTo>
                    <a:pt x="2554415" y="1173984"/>
                  </a:lnTo>
                  <a:lnTo>
                    <a:pt x="2555050" y="1174142"/>
                  </a:lnTo>
                  <a:lnTo>
                    <a:pt x="2555685" y="1174069"/>
                  </a:lnTo>
                  <a:lnTo>
                    <a:pt x="2556320" y="1174105"/>
                  </a:lnTo>
                  <a:lnTo>
                    <a:pt x="2556954" y="1173940"/>
                  </a:lnTo>
                  <a:lnTo>
                    <a:pt x="2557589" y="1173500"/>
                  </a:lnTo>
                  <a:lnTo>
                    <a:pt x="2558224" y="1173126"/>
                  </a:lnTo>
                  <a:lnTo>
                    <a:pt x="2558859" y="1173022"/>
                  </a:lnTo>
                  <a:lnTo>
                    <a:pt x="2559494" y="1172603"/>
                  </a:lnTo>
                  <a:lnTo>
                    <a:pt x="2560129" y="1172074"/>
                  </a:lnTo>
                  <a:lnTo>
                    <a:pt x="2560763" y="1171404"/>
                  </a:lnTo>
                  <a:lnTo>
                    <a:pt x="2561398" y="1170174"/>
                  </a:lnTo>
                  <a:lnTo>
                    <a:pt x="2562033" y="1168823"/>
                  </a:lnTo>
                  <a:lnTo>
                    <a:pt x="2562668" y="1166722"/>
                  </a:lnTo>
                  <a:lnTo>
                    <a:pt x="2563303" y="1164085"/>
                  </a:lnTo>
                  <a:lnTo>
                    <a:pt x="2563938" y="1160941"/>
                  </a:lnTo>
                  <a:lnTo>
                    <a:pt x="2564573" y="1158397"/>
                  </a:lnTo>
                  <a:lnTo>
                    <a:pt x="2565207" y="1155121"/>
                  </a:lnTo>
                  <a:lnTo>
                    <a:pt x="2565842" y="1151970"/>
                  </a:lnTo>
                  <a:lnTo>
                    <a:pt x="2566477" y="1148527"/>
                  </a:lnTo>
                  <a:lnTo>
                    <a:pt x="2567112" y="1145341"/>
                  </a:lnTo>
                  <a:lnTo>
                    <a:pt x="2567747" y="1142391"/>
                  </a:lnTo>
                  <a:lnTo>
                    <a:pt x="2568382" y="1140225"/>
                  </a:lnTo>
                  <a:lnTo>
                    <a:pt x="2569016" y="1139584"/>
                  </a:lnTo>
                  <a:lnTo>
                    <a:pt x="2569651" y="1139213"/>
                  </a:lnTo>
                  <a:lnTo>
                    <a:pt x="2570286" y="1139232"/>
                  </a:lnTo>
                  <a:lnTo>
                    <a:pt x="2570921" y="1138818"/>
                  </a:lnTo>
                  <a:lnTo>
                    <a:pt x="2571556" y="1138309"/>
                  </a:lnTo>
                  <a:lnTo>
                    <a:pt x="2572191" y="1138242"/>
                  </a:lnTo>
                  <a:lnTo>
                    <a:pt x="2572826" y="1137926"/>
                  </a:lnTo>
                  <a:lnTo>
                    <a:pt x="2573460" y="1138892"/>
                  </a:lnTo>
                  <a:lnTo>
                    <a:pt x="2574095" y="1140757"/>
                  </a:lnTo>
                  <a:lnTo>
                    <a:pt x="2574730" y="1142319"/>
                  </a:lnTo>
                  <a:lnTo>
                    <a:pt x="2575365" y="1143362"/>
                  </a:lnTo>
                  <a:lnTo>
                    <a:pt x="2576000" y="1143883"/>
                  </a:lnTo>
                  <a:lnTo>
                    <a:pt x="2576635" y="1143901"/>
                  </a:lnTo>
                  <a:lnTo>
                    <a:pt x="2577269" y="1143682"/>
                  </a:lnTo>
                  <a:lnTo>
                    <a:pt x="2577904" y="1142756"/>
                  </a:lnTo>
                  <a:lnTo>
                    <a:pt x="2578539" y="1141690"/>
                  </a:lnTo>
                  <a:lnTo>
                    <a:pt x="2579174" y="1140634"/>
                  </a:lnTo>
                  <a:lnTo>
                    <a:pt x="2579809" y="1139364"/>
                  </a:lnTo>
                  <a:lnTo>
                    <a:pt x="2580444" y="1138245"/>
                  </a:lnTo>
                  <a:lnTo>
                    <a:pt x="2581078" y="1137448"/>
                  </a:lnTo>
                  <a:lnTo>
                    <a:pt x="2581713" y="1137152"/>
                  </a:lnTo>
                  <a:lnTo>
                    <a:pt x="2582348" y="1136756"/>
                  </a:lnTo>
                  <a:lnTo>
                    <a:pt x="2582983" y="1135507"/>
                  </a:lnTo>
                  <a:lnTo>
                    <a:pt x="2583618" y="1134074"/>
                  </a:lnTo>
                  <a:lnTo>
                    <a:pt x="2584253" y="1133184"/>
                  </a:lnTo>
                  <a:lnTo>
                    <a:pt x="2584888" y="1133690"/>
                  </a:lnTo>
                  <a:lnTo>
                    <a:pt x="2585522" y="1134742"/>
                  </a:lnTo>
                  <a:lnTo>
                    <a:pt x="2586157" y="1136719"/>
                  </a:lnTo>
                  <a:lnTo>
                    <a:pt x="2586792" y="1139398"/>
                  </a:lnTo>
                  <a:lnTo>
                    <a:pt x="2587427" y="1143140"/>
                  </a:lnTo>
                  <a:lnTo>
                    <a:pt x="2588062" y="1147159"/>
                  </a:lnTo>
                  <a:lnTo>
                    <a:pt x="2588697" y="1151087"/>
                  </a:lnTo>
                  <a:lnTo>
                    <a:pt x="2589331" y="1154328"/>
                  </a:lnTo>
                  <a:lnTo>
                    <a:pt x="2589966" y="1157910"/>
                  </a:lnTo>
                  <a:lnTo>
                    <a:pt x="2590601" y="1162314"/>
                  </a:lnTo>
                  <a:lnTo>
                    <a:pt x="2591236" y="1167382"/>
                  </a:lnTo>
                  <a:lnTo>
                    <a:pt x="2591871" y="1172565"/>
                  </a:lnTo>
                  <a:lnTo>
                    <a:pt x="2592506" y="1179003"/>
                  </a:lnTo>
                  <a:lnTo>
                    <a:pt x="2593141" y="1186367"/>
                  </a:lnTo>
                  <a:lnTo>
                    <a:pt x="2593775" y="1193316"/>
                  </a:lnTo>
                  <a:lnTo>
                    <a:pt x="2594410" y="1199370"/>
                  </a:lnTo>
                  <a:lnTo>
                    <a:pt x="2595045" y="1204670"/>
                  </a:lnTo>
                  <a:lnTo>
                    <a:pt x="2595680" y="1208848"/>
                  </a:lnTo>
                  <a:lnTo>
                    <a:pt x="2596315" y="1212869"/>
                  </a:lnTo>
                  <a:lnTo>
                    <a:pt x="2596950" y="1215576"/>
                  </a:lnTo>
                  <a:lnTo>
                    <a:pt x="2597584" y="1218324"/>
                  </a:lnTo>
                  <a:lnTo>
                    <a:pt x="2598219" y="1220036"/>
                  </a:lnTo>
                  <a:lnTo>
                    <a:pt x="2598854" y="1221120"/>
                  </a:lnTo>
                  <a:lnTo>
                    <a:pt x="2599489" y="1219750"/>
                  </a:lnTo>
                  <a:lnTo>
                    <a:pt x="2600124" y="1215375"/>
                  </a:lnTo>
                  <a:lnTo>
                    <a:pt x="2600759" y="1211950"/>
                  </a:lnTo>
                  <a:lnTo>
                    <a:pt x="2601394" y="1209321"/>
                  </a:lnTo>
                  <a:lnTo>
                    <a:pt x="2602028" y="1206029"/>
                  </a:lnTo>
                  <a:lnTo>
                    <a:pt x="2602663" y="1202565"/>
                  </a:lnTo>
                  <a:lnTo>
                    <a:pt x="2603298" y="1198827"/>
                  </a:lnTo>
                  <a:lnTo>
                    <a:pt x="2603933" y="1194746"/>
                  </a:lnTo>
                  <a:lnTo>
                    <a:pt x="2604568" y="1189822"/>
                  </a:lnTo>
                  <a:lnTo>
                    <a:pt x="2605203" y="1186912"/>
                  </a:lnTo>
                  <a:lnTo>
                    <a:pt x="2605837" y="1183072"/>
                  </a:lnTo>
                  <a:lnTo>
                    <a:pt x="2606472" y="1178854"/>
                  </a:lnTo>
                  <a:lnTo>
                    <a:pt x="2607107" y="1173373"/>
                  </a:lnTo>
                  <a:lnTo>
                    <a:pt x="2607742" y="1167129"/>
                  </a:lnTo>
                  <a:lnTo>
                    <a:pt x="2608377" y="1161038"/>
                  </a:lnTo>
                  <a:lnTo>
                    <a:pt x="2609012" y="1154406"/>
                  </a:lnTo>
                  <a:lnTo>
                    <a:pt x="2609647" y="1149489"/>
                  </a:lnTo>
                  <a:lnTo>
                    <a:pt x="2610281" y="1144556"/>
                  </a:lnTo>
                  <a:lnTo>
                    <a:pt x="2610916" y="1140133"/>
                  </a:lnTo>
                  <a:lnTo>
                    <a:pt x="2611551" y="1136108"/>
                  </a:lnTo>
                  <a:lnTo>
                    <a:pt x="2612186" y="1132149"/>
                  </a:lnTo>
                  <a:lnTo>
                    <a:pt x="2612821" y="1128267"/>
                  </a:lnTo>
                  <a:lnTo>
                    <a:pt x="2613456" y="1124690"/>
                  </a:lnTo>
                  <a:lnTo>
                    <a:pt x="2614090" y="1121818"/>
                  </a:lnTo>
                  <a:lnTo>
                    <a:pt x="2614725" y="1119796"/>
                  </a:lnTo>
                  <a:lnTo>
                    <a:pt x="2615360" y="1117491"/>
                  </a:lnTo>
                  <a:lnTo>
                    <a:pt x="2615995" y="1116013"/>
                  </a:lnTo>
                  <a:lnTo>
                    <a:pt x="2616630" y="1115101"/>
                  </a:lnTo>
                  <a:lnTo>
                    <a:pt x="2617265" y="1114429"/>
                  </a:lnTo>
                  <a:lnTo>
                    <a:pt x="2617900" y="1113780"/>
                  </a:lnTo>
                  <a:lnTo>
                    <a:pt x="2618534" y="1113182"/>
                  </a:lnTo>
                  <a:lnTo>
                    <a:pt x="2619169" y="1112088"/>
                  </a:lnTo>
                  <a:lnTo>
                    <a:pt x="2619804" y="1110850"/>
                  </a:lnTo>
                  <a:lnTo>
                    <a:pt x="2620439" y="1109053"/>
                  </a:lnTo>
                  <a:lnTo>
                    <a:pt x="2621074" y="1106929"/>
                  </a:lnTo>
                  <a:lnTo>
                    <a:pt x="2621709" y="1102564"/>
                  </a:lnTo>
                  <a:lnTo>
                    <a:pt x="2622343" y="1097990"/>
                  </a:lnTo>
                  <a:lnTo>
                    <a:pt x="2622978" y="1092325"/>
                  </a:lnTo>
                  <a:lnTo>
                    <a:pt x="2623613" y="1085341"/>
                  </a:lnTo>
                  <a:lnTo>
                    <a:pt x="2624248" y="1076830"/>
                  </a:lnTo>
                  <a:lnTo>
                    <a:pt x="2624883" y="1066582"/>
                  </a:lnTo>
                  <a:lnTo>
                    <a:pt x="2625518" y="1055727"/>
                  </a:lnTo>
                  <a:lnTo>
                    <a:pt x="2626153" y="1044482"/>
                  </a:lnTo>
                  <a:lnTo>
                    <a:pt x="2626787" y="1032261"/>
                  </a:lnTo>
                  <a:lnTo>
                    <a:pt x="2627422" y="1019299"/>
                  </a:lnTo>
                  <a:lnTo>
                    <a:pt x="2628057" y="1006128"/>
                  </a:lnTo>
                  <a:lnTo>
                    <a:pt x="2628692" y="993195"/>
                  </a:lnTo>
                  <a:lnTo>
                    <a:pt x="2629327" y="979863"/>
                  </a:lnTo>
                  <a:lnTo>
                    <a:pt x="2629962" y="966152"/>
                  </a:lnTo>
                  <a:lnTo>
                    <a:pt x="2630596" y="951662"/>
                  </a:lnTo>
                  <a:lnTo>
                    <a:pt x="2631231" y="937675"/>
                  </a:lnTo>
                  <a:lnTo>
                    <a:pt x="2631866" y="924733"/>
                  </a:lnTo>
                  <a:lnTo>
                    <a:pt x="2632501" y="913204"/>
                  </a:lnTo>
                  <a:lnTo>
                    <a:pt x="2633136" y="902481"/>
                  </a:lnTo>
                  <a:lnTo>
                    <a:pt x="2633771" y="892698"/>
                  </a:lnTo>
                  <a:lnTo>
                    <a:pt x="2634406" y="884073"/>
                  </a:lnTo>
                  <a:lnTo>
                    <a:pt x="2635040" y="876055"/>
                  </a:lnTo>
                  <a:lnTo>
                    <a:pt x="2635675" y="868520"/>
                  </a:lnTo>
                  <a:lnTo>
                    <a:pt x="2636310" y="862523"/>
                  </a:lnTo>
                  <a:lnTo>
                    <a:pt x="2636945" y="858557"/>
                  </a:lnTo>
                  <a:lnTo>
                    <a:pt x="2637580" y="855464"/>
                  </a:lnTo>
                  <a:lnTo>
                    <a:pt x="2638215" y="853604"/>
                  </a:lnTo>
                  <a:lnTo>
                    <a:pt x="2638849" y="854316"/>
                  </a:lnTo>
                  <a:lnTo>
                    <a:pt x="2639484" y="858652"/>
                  </a:lnTo>
                  <a:lnTo>
                    <a:pt x="2640119" y="865702"/>
                  </a:lnTo>
                  <a:lnTo>
                    <a:pt x="2640754" y="873967"/>
                  </a:lnTo>
                  <a:lnTo>
                    <a:pt x="2641389" y="882289"/>
                  </a:lnTo>
                  <a:lnTo>
                    <a:pt x="2642024" y="890791"/>
                  </a:lnTo>
                  <a:lnTo>
                    <a:pt x="2642658" y="901437"/>
                  </a:lnTo>
                  <a:lnTo>
                    <a:pt x="2643293" y="913412"/>
                  </a:lnTo>
                  <a:lnTo>
                    <a:pt x="2643928" y="926431"/>
                  </a:lnTo>
                  <a:lnTo>
                    <a:pt x="2644563" y="941566"/>
                  </a:lnTo>
                  <a:lnTo>
                    <a:pt x="2645198" y="958598"/>
                  </a:lnTo>
                  <a:lnTo>
                    <a:pt x="2645833" y="976779"/>
                  </a:lnTo>
                  <a:lnTo>
                    <a:pt x="2646468" y="995112"/>
                  </a:lnTo>
                  <a:lnTo>
                    <a:pt x="2647102" y="1013567"/>
                  </a:lnTo>
                  <a:lnTo>
                    <a:pt x="2647737" y="1032052"/>
                  </a:lnTo>
                  <a:lnTo>
                    <a:pt x="2648372" y="1050005"/>
                  </a:lnTo>
                  <a:lnTo>
                    <a:pt x="2649007" y="1067341"/>
                  </a:lnTo>
                  <a:lnTo>
                    <a:pt x="2649642" y="1084981"/>
                  </a:lnTo>
                  <a:lnTo>
                    <a:pt x="2650277" y="1098229"/>
                  </a:lnTo>
                  <a:lnTo>
                    <a:pt x="2650911" y="1111745"/>
                  </a:lnTo>
                  <a:lnTo>
                    <a:pt x="2651546" y="1125450"/>
                  </a:lnTo>
                  <a:lnTo>
                    <a:pt x="2652181" y="1138570"/>
                  </a:lnTo>
                  <a:lnTo>
                    <a:pt x="2652816" y="1151798"/>
                  </a:lnTo>
                  <a:lnTo>
                    <a:pt x="2653451" y="1164897"/>
                  </a:lnTo>
                  <a:lnTo>
                    <a:pt x="2654086" y="1176899"/>
                  </a:lnTo>
                  <a:lnTo>
                    <a:pt x="2654721" y="1187774"/>
                  </a:lnTo>
                  <a:lnTo>
                    <a:pt x="2655355" y="1197101"/>
                  </a:lnTo>
                  <a:lnTo>
                    <a:pt x="2655990" y="1205024"/>
                  </a:lnTo>
                  <a:lnTo>
                    <a:pt x="2656625" y="1211423"/>
                  </a:lnTo>
                  <a:lnTo>
                    <a:pt x="2657260" y="1216225"/>
                  </a:lnTo>
                  <a:lnTo>
                    <a:pt x="2657895" y="1219582"/>
                  </a:lnTo>
                  <a:lnTo>
                    <a:pt x="2658530" y="1221116"/>
                  </a:lnTo>
                  <a:lnTo>
                    <a:pt x="2659164" y="1220871"/>
                  </a:lnTo>
                  <a:lnTo>
                    <a:pt x="2659799" y="1219175"/>
                  </a:lnTo>
                  <a:lnTo>
                    <a:pt x="2660434" y="1216946"/>
                  </a:lnTo>
                  <a:lnTo>
                    <a:pt x="2661069" y="1217278"/>
                  </a:lnTo>
                  <a:lnTo>
                    <a:pt x="2661704" y="1218293"/>
                  </a:lnTo>
                  <a:lnTo>
                    <a:pt x="2662339" y="1219565"/>
                  </a:lnTo>
                  <a:lnTo>
                    <a:pt x="2662974" y="1221320"/>
                  </a:lnTo>
                  <a:lnTo>
                    <a:pt x="2663608" y="1223247"/>
                  </a:lnTo>
                  <a:lnTo>
                    <a:pt x="2664243" y="1226368"/>
                  </a:lnTo>
                  <a:lnTo>
                    <a:pt x="2664878" y="1228065"/>
                  </a:lnTo>
                  <a:lnTo>
                    <a:pt x="2665513" y="1228917"/>
                  </a:lnTo>
                  <a:lnTo>
                    <a:pt x="2666148" y="1231718"/>
                  </a:lnTo>
                  <a:lnTo>
                    <a:pt x="2666783" y="1236666"/>
                  </a:lnTo>
                  <a:lnTo>
                    <a:pt x="2667417" y="1243042"/>
                  </a:lnTo>
                  <a:lnTo>
                    <a:pt x="2668052" y="1250960"/>
                  </a:lnTo>
                  <a:lnTo>
                    <a:pt x="2668687" y="1260597"/>
                  </a:lnTo>
                  <a:lnTo>
                    <a:pt x="2669322" y="1271805"/>
                  </a:lnTo>
                  <a:lnTo>
                    <a:pt x="2669957" y="1283942"/>
                  </a:lnTo>
                  <a:lnTo>
                    <a:pt x="2670592" y="1293884"/>
                  </a:lnTo>
                  <a:lnTo>
                    <a:pt x="2671227" y="1303578"/>
                  </a:lnTo>
                  <a:lnTo>
                    <a:pt x="2671861" y="1313240"/>
                  </a:lnTo>
                  <a:lnTo>
                    <a:pt x="2672496" y="1322887"/>
                  </a:lnTo>
                  <a:lnTo>
                    <a:pt x="2673131" y="1332699"/>
                  </a:lnTo>
                  <a:lnTo>
                    <a:pt x="2673766" y="1342095"/>
                  </a:lnTo>
                  <a:lnTo>
                    <a:pt x="2674401" y="1351170"/>
                  </a:lnTo>
                  <a:lnTo>
                    <a:pt x="2675036" y="1359969"/>
                  </a:lnTo>
                  <a:lnTo>
                    <a:pt x="2675670" y="1370828"/>
                  </a:lnTo>
                  <a:lnTo>
                    <a:pt x="2676305" y="1381550"/>
                  </a:lnTo>
                  <a:lnTo>
                    <a:pt x="2676940" y="1392527"/>
                  </a:lnTo>
                  <a:lnTo>
                    <a:pt x="2677575" y="1403181"/>
                  </a:lnTo>
                  <a:lnTo>
                    <a:pt x="2678210" y="1412911"/>
                  </a:lnTo>
                  <a:lnTo>
                    <a:pt x="2678845" y="1421493"/>
                  </a:lnTo>
                  <a:lnTo>
                    <a:pt x="2679480" y="1429717"/>
                  </a:lnTo>
                  <a:lnTo>
                    <a:pt x="2680114" y="1437488"/>
                  </a:lnTo>
                  <a:lnTo>
                    <a:pt x="2680749" y="1444322"/>
                  </a:lnTo>
                  <a:lnTo>
                    <a:pt x="2681384" y="1450962"/>
                  </a:lnTo>
                  <a:lnTo>
                    <a:pt x="2682019" y="1456987"/>
                  </a:lnTo>
                  <a:lnTo>
                    <a:pt x="2682654" y="1462315"/>
                  </a:lnTo>
                  <a:lnTo>
                    <a:pt x="2683289" y="1467306"/>
                  </a:lnTo>
                  <a:lnTo>
                    <a:pt x="2683923" y="1471567"/>
                  </a:lnTo>
                  <a:lnTo>
                    <a:pt x="2684558" y="1475466"/>
                  </a:lnTo>
                  <a:lnTo>
                    <a:pt x="2685193" y="1478878"/>
                  </a:lnTo>
                  <a:lnTo>
                    <a:pt x="2685828" y="1481369"/>
                  </a:lnTo>
                  <a:lnTo>
                    <a:pt x="2686463" y="1483224"/>
                  </a:lnTo>
                  <a:lnTo>
                    <a:pt x="2687098" y="1484311"/>
                  </a:lnTo>
                  <a:lnTo>
                    <a:pt x="2687733" y="1485198"/>
                  </a:lnTo>
                  <a:lnTo>
                    <a:pt x="2688367" y="1485909"/>
                  </a:lnTo>
                  <a:lnTo>
                    <a:pt x="2689002" y="1485566"/>
                  </a:lnTo>
                  <a:lnTo>
                    <a:pt x="2689637" y="1483923"/>
                  </a:lnTo>
                  <a:lnTo>
                    <a:pt x="2690272" y="1480919"/>
                  </a:lnTo>
                  <a:lnTo>
                    <a:pt x="2690907" y="1476773"/>
                  </a:lnTo>
                  <a:lnTo>
                    <a:pt x="2691542" y="1472603"/>
                  </a:lnTo>
                  <a:lnTo>
                    <a:pt x="2692176" y="1468312"/>
                  </a:lnTo>
                  <a:lnTo>
                    <a:pt x="2692811" y="1463382"/>
                  </a:lnTo>
                  <a:lnTo>
                    <a:pt x="2693446" y="1458466"/>
                  </a:lnTo>
                  <a:lnTo>
                    <a:pt x="2694081" y="1453105"/>
                  </a:lnTo>
                  <a:lnTo>
                    <a:pt x="2694716" y="1446776"/>
                  </a:lnTo>
                  <a:lnTo>
                    <a:pt x="2695351" y="1440338"/>
                  </a:lnTo>
                  <a:lnTo>
                    <a:pt x="2695985" y="1433786"/>
                  </a:lnTo>
                  <a:lnTo>
                    <a:pt x="2696620" y="1427364"/>
                  </a:lnTo>
                  <a:lnTo>
                    <a:pt x="2697255" y="1420124"/>
                  </a:lnTo>
                  <a:lnTo>
                    <a:pt x="2697890" y="1412500"/>
                  </a:lnTo>
                  <a:lnTo>
                    <a:pt x="2698525" y="1405893"/>
                  </a:lnTo>
                  <a:lnTo>
                    <a:pt x="2699160" y="1399954"/>
                  </a:lnTo>
                  <a:lnTo>
                    <a:pt x="2699795" y="1395259"/>
                  </a:lnTo>
                  <a:lnTo>
                    <a:pt x="2700429" y="1391447"/>
                  </a:lnTo>
                  <a:lnTo>
                    <a:pt x="2701064" y="1387532"/>
                  </a:lnTo>
                  <a:lnTo>
                    <a:pt x="2701699" y="1384139"/>
                  </a:lnTo>
                  <a:lnTo>
                    <a:pt x="2702334" y="1381245"/>
                  </a:lnTo>
                  <a:lnTo>
                    <a:pt x="2702969" y="1378608"/>
                  </a:lnTo>
                  <a:lnTo>
                    <a:pt x="2703604" y="1375886"/>
                  </a:lnTo>
                  <a:lnTo>
                    <a:pt x="2704238" y="1375309"/>
                  </a:lnTo>
                  <a:lnTo>
                    <a:pt x="2704873" y="1374831"/>
                  </a:lnTo>
                  <a:lnTo>
                    <a:pt x="2705508" y="1374307"/>
                  </a:lnTo>
                  <a:lnTo>
                    <a:pt x="2706143" y="1373796"/>
                  </a:lnTo>
                  <a:lnTo>
                    <a:pt x="2706778" y="1374295"/>
                  </a:lnTo>
                  <a:lnTo>
                    <a:pt x="2707413" y="1376715"/>
                  </a:lnTo>
                  <a:lnTo>
                    <a:pt x="2708048" y="1378694"/>
                  </a:lnTo>
                  <a:lnTo>
                    <a:pt x="2708682" y="1380015"/>
                  </a:lnTo>
                  <a:lnTo>
                    <a:pt x="2709317" y="1381598"/>
                  </a:lnTo>
                  <a:lnTo>
                    <a:pt x="2709952" y="1382960"/>
                  </a:lnTo>
                  <a:lnTo>
                    <a:pt x="2710587" y="1383757"/>
                  </a:lnTo>
                  <a:lnTo>
                    <a:pt x="2711222" y="1385262"/>
                  </a:lnTo>
                  <a:lnTo>
                    <a:pt x="2711857" y="1386059"/>
                  </a:lnTo>
                  <a:lnTo>
                    <a:pt x="2712491" y="1386536"/>
                  </a:lnTo>
                  <a:lnTo>
                    <a:pt x="2713126" y="1386057"/>
                  </a:lnTo>
                  <a:lnTo>
                    <a:pt x="2713761" y="1385486"/>
                  </a:lnTo>
                  <a:lnTo>
                    <a:pt x="2714396" y="1385409"/>
                  </a:lnTo>
                  <a:lnTo>
                    <a:pt x="2715031" y="1385180"/>
                  </a:lnTo>
                  <a:lnTo>
                    <a:pt x="2715666" y="1384886"/>
                  </a:lnTo>
                  <a:lnTo>
                    <a:pt x="2716301" y="1384954"/>
                  </a:lnTo>
                  <a:lnTo>
                    <a:pt x="2716935" y="1384876"/>
                  </a:lnTo>
                  <a:lnTo>
                    <a:pt x="2717570" y="1385272"/>
                  </a:lnTo>
                  <a:lnTo>
                    <a:pt x="2718205" y="1385513"/>
                  </a:lnTo>
                  <a:lnTo>
                    <a:pt x="2718840" y="1385596"/>
                  </a:lnTo>
                  <a:lnTo>
                    <a:pt x="2719475" y="1385094"/>
                  </a:lnTo>
                  <a:lnTo>
                    <a:pt x="2720110" y="1384789"/>
                  </a:lnTo>
                  <a:lnTo>
                    <a:pt x="2720744" y="1384004"/>
                  </a:lnTo>
                  <a:lnTo>
                    <a:pt x="2721379" y="1383183"/>
                  </a:lnTo>
                  <a:lnTo>
                    <a:pt x="2722014" y="1382956"/>
                  </a:lnTo>
                  <a:lnTo>
                    <a:pt x="2722649" y="1383888"/>
                  </a:lnTo>
                  <a:lnTo>
                    <a:pt x="2723284" y="1384784"/>
                  </a:lnTo>
                  <a:lnTo>
                    <a:pt x="2723919" y="1386015"/>
                  </a:lnTo>
                  <a:lnTo>
                    <a:pt x="2724554" y="1387337"/>
                  </a:lnTo>
                  <a:lnTo>
                    <a:pt x="2725188" y="1390332"/>
                  </a:lnTo>
                  <a:lnTo>
                    <a:pt x="2725823" y="1393558"/>
                  </a:lnTo>
                  <a:lnTo>
                    <a:pt x="2726458" y="1398521"/>
                  </a:lnTo>
                  <a:lnTo>
                    <a:pt x="2727093" y="1405335"/>
                  </a:lnTo>
                  <a:lnTo>
                    <a:pt x="2727728" y="1410534"/>
                  </a:lnTo>
                  <a:lnTo>
                    <a:pt x="2728363" y="1414097"/>
                  </a:lnTo>
                  <a:lnTo>
                    <a:pt x="2728997" y="1416191"/>
                  </a:lnTo>
                  <a:lnTo>
                    <a:pt x="2729632" y="1416439"/>
                  </a:lnTo>
                  <a:lnTo>
                    <a:pt x="2730267" y="1416777"/>
                  </a:lnTo>
                  <a:lnTo>
                    <a:pt x="2730902" y="1417514"/>
                  </a:lnTo>
                  <a:lnTo>
                    <a:pt x="2731537" y="1419394"/>
                  </a:lnTo>
                  <a:lnTo>
                    <a:pt x="2732172" y="1418904"/>
                  </a:lnTo>
                  <a:lnTo>
                    <a:pt x="2732807" y="1419057"/>
                  </a:lnTo>
                  <a:lnTo>
                    <a:pt x="2733441" y="1420117"/>
                  </a:lnTo>
                  <a:lnTo>
                    <a:pt x="2734076" y="1421857"/>
                  </a:lnTo>
                  <a:lnTo>
                    <a:pt x="2734711" y="1423411"/>
                  </a:lnTo>
                  <a:lnTo>
                    <a:pt x="2735346" y="1425094"/>
                  </a:lnTo>
                  <a:lnTo>
                    <a:pt x="2735981" y="1427051"/>
                  </a:lnTo>
                  <a:lnTo>
                    <a:pt x="2736616" y="1426702"/>
                  </a:lnTo>
                  <a:lnTo>
                    <a:pt x="2737250" y="1426334"/>
                  </a:lnTo>
                  <a:lnTo>
                    <a:pt x="2737885" y="1426809"/>
                  </a:lnTo>
                  <a:lnTo>
                    <a:pt x="2738520" y="1427623"/>
                  </a:lnTo>
                  <a:lnTo>
                    <a:pt x="2739155" y="1430132"/>
                  </a:lnTo>
                  <a:lnTo>
                    <a:pt x="2739790" y="1433682"/>
                  </a:lnTo>
                  <a:lnTo>
                    <a:pt x="2740425" y="1435540"/>
                  </a:lnTo>
                  <a:lnTo>
                    <a:pt x="2741060" y="1436601"/>
                  </a:lnTo>
                  <a:lnTo>
                    <a:pt x="2741694" y="1436791"/>
                  </a:lnTo>
                  <a:lnTo>
                    <a:pt x="2742329" y="1437180"/>
                  </a:lnTo>
                  <a:lnTo>
                    <a:pt x="2742964" y="1437015"/>
                  </a:lnTo>
                  <a:lnTo>
                    <a:pt x="2743599" y="1436542"/>
                  </a:lnTo>
                  <a:lnTo>
                    <a:pt x="2744234" y="1435402"/>
                  </a:lnTo>
                  <a:lnTo>
                    <a:pt x="2744869" y="1433565"/>
                  </a:lnTo>
                  <a:lnTo>
                    <a:pt x="2745503" y="1430633"/>
                  </a:lnTo>
                  <a:lnTo>
                    <a:pt x="2746138" y="1426660"/>
                  </a:lnTo>
                  <a:lnTo>
                    <a:pt x="2746773" y="1424190"/>
                  </a:lnTo>
                  <a:lnTo>
                    <a:pt x="2747408" y="1421727"/>
                  </a:lnTo>
                  <a:lnTo>
                    <a:pt x="2748043" y="1418970"/>
                  </a:lnTo>
                  <a:lnTo>
                    <a:pt x="2748678" y="1418120"/>
                  </a:lnTo>
                  <a:lnTo>
                    <a:pt x="2749312" y="1418324"/>
                  </a:lnTo>
                  <a:lnTo>
                    <a:pt x="2749947" y="1419506"/>
                  </a:lnTo>
                  <a:lnTo>
                    <a:pt x="2750582" y="1420664"/>
                  </a:lnTo>
                  <a:lnTo>
                    <a:pt x="2751217" y="1422232"/>
                  </a:lnTo>
                  <a:lnTo>
                    <a:pt x="2751852" y="1424320"/>
                  </a:lnTo>
                  <a:lnTo>
                    <a:pt x="2752487" y="1425755"/>
                  </a:lnTo>
                  <a:lnTo>
                    <a:pt x="2753122" y="1426724"/>
                  </a:lnTo>
                  <a:lnTo>
                    <a:pt x="2753756" y="1428068"/>
                  </a:lnTo>
                  <a:lnTo>
                    <a:pt x="2754391" y="1429800"/>
                  </a:lnTo>
                  <a:lnTo>
                    <a:pt x="2755026" y="1431333"/>
                  </a:lnTo>
                  <a:lnTo>
                    <a:pt x="2755661" y="1432532"/>
                  </a:lnTo>
                  <a:lnTo>
                    <a:pt x="2756296" y="1434355"/>
                  </a:lnTo>
                  <a:lnTo>
                    <a:pt x="2756931" y="1433149"/>
                  </a:lnTo>
                  <a:lnTo>
                    <a:pt x="2757565" y="1432644"/>
                  </a:lnTo>
                  <a:lnTo>
                    <a:pt x="2758200" y="1431885"/>
                  </a:lnTo>
                  <a:lnTo>
                    <a:pt x="2758835" y="1430322"/>
                  </a:lnTo>
                  <a:lnTo>
                    <a:pt x="2759470" y="1427812"/>
                  </a:lnTo>
                  <a:lnTo>
                    <a:pt x="2760105" y="1425158"/>
                  </a:lnTo>
                  <a:lnTo>
                    <a:pt x="2760740" y="1422770"/>
                  </a:lnTo>
                  <a:lnTo>
                    <a:pt x="2761375" y="1420403"/>
                  </a:lnTo>
                  <a:lnTo>
                    <a:pt x="2762009" y="1418521"/>
                  </a:lnTo>
                  <a:lnTo>
                    <a:pt x="2762644" y="1416996"/>
                  </a:lnTo>
                  <a:lnTo>
                    <a:pt x="2763279" y="1415243"/>
                  </a:lnTo>
                  <a:lnTo>
                    <a:pt x="2763914" y="1413362"/>
                  </a:lnTo>
                  <a:lnTo>
                    <a:pt x="2764549" y="1411731"/>
                  </a:lnTo>
                  <a:lnTo>
                    <a:pt x="2765184" y="1409790"/>
                  </a:lnTo>
                  <a:lnTo>
                    <a:pt x="2765818" y="1407395"/>
                  </a:lnTo>
                  <a:lnTo>
                    <a:pt x="2766453" y="1403830"/>
                  </a:lnTo>
                  <a:lnTo>
                    <a:pt x="2767088" y="1398844"/>
                  </a:lnTo>
                  <a:lnTo>
                    <a:pt x="2767723" y="1393100"/>
                  </a:lnTo>
                  <a:lnTo>
                    <a:pt x="2768358" y="1387000"/>
                  </a:lnTo>
                  <a:lnTo>
                    <a:pt x="2768993" y="1381243"/>
                  </a:lnTo>
                  <a:lnTo>
                    <a:pt x="2769628" y="1374776"/>
                  </a:lnTo>
                  <a:lnTo>
                    <a:pt x="2770262" y="1367312"/>
                  </a:lnTo>
                  <a:lnTo>
                    <a:pt x="2770897" y="1356485"/>
                  </a:lnTo>
                  <a:lnTo>
                    <a:pt x="2771532" y="1348218"/>
                  </a:lnTo>
                  <a:lnTo>
                    <a:pt x="2772167" y="1339217"/>
                  </a:lnTo>
                  <a:lnTo>
                    <a:pt x="2772802" y="1329737"/>
                  </a:lnTo>
                  <a:lnTo>
                    <a:pt x="2773437" y="1319717"/>
                  </a:lnTo>
                  <a:lnTo>
                    <a:pt x="2774071" y="1310168"/>
                  </a:lnTo>
                  <a:lnTo>
                    <a:pt x="2774706" y="1301564"/>
                  </a:lnTo>
                  <a:lnTo>
                    <a:pt x="2775341" y="1292848"/>
                  </a:lnTo>
                  <a:lnTo>
                    <a:pt x="2775976" y="1283826"/>
                  </a:lnTo>
                  <a:lnTo>
                    <a:pt x="2776611" y="1274612"/>
                  </a:lnTo>
                  <a:lnTo>
                    <a:pt x="2777246" y="1265033"/>
                  </a:lnTo>
                  <a:lnTo>
                    <a:pt x="2777881" y="1254707"/>
                  </a:lnTo>
                  <a:lnTo>
                    <a:pt x="2778515" y="1247424"/>
                  </a:lnTo>
                  <a:lnTo>
                    <a:pt x="2779150" y="1240420"/>
                  </a:lnTo>
                  <a:lnTo>
                    <a:pt x="2779785" y="1234722"/>
                  </a:lnTo>
                  <a:lnTo>
                    <a:pt x="2780420" y="1228442"/>
                  </a:lnTo>
                  <a:lnTo>
                    <a:pt x="2781055" y="1222860"/>
                  </a:lnTo>
                  <a:lnTo>
                    <a:pt x="2781690" y="1216119"/>
                  </a:lnTo>
                  <a:lnTo>
                    <a:pt x="2782324" y="1209328"/>
                  </a:lnTo>
                  <a:lnTo>
                    <a:pt x="2782959" y="1202684"/>
                  </a:lnTo>
                  <a:lnTo>
                    <a:pt x="2783594" y="1196772"/>
                  </a:lnTo>
                  <a:lnTo>
                    <a:pt x="2784229" y="1193221"/>
                  </a:lnTo>
                  <a:lnTo>
                    <a:pt x="2784864" y="1190117"/>
                  </a:lnTo>
                  <a:lnTo>
                    <a:pt x="2785499" y="1187092"/>
                  </a:lnTo>
                  <a:lnTo>
                    <a:pt x="2786134" y="1184050"/>
                  </a:lnTo>
                  <a:lnTo>
                    <a:pt x="2786768" y="1181704"/>
                  </a:lnTo>
                  <a:lnTo>
                    <a:pt x="2787403" y="1179549"/>
                  </a:lnTo>
                  <a:lnTo>
                    <a:pt x="2788038" y="1175481"/>
                  </a:lnTo>
                  <a:lnTo>
                    <a:pt x="2788673" y="1170869"/>
                  </a:lnTo>
                  <a:lnTo>
                    <a:pt x="2789308" y="1165415"/>
                  </a:lnTo>
                  <a:lnTo>
                    <a:pt x="2789943" y="1160400"/>
                  </a:lnTo>
                  <a:lnTo>
                    <a:pt x="2790577" y="1155468"/>
                  </a:lnTo>
                  <a:lnTo>
                    <a:pt x="2791212" y="1150021"/>
                  </a:lnTo>
                  <a:lnTo>
                    <a:pt x="2791847" y="1144143"/>
                  </a:lnTo>
                  <a:lnTo>
                    <a:pt x="2792482" y="1137635"/>
                  </a:lnTo>
                  <a:lnTo>
                    <a:pt x="2793117" y="1129038"/>
                  </a:lnTo>
                  <a:lnTo>
                    <a:pt x="2793752" y="1118319"/>
                  </a:lnTo>
                  <a:lnTo>
                    <a:pt x="2794387" y="1106430"/>
                  </a:lnTo>
                  <a:lnTo>
                    <a:pt x="2795021" y="1094233"/>
                  </a:lnTo>
                  <a:lnTo>
                    <a:pt x="2795656" y="1083539"/>
                  </a:lnTo>
                  <a:lnTo>
                    <a:pt x="2796291" y="1072863"/>
                  </a:lnTo>
                  <a:lnTo>
                    <a:pt x="2796926" y="1060633"/>
                  </a:lnTo>
                  <a:lnTo>
                    <a:pt x="2797561" y="1049830"/>
                  </a:lnTo>
                  <a:lnTo>
                    <a:pt x="2798196" y="1038851"/>
                  </a:lnTo>
                  <a:lnTo>
                    <a:pt x="2798830" y="1027280"/>
                  </a:lnTo>
                  <a:lnTo>
                    <a:pt x="2799465" y="1016420"/>
                  </a:lnTo>
                  <a:lnTo>
                    <a:pt x="2800100" y="1005991"/>
                  </a:lnTo>
                  <a:lnTo>
                    <a:pt x="2800735" y="996454"/>
                  </a:lnTo>
                  <a:lnTo>
                    <a:pt x="2801370" y="986670"/>
                  </a:lnTo>
                  <a:lnTo>
                    <a:pt x="2802005" y="976464"/>
                  </a:lnTo>
                  <a:lnTo>
                    <a:pt x="2802639" y="966280"/>
                  </a:lnTo>
                  <a:lnTo>
                    <a:pt x="2803274" y="955854"/>
                  </a:lnTo>
                  <a:lnTo>
                    <a:pt x="2803909" y="945308"/>
                  </a:lnTo>
                  <a:lnTo>
                    <a:pt x="2804544" y="934312"/>
                  </a:lnTo>
                  <a:lnTo>
                    <a:pt x="2805179" y="923044"/>
                  </a:lnTo>
                  <a:lnTo>
                    <a:pt x="2805814" y="910299"/>
                  </a:lnTo>
                  <a:lnTo>
                    <a:pt x="2806449" y="897171"/>
                  </a:lnTo>
                  <a:lnTo>
                    <a:pt x="2807083" y="883707"/>
                  </a:lnTo>
                  <a:lnTo>
                    <a:pt x="2807718" y="869667"/>
                  </a:lnTo>
                  <a:lnTo>
                    <a:pt x="2808353" y="856813"/>
                  </a:lnTo>
                  <a:lnTo>
                    <a:pt x="2808988" y="844456"/>
                  </a:lnTo>
                  <a:lnTo>
                    <a:pt x="2809623" y="830399"/>
                  </a:lnTo>
                  <a:lnTo>
                    <a:pt x="2810258" y="818024"/>
                  </a:lnTo>
                  <a:lnTo>
                    <a:pt x="2810892" y="806537"/>
                  </a:lnTo>
                  <a:lnTo>
                    <a:pt x="2811527" y="794470"/>
                  </a:lnTo>
                  <a:lnTo>
                    <a:pt x="2812162" y="781669"/>
                  </a:lnTo>
                  <a:lnTo>
                    <a:pt x="2812797" y="769842"/>
                  </a:lnTo>
                  <a:lnTo>
                    <a:pt x="2813432" y="760323"/>
                  </a:lnTo>
                  <a:lnTo>
                    <a:pt x="2814067" y="751891"/>
                  </a:lnTo>
                  <a:lnTo>
                    <a:pt x="2814702" y="745096"/>
                  </a:lnTo>
                  <a:lnTo>
                    <a:pt x="2815336" y="739508"/>
                  </a:lnTo>
                  <a:lnTo>
                    <a:pt x="2815971" y="735925"/>
                  </a:lnTo>
                  <a:lnTo>
                    <a:pt x="2816606" y="734207"/>
                  </a:lnTo>
                  <a:lnTo>
                    <a:pt x="2817241" y="734218"/>
                  </a:lnTo>
                  <a:lnTo>
                    <a:pt x="2817876" y="735705"/>
                  </a:lnTo>
                  <a:lnTo>
                    <a:pt x="2818511" y="737082"/>
                  </a:lnTo>
                  <a:lnTo>
                    <a:pt x="2819145" y="739003"/>
                  </a:lnTo>
                  <a:lnTo>
                    <a:pt x="2819780" y="740396"/>
                  </a:lnTo>
                  <a:lnTo>
                    <a:pt x="2820415" y="740752"/>
                  </a:lnTo>
                  <a:lnTo>
                    <a:pt x="2821050" y="742053"/>
                  </a:lnTo>
                  <a:lnTo>
                    <a:pt x="2821685" y="744060"/>
                  </a:lnTo>
                  <a:lnTo>
                    <a:pt x="2822320" y="745980"/>
                  </a:lnTo>
                  <a:lnTo>
                    <a:pt x="2822955" y="747512"/>
                  </a:lnTo>
                  <a:lnTo>
                    <a:pt x="2823589" y="749019"/>
                  </a:lnTo>
                  <a:lnTo>
                    <a:pt x="2824224" y="750335"/>
                  </a:lnTo>
                  <a:lnTo>
                    <a:pt x="2824859" y="751163"/>
                  </a:lnTo>
                  <a:lnTo>
                    <a:pt x="2825494" y="750933"/>
                  </a:lnTo>
                  <a:lnTo>
                    <a:pt x="2826129" y="749887"/>
                  </a:lnTo>
                  <a:lnTo>
                    <a:pt x="2826764" y="748048"/>
                  </a:lnTo>
                  <a:lnTo>
                    <a:pt x="2827398" y="745537"/>
                  </a:lnTo>
                  <a:lnTo>
                    <a:pt x="2828033" y="742835"/>
                  </a:lnTo>
                  <a:lnTo>
                    <a:pt x="2828668" y="737831"/>
                  </a:lnTo>
                  <a:lnTo>
                    <a:pt x="2829303" y="734033"/>
                  </a:lnTo>
                  <a:lnTo>
                    <a:pt x="2829938" y="730525"/>
                  </a:lnTo>
                  <a:lnTo>
                    <a:pt x="2830573" y="728051"/>
                  </a:lnTo>
                  <a:lnTo>
                    <a:pt x="2831208" y="723934"/>
                  </a:lnTo>
                  <a:lnTo>
                    <a:pt x="2831842" y="719849"/>
                  </a:lnTo>
                  <a:lnTo>
                    <a:pt x="2832477" y="715393"/>
                  </a:lnTo>
                  <a:lnTo>
                    <a:pt x="2833112" y="710836"/>
                  </a:lnTo>
                  <a:lnTo>
                    <a:pt x="2833747" y="707621"/>
                  </a:lnTo>
                  <a:lnTo>
                    <a:pt x="2834382" y="702336"/>
                  </a:lnTo>
                  <a:lnTo>
                    <a:pt x="2835017" y="696242"/>
                  </a:lnTo>
                  <a:lnTo>
                    <a:pt x="2835651" y="691328"/>
                  </a:lnTo>
                  <a:lnTo>
                    <a:pt x="2836286" y="686734"/>
                  </a:lnTo>
                  <a:lnTo>
                    <a:pt x="2836921" y="682483"/>
                  </a:lnTo>
                  <a:lnTo>
                    <a:pt x="2837556" y="678463"/>
                  </a:lnTo>
                  <a:lnTo>
                    <a:pt x="2838191" y="673790"/>
                  </a:lnTo>
                  <a:lnTo>
                    <a:pt x="2838826" y="668662"/>
                  </a:lnTo>
                  <a:lnTo>
                    <a:pt x="2839461" y="663557"/>
                  </a:lnTo>
                  <a:lnTo>
                    <a:pt x="2840095" y="659003"/>
                  </a:lnTo>
                  <a:lnTo>
                    <a:pt x="2840730" y="654364"/>
                  </a:lnTo>
                  <a:lnTo>
                    <a:pt x="2841365" y="649265"/>
                  </a:lnTo>
                  <a:lnTo>
                    <a:pt x="2842000" y="643087"/>
                  </a:lnTo>
                  <a:lnTo>
                    <a:pt x="2842635" y="637684"/>
                  </a:lnTo>
                  <a:lnTo>
                    <a:pt x="2843270" y="632166"/>
                  </a:lnTo>
                  <a:lnTo>
                    <a:pt x="2843904" y="627807"/>
                  </a:lnTo>
                  <a:lnTo>
                    <a:pt x="2844539" y="624019"/>
                  </a:lnTo>
                  <a:lnTo>
                    <a:pt x="2845174" y="620489"/>
                  </a:lnTo>
                  <a:lnTo>
                    <a:pt x="2845809" y="616767"/>
                  </a:lnTo>
                  <a:lnTo>
                    <a:pt x="2846444" y="614182"/>
                  </a:lnTo>
                  <a:lnTo>
                    <a:pt x="2847079" y="611805"/>
                  </a:lnTo>
                  <a:lnTo>
                    <a:pt x="2847714" y="609988"/>
                  </a:lnTo>
                  <a:lnTo>
                    <a:pt x="2848348" y="608723"/>
                  </a:lnTo>
                  <a:lnTo>
                    <a:pt x="2848983" y="607454"/>
                  </a:lnTo>
                  <a:lnTo>
                    <a:pt x="2849618" y="605614"/>
                  </a:lnTo>
                  <a:lnTo>
                    <a:pt x="2850253" y="603766"/>
                  </a:lnTo>
                  <a:lnTo>
                    <a:pt x="2850888" y="602037"/>
                  </a:lnTo>
                  <a:lnTo>
                    <a:pt x="2851523" y="600951"/>
                  </a:lnTo>
                  <a:lnTo>
                    <a:pt x="2852157" y="600048"/>
                  </a:lnTo>
                  <a:lnTo>
                    <a:pt x="2852792" y="600009"/>
                  </a:lnTo>
                  <a:lnTo>
                    <a:pt x="2853427" y="600525"/>
                  </a:lnTo>
                  <a:lnTo>
                    <a:pt x="2854062" y="601019"/>
                  </a:lnTo>
                  <a:lnTo>
                    <a:pt x="2854697" y="601328"/>
                  </a:lnTo>
                  <a:lnTo>
                    <a:pt x="2855332" y="602456"/>
                  </a:lnTo>
                  <a:lnTo>
                    <a:pt x="2855967" y="604031"/>
                  </a:lnTo>
                  <a:lnTo>
                    <a:pt x="2856601" y="605788"/>
                  </a:lnTo>
                  <a:lnTo>
                    <a:pt x="2857236" y="606706"/>
                  </a:lnTo>
                  <a:lnTo>
                    <a:pt x="2857871" y="607665"/>
                  </a:lnTo>
                  <a:lnTo>
                    <a:pt x="2858506" y="608046"/>
                  </a:lnTo>
                  <a:lnTo>
                    <a:pt x="2859141" y="608286"/>
                  </a:lnTo>
                  <a:lnTo>
                    <a:pt x="2859776" y="609271"/>
                  </a:lnTo>
                  <a:lnTo>
                    <a:pt x="2860410" y="609229"/>
                  </a:lnTo>
                  <a:lnTo>
                    <a:pt x="2861045" y="608832"/>
                  </a:lnTo>
                  <a:lnTo>
                    <a:pt x="2861680" y="608734"/>
                  </a:lnTo>
                  <a:lnTo>
                    <a:pt x="2862315" y="608770"/>
                  </a:lnTo>
                  <a:lnTo>
                    <a:pt x="2862950" y="607888"/>
                  </a:lnTo>
                  <a:lnTo>
                    <a:pt x="2863585" y="606376"/>
                  </a:lnTo>
                  <a:lnTo>
                    <a:pt x="2864219" y="605466"/>
                  </a:lnTo>
                  <a:lnTo>
                    <a:pt x="2864854" y="603759"/>
                  </a:lnTo>
                  <a:lnTo>
                    <a:pt x="2865489" y="601828"/>
                  </a:lnTo>
                  <a:lnTo>
                    <a:pt x="2866124" y="598196"/>
                  </a:lnTo>
                  <a:lnTo>
                    <a:pt x="2866759" y="593768"/>
                  </a:lnTo>
                  <a:lnTo>
                    <a:pt x="2867394" y="590650"/>
                  </a:lnTo>
                  <a:lnTo>
                    <a:pt x="2868029" y="587834"/>
                  </a:lnTo>
                  <a:lnTo>
                    <a:pt x="2868663" y="585956"/>
                  </a:lnTo>
                  <a:lnTo>
                    <a:pt x="2869298" y="585064"/>
                  </a:lnTo>
                  <a:lnTo>
                    <a:pt x="2869933" y="584979"/>
                  </a:lnTo>
                  <a:lnTo>
                    <a:pt x="2870568" y="584638"/>
                  </a:lnTo>
                  <a:lnTo>
                    <a:pt x="2871203" y="585253"/>
                  </a:lnTo>
                  <a:lnTo>
                    <a:pt x="2871838" y="586849"/>
                  </a:lnTo>
                  <a:lnTo>
                    <a:pt x="2872472" y="589767"/>
                  </a:lnTo>
                  <a:lnTo>
                    <a:pt x="2873107" y="594642"/>
                  </a:lnTo>
                  <a:lnTo>
                    <a:pt x="2873742" y="598516"/>
                  </a:lnTo>
                  <a:lnTo>
                    <a:pt x="2874377" y="603117"/>
                  </a:lnTo>
                  <a:lnTo>
                    <a:pt x="2875012" y="608619"/>
                  </a:lnTo>
                  <a:lnTo>
                    <a:pt x="2875647" y="614308"/>
                  </a:lnTo>
                  <a:lnTo>
                    <a:pt x="2876282" y="619598"/>
                  </a:lnTo>
                  <a:lnTo>
                    <a:pt x="2876916" y="625228"/>
                  </a:lnTo>
                  <a:lnTo>
                    <a:pt x="2877551" y="632240"/>
                  </a:lnTo>
                  <a:lnTo>
                    <a:pt x="2878186" y="639839"/>
                  </a:lnTo>
                  <a:lnTo>
                    <a:pt x="2878821" y="648150"/>
                  </a:lnTo>
                  <a:lnTo>
                    <a:pt x="2879456" y="657173"/>
                  </a:lnTo>
                  <a:lnTo>
                    <a:pt x="2880091" y="666926"/>
                  </a:lnTo>
                  <a:lnTo>
                    <a:pt x="2880725" y="676911"/>
                  </a:lnTo>
                  <a:lnTo>
                    <a:pt x="2881360" y="687193"/>
                  </a:lnTo>
                  <a:lnTo>
                    <a:pt x="2881995" y="697587"/>
                  </a:lnTo>
                  <a:lnTo>
                    <a:pt x="2882630" y="708230"/>
                  </a:lnTo>
                  <a:lnTo>
                    <a:pt x="2883265" y="718249"/>
                  </a:lnTo>
                  <a:lnTo>
                    <a:pt x="2883900" y="731098"/>
                  </a:lnTo>
                  <a:lnTo>
                    <a:pt x="2884535" y="742648"/>
                  </a:lnTo>
                  <a:lnTo>
                    <a:pt x="2885169" y="753294"/>
                  </a:lnTo>
                  <a:lnTo>
                    <a:pt x="2885804" y="763218"/>
                  </a:lnTo>
                  <a:lnTo>
                    <a:pt x="2886439" y="772408"/>
                  </a:lnTo>
                  <a:lnTo>
                    <a:pt x="2887074" y="781059"/>
                  </a:lnTo>
                  <a:lnTo>
                    <a:pt x="2887709" y="789149"/>
                  </a:lnTo>
                  <a:lnTo>
                    <a:pt x="2888344" y="796384"/>
                  </a:lnTo>
                  <a:lnTo>
                    <a:pt x="2888978" y="803067"/>
                  </a:lnTo>
                  <a:lnTo>
                    <a:pt x="2889613" y="808606"/>
                  </a:lnTo>
                  <a:lnTo>
                    <a:pt x="2890248" y="813462"/>
                  </a:lnTo>
                  <a:lnTo>
                    <a:pt x="2890883" y="817582"/>
                  </a:lnTo>
                  <a:lnTo>
                    <a:pt x="2891518" y="821273"/>
                  </a:lnTo>
                  <a:lnTo>
                    <a:pt x="2892153" y="824570"/>
                  </a:lnTo>
                  <a:lnTo>
                    <a:pt x="2892788" y="827943"/>
                  </a:lnTo>
                  <a:lnTo>
                    <a:pt x="2893422" y="831906"/>
                  </a:lnTo>
                  <a:lnTo>
                    <a:pt x="2894057" y="836893"/>
                  </a:lnTo>
                  <a:lnTo>
                    <a:pt x="2894692" y="842276"/>
                  </a:lnTo>
                  <a:lnTo>
                    <a:pt x="2895327" y="847692"/>
                  </a:lnTo>
                  <a:lnTo>
                    <a:pt x="2895962" y="852729"/>
                  </a:lnTo>
                  <a:lnTo>
                    <a:pt x="2896597" y="857146"/>
                  </a:lnTo>
                  <a:lnTo>
                    <a:pt x="2897231" y="861071"/>
                  </a:lnTo>
                  <a:lnTo>
                    <a:pt x="2897866" y="867400"/>
                  </a:lnTo>
                  <a:lnTo>
                    <a:pt x="2898501" y="869328"/>
                  </a:lnTo>
                  <a:lnTo>
                    <a:pt x="2899136" y="870871"/>
                  </a:lnTo>
                  <a:lnTo>
                    <a:pt x="2899771" y="872200"/>
                  </a:lnTo>
                  <a:lnTo>
                    <a:pt x="2900406" y="873348"/>
                  </a:lnTo>
                  <a:lnTo>
                    <a:pt x="2901041" y="874234"/>
                  </a:lnTo>
                  <a:lnTo>
                    <a:pt x="2901675" y="874326"/>
                  </a:lnTo>
                  <a:lnTo>
                    <a:pt x="2902310" y="874445"/>
                  </a:lnTo>
                  <a:lnTo>
                    <a:pt x="2902945" y="874557"/>
                  </a:lnTo>
                  <a:lnTo>
                    <a:pt x="2903580" y="874623"/>
                  </a:lnTo>
                  <a:lnTo>
                    <a:pt x="2904215" y="875160"/>
                  </a:lnTo>
                  <a:lnTo>
                    <a:pt x="2904850" y="877145"/>
                  </a:lnTo>
                  <a:lnTo>
                    <a:pt x="2905484" y="876799"/>
                  </a:lnTo>
                  <a:lnTo>
                    <a:pt x="2906119" y="877142"/>
                  </a:lnTo>
                  <a:lnTo>
                    <a:pt x="2906754" y="876236"/>
                  </a:lnTo>
                  <a:lnTo>
                    <a:pt x="2907389" y="876082"/>
                  </a:lnTo>
                  <a:lnTo>
                    <a:pt x="2908024" y="876094"/>
                  </a:lnTo>
                  <a:lnTo>
                    <a:pt x="2908659" y="878840"/>
                  </a:lnTo>
                  <a:lnTo>
                    <a:pt x="2909294" y="882718"/>
                  </a:lnTo>
                  <a:lnTo>
                    <a:pt x="2909928" y="887502"/>
                  </a:lnTo>
                  <a:lnTo>
                    <a:pt x="2910563" y="891697"/>
                  </a:lnTo>
                  <a:lnTo>
                    <a:pt x="2911198" y="893910"/>
                  </a:lnTo>
                  <a:lnTo>
                    <a:pt x="2911833" y="895866"/>
                  </a:lnTo>
                  <a:lnTo>
                    <a:pt x="2912468" y="897581"/>
                  </a:lnTo>
                  <a:lnTo>
                    <a:pt x="2913103" y="900329"/>
                  </a:lnTo>
                  <a:lnTo>
                    <a:pt x="2913737" y="904691"/>
                  </a:lnTo>
                  <a:lnTo>
                    <a:pt x="2914372" y="910182"/>
                  </a:lnTo>
                  <a:lnTo>
                    <a:pt x="2915007" y="917747"/>
                  </a:lnTo>
                  <a:lnTo>
                    <a:pt x="2915642" y="925098"/>
                  </a:lnTo>
                  <a:lnTo>
                    <a:pt x="2916277" y="933792"/>
                  </a:lnTo>
                  <a:lnTo>
                    <a:pt x="2916912" y="941888"/>
                  </a:lnTo>
                  <a:lnTo>
                    <a:pt x="2917546" y="949496"/>
                  </a:lnTo>
                  <a:lnTo>
                    <a:pt x="2918181" y="956805"/>
                  </a:lnTo>
                  <a:lnTo>
                    <a:pt x="2918816" y="963823"/>
                  </a:lnTo>
                  <a:lnTo>
                    <a:pt x="2919451" y="970957"/>
                  </a:lnTo>
                  <a:lnTo>
                    <a:pt x="2920086" y="978539"/>
                  </a:lnTo>
                  <a:lnTo>
                    <a:pt x="2920721" y="987103"/>
                  </a:lnTo>
                  <a:lnTo>
                    <a:pt x="2921356" y="995839"/>
                  </a:lnTo>
                  <a:lnTo>
                    <a:pt x="2921990" y="1004351"/>
                  </a:lnTo>
                  <a:lnTo>
                    <a:pt x="2922625" y="1010938"/>
                  </a:lnTo>
                  <a:lnTo>
                    <a:pt x="2923260" y="1017162"/>
                  </a:lnTo>
                  <a:lnTo>
                    <a:pt x="2923895" y="1024530"/>
                  </a:lnTo>
                  <a:lnTo>
                    <a:pt x="2924530" y="1029367"/>
                  </a:lnTo>
                  <a:lnTo>
                    <a:pt x="2925165" y="1034547"/>
                  </a:lnTo>
                  <a:lnTo>
                    <a:pt x="2925799" y="1039917"/>
                  </a:lnTo>
                  <a:lnTo>
                    <a:pt x="2926434" y="1044663"/>
                  </a:lnTo>
                  <a:lnTo>
                    <a:pt x="2927069" y="1049136"/>
                  </a:lnTo>
                  <a:lnTo>
                    <a:pt x="2927704" y="1053025"/>
                  </a:lnTo>
                  <a:lnTo>
                    <a:pt x="2928339" y="1057516"/>
                  </a:lnTo>
                  <a:lnTo>
                    <a:pt x="2928974" y="1061887"/>
                  </a:lnTo>
                  <a:lnTo>
                    <a:pt x="2929609" y="1065727"/>
                  </a:lnTo>
                  <a:lnTo>
                    <a:pt x="2930243" y="1070071"/>
                  </a:lnTo>
                  <a:lnTo>
                    <a:pt x="2930878" y="1073030"/>
                  </a:lnTo>
                  <a:lnTo>
                    <a:pt x="2931513" y="1076361"/>
                  </a:lnTo>
                  <a:lnTo>
                    <a:pt x="2932148" y="1079407"/>
                  </a:lnTo>
                  <a:lnTo>
                    <a:pt x="2932783" y="1083183"/>
                  </a:lnTo>
                  <a:lnTo>
                    <a:pt x="2933418" y="1087680"/>
                  </a:lnTo>
                  <a:lnTo>
                    <a:pt x="2934052" y="1092837"/>
                  </a:lnTo>
                  <a:lnTo>
                    <a:pt x="2934687" y="1098456"/>
                  </a:lnTo>
                  <a:lnTo>
                    <a:pt x="2935322" y="1102524"/>
                  </a:lnTo>
                  <a:lnTo>
                    <a:pt x="2935957" y="1107924"/>
                  </a:lnTo>
                  <a:lnTo>
                    <a:pt x="2936592" y="1115928"/>
                  </a:lnTo>
                  <a:lnTo>
                    <a:pt x="2937227" y="1121717"/>
                  </a:lnTo>
                  <a:lnTo>
                    <a:pt x="2937862" y="1127342"/>
                  </a:lnTo>
                  <a:lnTo>
                    <a:pt x="2938496" y="1133918"/>
                  </a:lnTo>
                  <a:lnTo>
                    <a:pt x="2939131" y="1141375"/>
                  </a:lnTo>
                  <a:lnTo>
                    <a:pt x="2939766" y="1148756"/>
                  </a:lnTo>
                  <a:lnTo>
                    <a:pt x="2940401" y="1154169"/>
                  </a:lnTo>
                  <a:lnTo>
                    <a:pt x="2941036" y="1159197"/>
                  </a:lnTo>
                  <a:lnTo>
                    <a:pt x="2941671" y="1162635"/>
                  </a:lnTo>
                  <a:lnTo>
                    <a:pt x="2942305" y="1165657"/>
                  </a:lnTo>
                  <a:lnTo>
                    <a:pt x="2942940" y="1168207"/>
                  </a:lnTo>
                  <a:lnTo>
                    <a:pt x="2943575" y="1169804"/>
                  </a:lnTo>
                  <a:lnTo>
                    <a:pt x="2944210" y="1171464"/>
                  </a:lnTo>
                  <a:lnTo>
                    <a:pt x="2944845" y="1172750"/>
                  </a:lnTo>
                  <a:lnTo>
                    <a:pt x="2945480" y="1173720"/>
                  </a:lnTo>
                  <a:lnTo>
                    <a:pt x="2946115" y="1173950"/>
                  </a:lnTo>
                  <a:lnTo>
                    <a:pt x="2946749" y="1175664"/>
                  </a:lnTo>
                  <a:lnTo>
                    <a:pt x="2947384" y="1177963"/>
                  </a:lnTo>
                  <a:lnTo>
                    <a:pt x="2948019" y="1179569"/>
                  </a:lnTo>
                  <a:lnTo>
                    <a:pt x="2948654" y="1181399"/>
                  </a:lnTo>
                  <a:lnTo>
                    <a:pt x="2949289" y="1183406"/>
                  </a:lnTo>
                  <a:lnTo>
                    <a:pt x="2949924" y="1185910"/>
                  </a:lnTo>
                  <a:lnTo>
                    <a:pt x="2950558" y="1188153"/>
                  </a:lnTo>
                  <a:lnTo>
                    <a:pt x="2951193" y="1191650"/>
                  </a:lnTo>
                  <a:lnTo>
                    <a:pt x="2951828" y="1195322"/>
                  </a:lnTo>
                  <a:lnTo>
                    <a:pt x="2952463" y="1199469"/>
                  </a:lnTo>
                  <a:lnTo>
                    <a:pt x="2953098" y="1203734"/>
                  </a:lnTo>
                  <a:lnTo>
                    <a:pt x="2953733" y="1208010"/>
                  </a:lnTo>
                  <a:lnTo>
                    <a:pt x="2954368" y="1212030"/>
                  </a:lnTo>
                  <a:lnTo>
                    <a:pt x="2955002" y="1215765"/>
                  </a:lnTo>
                  <a:lnTo>
                    <a:pt x="2955637" y="1221477"/>
                  </a:lnTo>
                  <a:lnTo>
                    <a:pt x="2956272" y="1225829"/>
                  </a:lnTo>
                  <a:lnTo>
                    <a:pt x="2956907" y="1228786"/>
                  </a:lnTo>
                  <a:lnTo>
                    <a:pt x="2957542" y="1230549"/>
                  </a:lnTo>
                  <a:lnTo>
                    <a:pt x="2958177" y="1231187"/>
                  </a:lnTo>
                  <a:lnTo>
                    <a:pt x="2958811" y="1230895"/>
                  </a:lnTo>
                  <a:lnTo>
                    <a:pt x="2959446" y="1232066"/>
                  </a:lnTo>
                  <a:lnTo>
                    <a:pt x="2960081" y="1233853"/>
                  </a:lnTo>
                  <a:lnTo>
                    <a:pt x="2960716" y="1234213"/>
                  </a:lnTo>
                  <a:lnTo>
                    <a:pt x="2961351" y="1234030"/>
                  </a:lnTo>
                  <a:lnTo>
                    <a:pt x="2961986" y="1234114"/>
                  </a:lnTo>
                  <a:lnTo>
                    <a:pt x="2962621" y="1233540"/>
                  </a:lnTo>
                  <a:lnTo>
                    <a:pt x="2963255" y="1232386"/>
                  </a:lnTo>
                  <a:lnTo>
                    <a:pt x="2963890" y="1231304"/>
                  </a:lnTo>
                  <a:lnTo>
                    <a:pt x="2964525" y="1230047"/>
                  </a:lnTo>
                  <a:lnTo>
                    <a:pt x="2965160" y="1229544"/>
                  </a:lnTo>
                  <a:lnTo>
                    <a:pt x="2965795" y="1230157"/>
                  </a:lnTo>
                  <a:lnTo>
                    <a:pt x="2966430" y="1231426"/>
                  </a:lnTo>
                  <a:lnTo>
                    <a:pt x="2967064" y="1233157"/>
                  </a:lnTo>
                  <a:lnTo>
                    <a:pt x="2967699" y="1235108"/>
                  </a:lnTo>
                  <a:lnTo>
                    <a:pt x="2968334" y="1237151"/>
                  </a:lnTo>
                  <a:lnTo>
                    <a:pt x="2968969" y="1240378"/>
                  </a:lnTo>
                  <a:lnTo>
                    <a:pt x="2969604" y="1241598"/>
                  </a:lnTo>
                  <a:lnTo>
                    <a:pt x="2970239" y="1243581"/>
                  </a:lnTo>
                  <a:lnTo>
                    <a:pt x="2970873" y="1244730"/>
                  </a:lnTo>
                  <a:lnTo>
                    <a:pt x="2971508" y="1245717"/>
                  </a:lnTo>
                  <a:lnTo>
                    <a:pt x="2972143" y="1246870"/>
                  </a:lnTo>
                  <a:lnTo>
                    <a:pt x="2972778" y="1248001"/>
                  </a:lnTo>
                  <a:lnTo>
                    <a:pt x="2973413" y="1248247"/>
                  </a:lnTo>
                  <a:lnTo>
                    <a:pt x="2974048" y="1248132"/>
                  </a:lnTo>
                  <a:lnTo>
                    <a:pt x="2974683" y="1247371"/>
                  </a:lnTo>
                  <a:lnTo>
                    <a:pt x="2975317" y="1246527"/>
                  </a:lnTo>
                  <a:lnTo>
                    <a:pt x="2975952" y="1245444"/>
                  </a:lnTo>
                  <a:lnTo>
                    <a:pt x="2976587" y="1244255"/>
                  </a:lnTo>
                  <a:lnTo>
                    <a:pt x="2977222" y="1243050"/>
                  </a:lnTo>
                  <a:lnTo>
                    <a:pt x="2977857" y="1241831"/>
                  </a:lnTo>
                  <a:lnTo>
                    <a:pt x="2978492" y="1240633"/>
                  </a:lnTo>
                  <a:lnTo>
                    <a:pt x="2979126" y="1240088"/>
                  </a:lnTo>
                  <a:lnTo>
                    <a:pt x="2979761" y="1239131"/>
                  </a:lnTo>
                  <a:lnTo>
                    <a:pt x="2980396" y="1237504"/>
                  </a:lnTo>
                  <a:lnTo>
                    <a:pt x="2981031" y="1236410"/>
                  </a:lnTo>
                  <a:lnTo>
                    <a:pt x="2981666" y="1235057"/>
                  </a:lnTo>
                  <a:lnTo>
                    <a:pt x="2982301" y="1233535"/>
                  </a:lnTo>
                  <a:lnTo>
                    <a:pt x="2982936" y="1232514"/>
                  </a:lnTo>
                  <a:lnTo>
                    <a:pt x="2983570" y="1231661"/>
                  </a:lnTo>
                  <a:lnTo>
                    <a:pt x="2984205" y="1231681"/>
                  </a:lnTo>
                  <a:lnTo>
                    <a:pt x="2984840" y="1231682"/>
                  </a:lnTo>
                  <a:lnTo>
                    <a:pt x="2985475" y="1232216"/>
                  </a:lnTo>
                  <a:lnTo>
                    <a:pt x="2986110" y="1233137"/>
                  </a:lnTo>
                  <a:lnTo>
                    <a:pt x="2986745" y="1233994"/>
                  </a:lnTo>
                  <a:lnTo>
                    <a:pt x="2987379" y="1235256"/>
                  </a:lnTo>
                  <a:lnTo>
                    <a:pt x="2988014" y="1235882"/>
                  </a:lnTo>
                  <a:lnTo>
                    <a:pt x="2988649" y="1236192"/>
                  </a:lnTo>
                  <a:lnTo>
                    <a:pt x="2989284" y="1236534"/>
                  </a:lnTo>
                  <a:lnTo>
                    <a:pt x="2989919" y="1236150"/>
                  </a:lnTo>
                  <a:lnTo>
                    <a:pt x="2990554" y="1237019"/>
                  </a:lnTo>
                  <a:lnTo>
                    <a:pt x="2991189" y="1237688"/>
                  </a:lnTo>
                  <a:lnTo>
                    <a:pt x="2991823" y="1238416"/>
                  </a:lnTo>
                  <a:lnTo>
                    <a:pt x="2992458" y="1239063"/>
                  </a:lnTo>
                  <a:lnTo>
                    <a:pt x="2993093" y="1239107"/>
                  </a:lnTo>
                  <a:lnTo>
                    <a:pt x="2993728" y="1239779"/>
                  </a:lnTo>
                  <a:lnTo>
                    <a:pt x="2994363" y="1239493"/>
                  </a:lnTo>
                  <a:lnTo>
                    <a:pt x="2994998" y="1238135"/>
                  </a:lnTo>
                  <a:lnTo>
                    <a:pt x="2995632" y="1236337"/>
                  </a:lnTo>
                  <a:lnTo>
                    <a:pt x="2996267" y="1235180"/>
                  </a:lnTo>
                  <a:lnTo>
                    <a:pt x="2996902" y="1233233"/>
                  </a:lnTo>
                  <a:lnTo>
                    <a:pt x="2997537" y="1232617"/>
                  </a:lnTo>
                  <a:lnTo>
                    <a:pt x="2998172" y="1231651"/>
                  </a:lnTo>
                  <a:lnTo>
                    <a:pt x="2998807" y="1230771"/>
                  </a:lnTo>
                  <a:lnTo>
                    <a:pt x="2999442" y="1229781"/>
                  </a:lnTo>
                  <a:lnTo>
                    <a:pt x="3000076" y="1228210"/>
                  </a:lnTo>
                  <a:lnTo>
                    <a:pt x="3000711" y="1225964"/>
                  </a:lnTo>
                  <a:lnTo>
                    <a:pt x="3001346" y="1223224"/>
                  </a:lnTo>
                  <a:lnTo>
                    <a:pt x="3001981" y="1220111"/>
                  </a:lnTo>
                  <a:lnTo>
                    <a:pt x="3002616" y="1217329"/>
                  </a:lnTo>
                  <a:lnTo>
                    <a:pt x="3003251" y="1214003"/>
                  </a:lnTo>
                  <a:lnTo>
                    <a:pt x="3003885" y="1210688"/>
                  </a:lnTo>
                  <a:lnTo>
                    <a:pt x="3004520" y="1207137"/>
                  </a:lnTo>
                  <a:lnTo>
                    <a:pt x="3005155" y="1203666"/>
                  </a:lnTo>
                  <a:lnTo>
                    <a:pt x="3005790" y="1200305"/>
                  </a:lnTo>
                  <a:lnTo>
                    <a:pt x="3006425" y="1197446"/>
                  </a:lnTo>
                  <a:lnTo>
                    <a:pt x="3007060" y="1194980"/>
                  </a:lnTo>
                  <a:lnTo>
                    <a:pt x="3007695" y="1192619"/>
                  </a:lnTo>
                  <a:lnTo>
                    <a:pt x="3008329" y="1190152"/>
                  </a:lnTo>
                  <a:lnTo>
                    <a:pt x="3008964" y="1187969"/>
                  </a:lnTo>
                  <a:lnTo>
                    <a:pt x="3009599" y="1185885"/>
                  </a:lnTo>
                  <a:lnTo>
                    <a:pt x="3010234" y="1183991"/>
                  </a:lnTo>
                  <a:lnTo>
                    <a:pt x="3010869" y="1182912"/>
                  </a:lnTo>
                  <a:lnTo>
                    <a:pt x="3011504" y="1182836"/>
                  </a:lnTo>
                  <a:lnTo>
                    <a:pt x="3012138" y="1183794"/>
                  </a:lnTo>
                  <a:lnTo>
                    <a:pt x="3012773" y="1185185"/>
                  </a:lnTo>
                  <a:lnTo>
                    <a:pt x="3013408" y="1187147"/>
                  </a:lnTo>
                  <a:lnTo>
                    <a:pt x="3014043" y="1189846"/>
                  </a:lnTo>
                  <a:lnTo>
                    <a:pt x="3014678" y="1192509"/>
                  </a:lnTo>
                  <a:lnTo>
                    <a:pt x="3015313" y="1195140"/>
                  </a:lnTo>
                  <a:lnTo>
                    <a:pt x="3015948" y="1197517"/>
                  </a:lnTo>
                  <a:lnTo>
                    <a:pt x="3016582" y="1199509"/>
                  </a:lnTo>
                  <a:lnTo>
                    <a:pt x="3017217" y="1201419"/>
                  </a:lnTo>
                  <a:lnTo>
                    <a:pt x="3017852" y="1203238"/>
                  </a:lnTo>
                  <a:lnTo>
                    <a:pt x="3018487" y="1204850"/>
                  </a:lnTo>
                  <a:lnTo>
                    <a:pt x="3019122" y="1206567"/>
                  </a:lnTo>
                  <a:lnTo>
                    <a:pt x="3019757" y="1207827"/>
                  </a:lnTo>
                  <a:lnTo>
                    <a:pt x="3020391" y="1208284"/>
                  </a:lnTo>
                  <a:lnTo>
                    <a:pt x="3021026" y="1207736"/>
                  </a:lnTo>
                  <a:lnTo>
                    <a:pt x="3021661" y="1206811"/>
                  </a:lnTo>
                  <a:lnTo>
                    <a:pt x="3022296" y="1205820"/>
                  </a:lnTo>
                  <a:lnTo>
                    <a:pt x="3022931" y="1205441"/>
                  </a:lnTo>
                  <a:lnTo>
                    <a:pt x="3023566" y="1205422"/>
                  </a:lnTo>
                  <a:lnTo>
                    <a:pt x="3024201" y="1206111"/>
                  </a:lnTo>
                  <a:lnTo>
                    <a:pt x="3024835" y="1206973"/>
                  </a:lnTo>
                  <a:lnTo>
                    <a:pt x="3025470" y="1209170"/>
                  </a:lnTo>
                  <a:lnTo>
                    <a:pt x="3026105" y="1212775"/>
                  </a:lnTo>
                  <a:lnTo>
                    <a:pt x="3026740" y="1217253"/>
                  </a:lnTo>
                  <a:lnTo>
                    <a:pt x="3027375" y="1222814"/>
                  </a:lnTo>
                  <a:lnTo>
                    <a:pt x="3028010" y="1228791"/>
                  </a:lnTo>
                  <a:lnTo>
                    <a:pt x="3028644" y="1234990"/>
                  </a:lnTo>
                  <a:lnTo>
                    <a:pt x="3029279" y="1241334"/>
                  </a:lnTo>
                  <a:lnTo>
                    <a:pt x="3029914" y="1248111"/>
                  </a:lnTo>
                  <a:lnTo>
                    <a:pt x="3030549" y="1255123"/>
                  </a:lnTo>
                  <a:lnTo>
                    <a:pt x="3031184" y="1262389"/>
                  </a:lnTo>
                  <a:lnTo>
                    <a:pt x="3031819" y="1268844"/>
                  </a:lnTo>
                  <a:lnTo>
                    <a:pt x="3032453" y="1274597"/>
                  </a:lnTo>
                  <a:lnTo>
                    <a:pt x="3033088" y="1279947"/>
                  </a:lnTo>
                  <a:lnTo>
                    <a:pt x="3033723" y="1285329"/>
                  </a:lnTo>
                  <a:lnTo>
                    <a:pt x="3034358" y="1290434"/>
                  </a:lnTo>
                  <a:lnTo>
                    <a:pt x="3034993" y="1294153"/>
                  </a:lnTo>
                  <a:lnTo>
                    <a:pt x="3035628" y="1296977"/>
                  </a:lnTo>
                  <a:lnTo>
                    <a:pt x="3036263" y="1299037"/>
                  </a:lnTo>
                  <a:lnTo>
                    <a:pt x="3036897" y="1299968"/>
                  </a:lnTo>
                  <a:lnTo>
                    <a:pt x="3037532" y="1301641"/>
                  </a:lnTo>
                  <a:lnTo>
                    <a:pt x="3038167" y="1304002"/>
                  </a:lnTo>
                  <a:lnTo>
                    <a:pt x="3038802" y="1307081"/>
                  </a:lnTo>
                  <a:lnTo>
                    <a:pt x="3039437" y="1310374"/>
                  </a:lnTo>
                  <a:lnTo>
                    <a:pt x="3040072" y="1312756"/>
                  </a:lnTo>
                  <a:lnTo>
                    <a:pt x="3040706" y="1312187"/>
                  </a:lnTo>
                  <a:lnTo>
                    <a:pt x="3041341" y="1310365"/>
                  </a:lnTo>
                  <a:lnTo>
                    <a:pt x="3041976" y="1307797"/>
                  </a:lnTo>
                  <a:lnTo>
                    <a:pt x="3042611" y="1304833"/>
                  </a:lnTo>
                  <a:lnTo>
                    <a:pt x="3043246" y="1301677"/>
                  </a:lnTo>
                  <a:lnTo>
                    <a:pt x="3043881" y="1298951"/>
                  </a:lnTo>
                  <a:lnTo>
                    <a:pt x="3044516" y="1296468"/>
                  </a:lnTo>
                  <a:lnTo>
                    <a:pt x="3045150" y="1293392"/>
                  </a:lnTo>
                  <a:lnTo>
                    <a:pt x="3045785" y="1290508"/>
                  </a:lnTo>
                  <a:lnTo>
                    <a:pt x="3046420" y="1287543"/>
                  </a:lnTo>
                  <a:lnTo>
                    <a:pt x="3047055" y="1285076"/>
                  </a:lnTo>
                  <a:lnTo>
                    <a:pt x="3047690" y="1282203"/>
                  </a:lnTo>
                  <a:lnTo>
                    <a:pt x="3048325" y="1278638"/>
                  </a:lnTo>
                  <a:lnTo>
                    <a:pt x="3048959" y="1274752"/>
                  </a:lnTo>
                  <a:lnTo>
                    <a:pt x="3049594" y="1271429"/>
                  </a:lnTo>
                  <a:lnTo>
                    <a:pt x="3050229" y="1268341"/>
                  </a:lnTo>
                  <a:lnTo>
                    <a:pt x="3050864" y="1265570"/>
                  </a:lnTo>
                  <a:lnTo>
                    <a:pt x="3051499" y="1264603"/>
                  </a:lnTo>
                  <a:lnTo>
                    <a:pt x="3052134" y="1263674"/>
                  </a:lnTo>
                  <a:lnTo>
                    <a:pt x="3052769" y="1264259"/>
                  </a:lnTo>
                  <a:lnTo>
                    <a:pt x="3053403" y="1264566"/>
                  </a:lnTo>
                  <a:lnTo>
                    <a:pt x="3054038" y="1265662"/>
                  </a:lnTo>
                  <a:lnTo>
                    <a:pt x="3054673" y="1266783"/>
                  </a:lnTo>
                  <a:lnTo>
                    <a:pt x="3055308" y="1268523"/>
                  </a:lnTo>
                  <a:lnTo>
                    <a:pt x="3055943" y="1270774"/>
                  </a:lnTo>
                  <a:lnTo>
                    <a:pt x="3056578" y="1272869"/>
                  </a:lnTo>
                  <a:lnTo>
                    <a:pt x="3057212" y="1274345"/>
                  </a:lnTo>
                  <a:lnTo>
                    <a:pt x="3057847" y="1276672"/>
                  </a:lnTo>
                  <a:lnTo>
                    <a:pt x="3058482" y="1278736"/>
                  </a:lnTo>
                  <a:lnTo>
                    <a:pt x="3059117" y="1281448"/>
                  </a:lnTo>
                  <a:lnTo>
                    <a:pt x="3059752" y="1284769"/>
                  </a:lnTo>
                  <a:lnTo>
                    <a:pt x="3060387" y="1287335"/>
                  </a:lnTo>
                  <a:lnTo>
                    <a:pt x="3061022" y="1289096"/>
                  </a:lnTo>
                  <a:lnTo>
                    <a:pt x="3061656" y="1290431"/>
                  </a:lnTo>
                  <a:lnTo>
                    <a:pt x="3062291" y="1292017"/>
                  </a:lnTo>
                  <a:lnTo>
                    <a:pt x="3062926" y="1292266"/>
                  </a:lnTo>
                  <a:lnTo>
                    <a:pt x="3063561" y="1291738"/>
                  </a:lnTo>
                  <a:lnTo>
                    <a:pt x="3064196" y="1291090"/>
                  </a:lnTo>
                  <a:lnTo>
                    <a:pt x="3064831" y="1289656"/>
                  </a:lnTo>
                  <a:lnTo>
                    <a:pt x="3065465" y="1288157"/>
                  </a:lnTo>
                  <a:lnTo>
                    <a:pt x="3066100" y="1285975"/>
                  </a:lnTo>
                  <a:lnTo>
                    <a:pt x="3066735" y="1283443"/>
                  </a:lnTo>
                  <a:lnTo>
                    <a:pt x="3067370" y="1281443"/>
                  </a:lnTo>
                  <a:lnTo>
                    <a:pt x="3068005" y="1279766"/>
                  </a:lnTo>
                  <a:lnTo>
                    <a:pt x="3068640" y="1278349"/>
                  </a:lnTo>
                  <a:lnTo>
                    <a:pt x="3069275" y="1277467"/>
                  </a:lnTo>
                  <a:lnTo>
                    <a:pt x="3069909" y="1276419"/>
                  </a:lnTo>
                  <a:lnTo>
                    <a:pt x="3070544" y="1276223"/>
                  </a:lnTo>
                  <a:lnTo>
                    <a:pt x="3071179" y="1275844"/>
                  </a:lnTo>
                  <a:lnTo>
                    <a:pt x="3071814" y="1275639"/>
                  </a:lnTo>
                  <a:lnTo>
                    <a:pt x="3072449" y="1276198"/>
                  </a:lnTo>
                  <a:lnTo>
                    <a:pt x="3073084" y="1277685"/>
                  </a:lnTo>
                  <a:lnTo>
                    <a:pt x="3073718" y="1278855"/>
                  </a:lnTo>
                  <a:lnTo>
                    <a:pt x="3074353" y="1280689"/>
                  </a:lnTo>
                  <a:lnTo>
                    <a:pt x="3074988" y="1280811"/>
                  </a:lnTo>
                  <a:lnTo>
                    <a:pt x="3075623" y="1280358"/>
                  </a:lnTo>
                  <a:lnTo>
                    <a:pt x="3076258" y="1280516"/>
                  </a:lnTo>
                  <a:lnTo>
                    <a:pt x="3076893" y="1280652"/>
                  </a:lnTo>
                  <a:lnTo>
                    <a:pt x="3077528" y="1281102"/>
                  </a:lnTo>
                  <a:lnTo>
                    <a:pt x="3078162" y="1280749"/>
                  </a:lnTo>
                  <a:lnTo>
                    <a:pt x="3078797" y="1280731"/>
                  </a:lnTo>
                  <a:lnTo>
                    <a:pt x="3079432" y="1279938"/>
                  </a:lnTo>
                  <a:lnTo>
                    <a:pt x="3080067" y="1277726"/>
                  </a:lnTo>
                  <a:lnTo>
                    <a:pt x="3080702" y="1275500"/>
                  </a:lnTo>
                  <a:lnTo>
                    <a:pt x="3081337" y="1272628"/>
                  </a:lnTo>
                  <a:lnTo>
                    <a:pt x="3081971" y="1269748"/>
                  </a:lnTo>
                  <a:lnTo>
                    <a:pt x="3082606" y="1266673"/>
                  </a:lnTo>
                  <a:lnTo>
                    <a:pt x="3083241" y="1263520"/>
                  </a:lnTo>
                  <a:lnTo>
                    <a:pt x="3083876" y="1260432"/>
                  </a:lnTo>
                  <a:lnTo>
                    <a:pt x="3084511" y="1256795"/>
                  </a:lnTo>
                  <a:lnTo>
                    <a:pt x="3085146" y="1255243"/>
                  </a:lnTo>
                  <a:lnTo>
                    <a:pt x="3085780" y="1253262"/>
                  </a:lnTo>
                  <a:lnTo>
                    <a:pt x="3086415" y="1251824"/>
                  </a:lnTo>
                  <a:lnTo>
                    <a:pt x="3087050" y="1248541"/>
                  </a:lnTo>
                  <a:lnTo>
                    <a:pt x="3087685" y="1242839"/>
                  </a:lnTo>
                  <a:lnTo>
                    <a:pt x="3088320" y="1238302"/>
                  </a:lnTo>
                  <a:lnTo>
                    <a:pt x="3088955" y="1235368"/>
                  </a:lnTo>
                  <a:lnTo>
                    <a:pt x="3089590" y="1233238"/>
                  </a:lnTo>
                  <a:lnTo>
                    <a:pt x="3090224" y="1232058"/>
                  </a:lnTo>
                  <a:lnTo>
                    <a:pt x="3090859" y="1231674"/>
                  </a:lnTo>
                  <a:lnTo>
                    <a:pt x="3091494" y="1231878"/>
                  </a:lnTo>
                  <a:lnTo>
                    <a:pt x="3092129" y="1231515"/>
                  </a:lnTo>
                  <a:lnTo>
                    <a:pt x="3092764" y="1232166"/>
                  </a:lnTo>
                  <a:lnTo>
                    <a:pt x="3093399" y="1233529"/>
                  </a:lnTo>
                  <a:lnTo>
                    <a:pt x="3094033" y="1236363"/>
                  </a:lnTo>
                  <a:lnTo>
                    <a:pt x="3094668" y="1239708"/>
                  </a:lnTo>
                  <a:lnTo>
                    <a:pt x="3095303" y="1242981"/>
                  </a:lnTo>
                  <a:lnTo>
                    <a:pt x="3095938" y="1245602"/>
                  </a:lnTo>
                  <a:lnTo>
                    <a:pt x="3096573" y="1248958"/>
                  </a:lnTo>
                  <a:lnTo>
                    <a:pt x="3097208" y="1251430"/>
                  </a:lnTo>
                  <a:lnTo>
                    <a:pt x="3097843" y="1254486"/>
                  </a:lnTo>
                  <a:lnTo>
                    <a:pt x="3098477" y="1257101"/>
                  </a:lnTo>
                  <a:lnTo>
                    <a:pt x="3099112" y="1259765"/>
                  </a:lnTo>
                  <a:lnTo>
                    <a:pt x="3099747" y="1263479"/>
                  </a:lnTo>
                  <a:lnTo>
                    <a:pt x="3100382" y="1267606"/>
                  </a:lnTo>
                  <a:lnTo>
                    <a:pt x="3101017" y="1272237"/>
                  </a:lnTo>
                  <a:lnTo>
                    <a:pt x="3101652" y="1277168"/>
                  </a:lnTo>
                  <a:lnTo>
                    <a:pt x="3102286" y="1282123"/>
                  </a:lnTo>
                  <a:lnTo>
                    <a:pt x="3102921" y="1287294"/>
                  </a:lnTo>
                  <a:lnTo>
                    <a:pt x="3103556" y="1292319"/>
                  </a:lnTo>
                  <a:lnTo>
                    <a:pt x="3104191" y="1297898"/>
                  </a:lnTo>
                  <a:lnTo>
                    <a:pt x="3104826" y="1302753"/>
                  </a:lnTo>
                  <a:lnTo>
                    <a:pt x="3105461" y="1307457"/>
                  </a:lnTo>
                  <a:lnTo>
                    <a:pt x="3106096" y="1312121"/>
                  </a:lnTo>
                  <a:lnTo>
                    <a:pt x="3106730" y="1316749"/>
                  </a:lnTo>
                  <a:lnTo>
                    <a:pt x="3107365" y="1321232"/>
                  </a:lnTo>
                  <a:lnTo>
                    <a:pt x="3108000" y="1324963"/>
                  </a:lnTo>
                  <a:lnTo>
                    <a:pt x="3108635" y="1327934"/>
                  </a:lnTo>
                  <a:lnTo>
                    <a:pt x="3109270" y="1329481"/>
                  </a:lnTo>
                  <a:lnTo>
                    <a:pt x="3109905" y="1330259"/>
                  </a:lnTo>
                  <a:lnTo>
                    <a:pt x="3110539" y="1330094"/>
                  </a:lnTo>
                  <a:lnTo>
                    <a:pt x="3111174" y="1329169"/>
                  </a:lnTo>
                  <a:lnTo>
                    <a:pt x="3111809" y="1326304"/>
                  </a:lnTo>
                  <a:lnTo>
                    <a:pt x="3112444" y="1321478"/>
                  </a:lnTo>
                  <a:lnTo>
                    <a:pt x="3113079" y="1315633"/>
                  </a:lnTo>
                  <a:lnTo>
                    <a:pt x="3113714" y="1308738"/>
                  </a:lnTo>
                  <a:lnTo>
                    <a:pt x="3114349" y="1301321"/>
                  </a:lnTo>
                  <a:lnTo>
                    <a:pt x="3114983" y="1294756"/>
                  </a:lnTo>
                  <a:lnTo>
                    <a:pt x="3115618" y="1288483"/>
                  </a:lnTo>
                  <a:lnTo>
                    <a:pt x="3116253" y="1281828"/>
                  </a:lnTo>
                  <a:lnTo>
                    <a:pt x="3116888" y="1276467"/>
                  </a:lnTo>
                  <a:lnTo>
                    <a:pt x="3117523" y="1270658"/>
                  </a:lnTo>
                  <a:lnTo>
                    <a:pt x="3118158" y="1264947"/>
                  </a:lnTo>
                  <a:lnTo>
                    <a:pt x="3118792" y="1259825"/>
                  </a:lnTo>
                  <a:lnTo>
                    <a:pt x="3119427" y="1254879"/>
                  </a:lnTo>
                  <a:lnTo>
                    <a:pt x="3120062" y="1251622"/>
                  </a:lnTo>
                  <a:lnTo>
                    <a:pt x="3120697" y="1248737"/>
                  </a:lnTo>
                  <a:lnTo>
                    <a:pt x="3121332" y="1248497"/>
                  </a:lnTo>
                  <a:lnTo>
                    <a:pt x="3121967" y="1250613"/>
                  </a:lnTo>
                  <a:lnTo>
                    <a:pt x="3122602" y="1252856"/>
                  </a:lnTo>
                  <a:lnTo>
                    <a:pt x="3123236" y="1253766"/>
                  </a:lnTo>
                  <a:lnTo>
                    <a:pt x="3123871" y="1255228"/>
                  </a:lnTo>
                  <a:lnTo>
                    <a:pt x="3124506" y="1255835"/>
                  </a:lnTo>
                  <a:lnTo>
                    <a:pt x="3125141" y="1256223"/>
                  </a:lnTo>
                  <a:lnTo>
                    <a:pt x="3125776" y="1255830"/>
                  </a:lnTo>
                  <a:lnTo>
                    <a:pt x="3126411" y="1255477"/>
                  </a:lnTo>
                  <a:lnTo>
                    <a:pt x="3127045" y="1255589"/>
                  </a:lnTo>
                  <a:lnTo>
                    <a:pt x="3127680" y="1256360"/>
                  </a:lnTo>
                  <a:lnTo>
                    <a:pt x="3128315" y="1257251"/>
                  </a:lnTo>
                  <a:lnTo>
                    <a:pt x="3128950" y="1258386"/>
                  </a:lnTo>
                  <a:lnTo>
                    <a:pt x="3129585" y="1259384"/>
                  </a:lnTo>
                  <a:lnTo>
                    <a:pt x="3130220" y="1260652"/>
                  </a:lnTo>
                  <a:lnTo>
                    <a:pt x="3130855" y="1261679"/>
                  </a:lnTo>
                  <a:lnTo>
                    <a:pt x="3131489" y="1262868"/>
                  </a:lnTo>
                  <a:lnTo>
                    <a:pt x="3132124" y="1264593"/>
                  </a:lnTo>
                  <a:lnTo>
                    <a:pt x="3132759" y="1266730"/>
                  </a:lnTo>
                  <a:lnTo>
                    <a:pt x="3133394" y="1269019"/>
                  </a:lnTo>
                  <a:lnTo>
                    <a:pt x="3134029" y="1271087"/>
                  </a:lnTo>
                  <a:lnTo>
                    <a:pt x="3134664" y="1273277"/>
                  </a:lnTo>
                  <a:lnTo>
                    <a:pt x="3135298" y="1275981"/>
                  </a:lnTo>
                  <a:lnTo>
                    <a:pt x="3135933" y="1278848"/>
                  </a:lnTo>
                  <a:lnTo>
                    <a:pt x="3136568" y="1282127"/>
                  </a:lnTo>
                  <a:lnTo>
                    <a:pt x="3137203" y="1285966"/>
                  </a:lnTo>
                  <a:lnTo>
                    <a:pt x="3137838" y="1289864"/>
                  </a:lnTo>
                  <a:lnTo>
                    <a:pt x="3138473" y="1293972"/>
                  </a:lnTo>
                  <a:lnTo>
                    <a:pt x="3139107" y="1297910"/>
                  </a:lnTo>
                  <a:lnTo>
                    <a:pt x="3139742" y="1301862"/>
                  </a:lnTo>
                  <a:lnTo>
                    <a:pt x="3140377" y="1305830"/>
                  </a:lnTo>
                  <a:lnTo>
                    <a:pt x="3141012" y="1309394"/>
                  </a:lnTo>
                  <a:lnTo>
                    <a:pt x="3141647" y="1313098"/>
                  </a:lnTo>
                  <a:lnTo>
                    <a:pt x="3142282" y="1316900"/>
                  </a:lnTo>
                  <a:lnTo>
                    <a:pt x="3142917" y="1320435"/>
                  </a:lnTo>
                  <a:lnTo>
                    <a:pt x="3143551" y="1324383"/>
                  </a:lnTo>
                  <a:lnTo>
                    <a:pt x="3144186" y="1328518"/>
                  </a:lnTo>
                  <a:lnTo>
                    <a:pt x="3144821" y="1332828"/>
                  </a:lnTo>
                  <a:lnTo>
                    <a:pt x="3145456" y="1337185"/>
                  </a:lnTo>
                  <a:lnTo>
                    <a:pt x="3146091" y="1340914"/>
                  </a:lnTo>
                  <a:lnTo>
                    <a:pt x="3146726" y="1343070"/>
                  </a:lnTo>
                  <a:lnTo>
                    <a:pt x="3147360" y="1342984"/>
                  </a:lnTo>
                  <a:lnTo>
                    <a:pt x="3147995" y="1340666"/>
                  </a:lnTo>
                  <a:lnTo>
                    <a:pt x="3148630" y="1336476"/>
                  </a:lnTo>
                  <a:lnTo>
                    <a:pt x="3149265" y="1330664"/>
                  </a:lnTo>
                  <a:lnTo>
                    <a:pt x="3149900" y="1322446"/>
                  </a:lnTo>
                  <a:lnTo>
                    <a:pt x="3150535" y="1313109"/>
                  </a:lnTo>
                  <a:lnTo>
                    <a:pt x="3151170" y="1302988"/>
                  </a:lnTo>
                  <a:lnTo>
                    <a:pt x="3151804" y="1291726"/>
                  </a:lnTo>
                  <a:lnTo>
                    <a:pt x="3152439" y="1284239"/>
                  </a:lnTo>
                  <a:lnTo>
                    <a:pt x="3153074" y="1276494"/>
                  </a:lnTo>
                  <a:lnTo>
                    <a:pt x="3153709" y="1268386"/>
                  </a:lnTo>
                  <a:lnTo>
                    <a:pt x="3154344" y="1260018"/>
                  </a:lnTo>
                  <a:lnTo>
                    <a:pt x="3154979" y="1251053"/>
                  </a:lnTo>
                  <a:lnTo>
                    <a:pt x="3155613" y="1242308"/>
                  </a:lnTo>
                  <a:lnTo>
                    <a:pt x="3156248" y="1234560"/>
                  </a:lnTo>
                  <a:lnTo>
                    <a:pt x="3156883" y="1227878"/>
                  </a:lnTo>
                  <a:lnTo>
                    <a:pt x="3157518" y="1222527"/>
                  </a:lnTo>
                  <a:lnTo>
                    <a:pt x="3158153" y="1218064"/>
                  </a:lnTo>
                  <a:lnTo>
                    <a:pt x="3158788" y="1215285"/>
                  </a:lnTo>
                  <a:lnTo>
                    <a:pt x="3159423" y="1214303"/>
                  </a:lnTo>
                  <a:lnTo>
                    <a:pt x="3160057" y="1214134"/>
                  </a:lnTo>
                  <a:lnTo>
                    <a:pt x="3160692" y="1214418"/>
                  </a:lnTo>
                  <a:lnTo>
                    <a:pt x="3161327" y="1215567"/>
                  </a:lnTo>
                  <a:lnTo>
                    <a:pt x="3161962" y="1217736"/>
                  </a:lnTo>
                  <a:lnTo>
                    <a:pt x="3162597" y="1218175"/>
                  </a:lnTo>
                  <a:lnTo>
                    <a:pt x="3163232" y="1219710"/>
                  </a:lnTo>
                  <a:lnTo>
                    <a:pt x="3163866" y="1221247"/>
                  </a:lnTo>
                  <a:lnTo>
                    <a:pt x="3164501" y="1222966"/>
                  </a:lnTo>
                  <a:lnTo>
                    <a:pt x="3165136" y="1224157"/>
                  </a:lnTo>
                  <a:lnTo>
                    <a:pt x="3165771" y="1224814"/>
                  </a:lnTo>
                  <a:lnTo>
                    <a:pt x="3166406" y="1226169"/>
                  </a:lnTo>
                  <a:lnTo>
                    <a:pt x="3167041" y="1227715"/>
                  </a:lnTo>
                  <a:lnTo>
                    <a:pt x="3167676" y="1229377"/>
                  </a:lnTo>
                  <a:lnTo>
                    <a:pt x="3168310" y="1230111"/>
                  </a:lnTo>
                  <a:lnTo>
                    <a:pt x="3168945" y="1229691"/>
                  </a:lnTo>
                  <a:lnTo>
                    <a:pt x="3169580" y="1229494"/>
                  </a:lnTo>
                  <a:lnTo>
                    <a:pt x="3170215" y="1228452"/>
                  </a:lnTo>
                  <a:lnTo>
                    <a:pt x="3170850" y="1226765"/>
                  </a:lnTo>
                  <a:lnTo>
                    <a:pt x="3171485" y="1224454"/>
                  </a:lnTo>
                  <a:lnTo>
                    <a:pt x="3172119" y="1223348"/>
                  </a:lnTo>
                  <a:lnTo>
                    <a:pt x="3172754" y="1222504"/>
                  </a:lnTo>
                  <a:lnTo>
                    <a:pt x="3173389" y="1221515"/>
                  </a:lnTo>
                  <a:lnTo>
                    <a:pt x="3174024" y="1219446"/>
                  </a:lnTo>
                  <a:lnTo>
                    <a:pt x="3174659" y="1218000"/>
                  </a:lnTo>
                  <a:lnTo>
                    <a:pt x="3175294" y="1217269"/>
                  </a:lnTo>
                  <a:lnTo>
                    <a:pt x="3175929" y="1215945"/>
                  </a:lnTo>
                  <a:lnTo>
                    <a:pt x="3176563" y="1214070"/>
                  </a:lnTo>
                  <a:lnTo>
                    <a:pt x="3177198" y="1212503"/>
                  </a:lnTo>
                  <a:lnTo>
                    <a:pt x="3177833" y="1210908"/>
                  </a:lnTo>
                  <a:lnTo>
                    <a:pt x="3178468" y="1208314"/>
                  </a:lnTo>
                  <a:lnTo>
                    <a:pt x="3179103" y="1204661"/>
                  </a:lnTo>
                  <a:lnTo>
                    <a:pt x="3179738" y="1198770"/>
                  </a:lnTo>
                  <a:lnTo>
                    <a:pt x="3180372" y="1192592"/>
                  </a:lnTo>
                  <a:lnTo>
                    <a:pt x="3181007" y="1184328"/>
                  </a:lnTo>
                  <a:lnTo>
                    <a:pt x="3181642" y="1174475"/>
                  </a:lnTo>
                  <a:lnTo>
                    <a:pt x="3182277" y="1166143"/>
                  </a:lnTo>
                  <a:lnTo>
                    <a:pt x="3182912" y="1157867"/>
                  </a:lnTo>
                  <a:lnTo>
                    <a:pt x="3183547" y="1149749"/>
                  </a:lnTo>
                  <a:lnTo>
                    <a:pt x="3184182" y="1140099"/>
                  </a:lnTo>
                  <a:lnTo>
                    <a:pt x="3184816" y="1126503"/>
                  </a:lnTo>
                  <a:lnTo>
                    <a:pt x="3185451" y="1116542"/>
                  </a:lnTo>
                  <a:lnTo>
                    <a:pt x="3186086" y="1106158"/>
                  </a:lnTo>
                  <a:lnTo>
                    <a:pt x="3186721" y="1098001"/>
                  </a:lnTo>
                  <a:lnTo>
                    <a:pt x="3187356" y="1090925"/>
                  </a:lnTo>
                  <a:lnTo>
                    <a:pt x="3187991" y="1084508"/>
                  </a:lnTo>
                  <a:lnTo>
                    <a:pt x="3188625" y="1079523"/>
                  </a:lnTo>
                  <a:lnTo>
                    <a:pt x="3189260" y="1074944"/>
                  </a:lnTo>
                  <a:lnTo>
                    <a:pt x="3189895" y="1070352"/>
                  </a:lnTo>
                  <a:lnTo>
                    <a:pt x="3190530" y="1066498"/>
                  </a:lnTo>
                  <a:lnTo>
                    <a:pt x="3191165" y="1063654"/>
                  </a:lnTo>
                  <a:lnTo>
                    <a:pt x="3191800" y="1061200"/>
                  </a:lnTo>
                  <a:lnTo>
                    <a:pt x="3192434" y="1058460"/>
                  </a:lnTo>
                  <a:lnTo>
                    <a:pt x="3193069" y="1056415"/>
                  </a:lnTo>
                  <a:lnTo>
                    <a:pt x="3193704" y="1055584"/>
                  </a:lnTo>
                  <a:lnTo>
                    <a:pt x="3194339" y="1055082"/>
                  </a:lnTo>
                  <a:lnTo>
                    <a:pt x="3194974" y="1054289"/>
                  </a:lnTo>
                  <a:lnTo>
                    <a:pt x="3195609" y="1054326"/>
                  </a:lnTo>
                  <a:lnTo>
                    <a:pt x="3196244" y="1054494"/>
                  </a:lnTo>
                  <a:lnTo>
                    <a:pt x="3196878" y="1054401"/>
                  </a:lnTo>
                  <a:lnTo>
                    <a:pt x="3197513" y="1053524"/>
                  </a:lnTo>
                  <a:lnTo>
                    <a:pt x="3198148" y="1052514"/>
                  </a:lnTo>
                  <a:lnTo>
                    <a:pt x="3198783" y="1051325"/>
                  </a:lnTo>
                  <a:lnTo>
                    <a:pt x="3199418" y="1049198"/>
                  </a:lnTo>
                  <a:lnTo>
                    <a:pt x="3200053" y="1046766"/>
                  </a:lnTo>
                  <a:lnTo>
                    <a:pt x="3200687" y="1044213"/>
                  </a:lnTo>
                  <a:lnTo>
                    <a:pt x="3201322" y="1041593"/>
                  </a:lnTo>
                  <a:lnTo>
                    <a:pt x="3201957" y="1040619"/>
                  </a:lnTo>
                  <a:lnTo>
                    <a:pt x="3202592" y="1040228"/>
                  </a:lnTo>
                  <a:lnTo>
                    <a:pt x="3203227" y="1039175"/>
                  </a:lnTo>
                  <a:lnTo>
                    <a:pt x="3203862" y="1037421"/>
                  </a:lnTo>
                  <a:lnTo>
                    <a:pt x="3204497" y="1035632"/>
                  </a:lnTo>
                  <a:lnTo>
                    <a:pt x="3205131" y="1033554"/>
                  </a:lnTo>
                  <a:lnTo>
                    <a:pt x="3205766" y="1029965"/>
                  </a:lnTo>
                  <a:lnTo>
                    <a:pt x="3206401" y="1026458"/>
                  </a:lnTo>
                  <a:lnTo>
                    <a:pt x="3207036" y="1022321"/>
                  </a:lnTo>
                  <a:lnTo>
                    <a:pt x="3207671" y="1018461"/>
                  </a:lnTo>
                  <a:lnTo>
                    <a:pt x="3208306" y="1015716"/>
                  </a:lnTo>
                  <a:lnTo>
                    <a:pt x="3208940" y="1014009"/>
                  </a:lnTo>
                  <a:lnTo>
                    <a:pt x="3209575" y="1011463"/>
                  </a:lnTo>
                  <a:lnTo>
                    <a:pt x="3210210" y="1005322"/>
                  </a:lnTo>
                  <a:lnTo>
                    <a:pt x="3210845" y="999933"/>
                  </a:lnTo>
                  <a:lnTo>
                    <a:pt x="3211480" y="996279"/>
                  </a:lnTo>
                  <a:lnTo>
                    <a:pt x="3212115" y="988148"/>
                  </a:lnTo>
                  <a:lnTo>
                    <a:pt x="3212750" y="983376"/>
                  </a:lnTo>
                  <a:lnTo>
                    <a:pt x="3213384" y="978386"/>
                  </a:lnTo>
                  <a:lnTo>
                    <a:pt x="3214019" y="975057"/>
                  </a:lnTo>
                  <a:lnTo>
                    <a:pt x="3214654" y="975000"/>
                  </a:lnTo>
                  <a:lnTo>
                    <a:pt x="3215289" y="976455"/>
                  </a:lnTo>
                  <a:lnTo>
                    <a:pt x="3215924" y="978201"/>
                  </a:lnTo>
                  <a:lnTo>
                    <a:pt x="3216559" y="980012"/>
                  </a:lnTo>
                  <a:lnTo>
                    <a:pt x="3217193" y="982317"/>
                  </a:lnTo>
                  <a:lnTo>
                    <a:pt x="3217828" y="985036"/>
                  </a:lnTo>
                  <a:lnTo>
                    <a:pt x="3218463" y="988838"/>
                  </a:lnTo>
                  <a:lnTo>
                    <a:pt x="3219098" y="994606"/>
                  </a:lnTo>
                  <a:lnTo>
                    <a:pt x="3219733" y="1000451"/>
                  </a:lnTo>
                  <a:lnTo>
                    <a:pt x="3220368" y="1006368"/>
                  </a:lnTo>
                  <a:lnTo>
                    <a:pt x="3221003" y="1011206"/>
                  </a:lnTo>
                  <a:lnTo>
                    <a:pt x="3221637" y="1015263"/>
                  </a:lnTo>
                  <a:lnTo>
                    <a:pt x="3222272" y="1019124"/>
                  </a:lnTo>
                  <a:lnTo>
                    <a:pt x="3222907" y="1023248"/>
                  </a:lnTo>
                  <a:lnTo>
                    <a:pt x="3223542" y="1027565"/>
                  </a:lnTo>
                  <a:lnTo>
                    <a:pt x="3224177" y="1031791"/>
                  </a:lnTo>
                  <a:lnTo>
                    <a:pt x="3224812" y="1035537"/>
                  </a:lnTo>
                  <a:lnTo>
                    <a:pt x="3225446" y="1039075"/>
                  </a:lnTo>
                  <a:lnTo>
                    <a:pt x="3226081" y="1042190"/>
                  </a:lnTo>
                  <a:lnTo>
                    <a:pt x="3226716" y="1044560"/>
                  </a:lnTo>
                  <a:lnTo>
                    <a:pt x="3227351" y="1046601"/>
                  </a:lnTo>
                  <a:lnTo>
                    <a:pt x="3227986" y="1048211"/>
                  </a:lnTo>
                  <a:lnTo>
                    <a:pt x="3228621" y="1049086"/>
                  </a:lnTo>
                  <a:lnTo>
                    <a:pt x="3229256" y="1049462"/>
                  </a:lnTo>
                  <a:lnTo>
                    <a:pt x="3229890" y="1048449"/>
                  </a:lnTo>
                  <a:lnTo>
                    <a:pt x="3230525" y="1045937"/>
                  </a:lnTo>
                  <a:lnTo>
                    <a:pt x="3231160" y="1041321"/>
                  </a:lnTo>
                  <a:lnTo>
                    <a:pt x="3231795" y="1035799"/>
                  </a:lnTo>
                  <a:lnTo>
                    <a:pt x="3232430" y="1029062"/>
                  </a:lnTo>
                  <a:lnTo>
                    <a:pt x="3233065" y="1021509"/>
                  </a:lnTo>
                  <a:lnTo>
                    <a:pt x="3233699" y="1013718"/>
                  </a:lnTo>
                  <a:lnTo>
                    <a:pt x="3234334" y="1006526"/>
                  </a:lnTo>
                  <a:lnTo>
                    <a:pt x="3234969" y="999532"/>
                  </a:lnTo>
                  <a:lnTo>
                    <a:pt x="3235604" y="993071"/>
                  </a:lnTo>
                  <a:lnTo>
                    <a:pt x="3236239" y="989911"/>
                  </a:lnTo>
                  <a:lnTo>
                    <a:pt x="3236874" y="987032"/>
                  </a:lnTo>
                  <a:lnTo>
                    <a:pt x="3237509" y="984071"/>
                  </a:lnTo>
                  <a:lnTo>
                    <a:pt x="3238143" y="983762"/>
                  </a:lnTo>
                  <a:lnTo>
                    <a:pt x="3238778" y="986656"/>
                  </a:lnTo>
                  <a:lnTo>
                    <a:pt x="3239413" y="990720"/>
                  </a:lnTo>
                  <a:lnTo>
                    <a:pt x="3240048" y="995794"/>
                  </a:lnTo>
                  <a:lnTo>
                    <a:pt x="3240683" y="1002012"/>
                  </a:lnTo>
                  <a:lnTo>
                    <a:pt x="3241318" y="1009527"/>
                  </a:lnTo>
                  <a:lnTo>
                    <a:pt x="3241952" y="1017157"/>
                  </a:lnTo>
                  <a:lnTo>
                    <a:pt x="3242587" y="1024536"/>
                  </a:lnTo>
                  <a:lnTo>
                    <a:pt x="3243222" y="1031832"/>
                  </a:lnTo>
                  <a:lnTo>
                    <a:pt x="3243857" y="1038817"/>
                  </a:lnTo>
                  <a:lnTo>
                    <a:pt x="3244492" y="1045682"/>
                  </a:lnTo>
                  <a:lnTo>
                    <a:pt x="3245127" y="1051952"/>
                  </a:lnTo>
                  <a:lnTo>
                    <a:pt x="3245762" y="1057023"/>
                  </a:lnTo>
                  <a:lnTo>
                    <a:pt x="3246396" y="1060838"/>
                  </a:lnTo>
                  <a:lnTo>
                    <a:pt x="3247031" y="1064615"/>
                  </a:lnTo>
                  <a:lnTo>
                    <a:pt x="3247666" y="1066025"/>
                  </a:lnTo>
                  <a:lnTo>
                    <a:pt x="3248301" y="1064306"/>
                  </a:lnTo>
                  <a:lnTo>
                    <a:pt x="3248936" y="1061841"/>
                  </a:lnTo>
                  <a:lnTo>
                    <a:pt x="3249571" y="1059255"/>
                  </a:lnTo>
                  <a:lnTo>
                    <a:pt x="3250205" y="1056287"/>
                  </a:lnTo>
                  <a:lnTo>
                    <a:pt x="3250840" y="1052207"/>
                  </a:lnTo>
                  <a:lnTo>
                    <a:pt x="3251475" y="1047233"/>
                  </a:lnTo>
                  <a:lnTo>
                    <a:pt x="3252110" y="1041794"/>
                  </a:lnTo>
                  <a:lnTo>
                    <a:pt x="3252745" y="1036235"/>
                  </a:lnTo>
                  <a:lnTo>
                    <a:pt x="3253380" y="1030039"/>
                  </a:lnTo>
                  <a:lnTo>
                    <a:pt x="3254014" y="1023223"/>
                  </a:lnTo>
                  <a:lnTo>
                    <a:pt x="3254649" y="1015831"/>
                  </a:lnTo>
                  <a:lnTo>
                    <a:pt x="3255284" y="1008740"/>
                  </a:lnTo>
                  <a:lnTo>
                    <a:pt x="3255919" y="1002248"/>
                  </a:lnTo>
                  <a:lnTo>
                    <a:pt x="3256554" y="995735"/>
                  </a:lnTo>
                  <a:lnTo>
                    <a:pt x="3257189" y="987392"/>
                  </a:lnTo>
                  <a:lnTo>
                    <a:pt x="3257824" y="978548"/>
                  </a:lnTo>
                  <a:lnTo>
                    <a:pt x="3258458" y="969643"/>
                  </a:lnTo>
                  <a:lnTo>
                    <a:pt x="3259093" y="956074"/>
                  </a:lnTo>
                  <a:lnTo>
                    <a:pt x="3259728" y="941651"/>
                  </a:lnTo>
                  <a:lnTo>
                    <a:pt x="3260363" y="926602"/>
                  </a:lnTo>
                  <a:lnTo>
                    <a:pt x="3260998" y="916528"/>
                  </a:lnTo>
                  <a:lnTo>
                    <a:pt x="3261633" y="909435"/>
                  </a:lnTo>
                  <a:lnTo>
                    <a:pt x="3262267" y="901705"/>
                  </a:lnTo>
                  <a:lnTo>
                    <a:pt x="3262902" y="895549"/>
                  </a:lnTo>
                  <a:lnTo>
                    <a:pt x="3263537" y="889115"/>
                  </a:lnTo>
                  <a:lnTo>
                    <a:pt x="3264172" y="882044"/>
                  </a:lnTo>
                  <a:lnTo>
                    <a:pt x="3264807" y="874835"/>
                  </a:lnTo>
                  <a:lnTo>
                    <a:pt x="3265442" y="866901"/>
                  </a:lnTo>
                  <a:lnTo>
                    <a:pt x="3266077" y="859399"/>
                  </a:lnTo>
                  <a:lnTo>
                    <a:pt x="3266711" y="851560"/>
                  </a:lnTo>
                  <a:lnTo>
                    <a:pt x="3267346" y="843673"/>
                  </a:lnTo>
                  <a:lnTo>
                    <a:pt x="3267981" y="835751"/>
                  </a:lnTo>
                  <a:lnTo>
                    <a:pt x="3268616" y="827653"/>
                  </a:lnTo>
                  <a:lnTo>
                    <a:pt x="3269251" y="820072"/>
                  </a:lnTo>
                  <a:lnTo>
                    <a:pt x="3269886" y="813009"/>
                  </a:lnTo>
                  <a:lnTo>
                    <a:pt x="3270520" y="805972"/>
                  </a:lnTo>
                  <a:lnTo>
                    <a:pt x="3271155" y="798144"/>
                  </a:lnTo>
                  <a:lnTo>
                    <a:pt x="3271790" y="790629"/>
                  </a:lnTo>
                  <a:lnTo>
                    <a:pt x="3272425" y="783302"/>
                  </a:lnTo>
                  <a:lnTo>
                    <a:pt x="3273060" y="775033"/>
                  </a:lnTo>
                  <a:lnTo>
                    <a:pt x="3273695" y="769267"/>
                  </a:lnTo>
                  <a:lnTo>
                    <a:pt x="3274330" y="765169"/>
                  </a:lnTo>
                  <a:lnTo>
                    <a:pt x="3274964" y="764611"/>
                  </a:lnTo>
                  <a:lnTo>
                    <a:pt x="3275599" y="766843"/>
                  </a:lnTo>
                  <a:lnTo>
                    <a:pt x="3276234" y="770420"/>
                  </a:lnTo>
                  <a:lnTo>
                    <a:pt x="3276869" y="777214"/>
                  </a:lnTo>
                  <a:lnTo>
                    <a:pt x="3277504" y="785991"/>
                  </a:lnTo>
                  <a:lnTo>
                    <a:pt x="3278139" y="796087"/>
                  </a:lnTo>
                  <a:lnTo>
                    <a:pt x="3278773" y="807626"/>
                  </a:lnTo>
                  <a:lnTo>
                    <a:pt x="3279408" y="815943"/>
                  </a:lnTo>
                  <a:lnTo>
                    <a:pt x="3280043" y="824589"/>
                  </a:lnTo>
                  <a:lnTo>
                    <a:pt x="3280678" y="834540"/>
                  </a:lnTo>
                  <a:lnTo>
                    <a:pt x="3281313" y="845460"/>
                  </a:lnTo>
                  <a:lnTo>
                    <a:pt x="3281948" y="857272"/>
                  </a:lnTo>
                  <a:lnTo>
                    <a:pt x="3282583" y="869525"/>
                  </a:lnTo>
                  <a:lnTo>
                    <a:pt x="3283217" y="881244"/>
                  </a:lnTo>
                  <a:lnTo>
                    <a:pt x="3283852" y="891805"/>
                  </a:lnTo>
                  <a:lnTo>
                    <a:pt x="3284487" y="901198"/>
                  </a:lnTo>
                  <a:lnTo>
                    <a:pt x="3285122" y="909345"/>
                  </a:lnTo>
                  <a:lnTo>
                    <a:pt x="3285757" y="916022"/>
                  </a:lnTo>
                  <a:lnTo>
                    <a:pt x="3286392" y="921186"/>
                  </a:lnTo>
                  <a:lnTo>
                    <a:pt x="3287026" y="925779"/>
                  </a:lnTo>
                  <a:lnTo>
                    <a:pt x="3287661" y="929942"/>
                  </a:lnTo>
                  <a:lnTo>
                    <a:pt x="3288296" y="933491"/>
                  </a:lnTo>
                  <a:lnTo>
                    <a:pt x="3288931" y="936589"/>
                  </a:lnTo>
                  <a:lnTo>
                    <a:pt x="3289566" y="940812"/>
                  </a:lnTo>
                  <a:lnTo>
                    <a:pt x="3290201" y="944002"/>
                  </a:lnTo>
                  <a:lnTo>
                    <a:pt x="3290836" y="947322"/>
                  </a:lnTo>
                  <a:lnTo>
                    <a:pt x="3291470" y="950439"/>
                  </a:lnTo>
                  <a:lnTo>
                    <a:pt x="3292105" y="954165"/>
                  </a:lnTo>
                  <a:lnTo>
                    <a:pt x="3292740" y="957707"/>
                  </a:lnTo>
                  <a:lnTo>
                    <a:pt x="3293375" y="960346"/>
                  </a:lnTo>
                  <a:lnTo>
                    <a:pt x="3294010" y="962493"/>
                  </a:lnTo>
                  <a:lnTo>
                    <a:pt x="3294645" y="964640"/>
                  </a:lnTo>
                  <a:lnTo>
                    <a:pt x="3295279" y="967051"/>
                  </a:lnTo>
                  <a:lnTo>
                    <a:pt x="3295914" y="971093"/>
                  </a:lnTo>
                  <a:lnTo>
                    <a:pt x="3296549" y="974231"/>
                  </a:lnTo>
                  <a:lnTo>
                    <a:pt x="3297184" y="978483"/>
                  </a:lnTo>
                  <a:lnTo>
                    <a:pt x="3297819" y="981826"/>
                  </a:lnTo>
                  <a:lnTo>
                    <a:pt x="3298454" y="984490"/>
                  </a:lnTo>
                  <a:lnTo>
                    <a:pt x="3299089" y="986227"/>
                  </a:lnTo>
                  <a:lnTo>
                    <a:pt x="3299723" y="987326"/>
                  </a:lnTo>
                  <a:lnTo>
                    <a:pt x="3300358" y="987978"/>
                  </a:lnTo>
                  <a:lnTo>
                    <a:pt x="3300993" y="988694"/>
                  </a:lnTo>
                  <a:lnTo>
                    <a:pt x="3301628" y="987889"/>
                  </a:lnTo>
                  <a:lnTo>
                    <a:pt x="3302263" y="986041"/>
                  </a:lnTo>
                  <a:lnTo>
                    <a:pt x="3302898" y="984404"/>
                  </a:lnTo>
                  <a:lnTo>
                    <a:pt x="3303532" y="982291"/>
                  </a:lnTo>
                  <a:lnTo>
                    <a:pt x="3304167" y="979568"/>
                  </a:lnTo>
                  <a:lnTo>
                    <a:pt x="3304802" y="976279"/>
                  </a:lnTo>
                  <a:lnTo>
                    <a:pt x="3305437" y="973109"/>
                  </a:lnTo>
                  <a:lnTo>
                    <a:pt x="3306072" y="967378"/>
                  </a:lnTo>
                  <a:lnTo>
                    <a:pt x="3306707" y="961596"/>
                  </a:lnTo>
                  <a:lnTo>
                    <a:pt x="3307341" y="957267"/>
                  </a:lnTo>
                  <a:lnTo>
                    <a:pt x="3307976" y="960817"/>
                  </a:lnTo>
                  <a:lnTo>
                    <a:pt x="3308611" y="966093"/>
                  </a:lnTo>
                  <a:lnTo>
                    <a:pt x="3309246" y="969041"/>
                  </a:lnTo>
                  <a:lnTo>
                    <a:pt x="3309881" y="972337"/>
                  </a:lnTo>
                  <a:lnTo>
                    <a:pt x="3310516" y="975722"/>
                  </a:lnTo>
                  <a:lnTo>
                    <a:pt x="3311151" y="981556"/>
                  </a:lnTo>
                  <a:lnTo>
                    <a:pt x="3311785" y="993111"/>
                  </a:lnTo>
                  <a:lnTo>
                    <a:pt x="3312420" y="1001724"/>
                  </a:lnTo>
                  <a:lnTo>
                    <a:pt x="3313055" y="1010848"/>
                  </a:lnTo>
                  <a:lnTo>
                    <a:pt x="3313690" y="1017530"/>
                  </a:lnTo>
                  <a:lnTo>
                    <a:pt x="3314325" y="1024162"/>
                  </a:lnTo>
                  <a:lnTo>
                    <a:pt x="3314960" y="1030965"/>
                  </a:lnTo>
                  <a:lnTo>
                    <a:pt x="3315594" y="1037269"/>
                  </a:lnTo>
                  <a:lnTo>
                    <a:pt x="3316229" y="1043588"/>
                  </a:lnTo>
                  <a:lnTo>
                    <a:pt x="3316864" y="1049249"/>
                  </a:lnTo>
                  <a:lnTo>
                    <a:pt x="3317499" y="1054991"/>
                  </a:lnTo>
                  <a:lnTo>
                    <a:pt x="3318134" y="1060655"/>
                  </a:lnTo>
                  <a:lnTo>
                    <a:pt x="3318769" y="1066876"/>
                  </a:lnTo>
                  <a:lnTo>
                    <a:pt x="3319404" y="1073407"/>
                  </a:lnTo>
                  <a:lnTo>
                    <a:pt x="3320038" y="1080055"/>
                  </a:lnTo>
                  <a:lnTo>
                    <a:pt x="3320673" y="1085538"/>
                  </a:lnTo>
                  <a:lnTo>
                    <a:pt x="3321308" y="1090031"/>
                  </a:lnTo>
                  <a:lnTo>
                    <a:pt x="3321943" y="1094516"/>
                  </a:lnTo>
                  <a:lnTo>
                    <a:pt x="3322578" y="1098149"/>
                  </a:lnTo>
                  <a:lnTo>
                    <a:pt x="3323213" y="1101344"/>
                  </a:lnTo>
                  <a:lnTo>
                    <a:pt x="3323847" y="1104503"/>
                  </a:lnTo>
                  <a:lnTo>
                    <a:pt x="3324482" y="1108376"/>
                  </a:lnTo>
                  <a:lnTo>
                    <a:pt x="3325117" y="1112249"/>
                  </a:lnTo>
                  <a:lnTo>
                    <a:pt x="3325752" y="1116258"/>
                  </a:lnTo>
                  <a:lnTo>
                    <a:pt x="3326387" y="1120536"/>
                  </a:lnTo>
                  <a:lnTo>
                    <a:pt x="3327022" y="1123795"/>
                  </a:lnTo>
                  <a:lnTo>
                    <a:pt x="3327657" y="1126622"/>
                  </a:lnTo>
                  <a:lnTo>
                    <a:pt x="3328291" y="1128678"/>
                  </a:lnTo>
                  <a:lnTo>
                    <a:pt x="3328926" y="1129542"/>
                  </a:lnTo>
                  <a:lnTo>
                    <a:pt x="3329561" y="1129725"/>
                  </a:lnTo>
                  <a:lnTo>
                    <a:pt x="3330196" y="1128478"/>
                  </a:lnTo>
                  <a:lnTo>
                    <a:pt x="3330831" y="1128052"/>
                  </a:lnTo>
                  <a:lnTo>
                    <a:pt x="3331466" y="1126997"/>
                  </a:lnTo>
                  <a:lnTo>
                    <a:pt x="3332100" y="1126121"/>
                  </a:lnTo>
                  <a:lnTo>
                    <a:pt x="3332735" y="1125741"/>
                  </a:lnTo>
                  <a:lnTo>
                    <a:pt x="3333370" y="1125718"/>
                  </a:lnTo>
                  <a:lnTo>
                    <a:pt x="3334005" y="1127705"/>
                  </a:lnTo>
                  <a:lnTo>
                    <a:pt x="3334640" y="1129468"/>
                  </a:lnTo>
                  <a:lnTo>
                    <a:pt x="3335275" y="1130750"/>
                  </a:lnTo>
                  <a:lnTo>
                    <a:pt x="3335910" y="1130938"/>
                  </a:lnTo>
                  <a:lnTo>
                    <a:pt x="3336544" y="1132224"/>
                  </a:lnTo>
                  <a:lnTo>
                    <a:pt x="3337179" y="1136668"/>
                  </a:lnTo>
                  <a:lnTo>
                    <a:pt x="3337814" y="1137582"/>
                  </a:lnTo>
                  <a:lnTo>
                    <a:pt x="3338449" y="1140929"/>
                  </a:lnTo>
                  <a:lnTo>
                    <a:pt x="3339084" y="1146888"/>
                  </a:lnTo>
                  <a:lnTo>
                    <a:pt x="3339719" y="1152969"/>
                  </a:lnTo>
                  <a:lnTo>
                    <a:pt x="3340353" y="1157718"/>
                  </a:lnTo>
                  <a:lnTo>
                    <a:pt x="3340988" y="1162044"/>
                  </a:lnTo>
                  <a:lnTo>
                    <a:pt x="3341623" y="1167025"/>
                  </a:lnTo>
                  <a:lnTo>
                    <a:pt x="3342258" y="1170823"/>
                  </a:lnTo>
                  <a:lnTo>
                    <a:pt x="3342893" y="1173576"/>
                  </a:lnTo>
                  <a:lnTo>
                    <a:pt x="3343528" y="1174353"/>
                  </a:lnTo>
                  <a:lnTo>
                    <a:pt x="3344163" y="1173189"/>
                  </a:lnTo>
                  <a:lnTo>
                    <a:pt x="3344797" y="1170143"/>
                  </a:lnTo>
                  <a:lnTo>
                    <a:pt x="3345432" y="1164965"/>
                  </a:lnTo>
                  <a:lnTo>
                    <a:pt x="3346067" y="1157372"/>
                  </a:lnTo>
                  <a:lnTo>
                    <a:pt x="3346702" y="1148087"/>
                  </a:lnTo>
                  <a:lnTo>
                    <a:pt x="3347337" y="1137200"/>
                  </a:lnTo>
                  <a:lnTo>
                    <a:pt x="3347972" y="1125852"/>
                  </a:lnTo>
                  <a:lnTo>
                    <a:pt x="3348606" y="1114441"/>
                  </a:lnTo>
                  <a:lnTo>
                    <a:pt x="3349241" y="1100424"/>
                  </a:lnTo>
                  <a:lnTo>
                    <a:pt x="3349876" y="1086077"/>
                  </a:lnTo>
                  <a:lnTo>
                    <a:pt x="3350511" y="1073895"/>
                  </a:lnTo>
                  <a:lnTo>
                    <a:pt x="3351146" y="1058694"/>
                  </a:lnTo>
                  <a:lnTo>
                    <a:pt x="3351781" y="1038054"/>
                  </a:lnTo>
                  <a:lnTo>
                    <a:pt x="3352416" y="1021309"/>
                  </a:lnTo>
                  <a:lnTo>
                    <a:pt x="3353050" y="1004528"/>
                  </a:lnTo>
                  <a:lnTo>
                    <a:pt x="3353685" y="987687"/>
                  </a:lnTo>
                  <a:lnTo>
                    <a:pt x="3354320" y="973619"/>
                  </a:lnTo>
                  <a:lnTo>
                    <a:pt x="3354955" y="961524"/>
                  </a:lnTo>
                  <a:lnTo>
                    <a:pt x="3355590" y="950987"/>
                  </a:lnTo>
                  <a:lnTo>
                    <a:pt x="3356225" y="940929"/>
                  </a:lnTo>
                  <a:lnTo>
                    <a:pt x="3356859" y="932214"/>
                  </a:lnTo>
                  <a:lnTo>
                    <a:pt x="3357494" y="925123"/>
                  </a:lnTo>
                  <a:lnTo>
                    <a:pt x="3358129" y="920787"/>
                  </a:lnTo>
                  <a:lnTo>
                    <a:pt x="3358764" y="918139"/>
                  </a:lnTo>
                  <a:lnTo>
                    <a:pt x="3359399" y="917128"/>
                  </a:lnTo>
                  <a:lnTo>
                    <a:pt x="3360034" y="916063"/>
                  </a:lnTo>
                  <a:lnTo>
                    <a:pt x="3360668" y="915689"/>
                  </a:lnTo>
                  <a:lnTo>
                    <a:pt x="3361303" y="915521"/>
                  </a:lnTo>
                  <a:lnTo>
                    <a:pt x="3361938" y="915834"/>
                  </a:lnTo>
                  <a:lnTo>
                    <a:pt x="3362573" y="916746"/>
                  </a:lnTo>
                  <a:lnTo>
                    <a:pt x="3363208" y="915504"/>
                  </a:lnTo>
                  <a:lnTo>
                    <a:pt x="3363843" y="914134"/>
                  </a:lnTo>
                  <a:lnTo>
                    <a:pt x="3364478" y="912438"/>
                  </a:lnTo>
                  <a:lnTo>
                    <a:pt x="3365112" y="908589"/>
                  </a:lnTo>
                  <a:lnTo>
                    <a:pt x="3365747" y="903507"/>
                  </a:lnTo>
                  <a:lnTo>
                    <a:pt x="3366382" y="900753"/>
                  </a:lnTo>
                  <a:lnTo>
                    <a:pt x="3367017" y="898396"/>
                  </a:lnTo>
                  <a:lnTo>
                    <a:pt x="3367652" y="895784"/>
                  </a:lnTo>
                  <a:lnTo>
                    <a:pt x="3368287" y="892792"/>
                  </a:lnTo>
                  <a:lnTo>
                    <a:pt x="3368921" y="888022"/>
                  </a:lnTo>
                  <a:lnTo>
                    <a:pt x="3369556" y="883987"/>
                  </a:lnTo>
                  <a:lnTo>
                    <a:pt x="3370191" y="880433"/>
                  </a:lnTo>
                  <a:lnTo>
                    <a:pt x="3370826" y="877785"/>
                  </a:lnTo>
                  <a:lnTo>
                    <a:pt x="3371461" y="876431"/>
                  </a:lnTo>
                  <a:lnTo>
                    <a:pt x="3372096" y="875513"/>
                  </a:lnTo>
                  <a:lnTo>
                    <a:pt x="3372731" y="872552"/>
                  </a:lnTo>
                  <a:lnTo>
                    <a:pt x="3373365" y="872620"/>
                  </a:lnTo>
                  <a:lnTo>
                    <a:pt x="3374000" y="872080"/>
                  </a:lnTo>
                  <a:lnTo>
                    <a:pt x="3374635" y="872773"/>
                  </a:lnTo>
                  <a:lnTo>
                    <a:pt x="3375270" y="874858"/>
                  </a:lnTo>
                  <a:lnTo>
                    <a:pt x="3375905" y="876286"/>
                  </a:lnTo>
                  <a:lnTo>
                    <a:pt x="3376540" y="877138"/>
                  </a:lnTo>
                  <a:lnTo>
                    <a:pt x="3377174" y="877462"/>
                  </a:lnTo>
                  <a:lnTo>
                    <a:pt x="3377809" y="878282"/>
                  </a:lnTo>
                  <a:lnTo>
                    <a:pt x="3378444" y="880224"/>
                  </a:lnTo>
                  <a:lnTo>
                    <a:pt x="3379079" y="882799"/>
                  </a:lnTo>
                  <a:lnTo>
                    <a:pt x="3379714" y="885890"/>
                  </a:lnTo>
                  <a:lnTo>
                    <a:pt x="3380349" y="889273"/>
                  </a:lnTo>
                  <a:lnTo>
                    <a:pt x="3380984" y="892513"/>
                  </a:lnTo>
                  <a:lnTo>
                    <a:pt x="3381618" y="896073"/>
                  </a:lnTo>
                  <a:lnTo>
                    <a:pt x="3382253" y="900248"/>
                  </a:lnTo>
                  <a:lnTo>
                    <a:pt x="3382888" y="903844"/>
                  </a:lnTo>
                  <a:lnTo>
                    <a:pt x="3383523" y="907443"/>
                  </a:lnTo>
                  <a:lnTo>
                    <a:pt x="3384158" y="912573"/>
                  </a:lnTo>
                  <a:lnTo>
                    <a:pt x="3384793" y="916924"/>
                  </a:lnTo>
                  <a:lnTo>
                    <a:pt x="3385427" y="922073"/>
                  </a:lnTo>
                  <a:lnTo>
                    <a:pt x="3386062" y="932109"/>
                  </a:lnTo>
                  <a:lnTo>
                    <a:pt x="3386697" y="941588"/>
                  </a:lnTo>
                  <a:lnTo>
                    <a:pt x="3387332" y="951599"/>
                  </a:lnTo>
                  <a:lnTo>
                    <a:pt x="3387967" y="955504"/>
                  </a:lnTo>
                  <a:lnTo>
                    <a:pt x="3388602" y="955795"/>
                  </a:lnTo>
                  <a:lnTo>
                    <a:pt x="3389237" y="956455"/>
                  </a:lnTo>
                  <a:lnTo>
                    <a:pt x="3389871" y="955504"/>
                  </a:lnTo>
                  <a:lnTo>
                    <a:pt x="3390506" y="955315"/>
                  </a:lnTo>
                  <a:lnTo>
                    <a:pt x="3391141" y="956227"/>
                  </a:lnTo>
                  <a:lnTo>
                    <a:pt x="3391776" y="958910"/>
                  </a:lnTo>
                  <a:lnTo>
                    <a:pt x="3392411" y="961979"/>
                  </a:lnTo>
                  <a:lnTo>
                    <a:pt x="3393046" y="963679"/>
                  </a:lnTo>
                  <a:lnTo>
                    <a:pt x="3393680" y="965667"/>
                  </a:lnTo>
                  <a:lnTo>
                    <a:pt x="3394315" y="967797"/>
                  </a:lnTo>
                  <a:lnTo>
                    <a:pt x="3394950" y="968614"/>
                  </a:lnTo>
                  <a:lnTo>
                    <a:pt x="3395585" y="969436"/>
                  </a:lnTo>
                  <a:lnTo>
                    <a:pt x="3396220" y="969706"/>
                  </a:lnTo>
                  <a:lnTo>
                    <a:pt x="3396855" y="969088"/>
                  </a:lnTo>
                  <a:lnTo>
                    <a:pt x="3397490" y="968063"/>
                  </a:lnTo>
                  <a:lnTo>
                    <a:pt x="3398124" y="967583"/>
                  </a:lnTo>
                  <a:lnTo>
                    <a:pt x="3398759" y="967131"/>
                  </a:lnTo>
                  <a:lnTo>
                    <a:pt x="3399394" y="966685"/>
                  </a:lnTo>
                  <a:lnTo>
                    <a:pt x="3400029" y="967962"/>
                  </a:lnTo>
                  <a:lnTo>
                    <a:pt x="3400664" y="967957"/>
                  </a:lnTo>
                  <a:lnTo>
                    <a:pt x="3401299" y="968922"/>
                  </a:lnTo>
                  <a:lnTo>
                    <a:pt x="3401933" y="968310"/>
                  </a:lnTo>
                  <a:lnTo>
                    <a:pt x="3402568" y="967325"/>
                  </a:lnTo>
                  <a:lnTo>
                    <a:pt x="3403203" y="966909"/>
                  </a:lnTo>
                  <a:lnTo>
                    <a:pt x="3403838" y="965879"/>
                  </a:lnTo>
                  <a:lnTo>
                    <a:pt x="3404473" y="964166"/>
                  </a:lnTo>
                  <a:lnTo>
                    <a:pt x="3405108" y="962104"/>
                  </a:lnTo>
                  <a:lnTo>
                    <a:pt x="3405743" y="960779"/>
                  </a:lnTo>
                  <a:lnTo>
                    <a:pt x="3406377" y="959734"/>
                  </a:lnTo>
                  <a:lnTo>
                    <a:pt x="3407012" y="959003"/>
                  </a:lnTo>
                  <a:lnTo>
                    <a:pt x="3407647" y="957814"/>
                  </a:lnTo>
                  <a:lnTo>
                    <a:pt x="3408282" y="956087"/>
                  </a:lnTo>
                  <a:lnTo>
                    <a:pt x="3408917" y="953123"/>
                  </a:lnTo>
                  <a:lnTo>
                    <a:pt x="3409552" y="949911"/>
                  </a:lnTo>
                  <a:lnTo>
                    <a:pt x="3410186" y="945458"/>
                  </a:lnTo>
                  <a:lnTo>
                    <a:pt x="3410821" y="939405"/>
                  </a:lnTo>
                  <a:lnTo>
                    <a:pt x="3411456" y="934195"/>
                  </a:lnTo>
                  <a:lnTo>
                    <a:pt x="3412091" y="929783"/>
                  </a:lnTo>
                  <a:lnTo>
                    <a:pt x="3412726" y="926215"/>
                  </a:lnTo>
                  <a:lnTo>
                    <a:pt x="3413361" y="923321"/>
                  </a:lnTo>
                  <a:lnTo>
                    <a:pt x="3413996" y="920949"/>
                  </a:lnTo>
                  <a:lnTo>
                    <a:pt x="3414630" y="918861"/>
                  </a:lnTo>
                  <a:lnTo>
                    <a:pt x="3415265" y="916774"/>
                  </a:lnTo>
                  <a:lnTo>
                    <a:pt x="3415900" y="914885"/>
                  </a:lnTo>
                  <a:lnTo>
                    <a:pt x="3416535" y="913139"/>
                  </a:lnTo>
                  <a:lnTo>
                    <a:pt x="3417170" y="911251"/>
                  </a:lnTo>
                  <a:lnTo>
                    <a:pt x="3417805" y="909837"/>
                  </a:lnTo>
                  <a:lnTo>
                    <a:pt x="3418439" y="908727"/>
                  </a:lnTo>
                  <a:lnTo>
                    <a:pt x="3419074" y="907626"/>
                  </a:lnTo>
                  <a:lnTo>
                    <a:pt x="3419709" y="906924"/>
                  </a:lnTo>
                  <a:lnTo>
                    <a:pt x="3420344" y="906298"/>
                  </a:lnTo>
                  <a:lnTo>
                    <a:pt x="3420979" y="905273"/>
                  </a:lnTo>
                  <a:lnTo>
                    <a:pt x="3421614" y="904182"/>
                  </a:lnTo>
                  <a:lnTo>
                    <a:pt x="3422248" y="903774"/>
                  </a:lnTo>
                  <a:lnTo>
                    <a:pt x="3422883" y="902790"/>
                  </a:lnTo>
                  <a:lnTo>
                    <a:pt x="3423518" y="902967"/>
                  </a:lnTo>
                  <a:lnTo>
                    <a:pt x="3424153" y="902141"/>
                  </a:lnTo>
                  <a:lnTo>
                    <a:pt x="3424788" y="901307"/>
                  </a:lnTo>
                  <a:lnTo>
                    <a:pt x="3425423" y="900353"/>
                  </a:lnTo>
                  <a:lnTo>
                    <a:pt x="3426058" y="898290"/>
                  </a:lnTo>
                  <a:lnTo>
                    <a:pt x="3426692" y="895745"/>
                  </a:lnTo>
                  <a:lnTo>
                    <a:pt x="3427327" y="893440"/>
                  </a:lnTo>
                  <a:lnTo>
                    <a:pt x="3427962" y="891594"/>
                  </a:lnTo>
                  <a:lnTo>
                    <a:pt x="3428597" y="890542"/>
                  </a:lnTo>
                  <a:lnTo>
                    <a:pt x="3429232" y="890180"/>
                  </a:lnTo>
                  <a:lnTo>
                    <a:pt x="3429867" y="890615"/>
                  </a:lnTo>
                  <a:lnTo>
                    <a:pt x="3430501" y="892042"/>
                  </a:lnTo>
                  <a:lnTo>
                    <a:pt x="3431136" y="893672"/>
                  </a:lnTo>
                  <a:lnTo>
                    <a:pt x="3431771" y="895285"/>
                  </a:lnTo>
                  <a:lnTo>
                    <a:pt x="3432406" y="895334"/>
                  </a:lnTo>
                  <a:lnTo>
                    <a:pt x="3433041" y="897411"/>
                  </a:lnTo>
                  <a:lnTo>
                    <a:pt x="3433676" y="899937"/>
                  </a:lnTo>
                  <a:lnTo>
                    <a:pt x="3434311" y="902244"/>
                  </a:lnTo>
                  <a:lnTo>
                    <a:pt x="3434945" y="898876"/>
                  </a:lnTo>
                  <a:lnTo>
                    <a:pt x="3435580" y="896755"/>
                  </a:lnTo>
                  <a:lnTo>
                    <a:pt x="3436215" y="894912"/>
                  </a:lnTo>
                  <a:lnTo>
                    <a:pt x="3436850" y="892754"/>
                  </a:lnTo>
                  <a:lnTo>
                    <a:pt x="3437485" y="890158"/>
                  </a:lnTo>
                  <a:lnTo>
                    <a:pt x="3438120" y="889756"/>
                  </a:lnTo>
                  <a:lnTo>
                    <a:pt x="3438754" y="888971"/>
                  </a:lnTo>
                  <a:lnTo>
                    <a:pt x="3439389" y="887927"/>
                  </a:lnTo>
                  <a:lnTo>
                    <a:pt x="3440024" y="886087"/>
                  </a:lnTo>
                  <a:lnTo>
                    <a:pt x="3440659" y="884463"/>
                  </a:lnTo>
                  <a:lnTo>
                    <a:pt x="3441294" y="882391"/>
                  </a:lnTo>
                  <a:lnTo>
                    <a:pt x="3441929" y="880687"/>
                  </a:lnTo>
                  <a:lnTo>
                    <a:pt x="3442564" y="879024"/>
                  </a:lnTo>
                  <a:lnTo>
                    <a:pt x="3443198" y="878026"/>
                  </a:lnTo>
                  <a:lnTo>
                    <a:pt x="3443833" y="877808"/>
                  </a:lnTo>
                  <a:lnTo>
                    <a:pt x="3444468" y="876654"/>
                  </a:lnTo>
                  <a:lnTo>
                    <a:pt x="3445103" y="874789"/>
                  </a:lnTo>
                  <a:lnTo>
                    <a:pt x="3445738" y="873150"/>
                  </a:lnTo>
                  <a:lnTo>
                    <a:pt x="3446373" y="871255"/>
                  </a:lnTo>
                  <a:lnTo>
                    <a:pt x="3447007" y="870071"/>
                  </a:lnTo>
                  <a:lnTo>
                    <a:pt x="3447642" y="869528"/>
                  </a:lnTo>
                  <a:lnTo>
                    <a:pt x="3448277" y="869168"/>
                  </a:lnTo>
                  <a:lnTo>
                    <a:pt x="3448912" y="869365"/>
                  </a:lnTo>
                  <a:lnTo>
                    <a:pt x="3449547" y="870574"/>
                  </a:lnTo>
                  <a:lnTo>
                    <a:pt x="3450182" y="871218"/>
                  </a:lnTo>
                  <a:lnTo>
                    <a:pt x="3450817" y="871816"/>
                  </a:lnTo>
                  <a:lnTo>
                    <a:pt x="3451451" y="872035"/>
                  </a:lnTo>
                  <a:lnTo>
                    <a:pt x="3452086" y="871964"/>
                  </a:lnTo>
                  <a:lnTo>
                    <a:pt x="3452721" y="871259"/>
                  </a:lnTo>
                  <a:lnTo>
                    <a:pt x="3453356" y="870456"/>
                  </a:lnTo>
                  <a:lnTo>
                    <a:pt x="3453991" y="870775"/>
                  </a:lnTo>
                  <a:lnTo>
                    <a:pt x="3454626" y="871804"/>
                  </a:lnTo>
                  <a:lnTo>
                    <a:pt x="3455260" y="873246"/>
                  </a:lnTo>
                  <a:lnTo>
                    <a:pt x="3455895" y="875548"/>
                  </a:lnTo>
                  <a:lnTo>
                    <a:pt x="3456530" y="877771"/>
                  </a:lnTo>
                  <a:lnTo>
                    <a:pt x="3457165" y="880570"/>
                  </a:lnTo>
                  <a:lnTo>
                    <a:pt x="3457800" y="882082"/>
                  </a:lnTo>
                  <a:lnTo>
                    <a:pt x="3458435" y="883180"/>
                  </a:lnTo>
                  <a:lnTo>
                    <a:pt x="3459070" y="881228"/>
                  </a:lnTo>
                  <a:lnTo>
                    <a:pt x="3459704" y="881334"/>
                  </a:lnTo>
                  <a:lnTo>
                    <a:pt x="3460339" y="881795"/>
                  </a:lnTo>
                  <a:lnTo>
                    <a:pt x="3460974" y="882273"/>
                  </a:lnTo>
                  <a:lnTo>
                    <a:pt x="3461609" y="882159"/>
                  </a:lnTo>
                  <a:lnTo>
                    <a:pt x="3462244" y="881379"/>
                  </a:lnTo>
                  <a:lnTo>
                    <a:pt x="3462879" y="880664"/>
                  </a:lnTo>
                  <a:lnTo>
                    <a:pt x="3463513" y="879130"/>
                  </a:lnTo>
                  <a:lnTo>
                    <a:pt x="3464148" y="877333"/>
                  </a:lnTo>
                  <a:lnTo>
                    <a:pt x="3464783" y="877988"/>
                  </a:lnTo>
                  <a:lnTo>
                    <a:pt x="3465418" y="875471"/>
                  </a:lnTo>
                  <a:lnTo>
                    <a:pt x="3466053" y="873042"/>
                  </a:lnTo>
                  <a:lnTo>
                    <a:pt x="3466688" y="868032"/>
                  </a:lnTo>
                  <a:lnTo>
                    <a:pt x="3467323" y="863521"/>
                  </a:lnTo>
                  <a:lnTo>
                    <a:pt x="3467957" y="858350"/>
                  </a:lnTo>
                  <a:lnTo>
                    <a:pt x="3468592" y="851272"/>
                  </a:lnTo>
                  <a:lnTo>
                    <a:pt x="3469227" y="843414"/>
                  </a:lnTo>
                  <a:lnTo>
                    <a:pt x="3469862" y="834123"/>
                  </a:lnTo>
                  <a:lnTo>
                    <a:pt x="3470497" y="824786"/>
                  </a:lnTo>
                  <a:lnTo>
                    <a:pt x="3471132" y="820634"/>
                  </a:lnTo>
                  <a:lnTo>
                    <a:pt x="3471766" y="816763"/>
                  </a:lnTo>
                  <a:lnTo>
                    <a:pt x="3472401" y="813116"/>
                  </a:lnTo>
                  <a:lnTo>
                    <a:pt x="3473036" y="809266"/>
                  </a:lnTo>
                  <a:lnTo>
                    <a:pt x="3473671" y="805401"/>
                  </a:lnTo>
                  <a:lnTo>
                    <a:pt x="3474306" y="801731"/>
                  </a:lnTo>
                  <a:lnTo>
                    <a:pt x="3474941" y="797496"/>
                  </a:lnTo>
                  <a:lnTo>
                    <a:pt x="3475575" y="793445"/>
                  </a:lnTo>
                  <a:lnTo>
                    <a:pt x="3476210" y="791594"/>
                  </a:lnTo>
                  <a:lnTo>
                    <a:pt x="3476845" y="789783"/>
                  </a:lnTo>
                  <a:lnTo>
                    <a:pt x="3477480" y="785772"/>
                  </a:lnTo>
                  <a:lnTo>
                    <a:pt x="3478115" y="784325"/>
                  </a:lnTo>
                  <a:lnTo>
                    <a:pt x="3478750" y="788390"/>
                  </a:lnTo>
                  <a:lnTo>
                    <a:pt x="3479385" y="788865"/>
                  </a:lnTo>
                  <a:lnTo>
                    <a:pt x="3480019" y="788796"/>
                  </a:lnTo>
                  <a:lnTo>
                    <a:pt x="3480654" y="788254"/>
                  </a:lnTo>
                  <a:lnTo>
                    <a:pt x="3481289" y="785370"/>
                  </a:lnTo>
                  <a:lnTo>
                    <a:pt x="3481924" y="781424"/>
                  </a:lnTo>
                  <a:lnTo>
                    <a:pt x="3482559" y="776853"/>
                  </a:lnTo>
                  <a:lnTo>
                    <a:pt x="3483194" y="772019"/>
                  </a:lnTo>
                  <a:lnTo>
                    <a:pt x="3483828" y="767481"/>
                  </a:lnTo>
                  <a:lnTo>
                    <a:pt x="3484463" y="762908"/>
                  </a:lnTo>
                  <a:lnTo>
                    <a:pt x="3485098" y="756873"/>
                  </a:lnTo>
                  <a:lnTo>
                    <a:pt x="3485733" y="750690"/>
                  </a:lnTo>
                  <a:lnTo>
                    <a:pt x="3486368" y="743456"/>
                  </a:lnTo>
                  <a:lnTo>
                    <a:pt x="3487003" y="740702"/>
                  </a:lnTo>
                  <a:lnTo>
                    <a:pt x="3487638" y="736932"/>
                  </a:lnTo>
                  <a:lnTo>
                    <a:pt x="3488272" y="732041"/>
                  </a:lnTo>
                  <a:lnTo>
                    <a:pt x="3488907" y="726897"/>
                  </a:lnTo>
                  <a:lnTo>
                    <a:pt x="3489542" y="722220"/>
                  </a:lnTo>
                  <a:lnTo>
                    <a:pt x="3490177" y="718250"/>
                  </a:lnTo>
                  <a:lnTo>
                    <a:pt x="3490812" y="717289"/>
                  </a:lnTo>
                  <a:lnTo>
                    <a:pt x="3491447" y="717709"/>
                  </a:lnTo>
                  <a:lnTo>
                    <a:pt x="3492081" y="718435"/>
                  </a:lnTo>
                  <a:lnTo>
                    <a:pt x="3492716" y="719172"/>
                  </a:lnTo>
                  <a:lnTo>
                    <a:pt x="3493351" y="718202"/>
                  </a:lnTo>
                  <a:lnTo>
                    <a:pt x="3493986" y="717426"/>
                  </a:lnTo>
                  <a:lnTo>
                    <a:pt x="3494621" y="717060"/>
                  </a:lnTo>
                  <a:lnTo>
                    <a:pt x="3495256" y="717259"/>
                  </a:lnTo>
                  <a:lnTo>
                    <a:pt x="3495891" y="720114"/>
                  </a:lnTo>
                  <a:lnTo>
                    <a:pt x="3496525" y="721143"/>
                  </a:lnTo>
                  <a:lnTo>
                    <a:pt x="3497160" y="722282"/>
                  </a:lnTo>
                  <a:lnTo>
                    <a:pt x="3497795" y="722832"/>
                  </a:lnTo>
                  <a:lnTo>
                    <a:pt x="3498430" y="722004"/>
                  </a:lnTo>
                  <a:lnTo>
                    <a:pt x="3499065" y="720524"/>
                  </a:lnTo>
                  <a:lnTo>
                    <a:pt x="3499700" y="722359"/>
                  </a:lnTo>
                  <a:lnTo>
                    <a:pt x="3500334" y="722562"/>
                  </a:lnTo>
                  <a:lnTo>
                    <a:pt x="3500969" y="722812"/>
                  </a:lnTo>
                  <a:lnTo>
                    <a:pt x="3501604" y="722696"/>
                  </a:lnTo>
                  <a:lnTo>
                    <a:pt x="3502239" y="722924"/>
                  </a:lnTo>
                  <a:lnTo>
                    <a:pt x="3502874" y="723098"/>
                  </a:lnTo>
                  <a:lnTo>
                    <a:pt x="3503509" y="723347"/>
                  </a:lnTo>
                  <a:lnTo>
                    <a:pt x="3504144" y="724262"/>
                  </a:lnTo>
                  <a:lnTo>
                    <a:pt x="3504778" y="725119"/>
                  </a:lnTo>
                  <a:lnTo>
                    <a:pt x="3505413" y="725569"/>
                  </a:lnTo>
                  <a:lnTo>
                    <a:pt x="3506048" y="725653"/>
                  </a:lnTo>
                  <a:lnTo>
                    <a:pt x="3506683" y="725902"/>
                  </a:lnTo>
                  <a:lnTo>
                    <a:pt x="3507318" y="726109"/>
                  </a:lnTo>
                  <a:lnTo>
                    <a:pt x="3507953" y="726376"/>
                  </a:lnTo>
                  <a:lnTo>
                    <a:pt x="3508587" y="726304"/>
                  </a:lnTo>
                  <a:lnTo>
                    <a:pt x="3509222" y="725487"/>
                  </a:lnTo>
                  <a:lnTo>
                    <a:pt x="3509857" y="724679"/>
                  </a:lnTo>
                  <a:lnTo>
                    <a:pt x="3510492" y="724218"/>
                  </a:lnTo>
                  <a:lnTo>
                    <a:pt x="3511127" y="724254"/>
                  </a:lnTo>
                  <a:lnTo>
                    <a:pt x="3511762" y="725143"/>
                  </a:lnTo>
                  <a:lnTo>
                    <a:pt x="3512397" y="725870"/>
                  </a:lnTo>
                  <a:lnTo>
                    <a:pt x="3513031" y="725814"/>
                  </a:lnTo>
                  <a:lnTo>
                    <a:pt x="3513666" y="726590"/>
                  </a:lnTo>
                  <a:lnTo>
                    <a:pt x="3514301" y="727346"/>
                  </a:lnTo>
                  <a:lnTo>
                    <a:pt x="3514936" y="729225"/>
                  </a:lnTo>
                  <a:lnTo>
                    <a:pt x="3515571" y="731992"/>
                  </a:lnTo>
                  <a:lnTo>
                    <a:pt x="3516206" y="734689"/>
                  </a:lnTo>
                  <a:lnTo>
                    <a:pt x="3516840" y="737399"/>
                  </a:lnTo>
                  <a:lnTo>
                    <a:pt x="3517475" y="739616"/>
                  </a:lnTo>
                  <a:lnTo>
                    <a:pt x="3518110" y="741356"/>
                  </a:lnTo>
                  <a:lnTo>
                    <a:pt x="3518745" y="741334"/>
                  </a:lnTo>
                  <a:lnTo>
                    <a:pt x="3519380" y="741327"/>
                  </a:lnTo>
                  <a:lnTo>
                    <a:pt x="3520015" y="741815"/>
                  </a:lnTo>
                  <a:lnTo>
                    <a:pt x="3520650" y="742208"/>
                  </a:lnTo>
                  <a:lnTo>
                    <a:pt x="3521284" y="742476"/>
                  </a:lnTo>
                  <a:lnTo>
                    <a:pt x="3521919" y="744222"/>
                  </a:lnTo>
                  <a:lnTo>
                    <a:pt x="3522554" y="745719"/>
                  </a:lnTo>
                  <a:lnTo>
                    <a:pt x="3523189" y="747343"/>
                  </a:lnTo>
                  <a:lnTo>
                    <a:pt x="3523824" y="749778"/>
                  </a:lnTo>
                  <a:lnTo>
                    <a:pt x="3524459" y="752134"/>
                  </a:lnTo>
                  <a:lnTo>
                    <a:pt x="3525093" y="754904"/>
                  </a:lnTo>
                  <a:lnTo>
                    <a:pt x="3525728" y="756832"/>
                  </a:lnTo>
                  <a:lnTo>
                    <a:pt x="3526363" y="758717"/>
                  </a:lnTo>
                  <a:lnTo>
                    <a:pt x="3526998" y="760179"/>
                  </a:lnTo>
                  <a:lnTo>
                    <a:pt x="3527633" y="761797"/>
                  </a:lnTo>
                  <a:lnTo>
                    <a:pt x="3528268" y="762682"/>
                  </a:lnTo>
                  <a:lnTo>
                    <a:pt x="3528902" y="764201"/>
                  </a:lnTo>
                  <a:lnTo>
                    <a:pt x="3529537" y="764873"/>
                  </a:lnTo>
                  <a:lnTo>
                    <a:pt x="3530172" y="765228"/>
                  </a:lnTo>
                  <a:lnTo>
                    <a:pt x="3530807" y="764910"/>
                  </a:lnTo>
                  <a:lnTo>
                    <a:pt x="3531442" y="764197"/>
                  </a:lnTo>
                  <a:lnTo>
                    <a:pt x="3532077" y="762436"/>
                  </a:lnTo>
                  <a:lnTo>
                    <a:pt x="3532712" y="759860"/>
                  </a:lnTo>
                  <a:lnTo>
                    <a:pt x="3533346" y="756276"/>
                  </a:lnTo>
                  <a:lnTo>
                    <a:pt x="3533981" y="752428"/>
                  </a:lnTo>
                  <a:lnTo>
                    <a:pt x="3534616" y="747562"/>
                  </a:lnTo>
                  <a:lnTo>
                    <a:pt x="3535251" y="742613"/>
                  </a:lnTo>
                  <a:lnTo>
                    <a:pt x="3535886" y="738255"/>
                  </a:lnTo>
                  <a:lnTo>
                    <a:pt x="3536521" y="733416"/>
                  </a:lnTo>
                  <a:lnTo>
                    <a:pt x="3537155" y="729717"/>
                  </a:lnTo>
                  <a:lnTo>
                    <a:pt x="3537790" y="726924"/>
                  </a:lnTo>
                  <a:lnTo>
                    <a:pt x="3538425" y="722809"/>
                  </a:lnTo>
                  <a:lnTo>
                    <a:pt x="3539060" y="719166"/>
                  </a:lnTo>
                  <a:lnTo>
                    <a:pt x="3539695" y="714528"/>
                  </a:lnTo>
                  <a:lnTo>
                    <a:pt x="3540330" y="709448"/>
                  </a:lnTo>
                  <a:lnTo>
                    <a:pt x="3540965" y="703903"/>
                  </a:lnTo>
                  <a:lnTo>
                    <a:pt x="3541599" y="698920"/>
                  </a:lnTo>
                  <a:lnTo>
                    <a:pt x="3542234" y="694704"/>
                  </a:lnTo>
                  <a:lnTo>
                    <a:pt x="3542869" y="690474"/>
                  </a:lnTo>
                  <a:lnTo>
                    <a:pt x="3543504" y="686132"/>
                  </a:lnTo>
                  <a:lnTo>
                    <a:pt x="3544139" y="681893"/>
                  </a:lnTo>
                  <a:lnTo>
                    <a:pt x="3544774" y="677068"/>
                  </a:lnTo>
                  <a:lnTo>
                    <a:pt x="3545408" y="672116"/>
                  </a:lnTo>
                  <a:lnTo>
                    <a:pt x="3546043" y="666461"/>
                  </a:lnTo>
                  <a:lnTo>
                    <a:pt x="3546678" y="660539"/>
                  </a:lnTo>
                  <a:lnTo>
                    <a:pt x="3547313" y="654940"/>
                  </a:lnTo>
                  <a:lnTo>
                    <a:pt x="3547948" y="650497"/>
                  </a:lnTo>
                  <a:lnTo>
                    <a:pt x="3548583" y="646135"/>
                  </a:lnTo>
                  <a:lnTo>
                    <a:pt x="3549218" y="643169"/>
                  </a:lnTo>
                  <a:lnTo>
                    <a:pt x="3549852" y="638001"/>
                  </a:lnTo>
                  <a:lnTo>
                    <a:pt x="3550487" y="632661"/>
                  </a:lnTo>
                  <a:lnTo>
                    <a:pt x="3551122" y="629765"/>
                  </a:lnTo>
                  <a:lnTo>
                    <a:pt x="3551757" y="627486"/>
                  </a:lnTo>
                  <a:lnTo>
                    <a:pt x="3552392" y="627555"/>
                  </a:lnTo>
                  <a:lnTo>
                    <a:pt x="3553027" y="628934"/>
                  </a:lnTo>
                  <a:lnTo>
                    <a:pt x="3553661" y="631166"/>
                  </a:lnTo>
                  <a:lnTo>
                    <a:pt x="3554296" y="634337"/>
                  </a:lnTo>
                  <a:lnTo>
                    <a:pt x="3554931" y="637689"/>
                  </a:lnTo>
                  <a:lnTo>
                    <a:pt x="3555566" y="642341"/>
                  </a:lnTo>
                  <a:lnTo>
                    <a:pt x="3556201" y="648232"/>
                  </a:lnTo>
                  <a:lnTo>
                    <a:pt x="3556836" y="654689"/>
                  </a:lnTo>
                  <a:lnTo>
                    <a:pt x="3557471" y="660618"/>
                  </a:lnTo>
                  <a:lnTo>
                    <a:pt x="3558105" y="666423"/>
                  </a:lnTo>
                  <a:lnTo>
                    <a:pt x="3558740" y="672271"/>
                  </a:lnTo>
                  <a:lnTo>
                    <a:pt x="3559375" y="679676"/>
                  </a:lnTo>
                  <a:lnTo>
                    <a:pt x="3560010" y="688083"/>
                  </a:lnTo>
                  <a:lnTo>
                    <a:pt x="3560645" y="697504"/>
                  </a:lnTo>
                  <a:lnTo>
                    <a:pt x="3561280" y="706310"/>
                  </a:lnTo>
                  <a:lnTo>
                    <a:pt x="3561914" y="714938"/>
                  </a:lnTo>
                  <a:lnTo>
                    <a:pt x="3562549" y="722491"/>
                  </a:lnTo>
                  <a:lnTo>
                    <a:pt x="3563184" y="730183"/>
                  </a:lnTo>
                  <a:lnTo>
                    <a:pt x="3563819" y="737529"/>
                  </a:lnTo>
                  <a:lnTo>
                    <a:pt x="3564454" y="746164"/>
                  </a:lnTo>
                  <a:lnTo>
                    <a:pt x="3565089" y="751039"/>
                  </a:lnTo>
                  <a:lnTo>
                    <a:pt x="3565724" y="755588"/>
                  </a:lnTo>
                  <a:lnTo>
                    <a:pt x="3566358" y="757982"/>
                  </a:lnTo>
                  <a:lnTo>
                    <a:pt x="3566993" y="758516"/>
                  </a:lnTo>
                  <a:lnTo>
                    <a:pt x="3567628" y="758325"/>
                  </a:lnTo>
                  <a:lnTo>
                    <a:pt x="3568263" y="756678"/>
                  </a:lnTo>
                  <a:lnTo>
                    <a:pt x="3568898" y="753980"/>
                  </a:lnTo>
                  <a:lnTo>
                    <a:pt x="3569533" y="753361"/>
                  </a:lnTo>
                  <a:lnTo>
                    <a:pt x="3570167" y="751472"/>
                  </a:lnTo>
                  <a:lnTo>
                    <a:pt x="3570802" y="750684"/>
                  </a:lnTo>
                  <a:lnTo>
                    <a:pt x="3571437" y="750280"/>
                  </a:lnTo>
                  <a:lnTo>
                    <a:pt x="3572072" y="749106"/>
                  </a:lnTo>
                  <a:lnTo>
                    <a:pt x="3572707" y="746060"/>
                  </a:lnTo>
                  <a:lnTo>
                    <a:pt x="3573342" y="742555"/>
                  </a:lnTo>
                  <a:lnTo>
                    <a:pt x="3573977" y="736826"/>
                  </a:lnTo>
                  <a:lnTo>
                    <a:pt x="3574611" y="729654"/>
                  </a:lnTo>
                  <a:lnTo>
                    <a:pt x="3575246" y="722278"/>
                  </a:lnTo>
                  <a:lnTo>
                    <a:pt x="3575881" y="714522"/>
                  </a:lnTo>
                  <a:lnTo>
                    <a:pt x="3576516" y="705601"/>
                  </a:lnTo>
                  <a:lnTo>
                    <a:pt x="3577151" y="696709"/>
                  </a:lnTo>
                  <a:lnTo>
                    <a:pt x="3577786" y="690009"/>
                  </a:lnTo>
                  <a:lnTo>
                    <a:pt x="3578420" y="683269"/>
                  </a:lnTo>
                  <a:lnTo>
                    <a:pt x="3579055" y="677520"/>
                  </a:lnTo>
                  <a:lnTo>
                    <a:pt x="3579690" y="671245"/>
                  </a:lnTo>
                  <a:lnTo>
                    <a:pt x="3580325" y="665251"/>
                  </a:lnTo>
                  <a:lnTo>
                    <a:pt x="3580960" y="656089"/>
                  </a:lnTo>
                  <a:lnTo>
                    <a:pt x="3581595" y="647073"/>
                  </a:lnTo>
                  <a:lnTo>
                    <a:pt x="3582229" y="638756"/>
                  </a:lnTo>
                  <a:lnTo>
                    <a:pt x="3582864" y="630564"/>
                  </a:lnTo>
                  <a:lnTo>
                    <a:pt x="3583499" y="623825"/>
                  </a:lnTo>
                  <a:lnTo>
                    <a:pt x="3584134" y="618475"/>
                  </a:lnTo>
                  <a:lnTo>
                    <a:pt x="3584769" y="613682"/>
                  </a:lnTo>
                  <a:lnTo>
                    <a:pt x="3585404" y="609525"/>
                  </a:lnTo>
                  <a:lnTo>
                    <a:pt x="3586039" y="610987"/>
                  </a:lnTo>
                  <a:lnTo>
                    <a:pt x="3586673" y="609331"/>
                  </a:lnTo>
                  <a:lnTo>
                    <a:pt x="3587308" y="607908"/>
                  </a:lnTo>
                  <a:lnTo>
                    <a:pt x="3587943" y="606618"/>
                  </a:lnTo>
                  <a:lnTo>
                    <a:pt x="3588578" y="602308"/>
                  </a:lnTo>
                  <a:lnTo>
                    <a:pt x="3589213" y="602394"/>
                  </a:lnTo>
                  <a:lnTo>
                    <a:pt x="3589848" y="602025"/>
                  </a:lnTo>
                  <a:lnTo>
                    <a:pt x="3590482" y="604427"/>
                  </a:lnTo>
                  <a:lnTo>
                    <a:pt x="3591117" y="608072"/>
                  </a:lnTo>
                  <a:lnTo>
                    <a:pt x="3591752" y="614418"/>
                  </a:lnTo>
                  <a:lnTo>
                    <a:pt x="3592387" y="620865"/>
                  </a:lnTo>
                  <a:lnTo>
                    <a:pt x="3593022" y="627632"/>
                  </a:lnTo>
                  <a:lnTo>
                    <a:pt x="3593657" y="634476"/>
                  </a:lnTo>
                  <a:lnTo>
                    <a:pt x="3594292" y="641020"/>
                  </a:lnTo>
                  <a:lnTo>
                    <a:pt x="3594926" y="648382"/>
                  </a:lnTo>
                  <a:lnTo>
                    <a:pt x="3595561" y="655762"/>
                  </a:lnTo>
                  <a:lnTo>
                    <a:pt x="3596196" y="663238"/>
                  </a:lnTo>
                  <a:lnTo>
                    <a:pt x="3596831" y="671484"/>
                  </a:lnTo>
                  <a:lnTo>
                    <a:pt x="3597466" y="680089"/>
                  </a:lnTo>
                  <a:lnTo>
                    <a:pt x="3598101" y="684149"/>
                  </a:lnTo>
                  <a:lnTo>
                    <a:pt x="3598735" y="687636"/>
                  </a:lnTo>
                  <a:lnTo>
                    <a:pt x="3599370" y="691688"/>
                  </a:lnTo>
                  <a:lnTo>
                    <a:pt x="3600005" y="696292"/>
                  </a:lnTo>
                  <a:lnTo>
                    <a:pt x="3600640" y="699142"/>
                  </a:lnTo>
                  <a:lnTo>
                    <a:pt x="3601275" y="700807"/>
                  </a:lnTo>
                  <a:lnTo>
                    <a:pt x="3601910" y="699560"/>
                  </a:lnTo>
                  <a:lnTo>
                    <a:pt x="3602545" y="694092"/>
                  </a:lnTo>
                  <a:lnTo>
                    <a:pt x="3603179" y="689537"/>
                  </a:lnTo>
                  <a:lnTo>
                    <a:pt x="3603814" y="683753"/>
                  </a:lnTo>
                  <a:lnTo>
                    <a:pt x="3604449" y="678586"/>
                  </a:lnTo>
                  <a:lnTo>
                    <a:pt x="3605084" y="678743"/>
                  </a:lnTo>
                  <a:lnTo>
                    <a:pt x="3605719" y="682088"/>
                  </a:lnTo>
                  <a:lnTo>
                    <a:pt x="3606354" y="685012"/>
                  </a:lnTo>
                  <a:lnTo>
                    <a:pt x="3606988" y="690361"/>
                  </a:lnTo>
                  <a:lnTo>
                    <a:pt x="3607623" y="696857"/>
                  </a:lnTo>
                  <a:lnTo>
                    <a:pt x="3608258" y="703816"/>
                  </a:lnTo>
                  <a:lnTo>
                    <a:pt x="3608893" y="710770"/>
                  </a:lnTo>
                  <a:lnTo>
                    <a:pt x="3609528" y="717834"/>
                  </a:lnTo>
                  <a:lnTo>
                    <a:pt x="3610163" y="725205"/>
                  </a:lnTo>
                  <a:lnTo>
                    <a:pt x="3610798" y="733667"/>
                  </a:lnTo>
                  <a:lnTo>
                    <a:pt x="3611432" y="742319"/>
                  </a:lnTo>
                  <a:lnTo>
                    <a:pt x="3612067" y="750991"/>
                  </a:lnTo>
                  <a:lnTo>
                    <a:pt x="3612702" y="759484"/>
                  </a:lnTo>
                  <a:lnTo>
                    <a:pt x="3613337" y="768700"/>
                  </a:lnTo>
                  <a:lnTo>
                    <a:pt x="3613972" y="774354"/>
                  </a:lnTo>
                  <a:lnTo>
                    <a:pt x="3614607" y="780265"/>
                  </a:lnTo>
                  <a:lnTo>
                    <a:pt x="3615241" y="787025"/>
                  </a:lnTo>
                  <a:lnTo>
                    <a:pt x="3615876" y="794131"/>
                  </a:lnTo>
                  <a:lnTo>
                    <a:pt x="3616511" y="801515"/>
                  </a:lnTo>
                  <a:lnTo>
                    <a:pt x="3617146" y="807925"/>
                  </a:lnTo>
                  <a:lnTo>
                    <a:pt x="3617781" y="811561"/>
                  </a:lnTo>
                  <a:lnTo>
                    <a:pt x="3618416" y="815169"/>
                  </a:lnTo>
                  <a:lnTo>
                    <a:pt x="3619051" y="819133"/>
                  </a:lnTo>
                  <a:lnTo>
                    <a:pt x="3619685" y="823604"/>
                  </a:lnTo>
                  <a:lnTo>
                    <a:pt x="3620320" y="827850"/>
                  </a:lnTo>
                  <a:lnTo>
                    <a:pt x="3620955" y="830720"/>
                  </a:lnTo>
                  <a:lnTo>
                    <a:pt x="3621590" y="833894"/>
                  </a:lnTo>
                  <a:lnTo>
                    <a:pt x="3622225" y="836239"/>
                  </a:lnTo>
                  <a:lnTo>
                    <a:pt x="3622860" y="839074"/>
                  </a:lnTo>
                  <a:lnTo>
                    <a:pt x="3623494" y="844295"/>
                  </a:lnTo>
                  <a:lnTo>
                    <a:pt x="3624129" y="849644"/>
                  </a:lnTo>
                  <a:lnTo>
                    <a:pt x="3624764" y="855242"/>
                  </a:lnTo>
                  <a:lnTo>
                    <a:pt x="3625399" y="861329"/>
                  </a:lnTo>
                  <a:lnTo>
                    <a:pt x="3626034" y="867752"/>
                  </a:lnTo>
                  <a:lnTo>
                    <a:pt x="3626669" y="872906"/>
                  </a:lnTo>
                  <a:lnTo>
                    <a:pt x="3627304" y="878272"/>
                  </a:lnTo>
                  <a:lnTo>
                    <a:pt x="3627938" y="883657"/>
                  </a:lnTo>
                  <a:lnTo>
                    <a:pt x="3628573" y="889214"/>
                  </a:lnTo>
                  <a:lnTo>
                    <a:pt x="3629208" y="894512"/>
                  </a:lnTo>
                  <a:lnTo>
                    <a:pt x="3629843" y="899835"/>
                  </a:lnTo>
                  <a:lnTo>
                    <a:pt x="3630478" y="905438"/>
                  </a:lnTo>
                  <a:lnTo>
                    <a:pt x="3631113" y="911360"/>
                  </a:lnTo>
                  <a:lnTo>
                    <a:pt x="3631747" y="917426"/>
                  </a:lnTo>
                  <a:lnTo>
                    <a:pt x="3632382" y="923481"/>
                  </a:lnTo>
                  <a:lnTo>
                    <a:pt x="3633017" y="929792"/>
                  </a:lnTo>
                  <a:lnTo>
                    <a:pt x="3633652" y="935720"/>
                  </a:lnTo>
                  <a:lnTo>
                    <a:pt x="3634287" y="941866"/>
                  </a:lnTo>
                  <a:lnTo>
                    <a:pt x="3634922" y="948381"/>
                  </a:lnTo>
                  <a:lnTo>
                    <a:pt x="3635557" y="955161"/>
                  </a:lnTo>
                  <a:lnTo>
                    <a:pt x="3636191" y="961930"/>
                  </a:lnTo>
                  <a:lnTo>
                    <a:pt x="3636826" y="968397"/>
                  </a:lnTo>
                  <a:lnTo>
                    <a:pt x="3637461" y="974484"/>
                  </a:lnTo>
                  <a:lnTo>
                    <a:pt x="3638096" y="980510"/>
                  </a:lnTo>
                  <a:lnTo>
                    <a:pt x="3638731" y="986959"/>
                  </a:lnTo>
                  <a:lnTo>
                    <a:pt x="3639366" y="992873"/>
                  </a:lnTo>
                  <a:lnTo>
                    <a:pt x="3640000" y="999110"/>
                  </a:lnTo>
                  <a:lnTo>
                    <a:pt x="3640635" y="1005564"/>
                  </a:lnTo>
                  <a:lnTo>
                    <a:pt x="3641270" y="1011868"/>
                  </a:lnTo>
                  <a:lnTo>
                    <a:pt x="3641905" y="1018178"/>
                  </a:lnTo>
                  <a:lnTo>
                    <a:pt x="3642540" y="1024112"/>
                  </a:lnTo>
                  <a:lnTo>
                    <a:pt x="3643175" y="1030145"/>
                  </a:lnTo>
                  <a:lnTo>
                    <a:pt x="3643809" y="1036051"/>
                  </a:lnTo>
                  <a:lnTo>
                    <a:pt x="3644444" y="1041472"/>
                  </a:lnTo>
                  <a:lnTo>
                    <a:pt x="3645079" y="1046545"/>
                  </a:lnTo>
                  <a:lnTo>
                    <a:pt x="3645714" y="1051007"/>
                  </a:lnTo>
                  <a:lnTo>
                    <a:pt x="3646349" y="1054997"/>
                  </a:lnTo>
                  <a:lnTo>
                    <a:pt x="3646984" y="1058613"/>
                  </a:lnTo>
                  <a:lnTo>
                    <a:pt x="3647619" y="1062135"/>
                  </a:lnTo>
                  <a:lnTo>
                    <a:pt x="3648253" y="1065498"/>
                  </a:lnTo>
                  <a:lnTo>
                    <a:pt x="3648888" y="1068410"/>
                  </a:lnTo>
                  <a:lnTo>
                    <a:pt x="3649523" y="1071380"/>
                  </a:lnTo>
                  <a:lnTo>
                    <a:pt x="3650158" y="1074087"/>
                  </a:lnTo>
                  <a:lnTo>
                    <a:pt x="3650793" y="1076003"/>
                  </a:lnTo>
                  <a:lnTo>
                    <a:pt x="3651428" y="1077705"/>
                  </a:lnTo>
                  <a:lnTo>
                    <a:pt x="3652062" y="1078166"/>
                  </a:lnTo>
                  <a:lnTo>
                    <a:pt x="3652697" y="1077629"/>
                  </a:lnTo>
                  <a:lnTo>
                    <a:pt x="3653332" y="1075717"/>
                  </a:lnTo>
                  <a:lnTo>
                    <a:pt x="3653967" y="1074836"/>
                  </a:lnTo>
                  <a:lnTo>
                    <a:pt x="3654602" y="1072733"/>
                  </a:lnTo>
                  <a:lnTo>
                    <a:pt x="3655237" y="1070806"/>
                  </a:lnTo>
                  <a:lnTo>
                    <a:pt x="3655872" y="1068433"/>
                  </a:lnTo>
                  <a:lnTo>
                    <a:pt x="3656506" y="1066812"/>
                  </a:lnTo>
                  <a:lnTo>
                    <a:pt x="3657141" y="1065687"/>
                  </a:lnTo>
                  <a:lnTo>
                    <a:pt x="3657776" y="1064717"/>
                  </a:lnTo>
                  <a:lnTo>
                    <a:pt x="3658411" y="1064199"/>
                  </a:lnTo>
                  <a:lnTo>
                    <a:pt x="3659046" y="1064434"/>
                  </a:lnTo>
                  <a:lnTo>
                    <a:pt x="3659681" y="1064709"/>
                  </a:lnTo>
                  <a:lnTo>
                    <a:pt x="3660315" y="1065659"/>
                  </a:lnTo>
                  <a:lnTo>
                    <a:pt x="3660950" y="1066837"/>
                  </a:lnTo>
                  <a:lnTo>
                    <a:pt x="3661585" y="1069018"/>
                  </a:lnTo>
                  <a:lnTo>
                    <a:pt x="3662220" y="1071949"/>
                  </a:lnTo>
                  <a:lnTo>
                    <a:pt x="3662855" y="1075849"/>
                  </a:lnTo>
                  <a:lnTo>
                    <a:pt x="3663490" y="1081040"/>
                  </a:lnTo>
                  <a:lnTo>
                    <a:pt x="3664125" y="1087523"/>
                  </a:lnTo>
                  <a:lnTo>
                    <a:pt x="3664759" y="1095023"/>
                  </a:lnTo>
                  <a:lnTo>
                    <a:pt x="3665394" y="1104014"/>
                  </a:lnTo>
                  <a:lnTo>
                    <a:pt x="3666029" y="1111975"/>
                  </a:lnTo>
                  <a:lnTo>
                    <a:pt x="3666664" y="1120067"/>
                  </a:lnTo>
                  <a:lnTo>
                    <a:pt x="3667299" y="1127955"/>
                  </a:lnTo>
                  <a:lnTo>
                    <a:pt x="3667934" y="1135494"/>
                  </a:lnTo>
                  <a:lnTo>
                    <a:pt x="3668568" y="1142185"/>
                  </a:lnTo>
                  <a:lnTo>
                    <a:pt x="3669203" y="1148109"/>
                  </a:lnTo>
                  <a:lnTo>
                    <a:pt x="3669838" y="1154047"/>
                  </a:lnTo>
                  <a:lnTo>
                    <a:pt x="3670473" y="1160011"/>
                  </a:lnTo>
                  <a:lnTo>
                    <a:pt x="3671108" y="1166091"/>
                  </a:lnTo>
                  <a:lnTo>
                    <a:pt x="3671743" y="1172045"/>
                  </a:lnTo>
                  <a:lnTo>
                    <a:pt x="3672378" y="1177661"/>
                  </a:lnTo>
                  <a:lnTo>
                    <a:pt x="3673012" y="1183629"/>
                  </a:lnTo>
                  <a:lnTo>
                    <a:pt x="3673647" y="1189191"/>
                  </a:lnTo>
                  <a:lnTo>
                    <a:pt x="3674282" y="1194657"/>
                  </a:lnTo>
                  <a:lnTo>
                    <a:pt x="3674917" y="1199764"/>
                  </a:lnTo>
                  <a:lnTo>
                    <a:pt x="3675552" y="1205758"/>
                  </a:lnTo>
                  <a:lnTo>
                    <a:pt x="3676187" y="1210765"/>
                  </a:lnTo>
                  <a:lnTo>
                    <a:pt x="3676821" y="1218172"/>
                  </a:lnTo>
                  <a:lnTo>
                    <a:pt x="3677456" y="1226103"/>
                  </a:lnTo>
                  <a:lnTo>
                    <a:pt x="3678091" y="1231807"/>
                  </a:lnTo>
                  <a:lnTo>
                    <a:pt x="3678726" y="1237758"/>
                  </a:lnTo>
                  <a:lnTo>
                    <a:pt x="3679361" y="1242406"/>
                  </a:lnTo>
                  <a:lnTo>
                    <a:pt x="3679996" y="1247527"/>
                  </a:lnTo>
                  <a:lnTo>
                    <a:pt x="3680631" y="1252648"/>
                  </a:lnTo>
                  <a:lnTo>
                    <a:pt x="3681265" y="1257789"/>
                  </a:lnTo>
                  <a:lnTo>
                    <a:pt x="3681900" y="1263186"/>
                  </a:lnTo>
                  <a:lnTo>
                    <a:pt x="3682535" y="1267824"/>
                  </a:lnTo>
                  <a:lnTo>
                    <a:pt x="3683170" y="1272142"/>
                  </a:lnTo>
                  <a:lnTo>
                    <a:pt x="3683805" y="1275858"/>
                  </a:lnTo>
                  <a:lnTo>
                    <a:pt x="3684440" y="1279370"/>
                  </a:lnTo>
                  <a:lnTo>
                    <a:pt x="3685074" y="1282343"/>
                  </a:lnTo>
                  <a:lnTo>
                    <a:pt x="3685709" y="1284503"/>
                  </a:lnTo>
                  <a:lnTo>
                    <a:pt x="3686344" y="1286103"/>
                  </a:lnTo>
                  <a:lnTo>
                    <a:pt x="3686979" y="1287962"/>
                  </a:lnTo>
                  <a:lnTo>
                    <a:pt x="3687614" y="1289245"/>
                  </a:lnTo>
                  <a:lnTo>
                    <a:pt x="3688249" y="1290232"/>
                  </a:lnTo>
                  <a:lnTo>
                    <a:pt x="3688884" y="1289622"/>
                  </a:lnTo>
                  <a:lnTo>
                    <a:pt x="3689518" y="1287145"/>
                  </a:lnTo>
                  <a:lnTo>
                    <a:pt x="3690153" y="1283401"/>
                  </a:lnTo>
                  <a:lnTo>
                    <a:pt x="3690788" y="1278199"/>
                  </a:lnTo>
                  <a:lnTo>
                    <a:pt x="3691423" y="1274082"/>
                  </a:lnTo>
                  <a:lnTo>
                    <a:pt x="3692058" y="1270405"/>
                  </a:lnTo>
                  <a:lnTo>
                    <a:pt x="3692693" y="1265380"/>
                  </a:lnTo>
                  <a:lnTo>
                    <a:pt x="3693327" y="1261459"/>
                  </a:lnTo>
                  <a:lnTo>
                    <a:pt x="3693962" y="1259632"/>
                  </a:lnTo>
                  <a:lnTo>
                    <a:pt x="3694597" y="1258206"/>
                  </a:lnTo>
                  <a:lnTo>
                    <a:pt x="3695232" y="1258698"/>
                  </a:lnTo>
                  <a:lnTo>
                    <a:pt x="3695867" y="1260014"/>
                  </a:lnTo>
                  <a:lnTo>
                    <a:pt x="3696502" y="1258000"/>
                  </a:lnTo>
                  <a:lnTo>
                    <a:pt x="3697136" y="1256073"/>
                  </a:lnTo>
                  <a:lnTo>
                    <a:pt x="3697771" y="1252499"/>
                  </a:lnTo>
                  <a:lnTo>
                    <a:pt x="3698406" y="1248314"/>
                  </a:lnTo>
                  <a:lnTo>
                    <a:pt x="3699041" y="1245388"/>
                  </a:lnTo>
                  <a:lnTo>
                    <a:pt x="3699676" y="1243554"/>
                  </a:lnTo>
                  <a:lnTo>
                    <a:pt x="3700311" y="1241536"/>
                  </a:lnTo>
                  <a:lnTo>
                    <a:pt x="3700946" y="1240736"/>
                  </a:lnTo>
                  <a:lnTo>
                    <a:pt x="3701580" y="1240124"/>
                  </a:lnTo>
                  <a:lnTo>
                    <a:pt x="3702215" y="1240041"/>
                  </a:lnTo>
                  <a:lnTo>
                    <a:pt x="3702850" y="1235752"/>
                  </a:lnTo>
                  <a:lnTo>
                    <a:pt x="3703485" y="1235348"/>
                  </a:lnTo>
                  <a:lnTo>
                    <a:pt x="3704120" y="1235232"/>
                  </a:lnTo>
                  <a:lnTo>
                    <a:pt x="3704755" y="1232063"/>
                  </a:lnTo>
                  <a:lnTo>
                    <a:pt x="3705389" y="1233356"/>
                  </a:lnTo>
                  <a:lnTo>
                    <a:pt x="3706024" y="1234172"/>
                  </a:lnTo>
                  <a:lnTo>
                    <a:pt x="3706659" y="1235935"/>
                  </a:lnTo>
                  <a:lnTo>
                    <a:pt x="3707294" y="1237478"/>
                  </a:lnTo>
                  <a:lnTo>
                    <a:pt x="3707929" y="1242993"/>
                  </a:lnTo>
                  <a:lnTo>
                    <a:pt x="3708564" y="1247877"/>
                  </a:lnTo>
                  <a:lnTo>
                    <a:pt x="3709199" y="1252926"/>
                  </a:lnTo>
                  <a:lnTo>
                    <a:pt x="3709833" y="1258376"/>
                  </a:lnTo>
                  <a:lnTo>
                    <a:pt x="3710468" y="1263030"/>
                  </a:lnTo>
                  <a:lnTo>
                    <a:pt x="3711103" y="1267048"/>
                  </a:lnTo>
                  <a:lnTo>
                    <a:pt x="3711738" y="1271282"/>
                  </a:lnTo>
                  <a:lnTo>
                    <a:pt x="3712373" y="1275545"/>
                  </a:lnTo>
                  <a:lnTo>
                    <a:pt x="3713008" y="1277490"/>
                  </a:lnTo>
                  <a:lnTo>
                    <a:pt x="3713642" y="1281779"/>
                  </a:lnTo>
                  <a:lnTo>
                    <a:pt x="3714277" y="1285788"/>
                  </a:lnTo>
                  <a:lnTo>
                    <a:pt x="3714912" y="1287767"/>
                  </a:lnTo>
                  <a:lnTo>
                    <a:pt x="3715547" y="1292656"/>
                  </a:lnTo>
                  <a:lnTo>
                    <a:pt x="3716182" y="1293945"/>
                  </a:lnTo>
                  <a:lnTo>
                    <a:pt x="3716817" y="1296677"/>
                  </a:lnTo>
                  <a:lnTo>
                    <a:pt x="3717452" y="1295405"/>
                  </a:lnTo>
                  <a:lnTo>
                    <a:pt x="3718086" y="1293345"/>
                  </a:lnTo>
                  <a:lnTo>
                    <a:pt x="3718721" y="1289757"/>
                  </a:lnTo>
                  <a:lnTo>
                    <a:pt x="3719356" y="1286465"/>
                  </a:lnTo>
                  <a:lnTo>
                    <a:pt x="3719991" y="1283798"/>
                  </a:lnTo>
                  <a:lnTo>
                    <a:pt x="3720626" y="1281539"/>
                  </a:lnTo>
                  <a:lnTo>
                    <a:pt x="3721261" y="1279861"/>
                  </a:lnTo>
                  <a:lnTo>
                    <a:pt x="3721895" y="1278698"/>
                  </a:lnTo>
                  <a:lnTo>
                    <a:pt x="3722530" y="1278142"/>
                  </a:lnTo>
                  <a:lnTo>
                    <a:pt x="3723165" y="1276473"/>
                  </a:lnTo>
                  <a:lnTo>
                    <a:pt x="3723800" y="1276109"/>
                  </a:lnTo>
                  <a:lnTo>
                    <a:pt x="3724435" y="1277100"/>
                  </a:lnTo>
                  <a:lnTo>
                    <a:pt x="3725070" y="1280005"/>
                  </a:lnTo>
                  <a:lnTo>
                    <a:pt x="3725705" y="1285862"/>
                  </a:lnTo>
                  <a:lnTo>
                    <a:pt x="3726339" y="1291568"/>
                  </a:lnTo>
                  <a:lnTo>
                    <a:pt x="3726974" y="1297252"/>
                  </a:lnTo>
                  <a:lnTo>
                    <a:pt x="3727609" y="1304883"/>
                  </a:lnTo>
                  <a:lnTo>
                    <a:pt x="3728244" y="1314399"/>
                  </a:lnTo>
                  <a:lnTo>
                    <a:pt x="3728879" y="1327861"/>
                  </a:lnTo>
                  <a:lnTo>
                    <a:pt x="3729514" y="1345153"/>
                  </a:lnTo>
                  <a:lnTo>
                    <a:pt x="3730148" y="1361542"/>
                  </a:lnTo>
                  <a:lnTo>
                    <a:pt x="3730783" y="1379388"/>
                  </a:lnTo>
                  <a:lnTo>
                    <a:pt x="3731418" y="1396378"/>
                  </a:lnTo>
                  <a:lnTo>
                    <a:pt x="3732053" y="1408802"/>
                  </a:lnTo>
                  <a:lnTo>
                    <a:pt x="3732688" y="1417702"/>
                  </a:lnTo>
                  <a:lnTo>
                    <a:pt x="3733323" y="1426712"/>
                  </a:lnTo>
                  <a:lnTo>
                    <a:pt x="3733958" y="1433572"/>
                  </a:lnTo>
                  <a:lnTo>
                    <a:pt x="3734592" y="1439945"/>
                  </a:lnTo>
                  <a:lnTo>
                    <a:pt x="3735227" y="1445441"/>
                  </a:lnTo>
                  <a:lnTo>
                    <a:pt x="3735862" y="1450459"/>
                  </a:lnTo>
                  <a:lnTo>
                    <a:pt x="3736497" y="1454986"/>
                  </a:lnTo>
                  <a:lnTo>
                    <a:pt x="3737132" y="1459486"/>
                  </a:lnTo>
                  <a:lnTo>
                    <a:pt x="3737767" y="1461816"/>
                  </a:lnTo>
                  <a:lnTo>
                    <a:pt x="3738401" y="1463824"/>
                  </a:lnTo>
                  <a:lnTo>
                    <a:pt x="3739036" y="1466703"/>
                  </a:lnTo>
                  <a:lnTo>
                    <a:pt x="3739671" y="1470083"/>
                  </a:lnTo>
                  <a:lnTo>
                    <a:pt x="3740306" y="1473538"/>
                  </a:lnTo>
                  <a:lnTo>
                    <a:pt x="3740941" y="1477071"/>
                  </a:lnTo>
                  <a:lnTo>
                    <a:pt x="3741576" y="1479948"/>
                  </a:lnTo>
                  <a:lnTo>
                    <a:pt x="3742211" y="1483254"/>
                  </a:lnTo>
                  <a:lnTo>
                    <a:pt x="3742845" y="1486616"/>
                  </a:lnTo>
                  <a:lnTo>
                    <a:pt x="3743480" y="1488951"/>
                  </a:lnTo>
                  <a:lnTo>
                    <a:pt x="3744115" y="1491574"/>
                  </a:lnTo>
                  <a:lnTo>
                    <a:pt x="3744750" y="1494498"/>
                  </a:lnTo>
                  <a:lnTo>
                    <a:pt x="3745385" y="1497493"/>
                  </a:lnTo>
                  <a:lnTo>
                    <a:pt x="3746020" y="1500251"/>
                  </a:lnTo>
                  <a:lnTo>
                    <a:pt x="3746654" y="1502335"/>
                  </a:lnTo>
                  <a:lnTo>
                    <a:pt x="3747289" y="1504760"/>
                  </a:lnTo>
                  <a:lnTo>
                    <a:pt x="3747924" y="1508332"/>
                  </a:lnTo>
                  <a:lnTo>
                    <a:pt x="3748559" y="1510709"/>
                  </a:lnTo>
                  <a:lnTo>
                    <a:pt x="3749194" y="1513299"/>
                  </a:lnTo>
                  <a:lnTo>
                    <a:pt x="3749829" y="1514354"/>
                  </a:lnTo>
                  <a:lnTo>
                    <a:pt x="3750463" y="1514350"/>
                  </a:lnTo>
                  <a:lnTo>
                    <a:pt x="3751098" y="1513790"/>
                  </a:lnTo>
                  <a:lnTo>
                    <a:pt x="3751733" y="1512872"/>
                  </a:lnTo>
                  <a:lnTo>
                    <a:pt x="3752368" y="1512016"/>
                  </a:lnTo>
                  <a:lnTo>
                    <a:pt x="3753003" y="1511170"/>
                  </a:lnTo>
                  <a:lnTo>
                    <a:pt x="3753638" y="1510584"/>
                  </a:lnTo>
                  <a:lnTo>
                    <a:pt x="3754273" y="1509512"/>
                  </a:lnTo>
                  <a:lnTo>
                    <a:pt x="3754907" y="1508391"/>
                  </a:lnTo>
                  <a:lnTo>
                    <a:pt x="3755542" y="1507180"/>
                  </a:lnTo>
                  <a:lnTo>
                    <a:pt x="3756177" y="1505717"/>
                  </a:lnTo>
                  <a:lnTo>
                    <a:pt x="3756812" y="1504423"/>
                  </a:lnTo>
                  <a:lnTo>
                    <a:pt x="3757447" y="1502700"/>
                  </a:lnTo>
                  <a:lnTo>
                    <a:pt x="3758082" y="1500483"/>
                  </a:lnTo>
                  <a:lnTo>
                    <a:pt x="3758716" y="1498068"/>
                  </a:lnTo>
                  <a:lnTo>
                    <a:pt x="3759351" y="1495306"/>
                  </a:lnTo>
                  <a:lnTo>
                    <a:pt x="3759986" y="1491951"/>
                  </a:lnTo>
                  <a:lnTo>
                    <a:pt x="3760621" y="1488479"/>
                  </a:lnTo>
                  <a:lnTo>
                    <a:pt x="3761256" y="1484610"/>
                  </a:lnTo>
                  <a:lnTo>
                    <a:pt x="3761891" y="1480986"/>
                  </a:lnTo>
                  <a:lnTo>
                    <a:pt x="3762526" y="1476764"/>
                  </a:lnTo>
                  <a:lnTo>
                    <a:pt x="3763160" y="1472616"/>
                  </a:lnTo>
                  <a:lnTo>
                    <a:pt x="3763795" y="1468353"/>
                  </a:lnTo>
                  <a:lnTo>
                    <a:pt x="3764430" y="1463515"/>
                  </a:lnTo>
                  <a:lnTo>
                    <a:pt x="3765065" y="1458278"/>
                  </a:lnTo>
                  <a:lnTo>
                    <a:pt x="3765700" y="1453311"/>
                  </a:lnTo>
                  <a:lnTo>
                    <a:pt x="3766335" y="1448290"/>
                  </a:lnTo>
                  <a:lnTo>
                    <a:pt x="3766969" y="1443461"/>
                  </a:lnTo>
                  <a:lnTo>
                    <a:pt x="3767604" y="1438779"/>
                  </a:lnTo>
                  <a:lnTo>
                    <a:pt x="3768239" y="1434196"/>
                  </a:lnTo>
                  <a:lnTo>
                    <a:pt x="3768874" y="1429109"/>
                  </a:lnTo>
                  <a:lnTo>
                    <a:pt x="3769509" y="1423871"/>
                  </a:lnTo>
                  <a:lnTo>
                    <a:pt x="3770144" y="1418461"/>
                  </a:lnTo>
                  <a:lnTo>
                    <a:pt x="3770779" y="1413010"/>
                  </a:lnTo>
                  <a:lnTo>
                    <a:pt x="3771413" y="1407749"/>
                  </a:lnTo>
                  <a:lnTo>
                    <a:pt x="3772048" y="1402314"/>
                  </a:lnTo>
                  <a:lnTo>
                    <a:pt x="3772683" y="1397939"/>
                  </a:lnTo>
                  <a:lnTo>
                    <a:pt x="3773318" y="1394155"/>
                  </a:lnTo>
                  <a:lnTo>
                    <a:pt x="3773953" y="1391588"/>
                  </a:lnTo>
                  <a:lnTo>
                    <a:pt x="3774588" y="1388270"/>
                  </a:lnTo>
                  <a:lnTo>
                    <a:pt x="3775222" y="1385413"/>
                  </a:lnTo>
                  <a:lnTo>
                    <a:pt x="3775857" y="1378581"/>
                  </a:lnTo>
                  <a:lnTo>
                    <a:pt x="3776492" y="1371759"/>
                  </a:lnTo>
                  <a:lnTo>
                    <a:pt x="3777127" y="1365344"/>
                  </a:lnTo>
                  <a:lnTo>
                    <a:pt x="3777762" y="1359917"/>
                  </a:lnTo>
                  <a:lnTo>
                    <a:pt x="3778397" y="1356358"/>
                  </a:lnTo>
                  <a:lnTo>
                    <a:pt x="3779032" y="1354584"/>
                  </a:lnTo>
                  <a:lnTo>
                    <a:pt x="3779666" y="1355182"/>
                  </a:lnTo>
                  <a:lnTo>
                    <a:pt x="3780301" y="1357298"/>
                  </a:lnTo>
                  <a:lnTo>
                    <a:pt x="3780936" y="1358224"/>
                  </a:lnTo>
                  <a:lnTo>
                    <a:pt x="3781571" y="1360638"/>
                  </a:lnTo>
                  <a:lnTo>
                    <a:pt x="3782206" y="1363332"/>
                  </a:lnTo>
                  <a:lnTo>
                    <a:pt x="3782841" y="1366296"/>
                  </a:lnTo>
                  <a:lnTo>
                    <a:pt x="3783475" y="1368939"/>
                  </a:lnTo>
                  <a:lnTo>
                    <a:pt x="3784110" y="1371861"/>
                  </a:lnTo>
                  <a:lnTo>
                    <a:pt x="3784745" y="1376289"/>
                  </a:lnTo>
                  <a:lnTo>
                    <a:pt x="3785380" y="1380472"/>
                  </a:lnTo>
                  <a:lnTo>
                    <a:pt x="3786015" y="1384216"/>
                  </a:lnTo>
                  <a:lnTo>
                    <a:pt x="3786650" y="1387465"/>
                  </a:lnTo>
                  <a:lnTo>
                    <a:pt x="3787285" y="1390092"/>
                  </a:lnTo>
                  <a:lnTo>
                    <a:pt x="3787919" y="1391903"/>
                  </a:lnTo>
                  <a:lnTo>
                    <a:pt x="3788554" y="1392089"/>
                  </a:lnTo>
                  <a:lnTo>
                    <a:pt x="3789189" y="1390942"/>
                  </a:lnTo>
                  <a:lnTo>
                    <a:pt x="3789824" y="1389110"/>
                  </a:lnTo>
                  <a:lnTo>
                    <a:pt x="3790459" y="1385829"/>
                  </a:lnTo>
                  <a:lnTo>
                    <a:pt x="3791094" y="1381267"/>
                  </a:lnTo>
                  <a:lnTo>
                    <a:pt x="3791728" y="1375723"/>
                  </a:lnTo>
                  <a:lnTo>
                    <a:pt x="3792363" y="1368225"/>
                  </a:lnTo>
                  <a:lnTo>
                    <a:pt x="3792998" y="1360241"/>
                  </a:lnTo>
                  <a:lnTo>
                    <a:pt x="3793633" y="1351494"/>
                  </a:lnTo>
                  <a:lnTo>
                    <a:pt x="3794268" y="1342208"/>
                  </a:lnTo>
                  <a:lnTo>
                    <a:pt x="3794903" y="1332690"/>
                  </a:lnTo>
                  <a:lnTo>
                    <a:pt x="3795538" y="1323010"/>
                  </a:lnTo>
                  <a:lnTo>
                    <a:pt x="3796172" y="1309052"/>
                  </a:lnTo>
                  <a:lnTo>
                    <a:pt x="3796807" y="1293405"/>
                  </a:lnTo>
                  <a:lnTo>
                    <a:pt x="3797442" y="1277691"/>
                  </a:lnTo>
                  <a:lnTo>
                    <a:pt x="3798077" y="1262623"/>
                  </a:lnTo>
                  <a:lnTo>
                    <a:pt x="3798712" y="1248257"/>
                  </a:lnTo>
                  <a:lnTo>
                    <a:pt x="3799347" y="1234621"/>
                  </a:lnTo>
                  <a:lnTo>
                    <a:pt x="3799981" y="1222191"/>
                  </a:lnTo>
                  <a:lnTo>
                    <a:pt x="3800616" y="1213611"/>
                  </a:lnTo>
                  <a:lnTo>
                    <a:pt x="3801251" y="1206015"/>
                  </a:lnTo>
                  <a:lnTo>
                    <a:pt x="3801886" y="1199115"/>
                  </a:lnTo>
                  <a:lnTo>
                    <a:pt x="3802521" y="1192175"/>
                  </a:lnTo>
                  <a:lnTo>
                    <a:pt x="3803156" y="1185713"/>
                  </a:lnTo>
                  <a:lnTo>
                    <a:pt x="3803790" y="1179910"/>
                  </a:lnTo>
                  <a:lnTo>
                    <a:pt x="3804425" y="1174516"/>
                  </a:lnTo>
                  <a:lnTo>
                    <a:pt x="3805060" y="1170009"/>
                  </a:lnTo>
                  <a:lnTo>
                    <a:pt x="3805695" y="1167251"/>
                  </a:lnTo>
                  <a:lnTo>
                    <a:pt x="3806330" y="1166340"/>
                  </a:lnTo>
                  <a:lnTo>
                    <a:pt x="3806965" y="1165905"/>
                  </a:lnTo>
                  <a:lnTo>
                    <a:pt x="3807600" y="1166435"/>
                  </a:lnTo>
                  <a:lnTo>
                    <a:pt x="3808234" y="1167304"/>
                  </a:lnTo>
                  <a:lnTo>
                    <a:pt x="3808869" y="1168287"/>
                  </a:lnTo>
                  <a:lnTo>
                    <a:pt x="3809504" y="1169284"/>
                  </a:lnTo>
                  <a:lnTo>
                    <a:pt x="3810139" y="1170608"/>
                  </a:lnTo>
                  <a:lnTo>
                    <a:pt x="3810774" y="1172529"/>
                  </a:lnTo>
                  <a:lnTo>
                    <a:pt x="3811409" y="1174246"/>
                  </a:lnTo>
                  <a:lnTo>
                    <a:pt x="3812043" y="1176704"/>
                  </a:lnTo>
                  <a:lnTo>
                    <a:pt x="3812678" y="1180414"/>
                  </a:lnTo>
                  <a:lnTo>
                    <a:pt x="3813313" y="1184570"/>
                  </a:lnTo>
                  <a:lnTo>
                    <a:pt x="3813948" y="1189039"/>
                  </a:lnTo>
                  <a:lnTo>
                    <a:pt x="3814583" y="1193376"/>
                  </a:lnTo>
                  <a:lnTo>
                    <a:pt x="3815218" y="1197485"/>
                  </a:lnTo>
                  <a:lnTo>
                    <a:pt x="3815853" y="1201365"/>
                  </a:lnTo>
                  <a:lnTo>
                    <a:pt x="3816487" y="1206404"/>
                  </a:lnTo>
                  <a:lnTo>
                    <a:pt x="3817122" y="1211889"/>
                  </a:lnTo>
                  <a:lnTo>
                    <a:pt x="3817757" y="1218474"/>
                  </a:lnTo>
                  <a:lnTo>
                    <a:pt x="3818392" y="1223379"/>
                  </a:lnTo>
                  <a:lnTo>
                    <a:pt x="3819027" y="1228538"/>
                  </a:lnTo>
                  <a:lnTo>
                    <a:pt x="3819662" y="1234415"/>
                  </a:lnTo>
                  <a:lnTo>
                    <a:pt x="3820296" y="1240985"/>
                  </a:lnTo>
                  <a:lnTo>
                    <a:pt x="3820931" y="1248153"/>
                  </a:lnTo>
                  <a:lnTo>
                    <a:pt x="3821566" y="1255425"/>
                  </a:lnTo>
                  <a:lnTo>
                    <a:pt x="3822201" y="1261395"/>
                  </a:lnTo>
                  <a:lnTo>
                    <a:pt x="3822836" y="1266446"/>
                  </a:lnTo>
                  <a:lnTo>
                    <a:pt x="3823471" y="1271271"/>
                  </a:lnTo>
                  <a:lnTo>
                    <a:pt x="3824106" y="1276041"/>
                  </a:lnTo>
                  <a:lnTo>
                    <a:pt x="3824740" y="1279704"/>
                  </a:lnTo>
                  <a:lnTo>
                    <a:pt x="3825375" y="1283726"/>
                  </a:lnTo>
                  <a:lnTo>
                    <a:pt x="3826010" y="1286836"/>
                  </a:lnTo>
                  <a:lnTo>
                    <a:pt x="3826645" y="1289083"/>
                  </a:lnTo>
                  <a:lnTo>
                    <a:pt x="3827280" y="1291805"/>
                  </a:lnTo>
                  <a:lnTo>
                    <a:pt x="3827915" y="1297157"/>
                  </a:lnTo>
                  <a:lnTo>
                    <a:pt x="3828549" y="1302391"/>
                  </a:lnTo>
                  <a:lnTo>
                    <a:pt x="3829184" y="1306364"/>
                  </a:lnTo>
                  <a:lnTo>
                    <a:pt x="3829819" y="1313472"/>
                  </a:lnTo>
                  <a:lnTo>
                    <a:pt x="3830454" y="1315939"/>
                  </a:lnTo>
                  <a:lnTo>
                    <a:pt x="3831089" y="1317840"/>
                  </a:lnTo>
                  <a:lnTo>
                    <a:pt x="3831724" y="1320362"/>
                  </a:lnTo>
                  <a:lnTo>
                    <a:pt x="3832359" y="1318456"/>
                  </a:lnTo>
                  <a:lnTo>
                    <a:pt x="3832993" y="1316442"/>
                  </a:lnTo>
                  <a:lnTo>
                    <a:pt x="3833628" y="1314318"/>
                  </a:lnTo>
                  <a:lnTo>
                    <a:pt x="3834263" y="1312908"/>
                  </a:lnTo>
                  <a:lnTo>
                    <a:pt x="3834898" y="1310686"/>
                  </a:lnTo>
                  <a:lnTo>
                    <a:pt x="3835533" y="1309433"/>
                  </a:lnTo>
                  <a:lnTo>
                    <a:pt x="3836168" y="1307897"/>
                  </a:lnTo>
                  <a:lnTo>
                    <a:pt x="3836802" y="1305718"/>
                  </a:lnTo>
                  <a:lnTo>
                    <a:pt x="3837437" y="1303378"/>
                  </a:lnTo>
                  <a:lnTo>
                    <a:pt x="3838072" y="1301486"/>
                  </a:lnTo>
                  <a:lnTo>
                    <a:pt x="3838707" y="1300265"/>
                  </a:lnTo>
                  <a:lnTo>
                    <a:pt x="3839342" y="1299813"/>
                  </a:lnTo>
                  <a:lnTo>
                    <a:pt x="3839977" y="1299584"/>
                  </a:lnTo>
                  <a:lnTo>
                    <a:pt x="3840612" y="1299676"/>
                  </a:lnTo>
                  <a:lnTo>
                    <a:pt x="3841246" y="1299905"/>
                  </a:lnTo>
                  <a:lnTo>
                    <a:pt x="3841881" y="1302215"/>
                  </a:lnTo>
                  <a:lnTo>
                    <a:pt x="3842516" y="1302518"/>
                  </a:lnTo>
                  <a:lnTo>
                    <a:pt x="3843151" y="1303506"/>
                  </a:lnTo>
                  <a:lnTo>
                    <a:pt x="3843786" y="1304636"/>
                  </a:lnTo>
                  <a:lnTo>
                    <a:pt x="3844421" y="1308392"/>
                  </a:lnTo>
                  <a:lnTo>
                    <a:pt x="3845055" y="1312339"/>
                  </a:lnTo>
                  <a:lnTo>
                    <a:pt x="3845690" y="1316707"/>
                  </a:lnTo>
                  <a:lnTo>
                    <a:pt x="3846325" y="1321921"/>
                  </a:lnTo>
                  <a:lnTo>
                    <a:pt x="3846960" y="1326826"/>
                  </a:lnTo>
                  <a:lnTo>
                    <a:pt x="3847595" y="1331729"/>
                  </a:lnTo>
                  <a:lnTo>
                    <a:pt x="3848230" y="1336695"/>
                  </a:lnTo>
                  <a:lnTo>
                    <a:pt x="3848865" y="1341607"/>
                  </a:lnTo>
                  <a:lnTo>
                    <a:pt x="3849499" y="1346947"/>
                  </a:lnTo>
                  <a:lnTo>
                    <a:pt x="3850134" y="1353866"/>
                  </a:lnTo>
                  <a:lnTo>
                    <a:pt x="3850769" y="1361116"/>
                  </a:lnTo>
                  <a:lnTo>
                    <a:pt x="3851404" y="1367096"/>
                  </a:lnTo>
                  <a:lnTo>
                    <a:pt x="3852039" y="1370567"/>
                  </a:lnTo>
                  <a:lnTo>
                    <a:pt x="3852674" y="1371090"/>
                  </a:lnTo>
                  <a:lnTo>
                    <a:pt x="3853308" y="1370260"/>
                  </a:lnTo>
                  <a:lnTo>
                    <a:pt x="3853943" y="1368059"/>
                  </a:lnTo>
                  <a:lnTo>
                    <a:pt x="3854578" y="1364843"/>
                  </a:lnTo>
                  <a:lnTo>
                    <a:pt x="3855213" y="1360202"/>
                  </a:lnTo>
                  <a:lnTo>
                    <a:pt x="3855848" y="1354692"/>
                  </a:lnTo>
                  <a:lnTo>
                    <a:pt x="3856483" y="1349068"/>
                  </a:lnTo>
                  <a:lnTo>
                    <a:pt x="3857118" y="1342985"/>
                  </a:lnTo>
                  <a:lnTo>
                    <a:pt x="3857752" y="1336079"/>
                  </a:lnTo>
                  <a:lnTo>
                    <a:pt x="3858387" y="1328493"/>
                  </a:lnTo>
                  <a:lnTo>
                    <a:pt x="3859022" y="1319321"/>
                  </a:lnTo>
                  <a:lnTo>
                    <a:pt x="3859657" y="1309425"/>
                  </a:lnTo>
                  <a:lnTo>
                    <a:pt x="3860292" y="1298545"/>
                  </a:lnTo>
                  <a:lnTo>
                    <a:pt x="3860927" y="1287033"/>
                  </a:lnTo>
                  <a:lnTo>
                    <a:pt x="3861561" y="1275226"/>
                  </a:lnTo>
                  <a:lnTo>
                    <a:pt x="3862196" y="1258723"/>
                  </a:lnTo>
                  <a:lnTo>
                    <a:pt x="3862831" y="1242770"/>
                  </a:lnTo>
                  <a:lnTo>
                    <a:pt x="3863466" y="1228391"/>
                  </a:lnTo>
                  <a:lnTo>
                    <a:pt x="3864101" y="1214153"/>
                  </a:lnTo>
                  <a:lnTo>
                    <a:pt x="3864736" y="1200909"/>
                  </a:lnTo>
                  <a:lnTo>
                    <a:pt x="3865370" y="1186636"/>
                  </a:lnTo>
                  <a:lnTo>
                    <a:pt x="3866005" y="1171403"/>
                  </a:lnTo>
                  <a:lnTo>
                    <a:pt x="3866640" y="1156282"/>
                  </a:lnTo>
                  <a:lnTo>
                    <a:pt x="3867275" y="1141247"/>
                  </a:lnTo>
                  <a:lnTo>
                    <a:pt x="3867910" y="1126475"/>
                  </a:lnTo>
                  <a:lnTo>
                    <a:pt x="3868545" y="1113984"/>
                  </a:lnTo>
                  <a:lnTo>
                    <a:pt x="3869180" y="1102278"/>
                  </a:lnTo>
                  <a:lnTo>
                    <a:pt x="3869814" y="1092012"/>
                  </a:lnTo>
                  <a:lnTo>
                    <a:pt x="3870449" y="1083713"/>
                  </a:lnTo>
                  <a:lnTo>
                    <a:pt x="3871084" y="1076362"/>
                  </a:lnTo>
                  <a:lnTo>
                    <a:pt x="3871719" y="1069574"/>
                  </a:lnTo>
                  <a:lnTo>
                    <a:pt x="3872354" y="1063925"/>
                  </a:lnTo>
                  <a:lnTo>
                    <a:pt x="3872989" y="1058576"/>
                  </a:lnTo>
                  <a:lnTo>
                    <a:pt x="3873623" y="1054221"/>
                  </a:lnTo>
                  <a:lnTo>
                    <a:pt x="3874258" y="1050732"/>
                  </a:lnTo>
                  <a:lnTo>
                    <a:pt x="3874893" y="1048582"/>
                  </a:lnTo>
                  <a:lnTo>
                    <a:pt x="3875528" y="1047706"/>
                  </a:lnTo>
                  <a:lnTo>
                    <a:pt x="3876163" y="1047317"/>
                  </a:lnTo>
                  <a:lnTo>
                    <a:pt x="3876798" y="1047477"/>
                  </a:lnTo>
                  <a:lnTo>
                    <a:pt x="3877433" y="1047898"/>
                  </a:lnTo>
                  <a:lnTo>
                    <a:pt x="3878067" y="1048534"/>
                  </a:lnTo>
                  <a:lnTo>
                    <a:pt x="3878702" y="1049937"/>
                  </a:lnTo>
                  <a:lnTo>
                    <a:pt x="3879337" y="1051266"/>
                  </a:lnTo>
                  <a:lnTo>
                    <a:pt x="3879972" y="1052198"/>
                  </a:lnTo>
                  <a:lnTo>
                    <a:pt x="3880607" y="1052736"/>
                  </a:lnTo>
                  <a:lnTo>
                    <a:pt x="3881242" y="1052499"/>
                  </a:lnTo>
                  <a:lnTo>
                    <a:pt x="3881876" y="1050888"/>
                  </a:lnTo>
                  <a:lnTo>
                    <a:pt x="3882511" y="1048644"/>
                  </a:lnTo>
                  <a:lnTo>
                    <a:pt x="3883146" y="1045439"/>
                  </a:lnTo>
                  <a:lnTo>
                    <a:pt x="3883781" y="1041315"/>
                  </a:lnTo>
                  <a:lnTo>
                    <a:pt x="3884416" y="1036386"/>
                  </a:lnTo>
                  <a:lnTo>
                    <a:pt x="3885051" y="1031401"/>
                  </a:lnTo>
                  <a:lnTo>
                    <a:pt x="3885686" y="1026813"/>
                  </a:lnTo>
                  <a:lnTo>
                    <a:pt x="3886320" y="1022990"/>
                  </a:lnTo>
                  <a:lnTo>
                    <a:pt x="3886955" y="1019769"/>
                  </a:lnTo>
                  <a:lnTo>
                    <a:pt x="3887590" y="1016665"/>
                  </a:lnTo>
                  <a:lnTo>
                    <a:pt x="3888225" y="1013019"/>
                  </a:lnTo>
                  <a:lnTo>
                    <a:pt x="3888860" y="1008369"/>
                  </a:lnTo>
                  <a:lnTo>
                    <a:pt x="3889495" y="1004297"/>
                  </a:lnTo>
                  <a:lnTo>
                    <a:pt x="3890129" y="999783"/>
                  </a:lnTo>
                  <a:lnTo>
                    <a:pt x="3890764" y="995800"/>
                  </a:lnTo>
                  <a:lnTo>
                    <a:pt x="3891399" y="992582"/>
                  </a:lnTo>
                  <a:lnTo>
                    <a:pt x="3892034" y="989269"/>
                  </a:lnTo>
                  <a:lnTo>
                    <a:pt x="3892669" y="986531"/>
                  </a:lnTo>
                  <a:lnTo>
                    <a:pt x="3893304" y="984444"/>
                  </a:lnTo>
                  <a:lnTo>
                    <a:pt x="3893939" y="982441"/>
                  </a:lnTo>
                  <a:lnTo>
                    <a:pt x="3894573" y="979353"/>
                  </a:lnTo>
                  <a:lnTo>
                    <a:pt x="3895208" y="977368"/>
                  </a:lnTo>
                  <a:lnTo>
                    <a:pt x="3895843" y="975150"/>
                  </a:lnTo>
                  <a:lnTo>
                    <a:pt x="3896478" y="972636"/>
                  </a:lnTo>
                  <a:lnTo>
                    <a:pt x="3897113" y="969694"/>
                  </a:lnTo>
                  <a:lnTo>
                    <a:pt x="3897748" y="966725"/>
                  </a:lnTo>
                  <a:lnTo>
                    <a:pt x="3898382" y="963933"/>
                  </a:lnTo>
                  <a:lnTo>
                    <a:pt x="3899017" y="961569"/>
                  </a:lnTo>
                  <a:lnTo>
                    <a:pt x="3899652" y="959073"/>
                  </a:lnTo>
                  <a:lnTo>
                    <a:pt x="3900287" y="956742"/>
                  </a:lnTo>
                  <a:lnTo>
                    <a:pt x="3900922" y="954416"/>
                  </a:lnTo>
                  <a:lnTo>
                    <a:pt x="3901557" y="953860"/>
                  </a:lnTo>
                  <a:lnTo>
                    <a:pt x="3902192" y="953275"/>
                  </a:lnTo>
                  <a:lnTo>
                    <a:pt x="3902826" y="956947"/>
                  </a:lnTo>
                  <a:lnTo>
                    <a:pt x="3903461" y="961077"/>
                  </a:lnTo>
                  <a:lnTo>
                    <a:pt x="3904096" y="965609"/>
                  </a:lnTo>
                  <a:lnTo>
                    <a:pt x="3904731" y="970262"/>
                  </a:lnTo>
                  <a:lnTo>
                    <a:pt x="3905366" y="974424"/>
                  </a:lnTo>
                  <a:lnTo>
                    <a:pt x="3906001" y="977480"/>
                  </a:lnTo>
                  <a:lnTo>
                    <a:pt x="3906635" y="980383"/>
                  </a:lnTo>
                  <a:lnTo>
                    <a:pt x="3907270" y="983647"/>
                  </a:lnTo>
                  <a:lnTo>
                    <a:pt x="3907905" y="987310"/>
                  </a:lnTo>
                  <a:lnTo>
                    <a:pt x="3908540" y="990755"/>
                  </a:lnTo>
                  <a:lnTo>
                    <a:pt x="3909175" y="993981"/>
                  </a:lnTo>
                  <a:lnTo>
                    <a:pt x="3909810" y="997150"/>
                  </a:lnTo>
                  <a:lnTo>
                    <a:pt x="3910445" y="999323"/>
                  </a:lnTo>
                  <a:lnTo>
                    <a:pt x="3911079" y="1000215"/>
                  </a:lnTo>
                  <a:lnTo>
                    <a:pt x="3911714" y="998562"/>
                  </a:lnTo>
                  <a:lnTo>
                    <a:pt x="3912349" y="995956"/>
                  </a:lnTo>
                  <a:lnTo>
                    <a:pt x="3912984" y="992517"/>
                  </a:lnTo>
                  <a:lnTo>
                    <a:pt x="3913619" y="990676"/>
                  </a:lnTo>
                  <a:lnTo>
                    <a:pt x="3914254" y="988676"/>
                  </a:lnTo>
                  <a:lnTo>
                    <a:pt x="3914888" y="985745"/>
                  </a:lnTo>
                  <a:lnTo>
                    <a:pt x="3915523" y="982621"/>
                  </a:lnTo>
                  <a:lnTo>
                    <a:pt x="3916158" y="979019"/>
                  </a:lnTo>
                  <a:lnTo>
                    <a:pt x="3916793" y="974830"/>
                  </a:lnTo>
                  <a:lnTo>
                    <a:pt x="3917428" y="970517"/>
                  </a:lnTo>
                  <a:lnTo>
                    <a:pt x="3918063" y="966114"/>
                  </a:lnTo>
                  <a:lnTo>
                    <a:pt x="3918697" y="962139"/>
                  </a:lnTo>
                  <a:lnTo>
                    <a:pt x="3919332" y="958635"/>
                  </a:lnTo>
                  <a:lnTo>
                    <a:pt x="3919967" y="956091"/>
                  </a:lnTo>
                  <a:lnTo>
                    <a:pt x="3920602" y="954557"/>
                  </a:lnTo>
                  <a:lnTo>
                    <a:pt x="3921237" y="953614"/>
                  </a:lnTo>
                  <a:lnTo>
                    <a:pt x="3921872" y="953017"/>
                  </a:lnTo>
                  <a:lnTo>
                    <a:pt x="3922507" y="955361"/>
                  </a:lnTo>
                  <a:lnTo>
                    <a:pt x="3923141" y="959943"/>
                  </a:lnTo>
                  <a:lnTo>
                    <a:pt x="3923776" y="968743"/>
                  </a:lnTo>
                  <a:lnTo>
                    <a:pt x="3924411" y="977174"/>
                  </a:lnTo>
                  <a:lnTo>
                    <a:pt x="3925046" y="985831"/>
                  </a:lnTo>
                  <a:lnTo>
                    <a:pt x="3925681" y="994941"/>
                  </a:lnTo>
                  <a:lnTo>
                    <a:pt x="3926316" y="1003237"/>
                  </a:lnTo>
                  <a:lnTo>
                    <a:pt x="3926950" y="1010442"/>
                  </a:lnTo>
                  <a:lnTo>
                    <a:pt x="3927585" y="1013500"/>
                  </a:lnTo>
                  <a:lnTo>
                    <a:pt x="3928220" y="1015594"/>
                  </a:lnTo>
                  <a:lnTo>
                    <a:pt x="3928855" y="1017011"/>
                  </a:lnTo>
                  <a:lnTo>
                    <a:pt x="3929490" y="1018124"/>
                  </a:lnTo>
                  <a:lnTo>
                    <a:pt x="3930125" y="1018539"/>
                  </a:lnTo>
                  <a:lnTo>
                    <a:pt x="3930760" y="1018103"/>
                  </a:lnTo>
                  <a:lnTo>
                    <a:pt x="3931394" y="1016671"/>
                  </a:lnTo>
                  <a:lnTo>
                    <a:pt x="3932029" y="1014582"/>
                  </a:lnTo>
                  <a:lnTo>
                    <a:pt x="3932664" y="1011099"/>
                  </a:lnTo>
                  <a:lnTo>
                    <a:pt x="3933299" y="1002863"/>
                  </a:lnTo>
                  <a:lnTo>
                    <a:pt x="3933934" y="993382"/>
                  </a:lnTo>
                  <a:lnTo>
                    <a:pt x="3934569" y="982271"/>
                  </a:lnTo>
                  <a:lnTo>
                    <a:pt x="3935203" y="973311"/>
                  </a:lnTo>
                  <a:lnTo>
                    <a:pt x="3935838" y="964144"/>
                  </a:lnTo>
                  <a:lnTo>
                    <a:pt x="3936473" y="956415"/>
                  </a:lnTo>
                  <a:lnTo>
                    <a:pt x="3937108" y="948012"/>
                  </a:lnTo>
                  <a:lnTo>
                    <a:pt x="3937743" y="938989"/>
                  </a:lnTo>
                  <a:lnTo>
                    <a:pt x="3938378" y="930594"/>
                  </a:lnTo>
                  <a:lnTo>
                    <a:pt x="3939013" y="922142"/>
                  </a:lnTo>
                  <a:lnTo>
                    <a:pt x="3939647" y="913750"/>
                  </a:lnTo>
                  <a:lnTo>
                    <a:pt x="3940282" y="907549"/>
                  </a:lnTo>
                  <a:lnTo>
                    <a:pt x="3940917" y="901279"/>
                  </a:lnTo>
                  <a:lnTo>
                    <a:pt x="3941552" y="895238"/>
                  </a:lnTo>
                  <a:lnTo>
                    <a:pt x="3942187" y="889179"/>
                  </a:lnTo>
                  <a:lnTo>
                    <a:pt x="3942822" y="883888"/>
                  </a:lnTo>
                  <a:lnTo>
                    <a:pt x="3943456" y="878683"/>
                  </a:lnTo>
                  <a:lnTo>
                    <a:pt x="3944091" y="873867"/>
                  </a:lnTo>
                  <a:lnTo>
                    <a:pt x="3944726" y="870125"/>
                  </a:lnTo>
                  <a:lnTo>
                    <a:pt x="3945361" y="865820"/>
                  </a:lnTo>
                  <a:lnTo>
                    <a:pt x="3945996" y="862882"/>
                  </a:lnTo>
                  <a:lnTo>
                    <a:pt x="3946631" y="861001"/>
                  </a:lnTo>
                  <a:lnTo>
                    <a:pt x="3947266" y="858061"/>
                  </a:lnTo>
                  <a:lnTo>
                    <a:pt x="3947900" y="855482"/>
                  </a:lnTo>
                  <a:lnTo>
                    <a:pt x="3948535" y="853235"/>
                  </a:lnTo>
                  <a:lnTo>
                    <a:pt x="3949170" y="851407"/>
                  </a:lnTo>
                  <a:lnTo>
                    <a:pt x="3949805" y="850066"/>
                  </a:lnTo>
                  <a:lnTo>
                    <a:pt x="3950440" y="850552"/>
                  </a:lnTo>
                  <a:lnTo>
                    <a:pt x="3951075" y="851731"/>
                  </a:lnTo>
                  <a:lnTo>
                    <a:pt x="3951709" y="853287"/>
                  </a:lnTo>
                  <a:lnTo>
                    <a:pt x="3952344" y="855992"/>
                  </a:lnTo>
                  <a:lnTo>
                    <a:pt x="3952979" y="860328"/>
                  </a:lnTo>
                  <a:lnTo>
                    <a:pt x="3953614" y="866268"/>
                  </a:lnTo>
                  <a:lnTo>
                    <a:pt x="3954249" y="873429"/>
                  </a:lnTo>
                  <a:lnTo>
                    <a:pt x="3954884" y="877510"/>
                  </a:lnTo>
                  <a:lnTo>
                    <a:pt x="3955519" y="883026"/>
                  </a:lnTo>
                  <a:lnTo>
                    <a:pt x="3956153" y="889072"/>
                  </a:lnTo>
                  <a:lnTo>
                    <a:pt x="3956788" y="895720"/>
                  </a:lnTo>
                  <a:lnTo>
                    <a:pt x="3957423" y="902624"/>
                  </a:lnTo>
                  <a:lnTo>
                    <a:pt x="3958058" y="909558"/>
                  </a:lnTo>
                  <a:lnTo>
                    <a:pt x="3958693" y="917331"/>
                  </a:lnTo>
                  <a:lnTo>
                    <a:pt x="3959328" y="925590"/>
                  </a:lnTo>
                  <a:lnTo>
                    <a:pt x="3959962" y="933684"/>
                  </a:lnTo>
                  <a:lnTo>
                    <a:pt x="3960597" y="941783"/>
                  </a:lnTo>
                  <a:lnTo>
                    <a:pt x="3961232" y="949083"/>
                  </a:lnTo>
                  <a:lnTo>
                    <a:pt x="3961867" y="956511"/>
                  </a:lnTo>
                  <a:lnTo>
                    <a:pt x="3962502" y="963666"/>
                  </a:lnTo>
                  <a:lnTo>
                    <a:pt x="3963137" y="970472"/>
                  </a:lnTo>
                  <a:lnTo>
                    <a:pt x="3963772" y="978088"/>
                  </a:lnTo>
                  <a:lnTo>
                    <a:pt x="3964406" y="986041"/>
                  </a:lnTo>
                  <a:lnTo>
                    <a:pt x="3965041" y="993539"/>
                  </a:lnTo>
                  <a:lnTo>
                    <a:pt x="3965676" y="1000429"/>
                  </a:lnTo>
                  <a:lnTo>
                    <a:pt x="3966311" y="1006698"/>
                  </a:lnTo>
                  <a:lnTo>
                    <a:pt x="3966946" y="1012508"/>
                  </a:lnTo>
                  <a:lnTo>
                    <a:pt x="3967581" y="1017917"/>
                  </a:lnTo>
                  <a:lnTo>
                    <a:pt x="3968215" y="1022929"/>
                  </a:lnTo>
                  <a:lnTo>
                    <a:pt x="3968850" y="1027616"/>
                  </a:lnTo>
                  <a:lnTo>
                    <a:pt x="3969485" y="1034868"/>
                  </a:lnTo>
                  <a:lnTo>
                    <a:pt x="3970120" y="1041041"/>
                  </a:lnTo>
                  <a:lnTo>
                    <a:pt x="3970755" y="1046072"/>
                  </a:lnTo>
                  <a:lnTo>
                    <a:pt x="3971390" y="1050091"/>
                  </a:lnTo>
                  <a:lnTo>
                    <a:pt x="3972024" y="1053609"/>
                  </a:lnTo>
                  <a:lnTo>
                    <a:pt x="3972659" y="1056258"/>
                  </a:lnTo>
                  <a:lnTo>
                    <a:pt x="3973294" y="1057216"/>
                  </a:lnTo>
                  <a:lnTo>
                    <a:pt x="3973929" y="1057093"/>
                  </a:lnTo>
                  <a:lnTo>
                    <a:pt x="3974564" y="1056233"/>
                  </a:lnTo>
                  <a:lnTo>
                    <a:pt x="3975199" y="1054514"/>
                  </a:lnTo>
                  <a:lnTo>
                    <a:pt x="3975834" y="1052308"/>
                  </a:lnTo>
                  <a:lnTo>
                    <a:pt x="3976468" y="1049102"/>
                  </a:lnTo>
                  <a:lnTo>
                    <a:pt x="3977103" y="1045859"/>
                  </a:lnTo>
                  <a:lnTo>
                    <a:pt x="3977738" y="1041638"/>
                  </a:lnTo>
                  <a:lnTo>
                    <a:pt x="3978373" y="1037921"/>
                  </a:lnTo>
                  <a:lnTo>
                    <a:pt x="3979008" y="1035047"/>
                  </a:lnTo>
                  <a:lnTo>
                    <a:pt x="3979643" y="1032337"/>
                  </a:lnTo>
                  <a:lnTo>
                    <a:pt x="3980277" y="1031050"/>
                  </a:lnTo>
                  <a:lnTo>
                    <a:pt x="3980912" y="1031203"/>
                  </a:lnTo>
                  <a:lnTo>
                    <a:pt x="3981547" y="1032560"/>
                  </a:lnTo>
                  <a:lnTo>
                    <a:pt x="3982182" y="1034877"/>
                  </a:lnTo>
                  <a:lnTo>
                    <a:pt x="3982817" y="1038194"/>
                  </a:lnTo>
                  <a:lnTo>
                    <a:pt x="3983452" y="1041464"/>
                  </a:lnTo>
                  <a:lnTo>
                    <a:pt x="3984087" y="1045778"/>
                  </a:lnTo>
                  <a:lnTo>
                    <a:pt x="3984721" y="1050811"/>
                  </a:lnTo>
                  <a:lnTo>
                    <a:pt x="3985356" y="1057409"/>
                  </a:lnTo>
                  <a:lnTo>
                    <a:pt x="3985991" y="1064826"/>
                  </a:lnTo>
                  <a:lnTo>
                    <a:pt x="3986626" y="1072236"/>
                  </a:lnTo>
                  <a:lnTo>
                    <a:pt x="3987261" y="1079263"/>
                  </a:lnTo>
                  <a:lnTo>
                    <a:pt x="3987896" y="1087470"/>
                  </a:lnTo>
                  <a:lnTo>
                    <a:pt x="3988530" y="1097254"/>
                  </a:lnTo>
                  <a:lnTo>
                    <a:pt x="3989165" y="1113708"/>
                  </a:lnTo>
                  <a:lnTo>
                    <a:pt x="3989800" y="1130779"/>
                  </a:lnTo>
                  <a:lnTo>
                    <a:pt x="3990435" y="1147434"/>
                  </a:lnTo>
                  <a:lnTo>
                    <a:pt x="3991070" y="1164482"/>
                  </a:lnTo>
                  <a:lnTo>
                    <a:pt x="3991705" y="1181560"/>
                  </a:lnTo>
                  <a:lnTo>
                    <a:pt x="3992340" y="1200139"/>
                  </a:lnTo>
                  <a:lnTo>
                    <a:pt x="3992974" y="1218728"/>
                  </a:lnTo>
                  <a:lnTo>
                    <a:pt x="3993609" y="1237402"/>
                  </a:lnTo>
                  <a:lnTo>
                    <a:pt x="3994244" y="1255830"/>
                  </a:lnTo>
                  <a:lnTo>
                    <a:pt x="3994879" y="1273773"/>
                  </a:lnTo>
                  <a:lnTo>
                    <a:pt x="3995514" y="1290730"/>
                  </a:lnTo>
                  <a:lnTo>
                    <a:pt x="3996149" y="1306424"/>
                  </a:lnTo>
                  <a:lnTo>
                    <a:pt x="3996783" y="1320468"/>
                  </a:lnTo>
                  <a:lnTo>
                    <a:pt x="3997418" y="1333041"/>
                  </a:lnTo>
                  <a:lnTo>
                    <a:pt x="3998053" y="1344627"/>
                  </a:lnTo>
                  <a:lnTo>
                    <a:pt x="3998688" y="1355235"/>
                  </a:lnTo>
                  <a:lnTo>
                    <a:pt x="3999323" y="1364221"/>
                  </a:lnTo>
                  <a:lnTo>
                    <a:pt x="3999958" y="1372571"/>
                  </a:lnTo>
                  <a:lnTo>
                    <a:pt x="4000593" y="1379356"/>
                  </a:lnTo>
                  <a:lnTo>
                    <a:pt x="4001227" y="1384300"/>
                  </a:lnTo>
                  <a:lnTo>
                    <a:pt x="4001862" y="1386691"/>
                  </a:lnTo>
                  <a:lnTo>
                    <a:pt x="4002497" y="1387213"/>
                  </a:lnTo>
                  <a:lnTo>
                    <a:pt x="4003132" y="1385704"/>
                  </a:lnTo>
                  <a:lnTo>
                    <a:pt x="4003767" y="1382222"/>
                  </a:lnTo>
                  <a:lnTo>
                    <a:pt x="4004402" y="1377600"/>
                  </a:lnTo>
                  <a:lnTo>
                    <a:pt x="4005036" y="1372448"/>
                  </a:lnTo>
                  <a:lnTo>
                    <a:pt x="4005671" y="1366508"/>
                  </a:lnTo>
                  <a:lnTo>
                    <a:pt x="4006306" y="1359980"/>
                  </a:lnTo>
                  <a:lnTo>
                    <a:pt x="4006941" y="1353802"/>
                  </a:lnTo>
                  <a:lnTo>
                    <a:pt x="4007576" y="1347729"/>
                  </a:lnTo>
                  <a:lnTo>
                    <a:pt x="4008211" y="1341913"/>
                  </a:lnTo>
                  <a:lnTo>
                    <a:pt x="4008846" y="1336789"/>
                  </a:lnTo>
                  <a:lnTo>
                    <a:pt x="4009480" y="1331342"/>
                  </a:lnTo>
                  <a:lnTo>
                    <a:pt x="4010115" y="1325810"/>
                  </a:lnTo>
                  <a:lnTo>
                    <a:pt x="4010750" y="1320828"/>
                  </a:lnTo>
                  <a:lnTo>
                    <a:pt x="4011385" y="1317868"/>
                  </a:lnTo>
                  <a:lnTo>
                    <a:pt x="4012020" y="1315467"/>
                  </a:lnTo>
                  <a:lnTo>
                    <a:pt x="4012655" y="1316045"/>
                  </a:lnTo>
                  <a:lnTo>
                    <a:pt x="4013289" y="1316579"/>
                  </a:lnTo>
                  <a:lnTo>
                    <a:pt x="4013924" y="1317300"/>
                  </a:lnTo>
                  <a:lnTo>
                    <a:pt x="4014559" y="1317666"/>
                  </a:lnTo>
                  <a:lnTo>
                    <a:pt x="4015194" y="1319759"/>
                  </a:lnTo>
                  <a:lnTo>
                    <a:pt x="4015829" y="1321933"/>
                  </a:lnTo>
                  <a:lnTo>
                    <a:pt x="4016464" y="1323271"/>
                  </a:lnTo>
                  <a:lnTo>
                    <a:pt x="4017099" y="1323792"/>
                  </a:lnTo>
                  <a:lnTo>
                    <a:pt x="4017733" y="1323379"/>
                  </a:lnTo>
                  <a:lnTo>
                    <a:pt x="4018368" y="1323819"/>
                  </a:lnTo>
                  <a:lnTo>
                    <a:pt x="4019003" y="1324355"/>
                  </a:lnTo>
                  <a:lnTo>
                    <a:pt x="4019638" y="1324193"/>
                  </a:lnTo>
                  <a:lnTo>
                    <a:pt x="4020273" y="1323527"/>
                  </a:lnTo>
                  <a:lnTo>
                    <a:pt x="4020908" y="1321981"/>
                  </a:lnTo>
                  <a:lnTo>
                    <a:pt x="4021542" y="1321071"/>
                  </a:lnTo>
                  <a:lnTo>
                    <a:pt x="4022177" y="1318780"/>
                  </a:lnTo>
                  <a:lnTo>
                    <a:pt x="4022812" y="1316894"/>
                  </a:lnTo>
                  <a:lnTo>
                    <a:pt x="4023447" y="1315206"/>
                  </a:lnTo>
                  <a:lnTo>
                    <a:pt x="4024082" y="1312424"/>
                  </a:lnTo>
                  <a:lnTo>
                    <a:pt x="4024717" y="1310597"/>
                  </a:lnTo>
                  <a:lnTo>
                    <a:pt x="4025352" y="1306228"/>
                  </a:lnTo>
                  <a:lnTo>
                    <a:pt x="4025986" y="1302585"/>
                  </a:lnTo>
                  <a:lnTo>
                    <a:pt x="4026621" y="1299558"/>
                  </a:lnTo>
                  <a:lnTo>
                    <a:pt x="4027256" y="1296666"/>
                  </a:lnTo>
                  <a:lnTo>
                    <a:pt x="4027891" y="1294023"/>
                  </a:lnTo>
                  <a:lnTo>
                    <a:pt x="4028526" y="1291529"/>
                  </a:lnTo>
                  <a:lnTo>
                    <a:pt x="4029161" y="1286716"/>
                  </a:lnTo>
                  <a:lnTo>
                    <a:pt x="4029795" y="1282550"/>
                  </a:lnTo>
                  <a:lnTo>
                    <a:pt x="4030430" y="1279075"/>
                  </a:lnTo>
                  <a:lnTo>
                    <a:pt x="4031065" y="1277880"/>
                  </a:lnTo>
                  <a:lnTo>
                    <a:pt x="4031700" y="1277514"/>
                  </a:lnTo>
                  <a:lnTo>
                    <a:pt x="4032335" y="1277349"/>
                  </a:lnTo>
                  <a:lnTo>
                    <a:pt x="4032970" y="1278042"/>
                  </a:lnTo>
                  <a:lnTo>
                    <a:pt x="4033604" y="1278034"/>
                  </a:lnTo>
                  <a:lnTo>
                    <a:pt x="4034239" y="1277064"/>
                  </a:lnTo>
                  <a:lnTo>
                    <a:pt x="4034874" y="1275734"/>
                  </a:lnTo>
                  <a:lnTo>
                    <a:pt x="4035509" y="1274590"/>
                  </a:lnTo>
                  <a:lnTo>
                    <a:pt x="4036144" y="1273847"/>
                  </a:lnTo>
                  <a:lnTo>
                    <a:pt x="4036779" y="1273749"/>
                  </a:lnTo>
                  <a:lnTo>
                    <a:pt x="4037414" y="1274850"/>
                  </a:lnTo>
                  <a:lnTo>
                    <a:pt x="4038048" y="1276911"/>
                  </a:lnTo>
                  <a:lnTo>
                    <a:pt x="4038683" y="1279701"/>
                  </a:lnTo>
                  <a:lnTo>
                    <a:pt x="4039318" y="1282907"/>
                  </a:lnTo>
                  <a:lnTo>
                    <a:pt x="4039953" y="1287033"/>
                  </a:lnTo>
                  <a:lnTo>
                    <a:pt x="4040588" y="1289579"/>
                  </a:lnTo>
                  <a:lnTo>
                    <a:pt x="4041223" y="1291572"/>
                  </a:lnTo>
                  <a:lnTo>
                    <a:pt x="4041857" y="1294074"/>
                  </a:lnTo>
                  <a:lnTo>
                    <a:pt x="4042492" y="1297358"/>
                  </a:lnTo>
                  <a:lnTo>
                    <a:pt x="4043127" y="1300855"/>
                  </a:lnTo>
                  <a:lnTo>
                    <a:pt x="4043762" y="1304954"/>
                  </a:lnTo>
                  <a:lnTo>
                    <a:pt x="4044397" y="1309738"/>
                  </a:lnTo>
                  <a:lnTo>
                    <a:pt x="4045032" y="1314570"/>
                  </a:lnTo>
                  <a:lnTo>
                    <a:pt x="4045667" y="1319830"/>
                  </a:lnTo>
                  <a:lnTo>
                    <a:pt x="4046301" y="1325415"/>
                  </a:lnTo>
                  <a:lnTo>
                    <a:pt x="4046936" y="1330122"/>
                  </a:lnTo>
                  <a:lnTo>
                    <a:pt x="4047571" y="1334415"/>
                  </a:lnTo>
                  <a:lnTo>
                    <a:pt x="4048206" y="1338244"/>
                  </a:lnTo>
                  <a:lnTo>
                    <a:pt x="4048841" y="1342171"/>
                  </a:lnTo>
                  <a:lnTo>
                    <a:pt x="4049476" y="1343364"/>
                  </a:lnTo>
                  <a:lnTo>
                    <a:pt x="4050110" y="1347004"/>
                  </a:lnTo>
                  <a:lnTo>
                    <a:pt x="4050745" y="1348761"/>
                  </a:lnTo>
                  <a:lnTo>
                    <a:pt x="4051380" y="1349857"/>
                  </a:lnTo>
                  <a:lnTo>
                    <a:pt x="4052015" y="1350784"/>
                  </a:lnTo>
                  <a:lnTo>
                    <a:pt x="4052650" y="1351409"/>
                  </a:lnTo>
                  <a:lnTo>
                    <a:pt x="4053285" y="1352450"/>
                  </a:lnTo>
                  <a:lnTo>
                    <a:pt x="4053920" y="1353397"/>
                  </a:lnTo>
                  <a:lnTo>
                    <a:pt x="4054554" y="1354296"/>
                  </a:lnTo>
                  <a:lnTo>
                    <a:pt x="4055189" y="1356805"/>
                  </a:lnTo>
                  <a:lnTo>
                    <a:pt x="4055824" y="1359321"/>
                  </a:lnTo>
                  <a:lnTo>
                    <a:pt x="4056459" y="1363645"/>
                  </a:lnTo>
                  <a:lnTo>
                    <a:pt x="4057094" y="1368254"/>
                  </a:lnTo>
                  <a:lnTo>
                    <a:pt x="4057729" y="1373494"/>
                  </a:lnTo>
                  <a:lnTo>
                    <a:pt x="4058363" y="1378928"/>
                  </a:lnTo>
                  <a:lnTo>
                    <a:pt x="4058998" y="1384165"/>
                  </a:lnTo>
                  <a:lnTo>
                    <a:pt x="4059633" y="1389169"/>
                  </a:lnTo>
                  <a:lnTo>
                    <a:pt x="4060268" y="1397020"/>
                  </a:lnTo>
                  <a:lnTo>
                    <a:pt x="4060903" y="1405886"/>
                  </a:lnTo>
                  <a:lnTo>
                    <a:pt x="4061538" y="1415299"/>
                  </a:lnTo>
                  <a:lnTo>
                    <a:pt x="4062173" y="1421904"/>
                  </a:lnTo>
                  <a:lnTo>
                    <a:pt x="4062807" y="1428574"/>
                  </a:lnTo>
                  <a:lnTo>
                    <a:pt x="4063442" y="1433528"/>
                  </a:lnTo>
                  <a:lnTo>
                    <a:pt x="4064077" y="1438520"/>
                  </a:lnTo>
                  <a:lnTo>
                    <a:pt x="4064712" y="1442767"/>
                  </a:lnTo>
                  <a:lnTo>
                    <a:pt x="4065347" y="1446980"/>
                  </a:lnTo>
                  <a:lnTo>
                    <a:pt x="4065982" y="1450899"/>
                  </a:lnTo>
                  <a:lnTo>
                    <a:pt x="4066616" y="1454313"/>
                  </a:lnTo>
                  <a:lnTo>
                    <a:pt x="4067251" y="1455900"/>
                  </a:lnTo>
                  <a:lnTo>
                    <a:pt x="4067886" y="1456980"/>
                  </a:lnTo>
                  <a:lnTo>
                    <a:pt x="4068521" y="1458011"/>
                  </a:lnTo>
                  <a:lnTo>
                    <a:pt x="4069156" y="1459574"/>
                  </a:lnTo>
                  <a:lnTo>
                    <a:pt x="4069791" y="1456989"/>
                  </a:lnTo>
                  <a:lnTo>
                    <a:pt x="4070426" y="1455362"/>
                  </a:lnTo>
                  <a:lnTo>
                    <a:pt x="4071060" y="1454570"/>
                  </a:lnTo>
                  <a:lnTo>
                    <a:pt x="4071695" y="1453966"/>
                  </a:lnTo>
                  <a:lnTo>
                    <a:pt x="4072330" y="1454418"/>
                  </a:lnTo>
                  <a:lnTo>
                    <a:pt x="4072965" y="1454358"/>
                  </a:lnTo>
                  <a:lnTo>
                    <a:pt x="4073600" y="1454360"/>
                  </a:lnTo>
                  <a:lnTo>
                    <a:pt x="4074235" y="1457111"/>
                  </a:lnTo>
                  <a:lnTo>
                    <a:pt x="4074869" y="1460259"/>
                  </a:lnTo>
                  <a:lnTo>
                    <a:pt x="4075504" y="1463540"/>
                  </a:lnTo>
                  <a:lnTo>
                    <a:pt x="4076139" y="1467209"/>
                  </a:lnTo>
                  <a:lnTo>
                    <a:pt x="4076774" y="1470078"/>
                  </a:lnTo>
                  <a:lnTo>
                    <a:pt x="4077409" y="1471328"/>
                  </a:lnTo>
                  <a:lnTo>
                    <a:pt x="4078044" y="1471942"/>
                  </a:lnTo>
                  <a:lnTo>
                    <a:pt x="4078679" y="1473043"/>
                  </a:lnTo>
                  <a:lnTo>
                    <a:pt x="4079313" y="1473195"/>
                  </a:lnTo>
                  <a:lnTo>
                    <a:pt x="4079948" y="1472531"/>
                  </a:lnTo>
                  <a:lnTo>
                    <a:pt x="4080583" y="1470490"/>
                  </a:lnTo>
                  <a:lnTo>
                    <a:pt x="4081218" y="1465787"/>
                  </a:lnTo>
                  <a:lnTo>
                    <a:pt x="4081853" y="1461929"/>
                  </a:lnTo>
                  <a:lnTo>
                    <a:pt x="4082488" y="1459618"/>
                  </a:lnTo>
                  <a:lnTo>
                    <a:pt x="4083122" y="1458004"/>
                  </a:lnTo>
                  <a:lnTo>
                    <a:pt x="4083757" y="1456446"/>
                  </a:lnTo>
                  <a:lnTo>
                    <a:pt x="4084392" y="1455865"/>
                  </a:lnTo>
                  <a:lnTo>
                    <a:pt x="4085027" y="1456551"/>
                  </a:lnTo>
                  <a:lnTo>
                    <a:pt x="4085662" y="1457405"/>
                  </a:lnTo>
                  <a:lnTo>
                    <a:pt x="4086297" y="1457665"/>
                  </a:lnTo>
                  <a:lnTo>
                    <a:pt x="4086931" y="1457701"/>
                  </a:lnTo>
                  <a:lnTo>
                    <a:pt x="4087566" y="1458214"/>
                  </a:lnTo>
                  <a:lnTo>
                    <a:pt x="4088201" y="1459186"/>
                  </a:lnTo>
                  <a:lnTo>
                    <a:pt x="4088836" y="1459664"/>
                  </a:lnTo>
                  <a:lnTo>
                    <a:pt x="4089471" y="1459615"/>
                  </a:lnTo>
                  <a:lnTo>
                    <a:pt x="4090106" y="1459619"/>
                  </a:lnTo>
                  <a:lnTo>
                    <a:pt x="4090741" y="1459446"/>
                  </a:lnTo>
                  <a:lnTo>
                    <a:pt x="4091375" y="1459375"/>
                  </a:lnTo>
                  <a:lnTo>
                    <a:pt x="4092010" y="1459370"/>
                  </a:lnTo>
                  <a:lnTo>
                    <a:pt x="4092645" y="1459649"/>
                  </a:lnTo>
                  <a:lnTo>
                    <a:pt x="4093280" y="1459960"/>
                  </a:lnTo>
                  <a:lnTo>
                    <a:pt x="4093915" y="1460425"/>
                  </a:lnTo>
                  <a:lnTo>
                    <a:pt x="4094550" y="1460962"/>
                  </a:lnTo>
                  <a:lnTo>
                    <a:pt x="4095184" y="1461562"/>
                  </a:lnTo>
                  <a:lnTo>
                    <a:pt x="4095819" y="1461601"/>
                  </a:lnTo>
                  <a:lnTo>
                    <a:pt x="4096454" y="1461567"/>
                  </a:lnTo>
                  <a:lnTo>
                    <a:pt x="4097089" y="1460771"/>
                  </a:lnTo>
                  <a:lnTo>
                    <a:pt x="4097724" y="1459009"/>
                  </a:lnTo>
                  <a:lnTo>
                    <a:pt x="4098359" y="1457432"/>
                  </a:lnTo>
                  <a:lnTo>
                    <a:pt x="4098994" y="1455892"/>
                  </a:lnTo>
                  <a:lnTo>
                    <a:pt x="4099628" y="1454604"/>
                  </a:lnTo>
                  <a:lnTo>
                    <a:pt x="4100263" y="1453702"/>
                  </a:lnTo>
                  <a:lnTo>
                    <a:pt x="4100898" y="1452743"/>
                  </a:lnTo>
                  <a:lnTo>
                    <a:pt x="4101533" y="1452469"/>
                  </a:lnTo>
                  <a:lnTo>
                    <a:pt x="4102168" y="1453074"/>
                  </a:lnTo>
                  <a:lnTo>
                    <a:pt x="4102803" y="1453502"/>
                  </a:lnTo>
                  <a:lnTo>
                    <a:pt x="4103437" y="1453921"/>
                  </a:lnTo>
                  <a:lnTo>
                    <a:pt x="4104072" y="1454583"/>
                  </a:lnTo>
                  <a:lnTo>
                    <a:pt x="4104707" y="1455340"/>
                  </a:lnTo>
                  <a:lnTo>
                    <a:pt x="4105342" y="1456016"/>
                  </a:lnTo>
                  <a:lnTo>
                    <a:pt x="4105977" y="1456480"/>
                  </a:lnTo>
                  <a:lnTo>
                    <a:pt x="4106612" y="1457589"/>
                  </a:lnTo>
                  <a:lnTo>
                    <a:pt x="4107247" y="1458664"/>
                  </a:lnTo>
                  <a:lnTo>
                    <a:pt x="4107881" y="1459501"/>
                  </a:lnTo>
                  <a:lnTo>
                    <a:pt x="4108516" y="1460102"/>
                  </a:lnTo>
                  <a:lnTo>
                    <a:pt x="4109151" y="1461315"/>
                  </a:lnTo>
                  <a:lnTo>
                    <a:pt x="4109786" y="1462197"/>
                  </a:lnTo>
                  <a:lnTo>
                    <a:pt x="4110421" y="1462486"/>
                  </a:lnTo>
                  <a:lnTo>
                    <a:pt x="4111056" y="1463391"/>
                  </a:lnTo>
                  <a:lnTo>
                    <a:pt x="4111690" y="1464580"/>
                  </a:lnTo>
                  <a:lnTo>
                    <a:pt x="4112325" y="1465191"/>
                  </a:lnTo>
                  <a:lnTo>
                    <a:pt x="4112960" y="1466324"/>
                  </a:lnTo>
                  <a:lnTo>
                    <a:pt x="4113595" y="1468761"/>
                  </a:lnTo>
                  <a:lnTo>
                    <a:pt x="4114230" y="1472702"/>
                  </a:lnTo>
                  <a:lnTo>
                    <a:pt x="4114865" y="1475240"/>
                  </a:lnTo>
                  <a:lnTo>
                    <a:pt x="4115500" y="1477165"/>
                  </a:lnTo>
                  <a:lnTo>
                    <a:pt x="4116134" y="1478171"/>
                  </a:lnTo>
                  <a:lnTo>
                    <a:pt x="4116769" y="1478132"/>
                  </a:lnTo>
                  <a:lnTo>
                    <a:pt x="4117404" y="1477647"/>
                  </a:lnTo>
                  <a:lnTo>
                    <a:pt x="4118039" y="1476568"/>
                  </a:lnTo>
                  <a:lnTo>
                    <a:pt x="4118674" y="1475195"/>
                  </a:lnTo>
                  <a:lnTo>
                    <a:pt x="4119309" y="1473648"/>
                  </a:lnTo>
                  <a:lnTo>
                    <a:pt x="4119943" y="1472576"/>
                  </a:lnTo>
                  <a:lnTo>
                    <a:pt x="4120578" y="1471247"/>
                  </a:lnTo>
                  <a:lnTo>
                    <a:pt x="4121213" y="1470165"/>
                  </a:lnTo>
                  <a:lnTo>
                    <a:pt x="4121848" y="1468951"/>
                  </a:lnTo>
                  <a:lnTo>
                    <a:pt x="4122483" y="1467186"/>
                  </a:lnTo>
                  <a:lnTo>
                    <a:pt x="4123118" y="1465336"/>
                  </a:lnTo>
                  <a:lnTo>
                    <a:pt x="4123753" y="1463694"/>
                  </a:lnTo>
                  <a:lnTo>
                    <a:pt x="4124387" y="1462195"/>
                  </a:lnTo>
                  <a:lnTo>
                    <a:pt x="4125022" y="1460866"/>
                  </a:lnTo>
                  <a:lnTo>
                    <a:pt x="4125657" y="1459661"/>
                  </a:lnTo>
                  <a:lnTo>
                    <a:pt x="4126292" y="1458541"/>
                  </a:lnTo>
                  <a:lnTo>
                    <a:pt x="4126927" y="1457185"/>
                  </a:lnTo>
                  <a:lnTo>
                    <a:pt x="4127562" y="1455856"/>
                  </a:lnTo>
                  <a:lnTo>
                    <a:pt x="4128196" y="1454632"/>
                  </a:lnTo>
                  <a:lnTo>
                    <a:pt x="4128831" y="1454215"/>
                  </a:lnTo>
                  <a:lnTo>
                    <a:pt x="4129466" y="1454689"/>
                  </a:lnTo>
                  <a:lnTo>
                    <a:pt x="4130101" y="1456767"/>
                  </a:lnTo>
                  <a:lnTo>
                    <a:pt x="4130736" y="1460544"/>
                  </a:lnTo>
                  <a:lnTo>
                    <a:pt x="4131371" y="1465354"/>
                  </a:lnTo>
                  <a:lnTo>
                    <a:pt x="4132006" y="1471019"/>
                  </a:lnTo>
                  <a:lnTo>
                    <a:pt x="4132640" y="1477339"/>
                  </a:lnTo>
                  <a:lnTo>
                    <a:pt x="4133275" y="1484086"/>
                  </a:lnTo>
                  <a:lnTo>
                    <a:pt x="4133910" y="1490785"/>
                  </a:lnTo>
                  <a:lnTo>
                    <a:pt x="4134545" y="1497664"/>
                  </a:lnTo>
                  <a:lnTo>
                    <a:pt x="4135180" y="1504838"/>
                  </a:lnTo>
                  <a:lnTo>
                    <a:pt x="4135815" y="1512249"/>
                  </a:lnTo>
                  <a:lnTo>
                    <a:pt x="4136449" y="1520684"/>
                  </a:lnTo>
                  <a:lnTo>
                    <a:pt x="4137084" y="1530201"/>
                  </a:lnTo>
                  <a:lnTo>
                    <a:pt x="4137719" y="1540146"/>
                  </a:lnTo>
                  <a:lnTo>
                    <a:pt x="4138354" y="1549037"/>
                  </a:lnTo>
                  <a:lnTo>
                    <a:pt x="4138989" y="1556818"/>
                  </a:lnTo>
                  <a:lnTo>
                    <a:pt x="4139624" y="1561023"/>
                  </a:lnTo>
                  <a:lnTo>
                    <a:pt x="4140258" y="1564644"/>
                  </a:lnTo>
                  <a:lnTo>
                    <a:pt x="4140893" y="1567701"/>
                  </a:lnTo>
                  <a:lnTo>
                    <a:pt x="4141528" y="1570987"/>
                  </a:lnTo>
                  <a:lnTo>
                    <a:pt x="4142163" y="1572994"/>
                  </a:lnTo>
                  <a:lnTo>
                    <a:pt x="4142798" y="1575061"/>
                  </a:lnTo>
                  <a:lnTo>
                    <a:pt x="4143433" y="1577225"/>
                  </a:lnTo>
                  <a:lnTo>
                    <a:pt x="4144068" y="1579673"/>
                  </a:lnTo>
                  <a:lnTo>
                    <a:pt x="4144702" y="1582107"/>
                  </a:lnTo>
                  <a:lnTo>
                    <a:pt x="4145337" y="1583423"/>
                  </a:lnTo>
                  <a:lnTo>
                    <a:pt x="4145972" y="1584851"/>
                  </a:lnTo>
                  <a:lnTo>
                    <a:pt x="4146607" y="1585877"/>
                  </a:lnTo>
                  <a:lnTo>
                    <a:pt x="4147242" y="1585603"/>
                  </a:lnTo>
                  <a:lnTo>
                    <a:pt x="4147877" y="1585138"/>
                  </a:lnTo>
                  <a:lnTo>
                    <a:pt x="4148511" y="1585051"/>
                  </a:lnTo>
                  <a:lnTo>
                    <a:pt x="4149146" y="1584923"/>
                  </a:lnTo>
                  <a:lnTo>
                    <a:pt x="4149781" y="1585082"/>
                  </a:lnTo>
                  <a:lnTo>
                    <a:pt x="4150416" y="1585279"/>
                  </a:lnTo>
                  <a:lnTo>
                    <a:pt x="4151051" y="1586212"/>
                  </a:lnTo>
                  <a:lnTo>
                    <a:pt x="4151686" y="1585728"/>
                  </a:lnTo>
                  <a:lnTo>
                    <a:pt x="4152321" y="1587104"/>
                  </a:lnTo>
                  <a:lnTo>
                    <a:pt x="4152955" y="1587482"/>
                  </a:lnTo>
                  <a:lnTo>
                    <a:pt x="4153590" y="1586801"/>
                  </a:lnTo>
                  <a:lnTo>
                    <a:pt x="4154225" y="1586234"/>
                  </a:lnTo>
                  <a:lnTo>
                    <a:pt x="4154860" y="1585058"/>
                  </a:lnTo>
                  <a:lnTo>
                    <a:pt x="4155495" y="1583313"/>
                  </a:lnTo>
                  <a:lnTo>
                    <a:pt x="4156130" y="1584148"/>
                  </a:lnTo>
                  <a:lnTo>
                    <a:pt x="4156764" y="1585220"/>
                  </a:lnTo>
                  <a:lnTo>
                    <a:pt x="4157399" y="1585600"/>
                  </a:lnTo>
                  <a:lnTo>
                    <a:pt x="4158034" y="1582832"/>
                  </a:lnTo>
                  <a:lnTo>
                    <a:pt x="4158669" y="1577967"/>
                  </a:lnTo>
                  <a:lnTo>
                    <a:pt x="4159304" y="1571530"/>
                  </a:lnTo>
                  <a:lnTo>
                    <a:pt x="4159939" y="1564812"/>
                  </a:lnTo>
                  <a:lnTo>
                    <a:pt x="4160574" y="1558624"/>
                  </a:lnTo>
                  <a:lnTo>
                    <a:pt x="4161208" y="1552914"/>
                  </a:lnTo>
                  <a:lnTo>
                    <a:pt x="4161843" y="1548152"/>
                  </a:lnTo>
                  <a:lnTo>
                    <a:pt x="4162478" y="1544124"/>
                  </a:lnTo>
                  <a:lnTo>
                    <a:pt x="4163113" y="1540730"/>
                  </a:lnTo>
                  <a:lnTo>
                    <a:pt x="4163748" y="1537071"/>
                  </a:lnTo>
                  <a:lnTo>
                    <a:pt x="4164383" y="1532374"/>
                  </a:lnTo>
                  <a:lnTo>
                    <a:pt x="4165017" y="1526137"/>
                  </a:lnTo>
                  <a:lnTo>
                    <a:pt x="4165652" y="1519295"/>
                  </a:lnTo>
                  <a:lnTo>
                    <a:pt x="4166287" y="1512427"/>
                  </a:lnTo>
                  <a:lnTo>
                    <a:pt x="4166922" y="1506081"/>
                  </a:lnTo>
                  <a:lnTo>
                    <a:pt x="4167557" y="1500752"/>
                  </a:lnTo>
                  <a:lnTo>
                    <a:pt x="4168192" y="1496707"/>
                  </a:lnTo>
                  <a:lnTo>
                    <a:pt x="4168827" y="1493686"/>
                  </a:lnTo>
                  <a:lnTo>
                    <a:pt x="4169461" y="1491170"/>
                  </a:lnTo>
                  <a:lnTo>
                    <a:pt x="4170096" y="1489629"/>
                  </a:lnTo>
                  <a:lnTo>
                    <a:pt x="4170731" y="1487949"/>
                  </a:lnTo>
                  <a:lnTo>
                    <a:pt x="4171366" y="1485822"/>
                  </a:lnTo>
                  <a:lnTo>
                    <a:pt x="4172001" y="1482922"/>
                  </a:lnTo>
                  <a:lnTo>
                    <a:pt x="4172636" y="1478346"/>
                  </a:lnTo>
                  <a:lnTo>
                    <a:pt x="4173270" y="1472965"/>
                  </a:lnTo>
                  <a:lnTo>
                    <a:pt x="4173905" y="1468044"/>
                  </a:lnTo>
                  <a:lnTo>
                    <a:pt x="4174540" y="1464497"/>
                  </a:lnTo>
                  <a:lnTo>
                    <a:pt x="4175175" y="1462033"/>
                  </a:lnTo>
                  <a:lnTo>
                    <a:pt x="4175810" y="1460233"/>
                  </a:lnTo>
                  <a:lnTo>
                    <a:pt x="4176445" y="1458537"/>
                  </a:lnTo>
                  <a:lnTo>
                    <a:pt x="4177080" y="1456265"/>
                  </a:lnTo>
                  <a:lnTo>
                    <a:pt x="4177714" y="1453669"/>
                  </a:lnTo>
                  <a:lnTo>
                    <a:pt x="4178349" y="1452663"/>
                  </a:lnTo>
                  <a:lnTo>
                    <a:pt x="4178984" y="1451116"/>
                  </a:lnTo>
                  <a:lnTo>
                    <a:pt x="4179619" y="1449180"/>
                  </a:lnTo>
                  <a:lnTo>
                    <a:pt x="4180254" y="1447567"/>
                  </a:lnTo>
                  <a:lnTo>
                    <a:pt x="4180889" y="1446040"/>
                  </a:lnTo>
                  <a:lnTo>
                    <a:pt x="4181523" y="1445413"/>
                  </a:lnTo>
                  <a:lnTo>
                    <a:pt x="4182158" y="1444782"/>
                  </a:lnTo>
                  <a:lnTo>
                    <a:pt x="4182793" y="1445055"/>
                  </a:lnTo>
                  <a:lnTo>
                    <a:pt x="4183428" y="1444413"/>
                  </a:lnTo>
                  <a:lnTo>
                    <a:pt x="4184063" y="1443384"/>
                  </a:lnTo>
                  <a:lnTo>
                    <a:pt x="4184698" y="1442333"/>
                  </a:lnTo>
                  <a:lnTo>
                    <a:pt x="4185333" y="1441344"/>
                  </a:lnTo>
                  <a:lnTo>
                    <a:pt x="4185967" y="1440662"/>
                  </a:lnTo>
                  <a:lnTo>
                    <a:pt x="4186602" y="1440457"/>
                  </a:lnTo>
                  <a:lnTo>
                    <a:pt x="4187237" y="1440492"/>
                  </a:lnTo>
                  <a:lnTo>
                    <a:pt x="4187872" y="1439691"/>
                  </a:lnTo>
                  <a:lnTo>
                    <a:pt x="4188507" y="1438932"/>
                  </a:lnTo>
                  <a:lnTo>
                    <a:pt x="4189142" y="1437648"/>
                  </a:lnTo>
                  <a:lnTo>
                    <a:pt x="4189776" y="1436135"/>
                  </a:lnTo>
                  <a:lnTo>
                    <a:pt x="4190411" y="1434962"/>
                  </a:lnTo>
                  <a:lnTo>
                    <a:pt x="4191046" y="1434497"/>
                  </a:lnTo>
                  <a:lnTo>
                    <a:pt x="4191681" y="1434876"/>
                  </a:lnTo>
                  <a:lnTo>
                    <a:pt x="4192316" y="1435119"/>
                  </a:lnTo>
                  <a:lnTo>
                    <a:pt x="4192951" y="1435715"/>
                  </a:lnTo>
                  <a:lnTo>
                    <a:pt x="4193585" y="1437192"/>
                  </a:lnTo>
                  <a:lnTo>
                    <a:pt x="4194220" y="1438703"/>
                  </a:lnTo>
                  <a:lnTo>
                    <a:pt x="4194855" y="1441235"/>
                  </a:lnTo>
                  <a:lnTo>
                    <a:pt x="4195490" y="1444111"/>
                  </a:lnTo>
                  <a:lnTo>
                    <a:pt x="4196125" y="1447098"/>
                  </a:lnTo>
                  <a:lnTo>
                    <a:pt x="4196760" y="1455031"/>
                  </a:lnTo>
                  <a:lnTo>
                    <a:pt x="4197395" y="1463002"/>
                  </a:lnTo>
                  <a:lnTo>
                    <a:pt x="4198029" y="1470365"/>
                  </a:lnTo>
                  <a:lnTo>
                    <a:pt x="4198664" y="1477368"/>
                  </a:lnTo>
                  <a:lnTo>
                    <a:pt x="4199299" y="1483450"/>
                  </a:lnTo>
                  <a:lnTo>
                    <a:pt x="4199934" y="1488356"/>
                  </a:lnTo>
                  <a:lnTo>
                    <a:pt x="4200569" y="1492517"/>
                  </a:lnTo>
                  <a:lnTo>
                    <a:pt x="4201204" y="1495190"/>
                  </a:lnTo>
                  <a:lnTo>
                    <a:pt x="4201838" y="1496537"/>
                  </a:lnTo>
                  <a:lnTo>
                    <a:pt x="4202473" y="1497501"/>
                  </a:lnTo>
                  <a:lnTo>
                    <a:pt x="4203108" y="1498085"/>
                  </a:lnTo>
                  <a:lnTo>
                    <a:pt x="4203743" y="1499392"/>
                  </a:lnTo>
                  <a:lnTo>
                    <a:pt x="4204378" y="1501074"/>
                  </a:lnTo>
                  <a:lnTo>
                    <a:pt x="4205013" y="1502787"/>
                  </a:lnTo>
                  <a:lnTo>
                    <a:pt x="4205648" y="1504957"/>
                  </a:lnTo>
                  <a:lnTo>
                    <a:pt x="4206282" y="1506737"/>
                  </a:lnTo>
                  <a:lnTo>
                    <a:pt x="4206917" y="1508651"/>
                  </a:lnTo>
                  <a:lnTo>
                    <a:pt x="4207552" y="1511005"/>
                  </a:lnTo>
                  <a:lnTo>
                    <a:pt x="4208187" y="1514988"/>
                  </a:lnTo>
                  <a:lnTo>
                    <a:pt x="4208822" y="1518643"/>
                  </a:lnTo>
                  <a:lnTo>
                    <a:pt x="4209457" y="1520101"/>
                  </a:lnTo>
                  <a:lnTo>
                    <a:pt x="4210091" y="1520954"/>
                  </a:lnTo>
                  <a:lnTo>
                    <a:pt x="4210726" y="1521961"/>
                  </a:lnTo>
                  <a:lnTo>
                    <a:pt x="4211361" y="1522201"/>
                  </a:lnTo>
                  <a:lnTo>
                    <a:pt x="4211996" y="1521512"/>
                  </a:lnTo>
                  <a:lnTo>
                    <a:pt x="4212631" y="1520286"/>
                  </a:lnTo>
                  <a:lnTo>
                    <a:pt x="4213266" y="1518768"/>
                  </a:lnTo>
                  <a:lnTo>
                    <a:pt x="4213901" y="1517460"/>
                  </a:lnTo>
                  <a:lnTo>
                    <a:pt x="4214535" y="1516015"/>
                  </a:lnTo>
                  <a:lnTo>
                    <a:pt x="4215170" y="1514930"/>
                  </a:lnTo>
                  <a:lnTo>
                    <a:pt x="4215805" y="1513752"/>
                  </a:lnTo>
                  <a:lnTo>
                    <a:pt x="4216440" y="1512447"/>
                  </a:lnTo>
                  <a:lnTo>
                    <a:pt x="4217075" y="1511096"/>
                  </a:lnTo>
                  <a:lnTo>
                    <a:pt x="4217710" y="1510343"/>
                  </a:lnTo>
                  <a:lnTo>
                    <a:pt x="4218344" y="1508635"/>
                  </a:lnTo>
                  <a:lnTo>
                    <a:pt x="4218979" y="1507179"/>
                  </a:lnTo>
                  <a:lnTo>
                    <a:pt x="4219614" y="1506472"/>
                  </a:lnTo>
                  <a:lnTo>
                    <a:pt x="4220249" y="1505895"/>
                  </a:lnTo>
                  <a:lnTo>
                    <a:pt x="4220884" y="1505736"/>
                  </a:lnTo>
                  <a:lnTo>
                    <a:pt x="4221519" y="1504476"/>
                  </a:lnTo>
                  <a:lnTo>
                    <a:pt x="4222154" y="1503185"/>
                  </a:lnTo>
                  <a:lnTo>
                    <a:pt x="4222788" y="1503202"/>
                  </a:lnTo>
                  <a:lnTo>
                    <a:pt x="4223423" y="1503500"/>
                  </a:lnTo>
                  <a:lnTo>
                    <a:pt x="4224058" y="1505031"/>
                  </a:lnTo>
                  <a:lnTo>
                    <a:pt x="4224693" y="1508158"/>
                  </a:lnTo>
                  <a:lnTo>
                    <a:pt x="4225328" y="1511903"/>
                  </a:lnTo>
                  <a:lnTo>
                    <a:pt x="4225963" y="1516063"/>
                  </a:lnTo>
                  <a:lnTo>
                    <a:pt x="4226597" y="1520177"/>
                  </a:lnTo>
                  <a:lnTo>
                    <a:pt x="4227232" y="1524221"/>
                  </a:lnTo>
                  <a:lnTo>
                    <a:pt x="4227867" y="1528766"/>
                  </a:lnTo>
                  <a:lnTo>
                    <a:pt x="4228502" y="1533449"/>
                  </a:lnTo>
                  <a:lnTo>
                    <a:pt x="4229137" y="1537845"/>
                  </a:lnTo>
                  <a:lnTo>
                    <a:pt x="4229772" y="1543458"/>
                  </a:lnTo>
                  <a:lnTo>
                    <a:pt x="4230407" y="1549253"/>
                  </a:lnTo>
                  <a:lnTo>
                    <a:pt x="4231041" y="1554804"/>
                  </a:lnTo>
                  <a:lnTo>
                    <a:pt x="4231676" y="1559921"/>
                  </a:lnTo>
                  <a:lnTo>
                    <a:pt x="4232311" y="1564922"/>
                  </a:lnTo>
                  <a:lnTo>
                    <a:pt x="4232946" y="1570030"/>
                  </a:lnTo>
                  <a:lnTo>
                    <a:pt x="4233581" y="1574736"/>
                  </a:lnTo>
                  <a:lnTo>
                    <a:pt x="4234216" y="1579068"/>
                  </a:lnTo>
                  <a:lnTo>
                    <a:pt x="4234850" y="1583151"/>
                  </a:lnTo>
                  <a:lnTo>
                    <a:pt x="4235485" y="1587219"/>
                  </a:lnTo>
                  <a:lnTo>
                    <a:pt x="4236120" y="1590664"/>
                  </a:lnTo>
                  <a:lnTo>
                    <a:pt x="4236755" y="1593731"/>
                  </a:lnTo>
                  <a:lnTo>
                    <a:pt x="4237390" y="1598095"/>
                  </a:lnTo>
                  <a:lnTo>
                    <a:pt x="4238025" y="1601512"/>
                  </a:lnTo>
                  <a:lnTo>
                    <a:pt x="4238660" y="1604774"/>
                  </a:lnTo>
                  <a:lnTo>
                    <a:pt x="4239294" y="1607964"/>
                  </a:lnTo>
                  <a:lnTo>
                    <a:pt x="4239929" y="1610774"/>
                  </a:lnTo>
                  <a:lnTo>
                    <a:pt x="4240564" y="1612287"/>
                  </a:lnTo>
                  <a:lnTo>
                    <a:pt x="4241199" y="1613689"/>
                  </a:lnTo>
                  <a:lnTo>
                    <a:pt x="4241834" y="1616137"/>
                  </a:lnTo>
                  <a:lnTo>
                    <a:pt x="4242469" y="1618568"/>
                  </a:lnTo>
                  <a:lnTo>
                    <a:pt x="4243103" y="1620321"/>
                  </a:lnTo>
                  <a:lnTo>
                    <a:pt x="4243738" y="1622454"/>
                  </a:lnTo>
                  <a:lnTo>
                    <a:pt x="4244373" y="1624001"/>
                  </a:lnTo>
                  <a:lnTo>
                    <a:pt x="4245008" y="1625803"/>
                  </a:lnTo>
                  <a:lnTo>
                    <a:pt x="4245643" y="1627224"/>
                  </a:lnTo>
                  <a:lnTo>
                    <a:pt x="4246278" y="1627871"/>
                  </a:lnTo>
                  <a:lnTo>
                    <a:pt x="4246913" y="1627834"/>
                  </a:lnTo>
                  <a:lnTo>
                    <a:pt x="4247547" y="1627146"/>
                  </a:lnTo>
                  <a:lnTo>
                    <a:pt x="4248182" y="1625523"/>
                  </a:lnTo>
                  <a:lnTo>
                    <a:pt x="4248817" y="1623409"/>
                  </a:lnTo>
                  <a:lnTo>
                    <a:pt x="4249452" y="1621309"/>
                  </a:lnTo>
                  <a:lnTo>
                    <a:pt x="4250087" y="1619338"/>
                  </a:lnTo>
                  <a:lnTo>
                    <a:pt x="4250722" y="1616767"/>
                  </a:lnTo>
                  <a:lnTo>
                    <a:pt x="4251356" y="1613368"/>
                  </a:lnTo>
                  <a:lnTo>
                    <a:pt x="4251991" y="1609519"/>
                  </a:lnTo>
                  <a:lnTo>
                    <a:pt x="4252626" y="1605373"/>
                  </a:lnTo>
                  <a:lnTo>
                    <a:pt x="4253261" y="1599892"/>
                  </a:lnTo>
                  <a:lnTo>
                    <a:pt x="4253896" y="1593670"/>
                  </a:lnTo>
                  <a:lnTo>
                    <a:pt x="4254531" y="1584991"/>
                  </a:lnTo>
                  <a:lnTo>
                    <a:pt x="4255165" y="1575884"/>
                  </a:lnTo>
                  <a:lnTo>
                    <a:pt x="4255800" y="1563577"/>
                  </a:lnTo>
                  <a:lnTo>
                    <a:pt x="4256435" y="1551887"/>
                  </a:lnTo>
                  <a:lnTo>
                    <a:pt x="4257070" y="1540709"/>
                  </a:lnTo>
                  <a:lnTo>
                    <a:pt x="4257705" y="1530375"/>
                  </a:lnTo>
                  <a:lnTo>
                    <a:pt x="4258340" y="1520697"/>
                  </a:lnTo>
                  <a:lnTo>
                    <a:pt x="4258975" y="1511075"/>
                  </a:lnTo>
                  <a:lnTo>
                    <a:pt x="4259609" y="1501738"/>
                  </a:lnTo>
                  <a:lnTo>
                    <a:pt x="4260244" y="1492572"/>
                  </a:lnTo>
                  <a:lnTo>
                    <a:pt x="4260879" y="1484278"/>
                  </a:lnTo>
                  <a:lnTo>
                    <a:pt x="4261514" y="1476934"/>
                  </a:lnTo>
                  <a:lnTo>
                    <a:pt x="4262149" y="1470301"/>
                  </a:lnTo>
                  <a:lnTo>
                    <a:pt x="4262784" y="1464371"/>
                  </a:lnTo>
                  <a:lnTo>
                    <a:pt x="4263418" y="1459475"/>
                  </a:lnTo>
                  <a:lnTo>
                    <a:pt x="4264053" y="1455290"/>
                  </a:lnTo>
                  <a:lnTo>
                    <a:pt x="4264688" y="1450982"/>
                  </a:lnTo>
                  <a:lnTo>
                    <a:pt x="4265323" y="1446968"/>
                  </a:lnTo>
                  <a:lnTo>
                    <a:pt x="4265958" y="1444036"/>
                  </a:lnTo>
                  <a:lnTo>
                    <a:pt x="4266593" y="1441465"/>
                  </a:lnTo>
                  <a:lnTo>
                    <a:pt x="4267228" y="1438314"/>
                  </a:lnTo>
                  <a:lnTo>
                    <a:pt x="4267862" y="1435003"/>
                  </a:lnTo>
                  <a:lnTo>
                    <a:pt x="4268497" y="1431672"/>
                  </a:lnTo>
                  <a:lnTo>
                    <a:pt x="4269132" y="1428968"/>
                  </a:lnTo>
                  <a:lnTo>
                    <a:pt x="4269767" y="1428085"/>
                  </a:lnTo>
                  <a:lnTo>
                    <a:pt x="4270402" y="1428427"/>
                  </a:lnTo>
                  <a:lnTo>
                    <a:pt x="4271037" y="1429869"/>
                  </a:lnTo>
                  <a:lnTo>
                    <a:pt x="4271671" y="1432355"/>
                  </a:lnTo>
                  <a:lnTo>
                    <a:pt x="4272306" y="1435249"/>
                  </a:lnTo>
                  <a:lnTo>
                    <a:pt x="4272941" y="1438039"/>
                  </a:lnTo>
                  <a:lnTo>
                    <a:pt x="4273576" y="1441161"/>
                  </a:lnTo>
                  <a:lnTo>
                    <a:pt x="4274211" y="1445374"/>
                  </a:lnTo>
                  <a:lnTo>
                    <a:pt x="4274846" y="1449644"/>
                  </a:lnTo>
                  <a:lnTo>
                    <a:pt x="4275481" y="1453591"/>
                  </a:lnTo>
                  <a:lnTo>
                    <a:pt x="4276115" y="1457985"/>
                  </a:lnTo>
                  <a:lnTo>
                    <a:pt x="4276750" y="1463308"/>
                  </a:lnTo>
                  <a:lnTo>
                    <a:pt x="4277385" y="1469049"/>
                  </a:lnTo>
                  <a:lnTo>
                    <a:pt x="4278020" y="1475824"/>
                  </a:lnTo>
                  <a:lnTo>
                    <a:pt x="4278655" y="1483683"/>
                  </a:lnTo>
                  <a:lnTo>
                    <a:pt x="4279290" y="1491451"/>
                  </a:lnTo>
                  <a:lnTo>
                    <a:pt x="4279924" y="1498537"/>
                  </a:lnTo>
                  <a:lnTo>
                    <a:pt x="4280559" y="1504941"/>
                  </a:lnTo>
                  <a:lnTo>
                    <a:pt x="4281194" y="1510363"/>
                  </a:lnTo>
                  <a:lnTo>
                    <a:pt x="4281829" y="1515405"/>
                  </a:lnTo>
                  <a:lnTo>
                    <a:pt x="4282464" y="1519617"/>
                  </a:lnTo>
                  <a:lnTo>
                    <a:pt x="4283099" y="1522772"/>
                  </a:lnTo>
                  <a:lnTo>
                    <a:pt x="4283734" y="1525057"/>
                  </a:lnTo>
                  <a:lnTo>
                    <a:pt x="4284368" y="1527136"/>
                  </a:lnTo>
                  <a:lnTo>
                    <a:pt x="4285003" y="1529530"/>
                  </a:lnTo>
                  <a:lnTo>
                    <a:pt x="4285638" y="1532272"/>
                  </a:lnTo>
                  <a:lnTo>
                    <a:pt x="4286273" y="1535571"/>
                  </a:lnTo>
                  <a:lnTo>
                    <a:pt x="4286908" y="1538701"/>
                  </a:lnTo>
                  <a:lnTo>
                    <a:pt x="4287543" y="1540611"/>
                  </a:lnTo>
                  <a:lnTo>
                    <a:pt x="4288177" y="1541836"/>
                  </a:lnTo>
                  <a:lnTo>
                    <a:pt x="4288812" y="1542213"/>
                  </a:lnTo>
                  <a:lnTo>
                    <a:pt x="4289447" y="1541639"/>
                  </a:lnTo>
                  <a:lnTo>
                    <a:pt x="4290082" y="1538403"/>
                  </a:lnTo>
                  <a:lnTo>
                    <a:pt x="4290717" y="1535528"/>
                  </a:lnTo>
                  <a:lnTo>
                    <a:pt x="4291352" y="1535522"/>
                  </a:lnTo>
                  <a:lnTo>
                    <a:pt x="4291987" y="1537345"/>
                  </a:lnTo>
                  <a:lnTo>
                    <a:pt x="4292621" y="1539819"/>
                  </a:lnTo>
                  <a:lnTo>
                    <a:pt x="4293256" y="1543183"/>
                  </a:lnTo>
                  <a:lnTo>
                    <a:pt x="4293891" y="1546875"/>
                  </a:lnTo>
                  <a:lnTo>
                    <a:pt x="4294526" y="1549777"/>
                  </a:lnTo>
                  <a:lnTo>
                    <a:pt x="4295161" y="1552267"/>
                  </a:lnTo>
                  <a:lnTo>
                    <a:pt x="4295796" y="1554458"/>
                  </a:lnTo>
                  <a:lnTo>
                    <a:pt x="4296430" y="1556670"/>
                  </a:lnTo>
                  <a:lnTo>
                    <a:pt x="4297065" y="1559296"/>
                  </a:lnTo>
                  <a:lnTo>
                    <a:pt x="4297700" y="1562456"/>
                  </a:lnTo>
                  <a:lnTo>
                    <a:pt x="4298335" y="1566041"/>
                  </a:lnTo>
                  <a:lnTo>
                    <a:pt x="4298970" y="1571090"/>
                  </a:lnTo>
                  <a:lnTo>
                    <a:pt x="4299605" y="1577713"/>
                  </a:lnTo>
                  <a:lnTo>
                    <a:pt x="4300240" y="1585389"/>
                  </a:lnTo>
                  <a:lnTo>
                    <a:pt x="4300874" y="1593738"/>
                  </a:lnTo>
                  <a:lnTo>
                    <a:pt x="4301509" y="1601394"/>
                  </a:lnTo>
                  <a:lnTo>
                    <a:pt x="4302144" y="1608349"/>
                  </a:lnTo>
                  <a:lnTo>
                    <a:pt x="4302779" y="1614412"/>
                  </a:lnTo>
                  <a:lnTo>
                    <a:pt x="4303414" y="1619631"/>
                  </a:lnTo>
                  <a:lnTo>
                    <a:pt x="4304049" y="1625154"/>
                  </a:lnTo>
                  <a:lnTo>
                    <a:pt x="4304683" y="1630458"/>
                  </a:lnTo>
                  <a:lnTo>
                    <a:pt x="4305318" y="1635108"/>
                  </a:lnTo>
                  <a:lnTo>
                    <a:pt x="4305953" y="1639017"/>
                  </a:lnTo>
                  <a:lnTo>
                    <a:pt x="4306588" y="1641958"/>
                  </a:lnTo>
                  <a:lnTo>
                    <a:pt x="4307223" y="1643239"/>
                  </a:lnTo>
                  <a:lnTo>
                    <a:pt x="4307858" y="1643429"/>
                  </a:lnTo>
                  <a:lnTo>
                    <a:pt x="4308492" y="1642442"/>
                  </a:lnTo>
                  <a:lnTo>
                    <a:pt x="4309127" y="1641854"/>
                  </a:lnTo>
                  <a:lnTo>
                    <a:pt x="4309762" y="1640077"/>
                  </a:lnTo>
                  <a:lnTo>
                    <a:pt x="4310397" y="1636571"/>
                  </a:lnTo>
                  <a:lnTo>
                    <a:pt x="4311032" y="1632120"/>
                  </a:lnTo>
                  <a:lnTo>
                    <a:pt x="4311667" y="1630103"/>
                  </a:lnTo>
                  <a:lnTo>
                    <a:pt x="4312302" y="1627509"/>
                  </a:lnTo>
                  <a:lnTo>
                    <a:pt x="4312936" y="1625662"/>
                  </a:lnTo>
                  <a:lnTo>
                    <a:pt x="4313571" y="1623223"/>
                  </a:lnTo>
                  <a:lnTo>
                    <a:pt x="4314206" y="1620576"/>
                  </a:lnTo>
                  <a:lnTo>
                    <a:pt x="4314841" y="1617900"/>
                  </a:lnTo>
                  <a:lnTo>
                    <a:pt x="4315476" y="1615782"/>
                  </a:lnTo>
                  <a:lnTo>
                    <a:pt x="4316111" y="1614005"/>
                  </a:lnTo>
                  <a:lnTo>
                    <a:pt x="4316745" y="1612431"/>
                  </a:lnTo>
                  <a:lnTo>
                    <a:pt x="4317380" y="1610997"/>
                  </a:lnTo>
                  <a:lnTo>
                    <a:pt x="4318015" y="1609074"/>
                  </a:lnTo>
                  <a:lnTo>
                    <a:pt x="4318650" y="1606992"/>
                  </a:lnTo>
                  <a:lnTo>
                    <a:pt x="4319285" y="1604570"/>
                  </a:lnTo>
                  <a:lnTo>
                    <a:pt x="4319920" y="1601582"/>
                  </a:lnTo>
                  <a:lnTo>
                    <a:pt x="4320555" y="1597925"/>
                  </a:lnTo>
                  <a:lnTo>
                    <a:pt x="4321189" y="1591670"/>
                  </a:lnTo>
                  <a:lnTo>
                    <a:pt x="4321824" y="1584453"/>
                  </a:lnTo>
                  <a:lnTo>
                    <a:pt x="4322459" y="1576061"/>
                  </a:lnTo>
                  <a:lnTo>
                    <a:pt x="4323094" y="1564032"/>
                  </a:lnTo>
                  <a:lnTo>
                    <a:pt x="4323729" y="1550793"/>
                  </a:lnTo>
                  <a:lnTo>
                    <a:pt x="4324364" y="1537331"/>
                  </a:lnTo>
                  <a:lnTo>
                    <a:pt x="4324998" y="1523837"/>
                  </a:lnTo>
                  <a:lnTo>
                    <a:pt x="4325633" y="1509953"/>
                  </a:lnTo>
                  <a:lnTo>
                    <a:pt x="4326268" y="1496168"/>
                  </a:lnTo>
                  <a:lnTo>
                    <a:pt x="4326903" y="1481594"/>
                  </a:lnTo>
                  <a:lnTo>
                    <a:pt x="4327538" y="1469816"/>
                  </a:lnTo>
                  <a:lnTo>
                    <a:pt x="4328173" y="1458440"/>
                  </a:lnTo>
                  <a:lnTo>
                    <a:pt x="4328808" y="1447246"/>
                  </a:lnTo>
                  <a:lnTo>
                    <a:pt x="4329442" y="1436440"/>
                  </a:lnTo>
                  <a:lnTo>
                    <a:pt x="4330077" y="1425775"/>
                  </a:lnTo>
                  <a:lnTo>
                    <a:pt x="4330712" y="1416811"/>
                  </a:lnTo>
                  <a:lnTo>
                    <a:pt x="4331347" y="1408582"/>
                  </a:lnTo>
                  <a:lnTo>
                    <a:pt x="4331982" y="1400972"/>
                  </a:lnTo>
                  <a:lnTo>
                    <a:pt x="4332617" y="1393974"/>
                  </a:lnTo>
                  <a:lnTo>
                    <a:pt x="4333251" y="1387704"/>
                  </a:lnTo>
                  <a:lnTo>
                    <a:pt x="4333886" y="1381359"/>
                  </a:lnTo>
                  <a:lnTo>
                    <a:pt x="4334521" y="1375257"/>
                  </a:lnTo>
                  <a:lnTo>
                    <a:pt x="4335156" y="1369310"/>
                  </a:lnTo>
                  <a:lnTo>
                    <a:pt x="4335791" y="1363417"/>
                  </a:lnTo>
                  <a:lnTo>
                    <a:pt x="4336426" y="1358649"/>
                  </a:lnTo>
                  <a:lnTo>
                    <a:pt x="4337061" y="1352745"/>
                  </a:lnTo>
                  <a:lnTo>
                    <a:pt x="4337695" y="1345919"/>
                  </a:lnTo>
                  <a:lnTo>
                    <a:pt x="4338330" y="1340252"/>
                  </a:lnTo>
                  <a:lnTo>
                    <a:pt x="4338965" y="1335064"/>
                  </a:lnTo>
                  <a:lnTo>
                    <a:pt x="4339600" y="1330077"/>
                  </a:lnTo>
                  <a:lnTo>
                    <a:pt x="4340235" y="1322404"/>
                  </a:lnTo>
                  <a:lnTo>
                    <a:pt x="4340870" y="1314890"/>
                  </a:lnTo>
                  <a:lnTo>
                    <a:pt x="4341504" y="1307623"/>
                  </a:lnTo>
                  <a:lnTo>
                    <a:pt x="4342139" y="1300776"/>
                  </a:lnTo>
                  <a:lnTo>
                    <a:pt x="4342774" y="1294912"/>
                  </a:lnTo>
                  <a:lnTo>
                    <a:pt x="4343409" y="1286109"/>
                  </a:lnTo>
                  <a:lnTo>
                    <a:pt x="4344044" y="1277317"/>
                  </a:lnTo>
                  <a:lnTo>
                    <a:pt x="4344679" y="1266911"/>
                  </a:lnTo>
                  <a:lnTo>
                    <a:pt x="4345314" y="1256822"/>
                  </a:lnTo>
                  <a:lnTo>
                    <a:pt x="4345948" y="1245457"/>
                  </a:lnTo>
                  <a:lnTo>
                    <a:pt x="4346583" y="1233713"/>
                  </a:lnTo>
                  <a:lnTo>
                    <a:pt x="4347218" y="1221844"/>
                  </a:lnTo>
                  <a:lnTo>
                    <a:pt x="4347853" y="1210291"/>
                  </a:lnTo>
                  <a:lnTo>
                    <a:pt x="4348488" y="1200698"/>
                  </a:lnTo>
                  <a:lnTo>
                    <a:pt x="4349123" y="1191740"/>
                  </a:lnTo>
                  <a:lnTo>
                    <a:pt x="4349757" y="1182166"/>
                  </a:lnTo>
                  <a:lnTo>
                    <a:pt x="4350392" y="1171102"/>
                  </a:lnTo>
                  <a:lnTo>
                    <a:pt x="4351027" y="1158368"/>
                  </a:lnTo>
                  <a:lnTo>
                    <a:pt x="4351662" y="1148776"/>
                  </a:lnTo>
                  <a:lnTo>
                    <a:pt x="4352297" y="1138360"/>
                  </a:lnTo>
                  <a:lnTo>
                    <a:pt x="4352932" y="1127873"/>
                  </a:lnTo>
                  <a:lnTo>
                    <a:pt x="4353567" y="1117294"/>
                  </a:lnTo>
                  <a:lnTo>
                    <a:pt x="4354201" y="1106731"/>
                  </a:lnTo>
                  <a:lnTo>
                    <a:pt x="4354836" y="1095949"/>
                  </a:lnTo>
                  <a:lnTo>
                    <a:pt x="4355471" y="1084222"/>
                  </a:lnTo>
                  <a:lnTo>
                    <a:pt x="4356106" y="1072002"/>
                  </a:lnTo>
                  <a:lnTo>
                    <a:pt x="4356741" y="1058991"/>
                  </a:lnTo>
                  <a:lnTo>
                    <a:pt x="4357376" y="1044977"/>
                  </a:lnTo>
                  <a:lnTo>
                    <a:pt x="4358010" y="1030195"/>
                  </a:lnTo>
                  <a:lnTo>
                    <a:pt x="4358645" y="1014980"/>
                  </a:lnTo>
                  <a:lnTo>
                    <a:pt x="4359280" y="1000218"/>
                  </a:lnTo>
                  <a:lnTo>
                    <a:pt x="4359915" y="986230"/>
                  </a:lnTo>
                  <a:lnTo>
                    <a:pt x="4360550" y="973268"/>
                  </a:lnTo>
                  <a:lnTo>
                    <a:pt x="4361185" y="960129"/>
                  </a:lnTo>
                  <a:lnTo>
                    <a:pt x="4361819" y="947283"/>
                  </a:lnTo>
                  <a:lnTo>
                    <a:pt x="4362454" y="930687"/>
                  </a:lnTo>
                  <a:lnTo>
                    <a:pt x="4363089" y="914936"/>
                  </a:lnTo>
                  <a:lnTo>
                    <a:pt x="4363724" y="900218"/>
                  </a:lnTo>
                  <a:lnTo>
                    <a:pt x="4364359" y="885624"/>
                  </a:lnTo>
                  <a:lnTo>
                    <a:pt x="4364994" y="872596"/>
                  </a:lnTo>
                  <a:lnTo>
                    <a:pt x="4365629" y="859483"/>
                  </a:lnTo>
                  <a:lnTo>
                    <a:pt x="4366263" y="846549"/>
                  </a:lnTo>
                  <a:lnTo>
                    <a:pt x="4366898" y="834963"/>
                  </a:lnTo>
                  <a:lnTo>
                    <a:pt x="4367533" y="828436"/>
                  </a:lnTo>
                  <a:lnTo>
                    <a:pt x="4368168" y="822138"/>
                  </a:lnTo>
                  <a:lnTo>
                    <a:pt x="4368803" y="815846"/>
                  </a:lnTo>
                  <a:lnTo>
                    <a:pt x="4369438" y="809283"/>
                  </a:lnTo>
                  <a:lnTo>
                    <a:pt x="4370072" y="803016"/>
                  </a:lnTo>
                  <a:lnTo>
                    <a:pt x="4370707" y="796753"/>
                  </a:lnTo>
                  <a:lnTo>
                    <a:pt x="4371342" y="790866"/>
                  </a:lnTo>
                  <a:lnTo>
                    <a:pt x="4371977" y="784676"/>
                  </a:lnTo>
                  <a:lnTo>
                    <a:pt x="4372612" y="778850"/>
                  </a:lnTo>
                  <a:lnTo>
                    <a:pt x="4373247" y="773189"/>
                  </a:lnTo>
                  <a:lnTo>
                    <a:pt x="4373882" y="768164"/>
                  </a:lnTo>
                  <a:lnTo>
                    <a:pt x="4374516" y="763416"/>
                  </a:lnTo>
                  <a:lnTo>
                    <a:pt x="4375151" y="759408"/>
                  </a:lnTo>
                  <a:lnTo>
                    <a:pt x="4375786" y="756218"/>
                  </a:lnTo>
                  <a:lnTo>
                    <a:pt x="4376421" y="753768"/>
                  </a:lnTo>
                  <a:lnTo>
                    <a:pt x="4377056" y="751996"/>
                  </a:lnTo>
                  <a:lnTo>
                    <a:pt x="4377691" y="751146"/>
                  </a:lnTo>
                  <a:lnTo>
                    <a:pt x="4378325" y="750937"/>
                  </a:lnTo>
                  <a:lnTo>
                    <a:pt x="4378960" y="748258"/>
                  </a:lnTo>
                  <a:lnTo>
                    <a:pt x="4379595" y="747079"/>
                  </a:lnTo>
                  <a:lnTo>
                    <a:pt x="4380230" y="746720"/>
                  </a:lnTo>
                  <a:lnTo>
                    <a:pt x="4380865" y="746751"/>
                  </a:lnTo>
                  <a:lnTo>
                    <a:pt x="4381500" y="751096"/>
                  </a:lnTo>
                  <a:lnTo>
                    <a:pt x="4382135" y="757393"/>
                  </a:lnTo>
                  <a:lnTo>
                    <a:pt x="4382769" y="767125"/>
                  </a:lnTo>
                  <a:lnTo>
                    <a:pt x="4383404" y="775419"/>
                  </a:lnTo>
                  <a:lnTo>
                    <a:pt x="4384039" y="783214"/>
                  </a:lnTo>
                  <a:lnTo>
                    <a:pt x="4384674" y="790343"/>
                  </a:lnTo>
                  <a:lnTo>
                    <a:pt x="4385309" y="796505"/>
                  </a:lnTo>
                  <a:lnTo>
                    <a:pt x="4385944" y="802120"/>
                  </a:lnTo>
                  <a:lnTo>
                    <a:pt x="4386578" y="806964"/>
                  </a:lnTo>
                  <a:lnTo>
                    <a:pt x="4387213" y="812468"/>
                  </a:lnTo>
                  <a:lnTo>
                    <a:pt x="4387848" y="817317"/>
                  </a:lnTo>
                  <a:lnTo>
                    <a:pt x="4388483" y="821575"/>
                  </a:lnTo>
                  <a:lnTo>
                    <a:pt x="4389118" y="825075"/>
                  </a:lnTo>
                  <a:lnTo>
                    <a:pt x="4389753" y="828061"/>
                  </a:lnTo>
                  <a:lnTo>
                    <a:pt x="4390388" y="830176"/>
                  </a:lnTo>
                  <a:lnTo>
                    <a:pt x="4391022" y="831411"/>
                  </a:lnTo>
                  <a:lnTo>
                    <a:pt x="4391657" y="832450"/>
                  </a:lnTo>
                  <a:lnTo>
                    <a:pt x="4392292" y="833239"/>
                  </a:lnTo>
                  <a:lnTo>
                    <a:pt x="4392927" y="834181"/>
                  </a:lnTo>
                  <a:lnTo>
                    <a:pt x="4393562" y="834938"/>
                  </a:lnTo>
                  <a:lnTo>
                    <a:pt x="4394197" y="836289"/>
                  </a:lnTo>
                  <a:lnTo>
                    <a:pt x="4394831" y="838137"/>
                  </a:lnTo>
                  <a:lnTo>
                    <a:pt x="4395466" y="839950"/>
                  </a:lnTo>
                  <a:lnTo>
                    <a:pt x="4396101" y="841179"/>
                  </a:lnTo>
                  <a:lnTo>
                    <a:pt x="4396736" y="840362"/>
                  </a:lnTo>
                  <a:lnTo>
                    <a:pt x="4397371" y="839100"/>
                  </a:lnTo>
                  <a:lnTo>
                    <a:pt x="4398006" y="835538"/>
                  </a:lnTo>
                  <a:lnTo>
                    <a:pt x="4398641" y="832322"/>
                  </a:lnTo>
                  <a:lnTo>
                    <a:pt x="4399275" y="828552"/>
                  </a:lnTo>
                  <a:lnTo>
                    <a:pt x="4399910" y="822688"/>
                  </a:lnTo>
                  <a:lnTo>
                    <a:pt x="4400545" y="818682"/>
                  </a:lnTo>
                  <a:lnTo>
                    <a:pt x="4401180" y="814927"/>
                  </a:lnTo>
                  <a:lnTo>
                    <a:pt x="4401815" y="813910"/>
                  </a:lnTo>
                  <a:lnTo>
                    <a:pt x="4402450" y="812860"/>
                  </a:lnTo>
                  <a:lnTo>
                    <a:pt x="4403084" y="812412"/>
                  </a:lnTo>
                  <a:lnTo>
                    <a:pt x="4403719" y="811192"/>
                  </a:lnTo>
                  <a:lnTo>
                    <a:pt x="4404354" y="809837"/>
                  </a:lnTo>
                  <a:lnTo>
                    <a:pt x="4404989" y="807654"/>
                  </a:lnTo>
                  <a:lnTo>
                    <a:pt x="4405624" y="804662"/>
                  </a:lnTo>
                  <a:lnTo>
                    <a:pt x="4406259" y="801874"/>
                  </a:lnTo>
                  <a:lnTo>
                    <a:pt x="4406894" y="799705"/>
                  </a:lnTo>
                  <a:lnTo>
                    <a:pt x="4407528" y="797772"/>
                  </a:lnTo>
                  <a:lnTo>
                    <a:pt x="4408163" y="796606"/>
                  </a:lnTo>
                  <a:lnTo>
                    <a:pt x="4408798" y="795755"/>
                  </a:lnTo>
                  <a:lnTo>
                    <a:pt x="4409433" y="794718"/>
                  </a:lnTo>
                  <a:lnTo>
                    <a:pt x="4410068" y="794060"/>
                  </a:lnTo>
                  <a:lnTo>
                    <a:pt x="4410703" y="793623"/>
                  </a:lnTo>
                  <a:lnTo>
                    <a:pt x="4411337" y="792976"/>
                  </a:lnTo>
                  <a:lnTo>
                    <a:pt x="4411972" y="791573"/>
                  </a:lnTo>
                  <a:lnTo>
                    <a:pt x="4412607" y="790740"/>
                  </a:lnTo>
                  <a:lnTo>
                    <a:pt x="4413242" y="787930"/>
                  </a:lnTo>
                  <a:lnTo>
                    <a:pt x="4413877" y="784923"/>
                  </a:lnTo>
                  <a:lnTo>
                    <a:pt x="4414512" y="781073"/>
                  </a:lnTo>
                  <a:lnTo>
                    <a:pt x="4415146" y="777775"/>
                  </a:lnTo>
                  <a:lnTo>
                    <a:pt x="4415781" y="774210"/>
                  </a:lnTo>
                  <a:lnTo>
                    <a:pt x="4416416" y="769370"/>
                  </a:lnTo>
                  <a:lnTo>
                    <a:pt x="4417051" y="765859"/>
                  </a:lnTo>
                  <a:lnTo>
                    <a:pt x="4417686" y="761521"/>
                  </a:lnTo>
                  <a:lnTo>
                    <a:pt x="4418321" y="755122"/>
                  </a:lnTo>
                  <a:lnTo>
                    <a:pt x="4418956" y="749340"/>
                  </a:lnTo>
                  <a:lnTo>
                    <a:pt x="4419590" y="743683"/>
                  </a:lnTo>
                  <a:lnTo>
                    <a:pt x="4420225" y="737376"/>
                  </a:lnTo>
                  <a:lnTo>
                    <a:pt x="4420860" y="729487"/>
                  </a:lnTo>
                  <a:lnTo>
                    <a:pt x="4421495" y="721220"/>
                  </a:lnTo>
                  <a:lnTo>
                    <a:pt x="4422130" y="711985"/>
                  </a:lnTo>
                  <a:lnTo>
                    <a:pt x="4422765" y="702556"/>
                  </a:lnTo>
                  <a:lnTo>
                    <a:pt x="4423399" y="693066"/>
                  </a:lnTo>
                  <a:lnTo>
                    <a:pt x="4424034" y="683015"/>
                  </a:lnTo>
                  <a:lnTo>
                    <a:pt x="4424669" y="672681"/>
                  </a:lnTo>
                  <a:lnTo>
                    <a:pt x="4425304" y="662098"/>
                  </a:lnTo>
                  <a:lnTo>
                    <a:pt x="4425939" y="652062"/>
                  </a:lnTo>
                  <a:lnTo>
                    <a:pt x="4426574" y="642391"/>
                  </a:lnTo>
                  <a:lnTo>
                    <a:pt x="4427209" y="631940"/>
                  </a:lnTo>
                  <a:lnTo>
                    <a:pt x="4427843" y="623482"/>
                  </a:lnTo>
                  <a:lnTo>
                    <a:pt x="4428478" y="614640"/>
                  </a:lnTo>
                  <a:lnTo>
                    <a:pt x="4429113" y="605521"/>
                  </a:lnTo>
                  <a:lnTo>
                    <a:pt x="4429748" y="597251"/>
                  </a:lnTo>
                  <a:lnTo>
                    <a:pt x="4430383" y="590120"/>
                  </a:lnTo>
                  <a:lnTo>
                    <a:pt x="4431018" y="581515"/>
                  </a:lnTo>
                  <a:lnTo>
                    <a:pt x="4431652" y="574216"/>
                  </a:lnTo>
                  <a:lnTo>
                    <a:pt x="4432287" y="567638"/>
                  </a:lnTo>
                  <a:lnTo>
                    <a:pt x="4432922" y="561777"/>
                  </a:lnTo>
                  <a:lnTo>
                    <a:pt x="4433557" y="556538"/>
                  </a:lnTo>
                  <a:lnTo>
                    <a:pt x="4434192" y="552621"/>
                  </a:lnTo>
                  <a:lnTo>
                    <a:pt x="4434827" y="550925"/>
                  </a:lnTo>
                  <a:lnTo>
                    <a:pt x="4435462" y="550519"/>
                  </a:lnTo>
                  <a:lnTo>
                    <a:pt x="4436096" y="549333"/>
                  </a:lnTo>
                  <a:lnTo>
                    <a:pt x="4436731" y="549535"/>
                  </a:lnTo>
                  <a:lnTo>
                    <a:pt x="4437366" y="551724"/>
                  </a:lnTo>
                  <a:lnTo>
                    <a:pt x="4438001" y="555526"/>
                  </a:lnTo>
                  <a:lnTo>
                    <a:pt x="4438636" y="555854"/>
                  </a:lnTo>
                  <a:lnTo>
                    <a:pt x="4439271" y="557319"/>
                  </a:lnTo>
                  <a:lnTo>
                    <a:pt x="4439905" y="557562"/>
                  </a:lnTo>
                  <a:lnTo>
                    <a:pt x="4440540" y="556680"/>
                  </a:lnTo>
                  <a:lnTo>
                    <a:pt x="4441175" y="555066"/>
                  </a:lnTo>
                  <a:lnTo>
                    <a:pt x="4441810" y="552960"/>
                  </a:lnTo>
                  <a:lnTo>
                    <a:pt x="4442445" y="550760"/>
                  </a:lnTo>
                  <a:lnTo>
                    <a:pt x="4443080" y="549890"/>
                  </a:lnTo>
                  <a:lnTo>
                    <a:pt x="4443715" y="549993"/>
                  </a:lnTo>
                  <a:lnTo>
                    <a:pt x="4444349" y="549985"/>
                  </a:lnTo>
                  <a:lnTo>
                    <a:pt x="4444984" y="550153"/>
                  </a:lnTo>
                  <a:lnTo>
                    <a:pt x="4445619" y="549986"/>
                  </a:lnTo>
                  <a:lnTo>
                    <a:pt x="4446254" y="549694"/>
                  </a:lnTo>
                  <a:lnTo>
                    <a:pt x="4446889" y="553162"/>
                  </a:lnTo>
                  <a:lnTo>
                    <a:pt x="4447524" y="556943"/>
                  </a:lnTo>
                  <a:lnTo>
                    <a:pt x="4448158" y="563449"/>
                  </a:lnTo>
                  <a:lnTo>
                    <a:pt x="4448793" y="569958"/>
                  </a:lnTo>
                  <a:lnTo>
                    <a:pt x="4449428" y="577671"/>
                  </a:lnTo>
                  <a:lnTo>
                    <a:pt x="4450063" y="588806"/>
                  </a:lnTo>
                  <a:lnTo>
                    <a:pt x="4450698" y="600370"/>
                  </a:lnTo>
                  <a:lnTo>
                    <a:pt x="4451333" y="611689"/>
                  </a:lnTo>
                  <a:lnTo>
                    <a:pt x="4451968" y="622540"/>
                  </a:lnTo>
                  <a:lnTo>
                    <a:pt x="4452602" y="632946"/>
                  </a:lnTo>
                  <a:lnTo>
                    <a:pt x="4453237" y="643817"/>
                  </a:lnTo>
                  <a:lnTo>
                    <a:pt x="4453872" y="655588"/>
                  </a:lnTo>
                  <a:lnTo>
                    <a:pt x="4454507" y="663742"/>
                  </a:lnTo>
                  <a:lnTo>
                    <a:pt x="4455142" y="671653"/>
                  </a:lnTo>
                  <a:lnTo>
                    <a:pt x="4455777" y="679439"/>
                  </a:lnTo>
                  <a:lnTo>
                    <a:pt x="4456411" y="686571"/>
                  </a:lnTo>
                  <a:lnTo>
                    <a:pt x="4457046" y="694182"/>
                  </a:lnTo>
                  <a:lnTo>
                    <a:pt x="4457681" y="699940"/>
                  </a:lnTo>
                  <a:lnTo>
                    <a:pt x="4458316" y="704951"/>
                  </a:lnTo>
                  <a:lnTo>
                    <a:pt x="4458951" y="709673"/>
                  </a:lnTo>
                  <a:lnTo>
                    <a:pt x="4459586" y="713890"/>
                  </a:lnTo>
                  <a:lnTo>
                    <a:pt x="4460221" y="717373"/>
                  </a:lnTo>
                  <a:lnTo>
                    <a:pt x="4460855" y="720965"/>
                  </a:lnTo>
                  <a:lnTo>
                    <a:pt x="4461490" y="724263"/>
                  </a:lnTo>
                  <a:lnTo>
                    <a:pt x="4462125" y="727784"/>
                  </a:lnTo>
                  <a:lnTo>
                    <a:pt x="4462760" y="731144"/>
                  </a:lnTo>
                  <a:lnTo>
                    <a:pt x="4463395" y="733409"/>
                  </a:lnTo>
                  <a:lnTo>
                    <a:pt x="4464030" y="736154"/>
                  </a:lnTo>
                  <a:lnTo>
                    <a:pt x="4464664" y="738882"/>
                  </a:lnTo>
                  <a:lnTo>
                    <a:pt x="4465299" y="741203"/>
                  </a:lnTo>
                  <a:lnTo>
                    <a:pt x="4465934" y="742785"/>
                  </a:lnTo>
                  <a:lnTo>
                    <a:pt x="4466569" y="744109"/>
                  </a:lnTo>
                  <a:lnTo>
                    <a:pt x="4467204" y="749923"/>
                  </a:lnTo>
                  <a:lnTo>
                    <a:pt x="4467839" y="755475"/>
                  </a:lnTo>
                  <a:lnTo>
                    <a:pt x="4468474" y="760694"/>
                  </a:lnTo>
                  <a:lnTo>
                    <a:pt x="4469108" y="764962"/>
                  </a:lnTo>
                  <a:lnTo>
                    <a:pt x="4469743" y="768372"/>
                  </a:lnTo>
                  <a:lnTo>
                    <a:pt x="4470378" y="774729"/>
                  </a:lnTo>
                  <a:lnTo>
                    <a:pt x="4471013" y="780365"/>
                  </a:lnTo>
                  <a:lnTo>
                    <a:pt x="4471648" y="786803"/>
                  </a:lnTo>
                  <a:lnTo>
                    <a:pt x="4472283" y="794243"/>
                  </a:lnTo>
                  <a:lnTo>
                    <a:pt x="4472917" y="802767"/>
                  </a:lnTo>
                  <a:lnTo>
                    <a:pt x="4473552" y="810447"/>
                  </a:lnTo>
                  <a:lnTo>
                    <a:pt x="4474187" y="818240"/>
                  </a:lnTo>
                  <a:lnTo>
                    <a:pt x="4474822" y="825476"/>
                  </a:lnTo>
                  <a:lnTo>
                    <a:pt x="4475457" y="831422"/>
                  </a:lnTo>
                  <a:lnTo>
                    <a:pt x="4476092" y="836517"/>
                  </a:lnTo>
                  <a:lnTo>
                    <a:pt x="4476726" y="841686"/>
                  </a:lnTo>
                  <a:lnTo>
                    <a:pt x="4477361" y="848311"/>
                  </a:lnTo>
                  <a:lnTo>
                    <a:pt x="4477996" y="856534"/>
                  </a:lnTo>
                  <a:lnTo>
                    <a:pt x="4478631" y="861457"/>
                  </a:lnTo>
                  <a:lnTo>
                    <a:pt x="4479266" y="867412"/>
                  </a:lnTo>
                  <a:lnTo>
                    <a:pt x="4479901" y="873001"/>
                  </a:lnTo>
                  <a:lnTo>
                    <a:pt x="4480536" y="878888"/>
                  </a:lnTo>
                  <a:lnTo>
                    <a:pt x="4481170" y="885365"/>
                  </a:lnTo>
                  <a:lnTo>
                    <a:pt x="4481805" y="891095"/>
                  </a:lnTo>
                  <a:lnTo>
                    <a:pt x="4482440" y="897065"/>
                  </a:lnTo>
                  <a:lnTo>
                    <a:pt x="4483075" y="903102"/>
                  </a:lnTo>
                  <a:lnTo>
                    <a:pt x="4483710" y="909933"/>
                  </a:lnTo>
                  <a:lnTo>
                    <a:pt x="4484345" y="917743"/>
                  </a:lnTo>
                  <a:lnTo>
                    <a:pt x="4484979" y="926524"/>
                  </a:lnTo>
                  <a:lnTo>
                    <a:pt x="4485614" y="935630"/>
                  </a:lnTo>
                  <a:lnTo>
                    <a:pt x="4486249" y="943869"/>
                  </a:lnTo>
                  <a:lnTo>
                    <a:pt x="4486884" y="951645"/>
                  </a:lnTo>
                  <a:lnTo>
                    <a:pt x="4487519" y="959099"/>
                  </a:lnTo>
                  <a:lnTo>
                    <a:pt x="4488154" y="966717"/>
                  </a:lnTo>
                  <a:lnTo>
                    <a:pt x="4488789" y="974262"/>
                  </a:lnTo>
                  <a:lnTo>
                    <a:pt x="4489423" y="986370"/>
                  </a:lnTo>
                  <a:lnTo>
                    <a:pt x="4490058" y="997723"/>
                  </a:lnTo>
                  <a:lnTo>
                    <a:pt x="4490693" y="1008103"/>
                  </a:lnTo>
                  <a:lnTo>
                    <a:pt x="4491328" y="1017931"/>
                  </a:lnTo>
                  <a:lnTo>
                    <a:pt x="4491963" y="1026454"/>
                  </a:lnTo>
                  <a:lnTo>
                    <a:pt x="4492598" y="1035162"/>
                  </a:lnTo>
                  <a:lnTo>
                    <a:pt x="4493232" y="1043813"/>
                  </a:lnTo>
                  <a:lnTo>
                    <a:pt x="4493867" y="1050967"/>
                  </a:lnTo>
                  <a:lnTo>
                    <a:pt x="4494502" y="1054520"/>
                  </a:lnTo>
                  <a:lnTo>
                    <a:pt x="4495137" y="1058266"/>
                  </a:lnTo>
                  <a:lnTo>
                    <a:pt x="4495772" y="1061954"/>
                  </a:lnTo>
                  <a:lnTo>
                    <a:pt x="4496407" y="1064689"/>
                  </a:lnTo>
                  <a:lnTo>
                    <a:pt x="4497042" y="1065871"/>
                  </a:lnTo>
                  <a:lnTo>
                    <a:pt x="4497676" y="1065543"/>
                  </a:lnTo>
                  <a:lnTo>
                    <a:pt x="4498311" y="1065647"/>
                  </a:lnTo>
                  <a:lnTo>
                    <a:pt x="4498946" y="1065739"/>
                  </a:lnTo>
                  <a:lnTo>
                    <a:pt x="4499581" y="1065870"/>
                  </a:lnTo>
                  <a:lnTo>
                    <a:pt x="4500216" y="1066579"/>
                  </a:lnTo>
                  <a:lnTo>
                    <a:pt x="4500851" y="1067895"/>
                  </a:lnTo>
                  <a:lnTo>
                    <a:pt x="4501485" y="1069767"/>
                  </a:lnTo>
                  <a:lnTo>
                    <a:pt x="4502120" y="1071678"/>
                  </a:lnTo>
                  <a:lnTo>
                    <a:pt x="4502755" y="1073695"/>
                  </a:lnTo>
                  <a:lnTo>
                    <a:pt x="4503390" y="1075465"/>
                  </a:lnTo>
                  <a:lnTo>
                    <a:pt x="4504025" y="1076810"/>
                  </a:lnTo>
                  <a:lnTo>
                    <a:pt x="4504660" y="1077750"/>
                  </a:lnTo>
                  <a:lnTo>
                    <a:pt x="4505295" y="1079257"/>
                  </a:lnTo>
                  <a:lnTo>
                    <a:pt x="4505929" y="1084325"/>
                  </a:lnTo>
                  <a:lnTo>
                    <a:pt x="4506564" y="1089361"/>
                  </a:lnTo>
                  <a:lnTo>
                    <a:pt x="4507199" y="1095787"/>
                  </a:lnTo>
                  <a:lnTo>
                    <a:pt x="4507834" y="1102964"/>
                  </a:lnTo>
                  <a:lnTo>
                    <a:pt x="4508469" y="1108246"/>
                  </a:lnTo>
                  <a:lnTo>
                    <a:pt x="4509104" y="1111569"/>
                  </a:lnTo>
                  <a:lnTo>
                    <a:pt x="4509738" y="1114675"/>
                  </a:lnTo>
                  <a:lnTo>
                    <a:pt x="4510373" y="1117445"/>
                  </a:lnTo>
                  <a:lnTo>
                    <a:pt x="4511008" y="1118949"/>
                  </a:lnTo>
                  <a:lnTo>
                    <a:pt x="4511643" y="1119440"/>
                  </a:lnTo>
                  <a:lnTo>
                    <a:pt x="4512278" y="1120119"/>
                  </a:lnTo>
                  <a:lnTo>
                    <a:pt x="4512913" y="1120719"/>
                  </a:lnTo>
                  <a:lnTo>
                    <a:pt x="4513548" y="1121038"/>
                  </a:lnTo>
                  <a:lnTo>
                    <a:pt x="4514182" y="1120202"/>
                  </a:lnTo>
                  <a:lnTo>
                    <a:pt x="4514817" y="1118513"/>
                  </a:lnTo>
                  <a:lnTo>
                    <a:pt x="4515452" y="1116200"/>
                  </a:lnTo>
                  <a:lnTo>
                    <a:pt x="4516087" y="1113867"/>
                  </a:lnTo>
                  <a:lnTo>
                    <a:pt x="4516722" y="1111270"/>
                  </a:lnTo>
                  <a:lnTo>
                    <a:pt x="4517357" y="1108795"/>
                  </a:lnTo>
                  <a:lnTo>
                    <a:pt x="4517991" y="1107332"/>
                  </a:lnTo>
                  <a:lnTo>
                    <a:pt x="4518626" y="1106786"/>
                  </a:lnTo>
                  <a:lnTo>
                    <a:pt x="4519261" y="1106871"/>
                  </a:lnTo>
                  <a:lnTo>
                    <a:pt x="4519896" y="1107475"/>
                  </a:lnTo>
                  <a:lnTo>
                    <a:pt x="4520531" y="1108796"/>
                  </a:lnTo>
                  <a:lnTo>
                    <a:pt x="4521166" y="1110842"/>
                  </a:lnTo>
                  <a:lnTo>
                    <a:pt x="4521801" y="1112752"/>
                  </a:lnTo>
                  <a:lnTo>
                    <a:pt x="4522435" y="1114744"/>
                  </a:lnTo>
                  <a:lnTo>
                    <a:pt x="4523070" y="1117263"/>
                  </a:lnTo>
                  <a:lnTo>
                    <a:pt x="4523705" y="1121068"/>
                  </a:lnTo>
                  <a:lnTo>
                    <a:pt x="4524340" y="1125424"/>
                  </a:lnTo>
                  <a:lnTo>
                    <a:pt x="4524975" y="1132146"/>
                  </a:lnTo>
                  <a:lnTo>
                    <a:pt x="4525610" y="1138171"/>
                  </a:lnTo>
                  <a:lnTo>
                    <a:pt x="4526244" y="1144711"/>
                  </a:lnTo>
                  <a:lnTo>
                    <a:pt x="4526879" y="1153659"/>
                  </a:lnTo>
                  <a:lnTo>
                    <a:pt x="4527514" y="1160626"/>
                  </a:lnTo>
                  <a:lnTo>
                    <a:pt x="4528149" y="1167455"/>
                  </a:lnTo>
                  <a:lnTo>
                    <a:pt x="4528784" y="1172173"/>
                  </a:lnTo>
                  <a:lnTo>
                    <a:pt x="4529419" y="1177189"/>
                  </a:lnTo>
                  <a:lnTo>
                    <a:pt x="4530053" y="1181661"/>
                  </a:lnTo>
                  <a:lnTo>
                    <a:pt x="4530688" y="1186012"/>
                  </a:lnTo>
                  <a:lnTo>
                    <a:pt x="4531323" y="1190290"/>
                  </a:lnTo>
                  <a:lnTo>
                    <a:pt x="4531958" y="1195044"/>
                  </a:lnTo>
                  <a:lnTo>
                    <a:pt x="4532593" y="1199960"/>
                  </a:lnTo>
                  <a:lnTo>
                    <a:pt x="4533228" y="1205162"/>
                  </a:lnTo>
                  <a:lnTo>
                    <a:pt x="4533863" y="1210616"/>
                  </a:lnTo>
                  <a:lnTo>
                    <a:pt x="4534497" y="1216278"/>
                  </a:lnTo>
                  <a:lnTo>
                    <a:pt x="4535132" y="1221911"/>
                  </a:lnTo>
                  <a:lnTo>
                    <a:pt x="4535767" y="1227407"/>
                  </a:lnTo>
                  <a:lnTo>
                    <a:pt x="4536402" y="1233636"/>
                  </a:lnTo>
                  <a:lnTo>
                    <a:pt x="4537037" y="1239925"/>
                  </a:lnTo>
                  <a:lnTo>
                    <a:pt x="4537672" y="1245972"/>
                  </a:lnTo>
                  <a:lnTo>
                    <a:pt x="4538306" y="1251979"/>
                  </a:lnTo>
                  <a:lnTo>
                    <a:pt x="4538941" y="1258665"/>
                  </a:lnTo>
                  <a:lnTo>
                    <a:pt x="4539576" y="1264623"/>
                  </a:lnTo>
                  <a:lnTo>
                    <a:pt x="4540211" y="1272133"/>
                  </a:lnTo>
                  <a:lnTo>
                    <a:pt x="4540846" y="1279145"/>
                  </a:lnTo>
                  <a:lnTo>
                    <a:pt x="4541481" y="1287443"/>
                  </a:lnTo>
                  <a:lnTo>
                    <a:pt x="4542116" y="1294981"/>
                  </a:lnTo>
                  <a:lnTo>
                    <a:pt x="4542750" y="1302353"/>
                  </a:lnTo>
                  <a:lnTo>
                    <a:pt x="4543385" y="1311993"/>
                  </a:lnTo>
                  <a:lnTo>
                    <a:pt x="4544020" y="1322147"/>
                  </a:lnTo>
                  <a:lnTo>
                    <a:pt x="4544655" y="1332031"/>
                  </a:lnTo>
                  <a:lnTo>
                    <a:pt x="4545290" y="1341833"/>
                  </a:lnTo>
                  <a:lnTo>
                    <a:pt x="4545925" y="1350708"/>
                  </a:lnTo>
                  <a:lnTo>
                    <a:pt x="4546559" y="1359704"/>
                  </a:lnTo>
                  <a:lnTo>
                    <a:pt x="4547194" y="1369066"/>
                  </a:lnTo>
                  <a:lnTo>
                    <a:pt x="4547829" y="1379451"/>
                  </a:lnTo>
                  <a:lnTo>
                    <a:pt x="4548464" y="1390213"/>
                  </a:lnTo>
                  <a:lnTo>
                    <a:pt x="4549099" y="1402344"/>
                  </a:lnTo>
                  <a:lnTo>
                    <a:pt x="4549734" y="1415056"/>
                  </a:lnTo>
                  <a:lnTo>
                    <a:pt x="4550369" y="1428127"/>
                  </a:lnTo>
                  <a:lnTo>
                    <a:pt x="4551003" y="1441275"/>
                  </a:lnTo>
                  <a:lnTo>
                    <a:pt x="4551638" y="1454560"/>
                  </a:lnTo>
                  <a:lnTo>
                    <a:pt x="4552273" y="1467984"/>
                  </a:lnTo>
                  <a:lnTo>
                    <a:pt x="4552908" y="1480411"/>
                  </a:lnTo>
                  <a:lnTo>
                    <a:pt x="4553543" y="1492158"/>
                  </a:lnTo>
                  <a:lnTo>
                    <a:pt x="4554178" y="1504515"/>
                  </a:lnTo>
                  <a:lnTo>
                    <a:pt x="4554812" y="1512945"/>
                  </a:lnTo>
                  <a:lnTo>
                    <a:pt x="4555447" y="1520214"/>
                  </a:lnTo>
                  <a:lnTo>
                    <a:pt x="4556082" y="1527350"/>
                  </a:lnTo>
                  <a:lnTo>
                    <a:pt x="4556717" y="1533266"/>
                  </a:lnTo>
                  <a:lnTo>
                    <a:pt x="4557352" y="1538728"/>
                  </a:lnTo>
                  <a:lnTo>
                    <a:pt x="4557987" y="1545624"/>
                  </a:lnTo>
                  <a:lnTo>
                    <a:pt x="4558622" y="1550409"/>
                  </a:lnTo>
                  <a:lnTo>
                    <a:pt x="4559256" y="1554567"/>
                  </a:lnTo>
                  <a:lnTo>
                    <a:pt x="4559891" y="1558246"/>
                  </a:lnTo>
                  <a:lnTo>
                    <a:pt x="4560526" y="1561853"/>
                  </a:lnTo>
                  <a:lnTo>
                    <a:pt x="4561161" y="1565162"/>
                  </a:lnTo>
                  <a:lnTo>
                    <a:pt x="4561796" y="1567380"/>
                  </a:lnTo>
                  <a:lnTo>
                    <a:pt x="4562431" y="1569153"/>
                  </a:lnTo>
                  <a:lnTo>
                    <a:pt x="4563065" y="1570064"/>
                  </a:lnTo>
                  <a:lnTo>
                    <a:pt x="4563700" y="1570567"/>
                  </a:lnTo>
                  <a:lnTo>
                    <a:pt x="4564335" y="1570432"/>
                  </a:lnTo>
                  <a:lnTo>
                    <a:pt x="4564970" y="1570644"/>
                  </a:lnTo>
                  <a:lnTo>
                    <a:pt x="4565605" y="1571698"/>
                  </a:lnTo>
                  <a:lnTo>
                    <a:pt x="4566240" y="1572656"/>
                  </a:lnTo>
                  <a:lnTo>
                    <a:pt x="4566875" y="1574060"/>
                  </a:lnTo>
                  <a:lnTo>
                    <a:pt x="4567509" y="1578071"/>
                  </a:lnTo>
                  <a:lnTo>
                    <a:pt x="4568144" y="1583229"/>
                  </a:lnTo>
                  <a:lnTo>
                    <a:pt x="4568779" y="1589189"/>
                  </a:lnTo>
                  <a:lnTo>
                    <a:pt x="4569414" y="1594533"/>
                  </a:lnTo>
                  <a:lnTo>
                    <a:pt x="4570049" y="1598310"/>
                  </a:lnTo>
                  <a:lnTo>
                    <a:pt x="4570684" y="1601151"/>
                  </a:lnTo>
                  <a:lnTo>
                    <a:pt x="4571318" y="1604784"/>
                  </a:lnTo>
                  <a:lnTo>
                    <a:pt x="4571953" y="1607730"/>
                  </a:lnTo>
                  <a:lnTo>
                    <a:pt x="4572588" y="1610755"/>
                  </a:lnTo>
                  <a:lnTo>
                    <a:pt x="4573223" y="1614802"/>
                  </a:lnTo>
                  <a:lnTo>
                    <a:pt x="4573858" y="1614860"/>
                  </a:lnTo>
                  <a:lnTo>
                    <a:pt x="4574493" y="1614367"/>
                  </a:lnTo>
                  <a:lnTo>
                    <a:pt x="4575128" y="1613411"/>
                  </a:lnTo>
                  <a:lnTo>
                    <a:pt x="4575762" y="1612615"/>
                  </a:lnTo>
                  <a:lnTo>
                    <a:pt x="4576397" y="1611427"/>
                  </a:lnTo>
                  <a:lnTo>
                    <a:pt x="4577032" y="1610424"/>
                  </a:lnTo>
                  <a:lnTo>
                    <a:pt x="4577667" y="1609636"/>
                  </a:lnTo>
                  <a:lnTo>
                    <a:pt x="4578302" y="1608386"/>
                  </a:lnTo>
                  <a:lnTo>
                    <a:pt x="4578937" y="1606040"/>
                  </a:lnTo>
                  <a:lnTo>
                    <a:pt x="4579571" y="1604083"/>
                  </a:lnTo>
                  <a:lnTo>
                    <a:pt x="4580206" y="1601651"/>
                  </a:lnTo>
                  <a:lnTo>
                    <a:pt x="4580841" y="1599287"/>
                  </a:lnTo>
                  <a:lnTo>
                    <a:pt x="4581476" y="1597516"/>
                  </a:lnTo>
                  <a:lnTo>
                    <a:pt x="4582111" y="1593978"/>
                  </a:lnTo>
                  <a:lnTo>
                    <a:pt x="4582746" y="1590819"/>
                  </a:lnTo>
                  <a:lnTo>
                    <a:pt x="4583380" y="1586336"/>
                  </a:lnTo>
                  <a:lnTo>
                    <a:pt x="4584015" y="1582127"/>
                  </a:lnTo>
                  <a:lnTo>
                    <a:pt x="4584650" y="1578616"/>
                  </a:lnTo>
                  <a:lnTo>
                    <a:pt x="4585285" y="1575998"/>
                  </a:lnTo>
                  <a:lnTo>
                    <a:pt x="4585920" y="1573690"/>
                  </a:lnTo>
                  <a:lnTo>
                    <a:pt x="4586555" y="1571444"/>
                  </a:lnTo>
                  <a:lnTo>
                    <a:pt x="4587190" y="1570469"/>
                  </a:lnTo>
                  <a:lnTo>
                    <a:pt x="4587824" y="1570064"/>
                  </a:lnTo>
                  <a:lnTo>
                    <a:pt x="4588459" y="1571388"/>
                  </a:lnTo>
                  <a:lnTo>
                    <a:pt x="4589094" y="1573198"/>
                  </a:lnTo>
                  <a:lnTo>
                    <a:pt x="4589729" y="1576067"/>
                  </a:lnTo>
                  <a:lnTo>
                    <a:pt x="4590364" y="1579779"/>
                  </a:lnTo>
                  <a:lnTo>
                    <a:pt x="4590999" y="1584640"/>
                  </a:lnTo>
                  <a:lnTo>
                    <a:pt x="4591633" y="1590707"/>
                  </a:lnTo>
                  <a:lnTo>
                    <a:pt x="4592268" y="1595998"/>
                  </a:lnTo>
                  <a:lnTo>
                    <a:pt x="4592903" y="1600854"/>
                  </a:lnTo>
                  <a:lnTo>
                    <a:pt x="4593538" y="1604539"/>
                  </a:lnTo>
                  <a:lnTo>
                    <a:pt x="4594173" y="1605931"/>
                  </a:lnTo>
                  <a:lnTo>
                    <a:pt x="4594808" y="1606476"/>
                  </a:lnTo>
                  <a:lnTo>
                    <a:pt x="4595443" y="1606329"/>
                  </a:lnTo>
                  <a:lnTo>
                    <a:pt x="4596077" y="1605889"/>
                  </a:lnTo>
                  <a:lnTo>
                    <a:pt x="4596712" y="1605288"/>
                  </a:lnTo>
                  <a:lnTo>
                    <a:pt x="4597347" y="1604113"/>
                  </a:lnTo>
                  <a:lnTo>
                    <a:pt x="4597982" y="1603022"/>
                  </a:lnTo>
                  <a:lnTo>
                    <a:pt x="4598617" y="1601622"/>
                  </a:lnTo>
                  <a:lnTo>
                    <a:pt x="4599252" y="1598642"/>
                  </a:lnTo>
                  <a:lnTo>
                    <a:pt x="4599886" y="1594160"/>
                  </a:lnTo>
                  <a:lnTo>
                    <a:pt x="4600521" y="1589469"/>
                  </a:lnTo>
                  <a:lnTo>
                    <a:pt x="4601156" y="1584068"/>
                  </a:lnTo>
                  <a:lnTo>
                    <a:pt x="4601791" y="1578558"/>
                  </a:lnTo>
                  <a:lnTo>
                    <a:pt x="4602426" y="1574035"/>
                  </a:lnTo>
                  <a:lnTo>
                    <a:pt x="4603061" y="1570297"/>
                  </a:lnTo>
                  <a:lnTo>
                    <a:pt x="4603696" y="1566932"/>
                  </a:lnTo>
                  <a:lnTo>
                    <a:pt x="4604330" y="1563836"/>
                  </a:lnTo>
                  <a:lnTo>
                    <a:pt x="4604965" y="1563516"/>
                  </a:lnTo>
                  <a:lnTo>
                    <a:pt x="4605600" y="1563401"/>
                  </a:lnTo>
                  <a:lnTo>
                    <a:pt x="4606235" y="1562273"/>
                  </a:lnTo>
                  <a:lnTo>
                    <a:pt x="4606870" y="1561647"/>
                  </a:lnTo>
                  <a:lnTo>
                    <a:pt x="4607505" y="1561047"/>
                  </a:lnTo>
                  <a:lnTo>
                    <a:pt x="4608139" y="1560066"/>
                  </a:lnTo>
                  <a:lnTo>
                    <a:pt x="4608774" y="1560812"/>
                  </a:lnTo>
                  <a:lnTo>
                    <a:pt x="4609409" y="1562730"/>
                  </a:lnTo>
                  <a:lnTo>
                    <a:pt x="4610044" y="1564815"/>
                  </a:lnTo>
                  <a:lnTo>
                    <a:pt x="4610679" y="1566202"/>
                  </a:lnTo>
                  <a:lnTo>
                    <a:pt x="4611314" y="1568021"/>
                  </a:lnTo>
                  <a:lnTo>
                    <a:pt x="4611949" y="1569415"/>
                  </a:lnTo>
                  <a:lnTo>
                    <a:pt x="4612583" y="1570637"/>
                  </a:lnTo>
                  <a:lnTo>
                    <a:pt x="4613218" y="1571611"/>
                  </a:lnTo>
                  <a:lnTo>
                    <a:pt x="4613853" y="1571577"/>
                  </a:lnTo>
                  <a:lnTo>
                    <a:pt x="4614488" y="1570666"/>
                  </a:lnTo>
                  <a:lnTo>
                    <a:pt x="4615123" y="1568831"/>
                  </a:lnTo>
                  <a:lnTo>
                    <a:pt x="4615758" y="1562650"/>
                  </a:lnTo>
                  <a:lnTo>
                    <a:pt x="4616392" y="1554508"/>
                  </a:lnTo>
                  <a:lnTo>
                    <a:pt x="4617027" y="1549066"/>
                  </a:lnTo>
                  <a:lnTo>
                    <a:pt x="4617662" y="1542721"/>
                  </a:lnTo>
                  <a:lnTo>
                    <a:pt x="4618297" y="1536742"/>
                  </a:lnTo>
                  <a:lnTo>
                    <a:pt x="4618932" y="1533487"/>
                  </a:lnTo>
                  <a:lnTo>
                    <a:pt x="4619567" y="1530235"/>
                  </a:lnTo>
                  <a:lnTo>
                    <a:pt x="4620202" y="1526948"/>
                  </a:lnTo>
                  <a:lnTo>
                    <a:pt x="4620836" y="1523936"/>
                  </a:lnTo>
                  <a:lnTo>
                    <a:pt x="4621471" y="1520470"/>
                  </a:lnTo>
                  <a:lnTo>
                    <a:pt x="4622106" y="1516607"/>
                  </a:lnTo>
                  <a:lnTo>
                    <a:pt x="4622741" y="1513228"/>
                  </a:lnTo>
                  <a:lnTo>
                    <a:pt x="4623376" y="1510917"/>
                  </a:lnTo>
                  <a:lnTo>
                    <a:pt x="4624011" y="1509655"/>
                  </a:lnTo>
                  <a:lnTo>
                    <a:pt x="4624645" y="1509629"/>
                  </a:lnTo>
                  <a:lnTo>
                    <a:pt x="4625280" y="1509338"/>
                  </a:lnTo>
                  <a:lnTo>
                    <a:pt x="4625915" y="1509131"/>
                  </a:lnTo>
                  <a:lnTo>
                    <a:pt x="4626550" y="1509045"/>
                  </a:lnTo>
                  <a:lnTo>
                    <a:pt x="4627185" y="1509546"/>
                  </a:lnTo>
                  <a:lnTo>
                    <a:pt x="4627820" y="1507448"/>
                  </a:lnTo>
                  <a:lnTo>
                    <a:pt x="4628455" y="1505161"/>
                  </a:lnTo>
                  <a:lnTo>
                    <a:pt x="4629089" y="1502791"/>
                  </a:lnTo>
                  <a:lnTo>
                    <a:pt x="4629724" y="1500149"/>
                  </a:lnTo>
                  <a:lnTo>
                    <a:pt x="4630359" y="1496954"/>
                  </a:lnTo>
                  <a:lnTo>
                    <a:pt x="4630994" y="1493255"/>
                  </a:lnTo>
                  <a:lnTo>
                    <a:pt x="4631629" y="1489552"/>
                  </a:lnTo>
                  <a:lnTo>
                    <a:pt x="4632264" y="1485281"/>
                  </a:lnTo>
                  <a:lnTo>
                    <a:pt x="4632898" y="1480677"/>
                  </a:lnTo>
                  <a:lnTo>
                    <a:pt x="4633533" y="1475434"/>
                  </a:lnTo>
                  <a:lnTo>
                    <a:pt x="4634168" y="1469612"/>
                  </a:lnTo>
                  <a:lnTo>
                    <a:pt x="4634803" y="1464398"/>
                  </a:lnTo>
                  <a:lnTo>
                    <a:pt x="4635438" y="1460041"/>
                  </a:lnTo>
                  <a:lnTo>
                    <a:pt x="4636073" y="1456126"/>
                  </a:lnTo>
                  <a:lnTo>
                    <a:pt x="4636708" y="1451668"/>
                  </a:lnTo>
                  <a:lnTo>
                    <a:pt x="4637342" y="1446879"/>
                  </a:lnTo>
                  <a:lnTo>
                    <a:pt x="4637977" y="1441807"/>
                  </a:lnTo>
                  <a:lnTo>
                    <a:pt x="4638612" y="1437277"/>
                  </a:lnTo>
                  <a:lnTo>
                    <a:pt x="4639247" y="1432647"/>
                  </a:lnTo>
                  <a:lnTo>
                    <a:pt x="4639882" y="1430177"/>
                  </a:lnTo>
                  <a:lnTo>
                    <a:pt x="4640517" y="1429107"/>
                  </a:lnTo>
                  <a:lnTo>
                    <a:pt x="4641151" y="1429766"/>
                  </a:lnTo>
                  <a:lnTo>
                    <a:pt x="4641786" y="1431158"/>
                  </a:lnTo>
                  <a:lnTo>
                    <a:pt x="4642421" y="1432759"/>
                  </a:lnTo>
                  <a:lnTo>
                    <a:pt x="4643056" y="1434626"/>
                  </a:lnTo>
                  <a:lnTo>
                    <a:pt x="4643691" y="1437060"/>
                  </a:lnTo>
                  <a:lnTo>
                    <a:pt x="4644326" y="1439253"/>
                  </a:lnTo>
                  <a:lnTo>
                    <a:pt x="4644960" y="1441063"/>
                  </a:lnTo>
                  <a:lnTo>
                    <a:pt x="4645595" y="1442604"/>
                  </a:lnTo>
                  <a:lnTo>
                    <a:pt x="4646230" y="1443999"/>
                  </a:lnTo>
                  <a:lnTo>
                    <a:pt x="4646865" y="1445141"/>
                  </a:lnTo>
                  <a:lnTo>
                    <a:pt x="4647500" y="1446110"/>
                  </a:lnTo>
                  <a:lnTo>
                    <a:pt x="4648135" y="1446227"/>
                  </a:lnTo>
                  <a:lnTo>
                    <a:pt x="4648770" y="1446720"/>
                  </a:lnTo>
                  <a:lnTo>
                    <a:pt x="4649404" y="1447084"/>
                  </a:lnTo>
                  <a:lnTo>
                    <a:pt x="4650039" y="1447363"/>
                  </a:lnTo>
                  <a:lnTo>
                    <a:pt x="4650674" y="1446627"/>
                  </a:lnTo>
                  <a:lnTo>
                    <a:pt x="4651309" y="1445411"/>
                  </a:lnTo>
                  <a:lnTo>
                    <a:pt x="4651944" y="1442707"/>
                  </a:lnTo>
                  <a:lnTo>
                    <a:pt x="4652579" y="1439006"/>
                  </a:lnTo>
                  <a:lnTo>
                    <a:pt x="4653213" y="1434091"/>
                  </a:lnTo>
                  <a:lnTo>
                    <a:pt x="4653848" y="1428454"/>
                  </a:lnTo>
                  <a:lnTo>
                    <a:pt x="4654483" y="1421869"/>
                  </a:lnTo>
                  <a:lnTo>
                    <a:pt x="4655118" y="1413623"/>
                  </a:lnTo>
                  <a:lnTo>
                    <a:pt x="4655753" y="1404590"/>
                  </a:lnTo>
                  <a:lnTo>
                    <a:pt x="4656388" y="1395395"/>
                  </a:lnTo>
                  <a:lnTo>
                    <a:pt x="4657023" y="1385574"/>
                  </a:lnTo>
                  <a:lnTo>
                    <a:pt x="4657657" y="1374927"/>
                  </a:lnTo>
                  <a:lnTo>
                    <a:pt x="4658292" y="1367002"/>
                  </a:lnTo>
                  <a:lnTo>
                    <a:pt x="4658927" y="1359032"/>
                  </a:lnTo>
                  <a:lnTo>
                    <a:pt x="4659562" y="1352533"/>
                  </a:lnTo>
                  <a:lnTo>
                    <a:pt x="4660197" y="1345943"/>
                  </a:lnTo>
                  <a:lnTo>
                    <a:pt x="4660832" y="1338860"/>
                  </a:lnTo>
                  <a:lnTo>
                    <a:pt x="4661466" y="1331613"/>
                  </a:lnTo>
                  <a:lnTo>
                    <a:pt x="4662101" y="1324464"/>
                  </a:lnTo>
                  <a:lnTo>
                    <a:pt x="4662736" y="1317467"/>
                  </a:lnTo>
                  <a:lnTo>
                    <a:pt x="4663371" y="1310757"/>
                  </a:lnTo>
                  <a:lnTo>
                    <a:pt x="4664006" y="1304799"/>
                  </a:lnTo>
                  <a:lnTo>
                    <a:pt x="4664641" y="1299920"/>
                  </a:lnTo>
                  <a:lnTo>
                    <a:pt x="4665276" y="1295741"/>
                  </a:lnTo>
                  <a:lnTo>
                    <a:pt x="4665910" y="1291882"/>
                  </a:lnTo>
                  <a:lnTo>
                    <a:pt x="4666545" y="1289205"/>
                  </a:lnTo>
                  <a:lnTo>
                    <a:pt x="4667180" y="1287988"/>
                  </a:lnTo>
                  <a:lnTo>
                    <a:pt x="4667815" y="1287850"/>
                  </a:lnTo>
                  <a:lnTo>
                    <a:pt x="4668450" y="1287819"/>
                  </a:lnTo>
                  <a:lnTo>
                    <a:pt x="4669085" y="1287648"/>
                  </a:lnTo>
                  <a:lnTo>
                    <a:pt x="4669719" y="1288003"/>
                  </a:lnTo>
                  <a:lnTo>
                    <a:pt x="4670354" y="1287406"/>
                  </a:lnTo>
                  <a:lnTo>
                    <a:pt x="4670989" y="1286812"/>
                  </a:lnTo>
                  <a:lnTo>
                    <a:pt x="4671624" y="1286577"/>
                  </a:lnTo>
                  <a:lnTo>
                    <a:pt x="4672259" y="1286273"/>
                  </a:lnTo>
                  <a:lnTo>
                    <a:pt x="4672894" y="1286038"/>
                  </a:lnTo>
                  <a:lnTo>
                    <a:pt x="4673529" y="1285105"/>
                  </a:lnTo>
                  <a:lnTo>
                    <a:pt x="4674163" y="1283419"/>
                  </a:lnTo>
                  <a:lnTo>
                    <a:pt x="4674798" y="1281179"/>
                  </a:lnTo>
                  <a:lnTo>
                    <a:pt x="4675433" y="1278331"/>
                  </a:lnTo>
                  <a:lnTo>
                    <a:pt x="4676068" y="1274502"/>
                  </a:lnTo>
                  <a:lnTo>
                    <a:pt x="4676703" y="1269532"/>
                  </a:lnTo>
                  <a:lnTo>
                    <a:pt x="4677338" y="1263338"/>
                  </a:lnTo>
                  <a:lnTo>
                    <a:pt x="4677972" y="1256039"/>
                  </a:lnTo>
                  <a:lnTo>
                    <a:pt x="4678607" y="1248262"/>
                  </a:lnTo>
                  <a:lnTo>
                    <a:pt x="4679242" y="1239863"/>
                  </a:lnTo>
                  <a:lnTo>
                    <a:pt x="4679877" y="1230740"/>
                  </a:lnTo>
                  <a:lnTo>
                    <a:pt x="4680512" y="1221867"/>
                  </a:lnTo>
                  <a:lnTo>
                    <a:pt x="4681147" y="1213207"/>
                  </a:lnTo>
                  <a:lnTo>
                    <a:pt x="4681782" y="1205569"/>
                  </a:lnTo>
                  <a:lnTo>
                    <a:pt x="4682416" y="1198617"/>
                  </a:lnTo>
                  <a:lnTo>
                    <a:pt x="4683051" y="1191526"/>
                  </a:lnTo>
                  <a:lnTo>
                    <a:pt x="4683686" y="1184680"/>
                  </a:lnTo>
                  <a:lnTo>
                    <a:pt x="4684321" y="1179932"/>
                  </a:lnTo>
                  <a:lnTo>
                    <a:pt x="4684956" y="1174658"/>
                  </a:lnTo>
                  <a:lnTo>
                    <a:pt x="4685591" y="1169746"/>
                  </a:lnTo>
                  <a:lnTo>
                    <a:pt x="4686225" y="1164831"/>
                  </a:lnTo>
                  <a:lnTo>
                    <a:pt x="4686860" y="1160292"/>
                  </a:lnTo>
                  <a:lnTo>
                    <a:pt x="4687495" y="1156352"/>
                  </a:lnTo>
                  <a:lnTo>
                    <a:pt x="4688130" y="1153955"/>
                  </a:lnTo>
                  <a:lnTo>
                    <a:pt x="4688765" y="1151604"/>
                  </a:lnTo>
                  <a:lnTo>
                    <a:pt x="4689400" y="1149417"/>
                  </a:lnTo>
                  <a:lnTo>
                    <a:pt x="4690035" y="1146578"/>
                  </a:lnTo>
                  <a:lnTo>
                    <a:pt x="4690669" y="1140370"/>
                  </a:lnTo>
                  <a:lnTo>
                    <a:pt x="4691304" y="1133933"/>
                  </a:lnTo>
                  <a:lnTo>
                    <a:pt x="4691939" y="1126018"/>
                  </a:lnTo>
                  <a:lnTo>
                    <a:pt x="4692574" y="1118415"/>
                  </a:lnTo>
                  <a:lnTo>
                    <a:pt x="4693209" y="1111261"/>
                  </a:lnTo>
                  <a:lnTo>
                    <a:pt x="4693844" y="1104921"/>
                  </a:lnTo>
                  <a:lnTo>
                    <a:pt x="4694478" y="1095138"/>
                  </a:lnTo>
                  <a:lnTo>
                    <a:pt x="4695113" y="1088467"/>
                  </a:lnTo>
                  <a:lnTo>
                    <a:pt x="4695748" y="1083332"/>
                  </a:lnTo>
                  <a:lnTo>
                    <a:pt x="4696383" y="1078917"/>
                  </a:lnTo>
                  <a:lnTo>
                    <a:pt x="4697018" y="1073601"/>
                  </a:lnTo>
                  <a:lnTo>
                    <a:pt x="4697653" y="1068657"/>
                  </a:lnTo>
                  <a:lnTo>
                    <a:pt x="4698287" y="1062929"/>
                  </a:lnTo>
                  <a:lnTo>
                    <a:pt x="4698922" y="1057796"/>
                  </a:lnTo>
                  <a:lnTo>
                    <a:pt x="4699557" y="1053692"/>
                  </a:lnTo>
                  <a:lnTo>
                    <a:pt x="4700192" y="1050040"/>
                  </a:lnTo>
                  <a:lnTo>
                    <a:pt x="4700827" y="1047001"/>
                  </a:lnTo>
                  <a:lnTo>
                    <a:pt x="4701462" y="1044369"/>
                  </a:lnTo>
                  <a:lnTo>
                    <a:pt x="4702097" y="1041255"/>
                  </a:lnTo>
                  <a:lnTo>
                    <a:pt x="4702731" y="1038508"/>
                  </a:lnTo>
                  <a:lnTo>
                    <a:pt x="4703366" y="1035018"/>
                  </a:lnTo>
                  <a:lnTo>
                    <a:pt x="4704001" y="1031817"/>
                  </a:lnTo>
                  <a:lnTo>
                    <a:pt x="4704636" y="1028313"/>
                  </a:lnTo>
                  <a:lnTo>
                    <a:pt x="4705271" y="1025079"/>
                  </a:lnTo>
                  <a:lnTo>
                    <a:pt x="4705906" y="1022341"/>
                  </a:lnTo>
                  <a:lnTo>
                    <a:pt x="4706540" y="1019303"/>
                  </a:lnTo>
                  <a:lnTo>
                    <a:pt x="4707175" y="1016176"/>
                  </a:lnTo>
                  <a:lnTo>
                    <a:pt x="4707810" y="1012822"/>
                  </a:lnTo>
                  <a:lnTo>
                    <a:pt x="4708445" y="1009485"/>
                  </a:lnTo>
                  <a:lnTo>
                    <a:pt x="4709080" y="1007400"/>
                  </a:lnTo>
                  <a:lnTo>
                    <a:pt x="4709715" y="1004626"/>
                  </a:lnTo>
                  <a:lnTo>
                    <a:pt x="4710350" y="1003259"/>
                  </a:lnTo>
                  <a:lnTo>
                    <a:pt x="4710984" y="1001693"/>
                  </a:lnTo>
                  <a:lnTo>
                    <a:pt x="4711619" y="999789"/>
                  </a:lnTo>
                  <a:lnTo>
                    <a:pt x="4712254" y="996788"/>
                  </a:lnTo>
                  <a:lnTo>
                    <a:pt x="4712889" y="994268"/>
                  </a:lnTo>
                  <a:lnTo>
                    <a:pt x="4713524" y="990225"/>
                  </a:lnTo>
                  <a:lnTo>
                    <a:pt x="4714159" y="986294"/>
                  </a:lnTo>
                  <a:lnTo>
                    <a:pt x="4714793" y="980450"/>
                  </a:lnTo>
                  <a:lnTo>
                    <a:pt x="4715428" y="974073"/>
                  </a:lnTo>
                  <a:lnTo>
                    <a:pt x="4716063" y="966757"/>
                  </a:lnTo>
                  <a:lnTo>
                    <a:pt x="4716698" y="958470"/>
                  </a:lnTo>
                  <a:lnTo>
                    <a:pt x="4717333" y="949480"/>
                  </a:lnTo>
                  <a:lnTo>
                    <a:pt x="4717968" y="940171"/>
                  </a:lnTo>
                  <a:lnTo>
                    <a:pt x="4718603" y="930700"/>
                  </a:lnTo>
                  <a:lnTo>
                    <a:pt x="4719237" y="921598"/>
                  </a:lnTo>
                  <a:lnTo>
                    <a:pt x="4719872" y="913243"/>
                  </a:lnTo>
                  <a:lnTo>
                    <a:pt x="4720507" y="906472"/>
                  </a:lnTo>
                  <a:lnTo>
                    <a:pt x="4721142" y="900256"/>
                  </a:lnTo>
                  <a:lnTo>
                    <a:pt x="4721777" y="896748"/>
                  </a:lnTo>
                  <a:lnTo>
                    <a:pt x="4722412" y="894209"/>
                  </a:lnTo>
                  <a:lnTo>
                    <a:pt x="4723046" y="893286"/>
                  </a:lnTo>
                  <a:lnTo>
                    <a:pt x="4723681" y="892934"/>
                  </a:lnTo>
                  <a:lnTo>
                    <a:pt x="4724316" y="893552"/>
                  </a:lnTo>
                  <a:lnTo>
                    <a:pt x="4724951" y="894927"/>
                  </a:lnTo>
                  <a:lnTo>
                    <a:pt x="4725586" y="896673"/>
                  </a:lnTo>
                  <a:lnTo>
                    <a:pt x="4726221" y="899628"/>
                  </a:lnTo>
                  <a:lnTo>
                    <a:pt x="4726856" y="903880"/>
                  </a:lnTo>
                  <a:lnTo>
                    <a:pt x="4727490" y="908717"/>
                  </a:lnTo>
                  <a:lnTo>
                    <a:pt x="4728125" y="914087"/>
                  </a:lnTo>
                  <a:lnTo>
                    <a:pt x="4728760" y="919646"/>
                  </a:lnTo>
                  <a:lnTo>
                    <a:pt x="4729395" y="924974"/>
                  </a:lnTo>
                  <a:lnTo>
                    <a:pt x="4730030" y="930018"/>
                  </a:lnTo>
                  <a:lnTo>
                    <a:pt x="4730665" y="935051"/>
                  </a:lnTo>
                  <a:lnTo>
                    <a:pt x="4731299" y="939522"/>
                  </a:lnTo>
                  <a:lnTo>
                    <a:pt x="4731934" y="939986"/>
                  </a:lnTo>
                  <a:lnTo>
                    <a:pt x="4732569" y="938923"/>
                  </a:lnTo>
                  <a:lnTo>
                    <a:pt x="4733204" y="937722"/>
                  </a:lnTo>
                  <a:lnTo>
                    <a:pt x="4733839" y="935280"/>
                  </a:lnTo>
                  <a:lnTo>
                    <a:pt x="4734474" y="933565"/>
                  </a:lnTo>
                  <a:lnTo>
                    <a:pt x="4735109" y="931673"/>
                  </a:lnTo>
                  <a:lnTo>
                    <a:pt x="4735743" y="930453"/>
                  </a:lnTo>
                  <a:lnTo>
                    <a:pt x="4736378" y="928493"/>
                  </a:lnTo>
                  <a:lnTo>
                    <a:pt x="4737013" y="926453"/>
                  </a:lnTo>
                  <a:lnTo>
                    <a:pt x="4737648" y="924623"/>
                  </a:lnTo>
                  <a:lnTo>
                    <a:pt x="4738283" y="922370"/>
                  </a:lnTo>
                  <a:lnTo>
                    <a:pt x="4738918" y="920609"/>
                  </a:lnTo>
                  <a:lnTo>
                    <a:pt x="4739552" y="919686"/>
                  </a:lnTo>
                  <a:lnTo>
                    <a:pt x="4740187" y="918895"/>
                  </a:lnTo>
                  <a:lnTo>
                    <a:pt x="4740822" y="918483"/>
                  </a:lnTo>
                  <a:lnTo>
                    <a:pt x="4741457" y="918568"/>
                  </a:lnTo>
                  <a:lnTo>
                    <a:pt x="4742092" y="919495"/>
                  </a:lnTo>
                  <a:lnTo>
                    <a:pt x="4742727" y="925506"/>
                  </a:lnTo>
                  <a:lnTo>
                    <a:pt x="4743362" y="932448"/>
                  </a:lnTo>
                  <a:lnTo>
                    <a:pt x="4743996" y="937331"/>
                  </a:lnTo>
                  <a:lnTo>
                    <a:pt x="4744631" y="943158"/>
                  </a:lnTo>
                  <a:lnTo>
                    <a:pt x="4745266" y="949008"/>
                  </a:lnTo>
                  <a:lnTo>
                    <a:pt x="4745901" y="951845"/>
                  </a:lnTo>
                  <a:lnTo>
                    <a:pt x="4746536" y="954906"/>
                  </a:lnTo>
                  <a:lnTo>
                    <a:pt x="4747171" y="956627"/>
                  </a:lnTo>
                  <a:lnTo>
                    <a:pt x="4747805" y="958327"/>
                  </a:lnTo>
                  <a:lnTo>
                    <a:pt x="4748440" y="959393"/>
                  </a:lnTo>
                  <a:lnTo>
                    <a:pt x="4749075" y="957818"/>
                  </a:lnTo>
                  <a:lnTo>
                    <a:pt x="4749710" y="954197"/>
                  </a:lnTo>
                  <a:lnTo>
                    <a:pt x="4750345" y="950874"/>
                  </a:lnTo>
                  <a:lnTo>
                    <a:pt x="4750980" y="950841"/>
                  </a:lnTo>
                  <a:lnTo>
                    <a:pt x="4751614" y="950985"/>
                  </a:lnTo>
                  <a:lnTo>
                    <a:pt x="4752249" y="950965"/>
                  </a:lnTo>
                  <a:lnTo>
                    <a:pt x="4752884" y="950797"/>
                  </a:lnTo>
                  <a:lnTo>
                    <a:pt x="4753519" y="950108"/>
                  </a:lnTo>
                  <a:lnTo>
                    <a:pt x="4754154" y="948989"/>
                  </a:lnTo>
                  <a:lnTo>
                    <a:pt x="4754789" y="949956"/>
                  </a:lnTo>
                  <a:lnTo>
                    <a:pt x="4755424" y="950704"/>
                  </a:lnTo>
                  <a:lnTo>
                    <a:pt x="4756058" y="951391"/>
                  </a:lnTo>
                  <a:lnTo>
                    <a:pt x="4756693" y="952078"/>
                  </a:lnTo>
                  <a:lnTo>
                    <a:pt x="4757328" y="954449"/>
                  </a:lnTo>
                  <a:lnTo>
                    <a:pt x="4757963" y="957429"/>
                  </a:lnTo>
                  <a:lnTo>
                    <a:pt x="4758598" y="960601"/>
                  </a:lnTo>
                  <a:lnTo>
                    <a:pt x="4759233" y="963511"/>
                  </a:lnTo>
                  <a:lnTo>
                    <a:pt x="4759867" y="966242"/>
                  </a:lnTo>
                  <a:lnTo>
                    <a:pt x="4760502" y="968467"/>
                  </a:lnTo>
                  <a:lnTo>
                    <a:pt x="4761137" y="970279"/>
                  </a:lnTo>
                  <a:lnTo>
                    <a:pt x="4761772" y="969439"/>
                  </a:lnTo>
                  <a:lnTo>
                    <a:pt x="4762407" y="968512"/>
                  </a:lnTo>
                  <a:lnTo>
                    <a:pt x="4763042" y="968745"/>
                  </a:lnTo>
                  <a:lnTo>
                    <a:pt x="4763677" y="969730"/>
                  </a:lnTo>
                  <a:lnTo>
                    <a:pt x="4764311" y="971378"/>
                  </a:lnTo>
                  <a:lnTo>
                    <a:pt x="4764946" y="973585"/>
                  </a:lnTo>
                  <a:lnTo>
                    <a:pt x="4765581" y="975629"/>
                  </a:lnTo>
                  <a:lnTo>
                    <a:pt x="4766216" y="977421"/>
                  </a:lnTo>
                  <a:lnTo>
                    <a:pt x="4766851" y="975773"/>
                  </a:lnTo>
                  <a:lnTo>
                    <a:pt x="4767486" y="971729"/>
                  </a:lnTo>
                  <a:lnTo>
                    <a:pt x="4768120" y="965272"/>
                  </a:lnTo>
                  <a:lnTo>
                    <a:pt x="4768755" y="958481"/>
                  </a:lnTo>
                  <a:lnTo>
                    <a:pt x="4769390" y="951272"/>
                  </a:lnTo>
                  <a:lnTo>
                    <a:pt x="4770025" y="944841"/>
                  </a:lnTo>
                  <a:lnTo>
                    <a:pt x="4770660" y="938279"/>
                  </a:lnTo>
                  <a:lnTo>
                    <a:pt x="4771295" y="933898"/>
                  </a:lnTo>
                  <a:lnTo>
                    <a:pt x="4771930" y="928696"/>
                  </a:lnTo>
                  <a:lnTo>
                    <a:pt x="4772564" y="921860"/>
                  </a:lnTo>
                  <a:lnTo>
                    <a:pt x="4773199" y="913751"/>
                  </a:lnTo>
                  <a:lnTo>
                    <a:pt x="4773834" y="904766"/>
                  </a:lnTo>
                  <a:lnTo>
                    <a:pt x="4774469" y="894875"/>
                  </a:lnTo>
                  <a:lnTo>
                    <a:pt x="4775104" y="884186"/>
                  </a:lnTo>
                  <a:lnTo>
                    <a:pt x="4775739" y="873320"/>
                  </a:lnTo>
                  <a:lnTo>
                    <a:pt x="4776373" y="863090"/>
                  </a:lnTo>
                  <a:lnTo>
                    <a:pt x="4777008" y="853123"/>
                  </a:lnTo>
                  <a:lnTo>
                    <a:pt x="4777643" y="844187"/>
                  </a:lnTo>
                  <a:lnTo>
                    <a:pt x="4778278" y="834957"/>
                  </a:lnTo>
                  <a:lnTo>
                    <a:pt x="4778913" y="826101"/>
                  </a:lnTo>
                  <a:lnTo>
                    <a:pt x="4779548" y="817326"/>
                  </a:lnTo>
                  <a:lnTo>
                    <a:pt x="4780183" y="809387"/>
                  </a:lnTo>
                  <a:lnTo>
                    <a:pt x="4780817" y="802419"/>
                  </a:lnTo>
                  <a:lnTo>
                    <a:pt x="4781452" y="796741"/>
                  </a:lnTo>
                  <a:lnTo>
                    <a:pt x="4782087" y="793594"/>
                  </a:lnTo>
                  <a:lnTo>
                    <a:pt x="4782722" y="791034"/>
                  </a:lnTo>
                  <a:lnTo>
                    <a:pt x="4783357" y="788355"/>
                  </a:lnTo>
                  <a:lnTo>
                    <a:pt x="4783992" y="784995"/>
                  </a:lnTo>
                  <a:lnTo>
                    <a:pt x="4784626" y="781627"/>
                  </a:lnTo>
                  <a:lnTo>
                    <a:pt x="4785261" y="774797"/>
                  </a:lnTo>
                  <a:lnTo>
                    <a:pt x="4785896" y="767735"/>
                  </a:lnTo>
                  <a:lnTo>
                    <a:pt x="4786531" y="759110"/>
                  </a:lnTo>
                  <a:lnTo>
                    <a:pt x="4787166" y="749988"/>
                  </a:lnTo>
                  <a:lnTo>
                    <a:pt x="4787801" y="740841"/>
                  </a:lnTo>
                  <a:lnTo>
                    <a:pt x="4788436" y="732393"/>
                  </a:lnTo>
                  <a:lnTo>
                    <a:pt x="4789070" y="724230"/>
                  </a:lnTo>
                  <a:lnTo>
                    <a:pt x="4789705" y="715771"/>
                  </a:lnTo>
                  <a:lnTo>
                    <a:pt x="4790340" y="706878"/>
                  </a:lnTo>
                  <a:lnTo>
                    <a:pt x="4790975" y="696795"/>
                  </a:lnTo>
                  <a:lnTo>
                    <a:pt x="4791610" y="685135"/>
                  </a:lnTo>
                  <a:lnTo>
                    <a:pt x="4792245" y="672707"/>
                  </a:lnTo>
                  <a:lnTo>
                    <a:pt x="4792879" y="659209"/>
                  </a:lnTo>
                  <a:lnTo>
                    <a:pt x="4793514" y="640450"/>
                  </a:lnTo>
                  <a:lnTo>
                    <a:pt x="4794149" y="621769"/>
                  </a:lnTo>
                  <a:lnTo>
                    <a:pt x="4794784" y="603271"/>
                  </a:lnTo>
                  <a:lnTo>
                    <a:pt x="4795419" y="584893"/>
                  </a:lnTo>
                  <a:lnTo>
                    <a:pt x="4796054" y="567814"/>
                  </a:lnTo>
                  <a:lnTo>
                    <a:pt x="4796689" y="551840"/>
                  </a:lnTo>
                  <a:lnTo>
                    <a:pt x="4797323" y="536768"/>
                  </a:lnTo>
                  <a:lnTo>
                    <a:pt x="4797958" y="522435"/>
                  </a:lnTo>
                  <a:lnTo>
                    <a:pt x="4798593" y="508983"/>
                  </a:lnTo>
                  <a:lnTo>
                    <a:pt x="4799228" y="496353"/>
                  </a:lnTo>
                  <a:lnTo>
                    <a:pt x="4799863" y="483550"/>
                  </a:lnTo>
                  <a:lnTo>
                    <a:pt x="4800498" y="471070"/>
                  </a:lnTo>
                  <a:lnTo>
                    <a:pt x="4801132" y="458633"/>
                  </a:lnTo>
                  <a:lnTo>
                    <a:pt x="4801767" y="446743"/>
                  </a:lnTo>
                  <a:lnTo>
                    <a:pt x="4802402" y="440157"/>
                  </a:lnTo>
                  <a:lnTo>
                    <a:pt x="4803037" y="437714"/>
                  </a:lnTo>
                  <a:lnTo>
                    <a:pt x="4803672" y="435842"/>
                  </a:lnTo>
                  <a:lnTo>
                    <a:pt x="4804307" y="434746"/>
                  </a:lnTo>
                  <a:lnTo>
                    <a:pt x="4804941" y="434400"/>
                  </a:lnTo>
                  <a:lnTo>
                    <a:pt x="4805576" y="433544"/>
                  </a:lnTo>
                  <a:lnTo>
                    <a:pt x="4806211" y="434173"/>
                  </a:lnTo>
                  <a:lnTo>
                    <a:pt x="4806846" y="435164"/>
                  </a:lnTo>
                  <a:lnTo>
                    <a:pt x="4807481" y="435509"/>
                  </a:lnTo>
                  <a:lnTo>
                    <a:pt x="4808116" y="434060"/>
                  </a:lnTo>
                  <a:lnTo>
                    <a:pt x="4808751" y="432972"/>
                  </a:lnTo>
                  <a:lnTo>
                    <a:pt x="4809385" y="432311"/>
                  </a:lnTo>
                  <a:lnTo>
                    <a:pt x="4810020" y="432425"/>
                  </a:lnTo>
                  <a:lnTo>
                    <a:pt x="4810655" y="432819"/>
                  </a:lnTo>
                  <a:lnTo>
                    <a:pt x="4811290" y="431467"/>
                  </a:lnTo>
                  <a:lnTo>
                    <a:pt x="4811925" y="430116"/>
                  </a:lnTo>
                  <a:lnTo>
                    <a:pt x="4812560" y="429616"/>
                  </a:lnTo>
                  <a:lnTo>
                    <a:pt x="4813194" y="427399"/>
                  </a:lnTo>
                  <a:lnTo>
                    <a:pt x="4813829" y="426916"/>
                  </a:lnTo>
                  <a:lnTo>
                    <a:pt x="4814464" y="425498"/>
                  </a:lnTo>
                  <a:lnTo>
                    <a:pt x="4815099" y="423702"/>
                  </a:lnTo>
                  <a:lnTo>
                    <a:pt x="4815734" y="421784"/>
                  </a:lnTo>
                  <a:lnTo>
                    <a:pt x="4816369" y="419390"/>
                  </a:lnTo>
                  <a:lnTo>
                    <a:pt x="4817004" y="417474"/>
                  </a:lnTo>
                  <a:lnTo>
                    <a:pt x="4817638" y="418593"/>
                  </a:lnTo>
                  <a:lnTo>
                    <a:pt x="4818273" y="419172"/>
                  </a:lnTo>
                  <a:lnTo>
                    <a:pt x="4818908" y="420314"/>
                  </a:lnTo>
                  <a:lnTo>
                    <a:pt x="4819543" y="420522"/>
                  </a:lnTo>
                  <a:lnTo>
                    <a:pt x="4820178" y="420348"/>
                  </a:lnTo>
                  <a:lnTo>
                    <a:pt x="4820813" y="419224"/>
                  </a:lnTo>
                  <a:lnTo>
                    <a:pt x="4821447" y="419943"/>
                  </a:lnTo>
                  <a:lnTo>
                    <a:pt x="4822082" y="417414"/>
                  </a:lnTo>
                  <a:lnTo>
                    <a:pt x="4822717" y="413814"/>
                  </a:lnTo>
                  <a:lnTo>
                    <a:pt x="4823352" y="409518"/>
                  </a:lnTo>
                  <a:lnTo>
                    <a:pt x="4823987" y="407669"/>
                  </a:lnTo>
                  <a:lnTo>
                    <a:pt x="4824622" y="403931"/>
                  </a:lnTo>
                  <a:lnTo>
                    <a:pt x="4825257" y="400235"/>
                  </a:lnTo>
                  <a:lnTo>
                    <a:pt x="4825891" y="397097"/>
                  </a:lnTo>
                  <a:lnTo>
                    <a:pt x="4826526" y="391689"/>
                  </a:lnTo>
                  <a:lnTo>
                    <a:pt x="4827161" y="386043"/>
                  </a:lnTo>
                  <a:lnTo>
                    <a:pt x="4827796" y="379579"/>
                  </a:lnTo>
                  <a:lnTo>
                    <a:pt x="4828431" y="372374"/>
                  </a:lnTo>
                  <a:lnTo>
                    <a:pt x="4829066" y="365803"/>
                  </a:lnTo>
                  <a:lnTo>
                    <a:pt x="4829700" y="359525"/>
                  </a:lnTo>
                  <a:lnTo>
                    <a:pt x="4830335" y="354031"/>
                  </a:lnTo>
                  <a:lnTo>
                    <a:pt x="4830970" y="348569"/>
                  </a:lnTo>
                  <a:lnTo>
                    <a:pt x="4831605" y="343750"/>
                  </a:lnTo>
                  <a:lnTo>
                    <a:pt x="4832240" y="339212"/>
                  </a:lnTo>
                  <a:lnTo>
                    <a:pt x="4832875" y="336222"/>
                  </a:lnTo>
                  <a:lnTo>
                    <a:pt x="4833510" y="331313"/>
                  </a:lnTo>
                  <a:lnTo>
                    <a:pt x="4834144" y="323153"/>
                  </a:lnTo>
                  <a:lnTo>
                    <a:pt x="4834779" y="316055"/>
                  </a:lnTo>
                  <a:lnTo>
                    <a:pt x="4835414" y="309807"/>
                  </a:lnTo>
                  <a:lnTo>
                    <a:pt x="4836049" y="304458"/>
                  </a:lnTo>
                  <a:lnTo>
                    <a:pt x="4836684" y="300599"/>
                  </a:lnTo>
                  <a:lnTo>
                    <a:pt x="4837319" y="299205"/>
                  </a:lnTo>
                  <a:lnTo>
                    <a:pt x="4837953" y="299177"/>
                  </a:lnTo>
                  <a:lnTo>
                    <a:pt x="4838588" y="300739"/>
                  </a:lnTo>
                  <a:lnTo>
                    <a:pt x="4839223" y="303199"/>
                  </a:lnTo>
                  <a:lnTo>
                    <a:pt x="4839858" y="306071"/>
                  </a:lnTo>
                  <a:lnTo>
                    <a:pt x="4840493" y="310588"/>
                  </a:lnTo>
                  <a:lnTo>
                    <a:pt x="4841128" y="314167"/>
                  </a:lnTo>
                  <a:lnTo>
                    <a:pt x="4841763" y="319689"/>
                  </a:lnTo>
                  <a:lnTo>
                    <a:pt x="4842397" y="323864"/>
                  </a:lnTo>
                  <a:lnTo>
                    <a:pt x="4843032" y="327802"/>
                  </a:lnTo>
                  <a:lnTo>
                    <a:pt x="4843667" y="331487"/>
                  </a:lnTo>
                  <a:lnTo>
                    <a:pt x="4844302" y="335211"/>
                  </a:lnTo>
                  <a:lnTo>
                    <a:pt x="4844937" y="338267"/>
                  </a:lnTo>
                  <a:lnTo>
                    <a:pt x="4845572" y="340365"/>
                  </a:lnTo>
                  <a:lnTo>
                    <a:pt x="4846206" y="344049"/>
                  </a:lnTo>
                  <a:lnTo>
                    <a:pt x="4846841" y="347021"/>
                  </a:lnTo>
                  <a:lnTo>
                    <a:pt x="4847476" y="348991"/>
                  </a:lnTo>
                  <a:lnTo>
                    <a:pt x="4848111" y="350633"/>
                  </a:lnTo>
                  <a:lnTo>
                    <a:pt x="4848746" y="351769"/>
                  </a:lnTo>
                  <a:lnTo>
                    <a:pt x="4849381" y="351726"/>
                  </a:lnTo>
                  <a:lnTo>
                    <a:pt x="4850016" y="350175"/>
                  </a:lnTo>
                  <a:lnTo>
                    <a:pt x="4850650" y="348742"/>
                  </a:lnTo>
                  <a:lnTo>
                    <a:pt x="4851285" y="346815"/>
                  </a:lnTo>
                  <a:lnTo>
                    <a:pt x="4851920" y="344417"/>
                  </a:lnTo>
                  <a:lnTo>
                    <a:pt x="4852555" y="342011"/>
                  </a:lnTo>
                  <a:lnTo>
                    <a:pt x="4853190" y="339371"/>
                  </a:lnTo>
                  <a:lnTo>
                    <a:pt x="4853825" y="336546"/>
                  </a:lnTo>
                  <a:lnTo>
                    <a:pt x="4854459" y="333816"/>
                  </a:lnTo>
                  <a:lnTo>
                    <a:pt x="4855094" y="330953"/>
                  </a:lnTo>
                  <a:lnTo>
                    <a:pt x="4855729" y="328480"/>
                  </a:lnTo>
                  <a:lnTo>
                    <a:pt x="4856364" y="326265"/>
                  </a:lnTo>
                  <a:lnTo>
                    <a:pt x="4856999" y="324164"/>
                  </a:lnTo>
                  <a:lnTo>
                    <a:pt x="4857634" y="318806"/>
                  </a:lnTo>
                  <a:lnTo>
                    <a:pt x="4858269" y="313695"/>
                  </a:lnTo>
                  <a:lnTo>
                    <a:pt x="4858903" y="308554"/>
                  </a:lnTo>
                  <a:lnTo>
                    <a:pt x="4859538" y="304468"/>
                  </a:lnTo>
                  <a:lnTo>
                    <a:pt x="4860173" y="300049"/>
                  </a:lnTo>
                  <a:lnTo>
                    <a:pt x="4860808" y="298980"/>
                  </a:lnTo>
                  <a:lnTo>
                    <a:pt x="4861443" y="296620"/>
                  </a:lnTo>
                  <a:lnTo>
                    <a:pt x="4862078" y="294322"/>
                  </a:lnTo>
                  <a:lnTo>
                    <a:pt x="4862712" y="290701"/>
                  </a:lnTo>
                  <a:lnTo>
                    <a:pt x="4863347" y="287995"/>
                  </a:lnTo>
                  <a:lnTo>
                    <a:pt x="4863982" y="285896"/>
                  </a:lnTo>
                  <a:lnTo>
                    <a:pt x="4864617" y="283210"/>
                  </a:lnTo>
                  <a:lnTo>
                    <a:pt x="4865252" y="281468"/>
                  </a:lnTo>
                  <a:lnTo>
                    <a:pt x="4865887" y="278691"/>
                  </a:lnTo>
                  <a:lnTo>
                    <a:pt x="4866521" y="274521"/>
                  </a:lnTo>
                  <a:lnTo>
                    <a:pt x="4867156" y="270686"/>
                  </a:lnTo>
                  <a:lnTo>
                    <a:pt x="4867791" y="267317"/>
                  </a:lnTo>
                  <a:lnTo>
                    <a:pt x="4868426" y="264181"/>
                  </a:lnTo>
                  <a:lnTo>
                    <a:pt x="4869061" y="261340"/>
                  </a:lnTo>
                  <a:lnTo>
                    <a:pt x="4869696" y="256701"/>
                  </a:lnTo>
                  <a:lnTo>
                    <a:pt x="4870331" y="252662"/>
                  </a:lnTo>
                  <a:lnTo>
                    <a:pt x="4870965" y="248505"/>
                  </a:lnTo>
                  <a:lnTo>
                    <a:pt x="4871600" y="244884"/>
                  </a:lnTo>
                  <a:lnTo>
                    <a:pt x="4872235" y="240101"/>
                  </a:lnTo>
                  <a:lnTo>
                    <a:pt x="4872870" y="234484"/>
                  </a:lnTo>
                  <a:lnTo>
                    <a:pt x="4873505" y="229395"/>
                  </a:lnTo>
                  <a:lnTo>
                    <a:pt x="4874140" y="222529"/>
                  </a:lnTo>
                  <a:lnTo>
                    <a:pt x="4874774" y="215632"/>
                  </a:lnTo>
                  <a:lnTo>
                    <a:pt x="4875409" y="209314"/>
                  </a:lnTo>
                  <a:lnTo>
                    <a:pt x="4876044" y="206563"/>
                  </a:lnTo>
                  <a:lnTo>
                    <a:pt x="4876679" y="202217"/>
                  </a:lnTo>
                  <a:lnTo>
                    <a:pt x="4877314" y="196904"/>
                  </a:lnTo>
                  <a:lnTo>
                    <a:pt x="4877949" y="188635"/>
                  </a:lnTo>
                  <a:lnTo>
                    <a:pt x="4878584" y="178790"/>
                  </a:lnTo>
                  <a:lnTo>
                    <a:pt x="4879218" y="168981"/>
                  </a:lnTo>
                  <a:lnTo>
                    <a:pt x="4879853" y="158555"/>
                  </a:lnTo>
                  <a:lnTo>
                    <a:pt x="4880488" y="152378"/>
                  </a:lnTo>
                  <a:lnTo>
                    <a:pt x="4881123" y="144767"/>
                  </a:lnTo>
                  <a:lnTo>
                    <a:pt x="4881758" y="140235"/>
                  </a:lnTo>
                  <a:lnTo>
                    <a:pt x="4882393" y="135142"/>
                  </a:lnTo>
                  <a:lnTo>
                    <a:pt x="4883027" y="129536"/>
                  </a:lnTo>
                  <a:lnTo>
                    <a:pt x="4883662" y="123747"/>
                  </a:lnTo>
                  <a:lnTo>
                    <a:pt x="4884297" y="116769"/>
                  </a:lnTo>
                  <a:lnTo>
                    <a:pt x="4884932" y="109596"/>
                  </a:lnTo>
                  <a:lnTo>
                    <a:pt x="4885567" y="101406"/>
                  </a:lnTo>
                  <a:lnTo>
                    <a:pt x="4886202" y="92622"/>
                  </a:lnTo>
                  <a:lnTo>
                    <a:pt x="4886837" y="83531"/>
                  </a:lnTo>
                  <a:lnTo>
                    <a:pt x="4887471" y="74838"/>
                  </a:lnTo>
                  <a:lnTo>
                    <a:pt x="4888106" y="67772"/>
                  </a:lnTo>
                  <a:lnTo>
                    <a:pt x="4888741" y="63544"/>
                  </a:lnTo>
                  <a:lnTo>
                    <a:pt x="4889376" y="59833"/>
                  </a:lnTo>
                  <a:lnTo>
                    <a:pt x="4890011" y="55820"/>
                  </a:lnTo>
                  <a:lnTo>
                    <a:pt x="4890646" y="49823"/>
                  </a:lnTo>
                  <a:lnTo>
                    <a:pt x="4891280" y="44056"/>
                  </a:lnTo>
                  <a:lnTo>
                    <a:pt x="4891915" y="35469"/>
                  </a:lnTo>
                  <a:lnTo>
                    <a:pt x="4892550" y="27650"/>
                  </a:lnTo>
                  <a:lnTo>
                    <a:pt x="4893185" y="20524"/>
                  </a:lnTo>
                  <a:lnTo>
                    <a:pt x="4893820" y="14584"/>
                  </a:lnTo>
                  <a:lnTo>
                    <a:pt x="4894455" y="10950"/>
                  </a:lnTo>
                  <a:lnTo>
                    <a:pt x="4895090" y="9061"/>
                  </a:lnTo>
                  <a:lnTo>
                    <a:pt x="4895724" y="8122"/>
                  </a:lnTo>
                  <a:lnTo>
                    <a:pt x="4896359" y="8150"/>
                  </a:lnTo>
                  <a:lnTo>
                    <a:pt x="4896994" y="7201"/>
                  </a:lnTo>
                  <a:lnTo>
                    <a:pt x="4897629" y="6063"/>
                  </a:lnTo>
                  <a:lnTo>
                    <a:pt x="4898264" y="2805"/>
                  </a:lnTo>
                  <a:lnTo>
                    <a:pt x="4898899" y="540"/>
                  </a:lnTo>
                  <a:lnTo>
                    <a:pt x="4899533" y="0"/>
                  </a:lnTo>
                  <a:lnTo>
                    <a:pt x="4900168" y="726"/>
                  </a:lnTo>
                  <a:lnTo>
                    <a:pt x="4900803" y="2383"/>
                  </a:lnTo>
                  <a:lnTo>
                    <a:pt x="4901438" y="5612"/>
                  </a:lnTo>
                  <a:lnTo>
                    <a:pt x="4902073" y="10045"/>
                  </a:lnTo>
                  <a:lnTo>
                    <a:pt x="4902708" y="13785"/>
                  </a:lnTo>
                  <a:lnTo>
                    <a:pt x="4903343" y="16554"/>
                  </a:lnTo>
                  <a:lnTo>
                    <a:pt x="4903977" y="18261"/>
                  </a:lnTo>
                  <a:lnTo>
                    <a:pt x="4904612" y="23045"/>
                  </a:lnTo>
                  <a:lnTo>
                    <a:pt x="4905247" y="27772"/>
                  </a:lnTo>
                  <a:lnTo>
                    <a:pt x="4905882" y="33427"/>
                  </a:lnTo>
                  <a:lnTo>
                    <a:pt x="4906517" y="40332"/>
                  </a:lnTo>
                  <a:lnTo>
                    <a:pt x="4907152" y="47196"/>
                  </a:lnTo>
                  <a:lnTo>
                    <a:pt x="4907786" y="53303"/>
                  </a:lnTo>
                  <a:lnTo>
                    <a:pt x="4908421" y="58958"/>
                  </a:lnTo>
                  <a:lnTo>
                    <a:pt x="4909056" y="63999"/>
                  </a:lnTo>
                  <a:lnTo>
                    <a:pt x="4909691" y="69503"/>
                  </a:lnTo>
                  <a:lnTo>
                    <a:pt x="4910326" y="75039"/>
                  </a:lnTo>
                  <a:lnTo>
                    <a:pt x="4910961" y="81205"/>
                  </a:lnTo>
                  <a:lnTo>
                    <a:pt x="4911596" y="88297"/>
                  </a:lnTo>
                  <a:lnTo>
                    <a:pt x="4912230" y="96668"/>
                  </a:lnTo>
                  <a:lnTo>
                    <a:pt x="4912865" y="105972"/>
                  </a:lnTo>
                  <a:lnTo>
                    <a:pt x="4913500" y="115995"/>
                  </a:lnTo>
                  <a:lnTo>
                    <a:pt x="4914135" y="126501"/>
                  </a:lnTo>
                  <a:lnTo>
                    <a:pt x="4914770" y="138187"/>
                  </a:lnTo>
                  <a:lnTo>
                    <a:pt x="4915405" y="148265"/>
                  </a:lnTo>
                  <a:lnTo>
                    <a:pt x="4916039" y="157655"/>
                  </a:lnTo>
                  <a:lnTo>
                    <a:pt x="4916674" y="167770"/>
                  </a:lnTo>
                  <a:lnTo>
                    <a:pt x="4917309" y="178741"/>
                  </a:lnTo>
                  <a:lnTo>
                    <a:pt x="4917944" y="190692"/>
                  </a:lnTo>
                  <a:lnTo>
                    <a:pt x="4918579" y="203389"/>
                  </a:lnTo>
                  <a:lnTo>
                    <a:pt x="4919214" y="216571"/>
                  </a:lnTo>
                  <a:lnTo>
                    <a:pt x="4919848" y="230844"/>
                  </a:lnTo>
                  <a:lnTo>
                    <a:pt x="4920483" y="250021"/>
                  </a:lnTo>
                  <a:lnTo>
                    <a:pt x="4921118" y="268477"/>
                  </a:lnTo>
                  <a:lnTo>
                    <a:pt x="4921753" y="286544"/>
                  </a:lnTo>
                  <a:lnTo>
                    <a:pt x="4922388" y="305209"/>
                  </a:lnTo>
                  <a:lnTo>
                    <a:pt x="4923023" y="323465"/>
                  </a:lnTo>
                  <a:lnTo>
                    <a:pt x="4923658" y="340906"/>
                  </a:lnTo>
                  <a:lnTo>
                    <a:pt x="4924292" y="357654"/>
                  </a:lnTo>
                  <a:lnTo>
                    <a:pt x="4924927" y="374079"/>
                  </a:lnTo>
                  <a:lnTo>
                    <a:pt x="4925562" y="390295"/>
                  </a:lnTo>
                  <a:lnTo>
                    <a:pt x="4926197" y="405980"/>
                  </a:lnTo>
                  <a:lnTo>
                    <a:pt x="4926832" y="421770"/>
                  </a:lnTo>
                  <a:lnTo>
                    <a:pt x="4927467" y="437626"/>
                  </a:lnTo>
                  <a:lnTo>
                    <a:pt x="4928101" y="453785"/>
                  </a:lnTo>
                  <a:lnTo>
                    <a:pt x="4928736" y="469869"/>
                  </a:lnTo>
                  <a:lnTo>
                    <a:pt x="4929371" y="481534"/>
                  </a:lnTo>
                  <a:lnTo>
                    <a:pt x="4930006" y="489926"/>
                  </a:lnTo>
                  <a:lnTo>
                    <a:pt x="4930641" y="498808"/>
                  </a:lnTo>
                  <a:lnTo>
                    <a:pt x="4931276" y="507660"/>
                  </a:lnTo>
                  <a:lnTo>
                    <a:pt x="4931911" y="516290"/>
                  </a:lnTo>
                  <a:lnTo>
                    <a:pt x="4932545" y="525008"/>
                  </a:lnTo>
                  <a:lnTo>
                    <a:pt x="4933180" y="532187"/>
                  </a:lnTo>
                  <a:lnTo>
                    <a:pt x="4933815" y="538762"/>
                  </a:lnTo>
                  <a:lnTo>
                    <a:pt x="4934450" y="545889"/>
                  </a:lnTo>
                  <a:lnTo>
                    <a:pt x="4935085" y="554510"/>
                  </a:lnTo>
                  <a:lnTo>
                    <a:pt x="4935720" y="562895"/>
                  </a:lnTo>
                  <a:lnTo>
                    <a:pt x="4936354" y="571182"/>
                  </a:lnTo>
                  <a:lnTo>
                    <a:pt x="4936989" y="578937"/>
                  </a:lnTo>
                  <a:lnTo>
                    <a:pt x="4937624" y="586974"/>
                  </a:lnTo>
                  <a:lnTo>
                    <a:pt x="4938259" y="594601"/>
                  </a:lnTo>
                  <a:lnTo>
                    <a:pt x="4938894" y="602573"/>
                  </a:lnTo>
                  <a:lnTo>
                    <a:pt x="4939529" y="610036"/>
                  </a:lnTo>
                  <a:lnTo>
                    <a:pt x="4940164" y="619407"/>
                  </a:lnTo>
                  <a:lnTo>
                    <a:pt x="4940798" y="627077"/>
                  </a:lnTo>
                  <a:lnTo>
                    <a:pt x="4941433" y="635679"/>
                  </a:lnTo>
                  <a:lnTo>
                    <a:pt x="4942068" y="643820"/>
                  </a:lnTo>
                  <a:lnTo>
                    <a:pt x="4942703" y="652833"/>
                  </a:lnTo>
                  <a:lnTo>
                    <a:pt x="4943338" y="662795"/>
                  </a:lnTo>
                  <a:lnTo>
                    <a:pt x="4943973" y="672883"/>
                  </a:lnTo>
                  <a:lnTo>
                    <a:pt x="4944607" y="682829"/>
                  </a:lnTo>
                  <a:lnTo>
                    <a:pt x="4945242" y="693233"/>
                  </a:lnTo>
                  <a:lnTo>
                    <a:pt x="4945877" y="703859"/>
                  </a:lnTo>
                  <a:lnTo>
                    <a:pt x="4946512" y="715560"/>
                  </a:lnTo>
                  <a:lnTo>
                    <a:pt x="4947147" y="726751"/>
                  </a:lnTo>
                  <a:lnTo>
                    <a:pt x="4947782" y="737717"/>
                  </a:lnTo>
                  <a:lnTo>
                    <a:pt x="4948417" y="748786"/>
                  </a:lnTo>
                  <a:lnTo>
                    <a:pt x="4949051" y="759508"/>
                  </a:lnTo>
                  <a:lnTo>
                    <a:pt x="4949686" y="769931"/>
                  </a:lnTo>
                  <a:lnTo>
                    <a:pt x="4950321" y="780756"/>
                  </a:lnTo>
                  <a:lnTo>
                    <a:pt x="4950956" y="790530"/>
                  </a:lnTo>
                  <a:lnTo>
                    <a:pt x="4951591" y="801790"/>
                  </a:lnTo>
                  <a:lnTo>
                    <a:pt x="4952226" y="812676"/>
                  </a:lnTo>
                  <a:lnTo>
                    <a:pt x="4952860" y="823106"/>
                  </a:lnTo>
                  <a:lnTo>
                    <a:pt x="4953495" y="835143"/>
                  </a:lnTo>
                  <a:lnTo>
                    <a:pt x="4954130" y="846212"/>
                  </a:lnTo>
                  <a:lnTo>
                    <a:pt x="4954765" y="857806"/>
                  </a:lnTo>
                  <a:lnTo>
                    <a:pt x="4955400" y="869709"/>
                  </a:lnTo>
                  <a:lnTo>
                    <a:pt x="4956035" y="881266"/>
                  </a:lnTo>
                  <a:lnTo>
                    <a:pt x="4956670" y="891977"/>
                  </a:lnTo>
                  <a:lnTo>
                    <a:pt x="4957304" y="902675"/>
                  </a:lnTo>
                  <a:lnTo>
                    <a:pt x="4957939" y="913121"/>
                  </a:lnTo>
                  <a:lnTo>
                    <a:pt x="4958574" y="922806"/>
                  </a:lnTo>
                  <a:lnTo>
                    <a:pt x="4959209" y="931495"/>
                  </a:lnTo>
                  <a:lnTo>
                    <a:pt x="4959844" y="939205"/>
                  </a:lnTo>
                  <a:lnTo>
                    <a:pt x="4960479" y="948904"/>
                  </a:lnTo>
                  <a:lnTo>
                    <a:pt x="4961113" y="962188"/>
                  </a:lnTo>
                  <a:lnTo>
                    <a:pt x="4961748" y="974230"/>
                  </a:lnTo>
                  <a:lnTo>
                    <a:pt x="4962383" y="984829"/>
                  </a:lnTo>
                  <a:lnTo>
                    <a:pt x="4963018" y="994450"/>
                  </a:lnTo>
                  <a:lnTo>
                    <a:pt x="4963653" y="1002820"/>
                  </a:lnTo>
                  <a:lnTo>
                    <a:pt x="4964288" y="1008873"/>
                  </a:lnTo>
                  <a:lnTo>
                    <a:pt x="4964923" y="1013096"/>
                  </a:lnTo>
                  <a:lnTo>
                    <a:pt x="4965557" y="1015240"/>
                  </a:lnTo>
                  <a:lnTo>
                    <a:pt x="4966192" y="1017337"/>
                  </a:lnTo>
                  <a:lnTo>
                    <a:pt x="4966827" y="1018875"/>
                  </a:lnTo>
                  <a:lnTo>
                    <a:pt x="4967462" y="1020251"/>
                  </a:lnTo>
                  <a:lnTo>
                    <a:pt x="4968097" y="1021636"/>
                  </a:lnTo>
                  <a:lnTo>
                    <a:pt x="4968732" y="1022262"/>
                  </a:lnTo>
                  <a:lnTo>
                    <a:pt x="4969366" y="1022044"/>
                  </a:lnTo>
                  <a:lnTo>
                    <a:pt x="4970001" y="1020061"/>
                  </a:lnTo>
                  <a:lnTo>
                    <a:pt x="4970636" y="1017015"/>
                  </a:lnTo>
                  <a:lnTo>
                    <a:pt x="4971271" y="1013808"/>
                  </a:lnTo>
                  <a:lnTo>
                    <a:pt x="4971906" y="1011350"/>
                  </a:lnTo>
                  <a:lnTo>
                    <a:pt x="4972541" y="1009149"/>
                  </a:lnTo>
                  <a:lnTo>
                    <a:pt x="4973175" y="1004451"/>
                  </a:lnTo>
                  <a:lnTo>
                    <a:pt x="4973810" y="999852"/>
                  </a:lnTo>
                  <a:lnTo>
                    <a:pt x="4974445" y="998356"/>
                  </a:lnTo>
                  <a:lnTo>
                    <a:pt x="4975080" y="996375"/>
                  </a:lnTo>
                  <a:lnTo>
                    <a:pt x="4975715" y="991706"/>
                  </a:lnTo>
                  <a:lnTo>
                    <a:pt x="4976350" y="986979"/>
                  </a:lnTo>
                  <a:lnTo>
                    <a:pt x="4976985" y="985006"/>
                  </a:lnTo>
                  <a:lnTo>
                    <a:pt x="4977619" y="982338"/>
                  </a:lnTo>
                  <a:lnTo>
                    <a:pt x="4978254" y="979494"/>
                  </a:lnTo>
                  <a:lnTo>
                    <a:pt x="4978889" y="978764"/>
                  </a:lnTo>
                  <a:lnTo>
                    <a:pt x="4979524" y="977870"/>
                  </a:lnTo>
                  <a:lnTo>
                    <a:pt x="4980159" y="976543"/>
                  </a:lnTo>
                  <a:lnTo>
                    <a:pt x="4980794" y="974509"/>
                  </a:lnTo>
                  <a:lnTo>
                    <a:pt x="4981428" y="972000"/>
                  </a:lnTo>
                  <a:lnTo>
                    <a:pt x="4982063" y="969145"/>
                  </a:lnTo>
                  <a:lnTo>
                    <a:pt x="4982698" y="965277"/>
                  </a:lnTo>
                  <a:lnTo>
                    <a:pt x="4983333" y="960346"/>
                  </a:lnTo>
                  <a:lnTo>
                    <a:pt x="4983968" y="956454"/>
                  </a:lnTo>
                  <a:lnTo>
                    <a:pt x="4984603" y="955295"/>
                  </a:lnTo>
                  <a:lnTo>
                    <a:pt x="4985238" y="955012"/>
                  </a:lnTo>
                  <a:lnTo>
                    <a:pt x="4985872" y="954351"/>
                  </a:lnTo>
                  <a:lnTo>
                    <a:pt x="4986507" y="953584"/>
                  </a:lnTo>
                  <a:lnTo>
                    <a:pt x="4987142" y="952895"/>
                  </a:lnTo>
                  <a:lnTo>
                    <a:pt x="4987777" y="950886"/>
                  </a:lnTo>
                  <a:lnTo>
                    <a:pt x="4988412" y="949421"/>
                  </a:lnTo>
                  <a:lnTo>
                    <a:pt x="4989047" y="948026"/>
                  </a:lnTo>
                  <a:lnTo>
                    <a:pt x="4989681" y="947280"/>
                  </a:lnTo>
                  <a:lnTo>
                    <a:pt x="4990316" y="945024"/>
                  </a:lnTo>
                  <a:lnTo>
                    <a:pt x="4990951" y="942518"/>
                  </a:lnTo>
                  <a:lnTo>
                    <a:pt x="4991586" y="940312"/>
                  </a:lnTo>
                  <a:lnTo>
                    <a:pt x="4992221" y="937643"/>
                  </a:lnTo>
                  <a:lnTo>
                    <a:pt x="4992856" y="935808"/>
                  </a:lnTo>
                  <a:lnTo>
                    <a:pt x="4993491" y="933531"/>
                  </a:lnTo>
                  <a:lnTo>
                    <a:pt x="4994125" y="931982"/>
                  </a:lnTo>
                  <a:lnTo>
                    <a:pt x="4994760" y="928651"/>
                  </a:lnTo>
                  <a:lnTo>
                    <a:pt x="4995395" y="925910"/>
                  </a:lnTo>
                  <a:lnTo>
                    <a:pt x="4996030" y="923639"/>
                  </a:lnTo>
                  <a:lnTo>
                    <a:pt x="4996665" y="920698"/>
                  </a:lnTo>
                  <a:lnTo>
                    <a:pt x="4997300" y="918121"/>
                  </a:lnTo>
                  <a:lnTo>
                    <a:pt x="4997934" y="915281"/>
                  </a:lnTo>
                  <a:lnTo>
                    <a:pt x="4998569" y="908709"/>
                  </a:lnTo>
                  <a:lnTo>
                    <a:pt x="4999204" y="903517"/>
                  </a:lnTo>
                  <a:lnTo>
                    <a:pt x="4999839" y="899672"/>
                  </a:lnTo>
                  <a:lnTo>
                    <a:pt x="5000474" y="895542"/>
                  </a:lnTo>
                  <a:lnTo>
                    <a:pt x="5001109" y="896178"/>
                  </a:lnTo>
                  <a:lnTo>
                    <a:pt x="5001744" y="898096"/>
                  </a:lnTo>
                  <a:lnTo>
                    <a:pt x="5002378" y="901123"/>
                  </a:lnTo>
                  <a:lnTo>
                    <a:pt x="5003013" y="904987"/>
                  </a:lnTo>
                  <a:lnTo>
                    <a:pt x="5003648" y="912721"/>
                  </a:lnTo>
                  <a:lnTo>
                    <a:pt x="5004283" y="920350"/>
                  </a:lnTo>
                  <a:lnTo>
                    <a:pt x="5004918" y="927400"/>
                  </a:lnTo>
                  <a:lnTo>
                    <a:pt x="5005553" y="935048"/>
                  </a:lnTo>
                  <a:lnTo>
                    <a:pt x="5006187" y="942354"/>
                  </a:lnTo>
                  <a:lnTo>
                    <a:pt x="5006822" y="950572"/>
                  </a:lnTo>
                  <a:lnTo>
                    <a:pt x="5007457" y="955638"/>
                  </a:lnTo>
                  <a:lnTo>
                    <a:pt x="5008092" y="962603"/>
                  </a:lnTo>
                  <a:lnTo>
                    <a:pt x="5008727" y="966906"/>
                  </a:lnTo>
                  <a:lnTo>
                    <a:pt x="5009362" y="972245"/>
                  </a:lnTo>
                  <a:lnTo>
                    <a:pt x="5009997" y="977967"/>
                  </a:lnTo>
                  <a:lnTo>
                    <a:pt x="5010631" y="983601"/>
                  </a:lnTo>
                  <a:lnTo>
                    <a:pt x="5011266" y="989028"/>
                  </a:lnTo>
                  <a:lnTo>
                    <a:pt x="5011901" y="993940"/>
                  </a:lnTo>
                  <a:lnTo>
                    <a:pt x="5012536" y="998337"/>
                  </a:lnTo>
                  <a:lnTo>
                    <a:pt x="5013171" y="1002898"/>
                  </a:lnTo>
                  <a:lnTo>
                    <a:pt x="5013806" y="1007731"/>
                  </a:lnTo>
                  <a:lnTo>
                    <a:pt x="5014440" y="1012387"/>
                  </a:lnTo>
                  <a:lnTo>
                    <a:pt x="5015075" y="1016206"/>
                  </a:lnTo>
                  <a:lnTo>
                    <a:pt x="5015710" y="1019504"/>
                  </a:lnTo>
                  <a:lnTo>
                    <a:pt x="5016345" y="1022247"/>
                  </a:lnTo>
                  <a:lnTo>
                    <a:pt x="5016980" y="1024344"/>
                  </a:lnTo>
                  <a:lnTo>
                    <a:pt x="5017615" y="1028177"/>
                  </a:lnTo>
                  <a:lnTo>
                    <a:pt x="5018250" y="1031239"/>
                  </a:lnTo>
                  <a:lnTo>
                    <a:pt x="5018884" y="1036316"/>
                  </a:lnTo>
                  <a:lnTo>
                    <a:pt x="5019519" y="1039637"/>
                  </a:lnTo>
                  <a:lnTo>
                    <a:pt x="5020154" y="1041734"/>
                  </a:lnTo>
                  <a:lnTo>
                    <a:pt x="5020789" y="1043822"/>
                  </a:lnTo>
                  <a:lnTo>
                    <a:pt x="5021424" y="1044894"/>
                  </a:lnTo>
                  <a:lnTo>
                    <a:pt x="5022059" y="1045719"/>
                  </a:lnTo>
                  <a:lnTo>
                    <a:pt x="5022693" y="1046611"/>
                  </a:lnTo>
                  <a:lnTo>
                    <a:pt x="5023328" y="1046905"/>
                  </a:lnTo>
                  <a:lnTo>
                    <a:pt x="5023963" y="1046175"/>
                  </a:lnTo>
                  <a:lnTo>
                    <a:pt x="5024598" y="1043850"/>
                  </a:lnTo>
                  <a:lnTo>
                    <a:pt x="5025233" y="1039248"/>
                  </a:lnTo>
                  <a:lnTo>
                    <a:pt x="5025868" y="1037058"/>
                  </a:lnTo>
                  <a:lnTo>
                    <a:pt x="5026503" y="1033199"/>
                  </a:lnTo>
                  <a:lnTo>
                    <a:pt x="5027137" y="1030832"/>
                  </a:lnTo>
                  <a:lnTo>
                    <a:pt x="5027772" y="1028286"/>
                  </a:lnTo>
                  <a:lnTo>
                    <a:pt x="5028407" y="1024479"/>
                  </a:lnTo>
                  <a:lnTo>
                    <a:pt x="5029042" y="1022263"/>
                  </a:lnTo>
                  <a:lnTo>
                    <a:pt x="5029677" y="1020139"/>
                  </a:lnTo>
                  <a:lnTo>
                    <a:pt x="5030312" y="1018740"/>
                  </a:lnTo>
                  <a:lnTo>
                    <a:pt x="5030946" y="1017417"/>
                  </a:lnTo>
                  <a:lnTo>
                    <a:pt x="5031581" y="1013139"/>
                  </a:lnTo>
                  <a:lnTo>
                    <a:pt x="5032216" y="1008418"/>
                  </a:lnTo>
                  <a:lnTo>
                    <a:pt x="5032851" y="1003128"/>
                  </a:lnTo>
                  <a:lnTo>
                    <a:pt x="5033486" y="997415"/>
                  </a:lnTo>
                  <a:lnTo>
                    <a:pt x="5034121" y="991890"/>
                  </a:lnTo>
                  <a:lnTo>
                    <a:pt x="5034755" y="988108"/>
                  </a:lnTo>
                  <a:lnTo>
                    <a:pt x="5035390" y="984473"/>
                  </a:lnTo>
                  <a:lnTo>
                    <a:pt x="5036025" y="980977"/>
                  </a:lnTo>
                  <a:lnTo>
                    <a:pt x="5036660" y="976452"/>
                  </a:lnTo>
                  <a:lnTo>
                    <a:pt x="5037295" y="971750"/>
                  </a:lnTo>
                  <a:lnTo>
                    <a:pt x="5037930" y="968285"/>
                  </a:lnTo>
                  <a:lnTo>
                    <a:pt x="5038565" y="963958"/>
                  </a:lnTo>
                  <a:lnTo>
                    <a:pt x="5039199" y="960236"/>
                  </a:lnTo>
                  <a:lnTo>
                    <a:pt x="5039834" y="955381"/>
                  </a:lnTo>
                  <a:lnTo>
                    <a:pt x="5040469" y="949914"/>
                  </a:lnTo>
                  <a:lnTo>
                    <a:pt x="5041104" y="944532"/>
                  </a:lnTo>
                  <a:lnTo>
                    <a:pt x="5041739" y="938571"/>
                  </a:lnTo>
                  <a:lnTo>
                    <a:pt x="5042374" y="932975"/>
                  </a:lnTo>
                  <a:lnTo>
                    <a:pt x="5043008" y="927854"/>
                  </a:lnTo>
                  <a:lnTo>
                    <a:pt x="5043643" y="922778"/>
                  </a:lnTo>
                  <a:lnTo>
                    <a:pt x="5044278" y="917000"/>
                  </a:lnTo>
                  <a:lnTo>
                    <a:pt x="5044913" y="910430"/>
                  </a:lnTo>
                  <a:lnTo>
                    <a:pt x="5045548" y="903614"/>
                  </a:lnTo>
                  <a:lnTo>
                    <a:pt x="5046183" y="897212"/>
                  </a:lnTo>
                  <a:lnTo>
                    <a:pt x="5046818" y="889314"/>
                  </a:lnTo>
                  <a:lnTo>
                    <a:pt x="5047452" y="879327"/>
                  </a:lnTo>
                  <a:lnTo>
                    <a:pt x="5048087" y="868092"/>
                  </a:lnTo>
                  <a:lnTo>
                    <a:pt x="5048722" y="856151"/>
                  </a:lnTo>
                  <a:lnTo>
                    <a:pt x="5049357" y="845030"/>
                  </a:lnTo>
                  <a:lnTo>
                    <a:pt x="5049992" y="835810"/>
                  </a:lnTo>
                  <a:lnTo>
                    <a:pt x="5050627" y="826896"/>
                  </a:lnTo>
                  <a:lnTo>
                    <a:pt x="5051261" y="817628"/>
                  </a:lnTo>
                  <a:lnTo>
                    <a:pt x="5051896" y="807694"/>
                  </a:lnTo>
                  <a:lnTo>
                    <a:pt x="5052531" y="797868"/>
                  </a:lnTo>
                  <a:lnTo>
                    <a:pt x="5053166" y="787370"/>
                  </a:lnTo>
                  <a:lnTo>
                    <a:pt x="5053801" y="776859"/>
                  </a:lnTo>
                  <a:lnTo>
                    <a:pt x="5054436" y="766810"/>
                  </a:lnTo>
                  <a:lnTo>
                    <a:pt x="5055071" y="758183"/>
                  </a:lnTo>
                  <a:lnTo>
                    <a:pt x="5055705" y="749676"/>
                  </a:lnTo>
                  <a:lnTo>
                    <a:pt x="5056340" y="741110"/>
                  </a:lnTo>
                  <a:lnTo>
                    <a:pt x="5056975" y="733218"/>
                  </a:lnTo>
                  <a:lnTo>
                    <a:pt x="5057610" y="725219"/>
                  </a:lnTo>
                  <a:lnTo>
                    <a:pt x="5058245" y="717447"/>
                  </a:lnTo>
                  <a:lnTo>
                    <a:pt x="5058880" y="710806"/>
                  </a:lnTo>
                  <a:lnTo>
                    <a:pt x="5059514" y="704758"/>
                  </a:lnTo>
                  <a:lnTo>
                    <a:pt x="5060149" y="698721"/>
                  </a:lnTo>
                  <a:lnTo>
                    <a:pt x="5060784" y="694123"/>
                  </a:lnTo>
                  <a:lnTo>
                    <a:pt x="5061419" y="689487"/>
                  </a:lnTo>
                  <a:lnTo>
                    <a:pt x="5062054" y="684475"/>
                  </a:lnTo>
                  <a:lnTo>
                    <a:pt x="5062689" y="679302"/>
                  </a:lnTo>
                  <a:lnTo>
                    <a:pt x="5063324" y="674662"/>
                  </a:lnTo>
                  <a:lnTo>
                    <a:pt x="5063958" y="669832"/>
                  </a:lnTo>
                  <a:lnTo>
                    <a:pt x="5064593" y="665256"/>
                  </a:lnTo>
                  <a:lnTo>
                    <a:pt x="5065228" y="660787"/>
                  </a:lnTo>
                  <a:lnTo>
                    <a:pt x="5065863" y="656490"/>
                  </a:lnTo>
                  <a:lnTo>
                    <a:pt x="5066498" y="651664"/>
                  </a:lnTo>
                  <a:lnTo>
                    <a:pt x="5067133" y="647090"/>
                  </a:lnTo>
                  <a:lnTo>
                    <a:pt x="5067767" y="641663"/>
                  </a:lnTo>
                  <a:lnTo>
                    <a:pt x="5068402" y="636084"/>
                  </a:lnTo>
                  <a:lnTo>
                    <a:pt x="5069037" y="629517"/>
                  </a:lnTo>
                  <a:lnTo>
                    <a:pt x="5069672" y="621187"/>
                  </a:lnTo>
                  <a:lnTo>
                    <a:pt x="5070307" y="612397"/>
                  </a:lnTo>
                  <a:lnTo>
                    <a:pt x="5070942" y="602954"/>
                  </a:lnTo>
                  <a:lnTo>
                    <a:pt x="5071577" y="593739"/>
                  </a:lnTo>
                  <a:lnTo>
                    <a:pt x="5072211" y="583912"/>
                  </a:lnTo>
                  <a:lnTo>
                    <a:pt x="5072846" y="574022"/>
                  </a:lnTo>
                  <a:lnTo>
                    <a:pt x="5073481" y="562365"/>
                  </a:lnTo>
                  <a:lnTo>
                    <a:pt x="5074116" y="549697"/>
                  </a:lnTo>
                  <a:lnTo>
                    <a:pt x="5074751" y="536231"/>
                  </a:lnTo>
                  <a:lnTo>
                    <a:pt x="5075386" y="523740"/>
                  </a:lnTo>
                  <a:lnTo>
                    <a:pt x="5076020" y="508990"/>
                  </a:lnTo>
                  <a:lnTo>
                    <a:pt x="5076655" y="494582"/>
                  </a:lnTo>
                  <a:lnTo>
                    <a:pt x="5077290" y="480169"/>
                  </a:lnTo>
                  <a:lnTo>
                    <a:pt x="5077925" y="469396"/>
                  </a:lnTo>
                  <a:lnTo>
                    <a:pt x="5078560" y="459741"/>
                  </a:lnTo>
                  <a:lnTo>
                    <a:pt x="5079195" y="452389"/>
                  </a:lnTo>
                  <a:lnTo>
                    <a:pt x="5079830" y="445462"/>
                  </a:lnTo>
                  <a:lnTo>
                    <a:pt x="5080464" y="438282"/>
                  </a:lnTo>
                  <a:lnTo>
                    <a:pt x="5081099" y="431730"/>
                  </a:lnTo>
                  <a:lnTo>
                    <a:pt x="5081734" y="425993"/>
                  </a:lnTo>
                  <a:lnTo>
                    <a:pt x="5082369" y="421296"/>
                  </a:lnTo>
                  <a:lnTo>
                    <a:pt x="5083004" y="416704"/>
                  </a:lnTo>
                  <a:lnTo>
                    <a:pt x="5083639" y="412627"/>
                  </a:lnTo>
                  <a:lnTo>
                    <a:pt x="5084273" y="408756"/>
                  </a:lnTo>
                  <a:lnTo>
                    <a:pt x="5084908" y="404851"/>
                  </a:lnTo>
                  <a:lnTo>
                    <a:pt x="5085543" y="401405"/>
                  </a:lnTo>
                  <a:lnTo>
                    <a:pt x="5086178" y="398680"/>
                  </a:lnTo>
                  <a:lnTo>
                    <a:pt x="5086813" y="396702"/>
                  </a:lnTo>
                  <a:lnTo>
                    <a:pt x="5087448" y="395152"/>
                  </a:lnTo>
                  <a:lnTo>
                    <a:pt x="5088082" y="393922"/>
                  </a:lnTo>
                  <a:lnTo>
                    <a:pt x="5088717" y="393329"/>
                  </a:lnTo>
                  <a:lnTo>
                    <a:pt x="5089352" y="392630"/>
                  </a:lnTo>
                  <a:lnTo>
                    <a:pt x="5089987" y="392044"/>
                  </a:lnTo>
                  <a:lnTo>
                    <a:pt x="5090622" y="391756"/>
                  </a:lnTo>
                  <a:lnTo>
                    <a:pt x="5091257" y="391402"/>
                  </a:lnTo>
                  <a:lnTo>
                    <a:pt x="5091892" y="389755"/>
                  </a:lnTo>
                  <a:lnTo>
                    <a:pt x="5092526" y="386217"/>
                  </a:lnTo>
                  <a:lnTo>
                    <a:pt x="5093161" y="383230"/>
                  </a:lnTo>
                  <a:lnTo>
                    <a:pt x="5093796" y="379894"/>
                  </a:lnTo>
                  <a:lnTo>
                    <a:pt x="5094431" y="376052"/>
                  </a:lnTo>
                  <a:lnTo>
                    <a:pt x="5095066" y="374308"/>
                  </a:lnTo>
                  <a:lnTo>
                    <a:pt x="5095701" y="372009"/>
                  </a:lnTo>
                  <a:lnTo>
                    <a:pt x="5096335" y="370287"/>
                  </a:lnTo>
                  <a:lnTo>
                    <a:pt x="5096970" y="370153"/>
                  </a:lnTo>
                  <a:lnTo>
                    <a:pt x="5097605" y="371397"/>
                  </a:lnTo>
                  <a:lnTo>
                    <a:pt x="5098240" y="372625"/>
                  </a:lnTo>
                  <a:lnTo>
                    <a:pt x="5098875" y="374201"/>
                  </a:lnTo>
                  <a:lnTo>
                    <a:pt x="5099510" y="377028"/>
                  </a:lnTo>
                  <a:lnTo>
                    <a:pt x="5100145" y="381237"/>
                  </a:lnTo>
                  <a:lnTo>
                    <a:pt x="5100779" y="386082"/>
                  </a:lnTo>
                  <a:lnTo>
                    <a:pt x="5101414" y="388341"/>
                  </a:lnTo>
                  <a:lnTo>
                    <a:pt x="5102049" y="392237"/>
                  </a:lnTo>
                  <a:lnTo>
                    <a:pt x="5102684" y="398135"/>
                  </a:lnTo>
                  <a:lnTo>
                    <a:pt x="5103319" y="405510"/>
                  </a:lnTo>
                  <a:lnTo>
                    <a:pt x="5103954" y="409087"/>
                  </a:lnTo>
                  <a:lnTo>
                    <a:pt x="5104588" y="414184"/>
                  </a:lnTo>
                  <a:lnTo>
                    <a:pt x="5105223" y="420521"/>
                  </a:lnTo>
                  <a:lnTo>
                    <a:pt x="5105858" y="423166"/>
                  </a:lnTo>
                  <a:lnTo>
                    <a:pt x="5106493" y="425840"/>
                  </a:lnTo>
                  <a:lnTo>
                    <a:pt x="5107128" y="428693"/>
                  </a:lnTo>
                  <a:lnTo>
                    <a:pt x="5107763" y="432119"/>
                  </a:lnTo>
                  <a:lnTo>
                    <a:pt x="5108398" y="435993"/>
                  </a:lnTo>
                  <a:lnTo>
                    <a:pt x="5109032" y="441474"/>
                  </a:lnTo>
                  <a:lnTo>
                    <a:pt x="5109667" y="448215"/>
                  </a:lnTo>
                  <a:lnTo>
                    <a:pt x="5110302" y="456970"/>
                  </a:lnTo>
                  <a:lnTo>
                    <a:pt x="5110937" y="465462"/>
                  </a:lnTo>
                  <a:lnTo>
                    <a:pt x="5111572" y="474234"/>
                  </a:lnTo>
                  <a:lnTo>
                    <a:pt x="5112207" y="482046"/>
                  </a:lnTo>
                  <a:lnTo>
                    <a:pt x="5112841" y="490820"/>
                  </a:lnTo>
                  <a:lnTo>
                    <a:pt x="5113476" y="499405"/>
                  </a:lnTo>
                  <a:lnTo>
                    <a:pt x="5114111" y="509901"/>
                  </a:lnTo>
                  <a:lnTo>
                    <a:pt x="5114746" y="519798"/>
                  </a:lnTo>
                  <a:lnTo>
                    <a:pt x="5115381" y="529816"/>
                  </a:lnTo>
                  <a:lnTo>
                    <a:pt x="5116016" y="540380"/>
                  </a:lnTo>
                  <a:lnTo>
                    <a:pt x="5116651" y="550550"/>
                  </a:lnTo>
                  <a:lnTo>
                    <a:pt x="5117285" y="561536"/>
                  </a:lnTo>
                  <a:lnTo>
                    <a:pt x="5117920" y="572072"/>
                  </a:lnTo>
                  <a:lnTo>
                    <a:pt x="5118555" y="582437"/>
                  </a:lnTo>
                  <a:lnTo>
                    <a:pt x="5119190" y="592474"/>
                  </a:lnTo>
                  <a:lnTo>
                    <a:pt x="5119825" y="602269"/>
                  </a:lnTo>
                  <a:lnTo>
                    <a:pt x="5120460" y="613600"/>
                  </a:lnTo>
                  <a:lnTo>
                    <a:pt x="5121094" y="623943"/>
                  </a:lnTo>
                  <a:lnTo>
                    <a:pt x="5121729" y="635431"/>
                  </a:lnTo>
                  <a:lnTo>
                    <a:pt x="5122364" y="646313"/>
                  </a:lnTo>
                  <a:lnTo>
                    <a:pt x="5122999" y="656805"/>
                  </a:lnTo>
                  <a:lnTo>
                    <a:pt x="5123634" y="669432"/>
                  </a:lnTo>
                  <a:lnTo>
                    <a:pt x="5124269" y="681134"/>
                  </a:lnTo>
                  <a:lnTo>
                    <a:pt x="5124904" y="691362"/>
                  </a:lnTo>
                  <a:lnTo>
                    <a:pt x="5125538" y="704390"/>
                  </a:lnTo>
                  <a:lnTo>
                    <a:pt x="5126173" y="716868"/>
                  </a:lnTo>
                  <a:lnTo>
                    <a:pt x="5126808" y="728511"/>
                  </a:lnTo>
                  <a:lnTo>
                    <a:pt x="5127443" y="739641"/>
                  </a:lnTo>
                  <a:lnTo>
                    <a:pt x="5128078" y="749216"/>
                  </a:lnTo>
                  <a:lnTo>
                    <a:pt x="5128713" y="757462"/>
                  </a:lnTo>
                  <a:lnTo>
                    <a:pt x="5129347" y="764436"/>
                  </a:lnTo>
                  <a:lnTo>
                    <a:pt x="5129982" y="769332"/>
                  </a:lnTo>
                  <a:lnTo>
                    <a:pt x="5130617" y="774257"/>
                  </a:lnTo>
                  <a:lnTo>
                    <a:pt x="5131252" y="779836"/>
                  </a:lnTo>
                  <a:lnTo>
                    <a:pt x="5131887" y="785957"/>
                  </a:lnTo>
                  <a:lnTo>
                    <a:pt x="5132522" y="792846"/>
                  </a:lnTo>
                  <a:lnTo>
                    <a:pt x="5133157" y="799810"/>
                  </a:lnTo>
                  <a:lnTo>
                    <a:pt x="5133791" y="806690"/>
                  </a:lnTo>
                  <a:lnTo>
                    <a:pt x="5134426" y="813066"/>
                  </a:lnTo>
                  <a:lnTo>
                    <a:pt x="5135061" y="818940"/>
                  </a:lnTo>
                  <a:lnTo>
                    <a:pt x="5135696" y="824292"/>
                  </a:lnTo>
                  <a:lnTo>
                    <a:pt x="5136331" y="829691"/>
                  </a:lnTo>
                  <a:lnTo>
                    <a:pt x="5136966" y="835356"/>
                  </a:lnTo>
                  <a:lnTo>
                    <a:pt x="5137600" y="840888"/>
                  </a:lnTo>
                  <a:lnTo>
                    <a:pt x="5138235" y="846439"/>
                  </a:lnTo>
                  <a:lnTo>
                    <a:pt x="5138870" y="852075"/>
                  </a:lnTo>
                  <a:lnTo>
                    <a:pt x="5139505" y="859201"/>
                  </a:lnTo>
                  <a:lnTo>
                    <a:pt x="5140140" y="867039"/>
                  </a:lnTo>
                  <a:lnTo>
                    <a:pt x="5140775" y="875057"/>
                  </a:lnTo>
                  <a:lnTo>
                    <a:pt x="5141409" y="882838"/>
                  </a:lnTo>
                  <a:lnTo>
                    <a:pt x="5142044" y="890334"/>
                  </a:lnTo>
                  <a:lnTo>
                    <a:pt x="5142679" y="896939"/>
                  </a:lnTo>
                  <a:lnTo>
                    <a:pt x="5143314" y="902613"/>
                  </a:lnTo>
                  <a:lnTo>
                    <a:pt x="5143949" y="907263"/>
                  </a:lnTo>
                  <a:lnTo>
                    <a:pt x="5144584" y="910925"/>
                  </a:lnTo>
                  <a:lnTo>
                    <a:pt x="5145219" y="914616"/>
                  </a:lnTo>
                  <a:lnTo>
                    <a:pt x="5145853" y="918630"/>
                  </a:lnTo>
                  <a:lnTo>
                    <a:pt x="5146488" y="925228"/>
                  </a:lnTo>
                  <a:lnTo>
                    <a:pt x="5147123" y="933101"/>
                  </a:lnTo>
                  <a:lnTo>
                    <a:pt x="5147758" y="940354"/>
                  </a:lnTo>
                  <a:lnTo>
                    <a:pt x="5148393" y="948498"/>
                  </a:lnTo>
                  <a:lnTo>
                    <a:pt x="5149028" y="956872"/>
                  </a:lnTo>
                  <a:lnTo>
                    <a:pt x="5149662" y="964811"/>
                  </a:lnTo>
                  <a:lnTo>
                    <a:pt x="5150297" y="972731"/>
                  </a:lnTo>
                  <a:lnTo>
                    <a:pt x="5150932" y="981823"/>
                  </a:lnTo>
                  <a:lnTo>
                    <a:pt x="5151567" y="991959"/>
                  </a:lnTo>
                  <a:lnTo>
                    <a:pt x="5152202" y="1004172"/>
                  </a:lnTo>
                  <a:lnTo>
                    <a:pt x="5152837" y="1013405"/>
                  </a:lnTo>
                  <a:lnTo>
                    <a:pt x="5153472" y="1023715"/>
                  </a:lnTo>
                  <a:lnTo>
                    <a:pt x="5154106" y="1032462"/>
                  </a:lnTo>
                  <a:lnTo>
                    <a:pt x="5154741" y="1040862"/>
                  </a:lnTo>
                  <a:lnTo>
                    <a:pt x="5155376" y="1049446"/>
                  </a:lnTo>
                  <a:lnTo>
                    <a:pt x="5156011" y="1056366"/>
                  </a:lnTo>
                  <a:lnTo>
                    <a:pt x="5156646" y="1063992"/>
                  </a:lnTo>
                  <a:lnTo>
                    <a:pt x="5157281" y="1071752"/>
                  </a:lnTo>
                  <a:lnTo>
                    <a:pt x="5157915" y="1080095"/>
                  </a:lnTo>
                  <a:lnTo>
                    <a:pt x="5158550" y="1087331"/>
                  </a:lnTo>
                  <a:lnTo>
                    <a:pt x="5159185" y="1094554"/>
                  </a:lnTo>
                  <a:lnTo>
                    <a:pt x="5159820" y="1101820"/>
                  </a:lnTo>
                  <a:lnTo>
                    <a:pt x="5160455" y="1108539"/>
                  </a:lnTo>
                  <a:lnTo>
                    <a:pt x="5161090" y="1113721"/>
                  </a:lnTo>
                  <a:lnTo>
                    <a:pt x="5161725" y="1117586"/>
                  </a:lnTo>
                  <a:lnTo>
                    <a:pt x="5162359" y="1121311"/>
                  </a:lnTo>
                  <a:lnTo>
                    <a:pt x="5162994" y="1125441"/>
                  </a:lnTo>
                  <a:lnTo>
                    <a:pt x="5163629" y="1130662"/>
                  </a:lnTo>
                  <a:lnTo>
                    <a:pt x="5164264" y="1136354"/>
                  </a:lnTo>
                  <a:lnTo>
                    <a:pt x="5164899" y="1141484"/>
                  </a:lnTo>
                  <a:lnTo>
                    <a:pt x="5165534" y="1147737"/>
                  </a:lnTo>
                  <a:lnTo>
                    <a:pt x="5166168" y="1153108"/>
                  </a:lnTo>
                  <a:lnTo>
                    <a:pt x="5166803" y="1158685"/>
                  </a:lnTo>
                  <a:lnTo>
                    <a:pt x="5167438" y="1164511"/>
                  </a:lnTo>
                  <a:lnTo>
                    <a:pt x="5168073" y="1169879"/>
                  </a:lnTo>
                  <a:lnTo>
                    <a:pt x="5168708" y="1174962"/>
                  </a:lnTo>
                  <a:lnTo>
                    <a:pt x="5169343" y="1181074"/>
                  </a:lnTo>
                  <a:lnTo>
                    <a:pt x="5169978" y="1187255"/>
                  </a:lnTo>
                  <a:lnTo>
                    <a:pt x="5170612" y="1193176"/>
                  </a:lnTo>
                  <a:lnTo>
                    <a:pt x="5171247" y="1199135"/>
                  </a:lnTo>
                  <a:lnTo>
                    <a:pt x="5171882" y="1205519"/>
                  </a:lnTo>
                  <a:lnTo>
                    <a:pt x="5172517" y="1212020"/>
                  </a:lnTo>
                  <a:lnTo>
                    <a:pt x="5173152" y="1217417"/>
                  </a:lnTo>
                  <a:lnTo>
                    <a:pt x="5173787" y="1223642"/>
                  </a:lnTo>
                  <a:lnTo>
                    <a:pt x="5174421" y="1231329"/>
                  </a:lnTo>
                  <a:lnTo>
                    <a:pt x="5175056" y="1239649"/>
                  </a:lnTo>
                  <a:lnTo>
                    <a:pt x="5175691" y="1247720"/>
                  </a:lnTo>
                  <a:lnTo>
                    <a:pt x="5176326" y="1253282"/>
                  </a:lnTo>
                  <a:lnTo>
                    <a:pt x="5176961" y="1256945"/>
                  </a:lnTo>
                  <a:lnTo>
                    <a:pt x="5177596" y="1260411"/>
                  </a:lnTo>
                  <a:lnTo>
                    <a:pt x="5178231" y="1263130"/>
                  </a:lnTo>
                  <a:lnTo>
                    <a:pt x="5178865" y="1266041"/>
                  </a:lnTo>
                  <a:lnTo>
                    <a:pt x="5179500" y="1267825"/>
                  </a:lnTo>
                  <a:lnTo>
                    <a:pt x="5180135" y="1269812"/>
                  </a:lnTo>
                  <a:lnTo>
                    <a:pt x="5180770" y="1271672"/>
                  </a:lnTo>
                  <a:lnTo>
                    <a:pt x="5181405" y="1271393"/>
                  </a:lnTo>
                  <a:lnTo>
                    <a:pt x="5182040" y="1270025"/>
                  </a:lnTo>
                  <a:lnTo>
                    <a:pt x="5182674" y="1265794"/>
                  </a:lnTo>
                  <a:lnTo>
                    <a:pt x="5183309" y="1260942"/>
                  </a:lnTo>
                  <a:lnTo>
                    <a:pt x="5183944" y="1255617"/>
                  </a:lnTo>
                  <a:lnTo>
                    <a:pt x="5184579" y="1250329"/>
                  </a:lnTo>
                  <a:lnTo>
                    <a:pt x="5185214" y="1244519"/>
                  </a:lnTo>
                  <a:lnTo>
                    <a:pt x="5185849" y="1238043"/>
                  </a:lnTo>
                  <a:lnTo>
                    <a:pt x="5186484" y="1231737"/>
                  </a:lnTo>
                  <a:lnTo>
                    <a:pt x="5187118" y="1229305"/>
                  </a:lnTo>
                  <a:lnTo>
                    <a:pt x="5187753" y="1228433"/>
                  </a:lnTo>
                  <a:lnTo>
                    <a:pt x="5188388" y="1228611"/>
                  </a:lnTo>
                  <a:lnTo>
                    <a:pt x="5189023" y="1229366"/>
                  </a:lnTo>
                  <a:lnTo>
                    <a:pt x="5189658" y="1230330"/>
                  </a:lnTo>
                  <a:lnTo>
                    <a:pt x="5190293" y="1230383"/>
                  </a:lnTo>
                  <a:lnTo>
                    <a:pt x="5190927" y="1230714"/>
                  </a:lnTo>
                  <a:lnTo>
                    <a:pt x="5191562" y="1230357"/>
                  </a:lnTo>
                  <a:lnTo>
                    <a:pt x="5192197" y="1230176"/>
                  </a:lnTo>
                  <a:lnTo>
                    <a:pt x="5192832" y="1230355"/>
                  </a:lnTo>
                  <a:lnTo>
                    <a:pt x="5193467" y="1230745"/>
                  </a:lnTo>
                  <a:lnTo>
                    <a:pt x="5194102" y="1231373"/>
                  </a:lnTo>
                  <a:lnTo>
                    <a:pt x="5194736" y="1232981"/>
                  </a:lnTo>
                  <a:lnTo>
                    <a:pt x="5195371" y="1234088"/>
                  </a:lnTo>
                  <a:lnTo>
                    <a:pt x="5196006" y="1235524"/>
                  </a:lnTo>
                  <a:lnTo>
                    <a:pt x="5196641" y="1237288"/>
                  </a:lnTo>
                  <a:lnTo>
                    <a:pt x="5197276" y="1239285"/>
                  </a:lnTo>
                  <a:lnTo>
                    <a:pt x="5197911" y="1239753"/>
                  </a:lnTo>
                  <a:lnTo>
                    <a:pt x="5198546" y="1236197"/>
                  </a:lnTo>
                  <a:lnTo>
                    <a:pt x="5199180" y="1236980"/>
                  </a:lnTo>
                  <a:lnTo>
                    <a:pt x="5199815" y="1238356"/>
                  </a:lnTo>
                  <a:lnTo>
                    <a:pt x="5200450" y="1241198"/>
                  </a:lnTo>
                  <a:lnTo>
                    <a:pt x="5201085" y="1245724"/>
                  </a:lnTo>
                  <a:lnTo>
                    <a:pt x="5201720" y="1251756"/>
                  </a:lnTo>
                  <a:lnTo>
                    <a:pt x="5202355" y="1257243"/>
                  </a:lnTo>
                  <a:lnTo>
                    <a:pt x="5202989" y="1265017"/>
                  </a:lnTo>
                  <a:lnTo>
                    <a:pt x="5203624" y="1271939"/>
                  </a:lnTo>
                  <a:lnTo>
                    <a:pt x="5204259" y="1278051"/>
                  </a:lnTo>
                  <a:lnTo>
                    <a:pt x="5204894" y="1280368"/>
                  </a:lnTo>
                  <a:lnTo>
                    <a:pt x="5205529" y="1283475"/>
                  </a:lnTo>
                  <a:lnTo>
                    <a:pt x="5206164" y="1283817"/>
                  </a:lnTo>
                  <a:lnTo>
                    <a:pt x="5206799" y="1284354"/>
                  </a:lnTo>
                  <a:lnTo>
                    <a:pt x="5207433" y="1285084"/>
                  </a:lnTo>
                  <a:lnTo>
                    <a:pt x="5208068" y="1285353"/>
                  </a:lnTo>
                  <a:lnTo>
                    <a:pt x="5208703" y="1285537"/>
                  </a:lnTo>
                  <a:lnTo>
                    <a:pt x="5209338" y="1285457"/>
                  </a:lnTo>
                  <a:lnTo>
                    <a:pt x="5209973" y="1284241"/>
                  </a:lnTo>
                  <a:lnTo>
                    <a:pt x="5210608" y="1282784"/>
                  </a:lnTo>
                  <a:lnTo>
                    <a:pt x="5211242" y="1281023"/>
                  </a:lnTo>
                  <a:lnTo>
                    <a:pt x="5211877" y="1278888"/>
                  </a:lnTo>
                  <a:lnTo>
                    <a:pt x="5212512" y="1276104"/>
                  </a:lnTo>
                  <a:lnTo>
                    <a:pt x="5213147" y="1272874"/>
                  </a:lnTo>
                  <a:lnTo>
                    <a:pt x="5213782" y="1270037"/>
                  </a:lnTo>
                  <a:lnTo>
                    <a:pt x="5214417" y="1267965"/>
                  </a:lnTo>
                  <a:lnTo>
                    <a:pt x="5215052" y="1266848"/>
                  </a:lnTo>
                  <a:lnTo>
                    <a:pt x="5215686" y="1264419"/>
                  </a:lnTo>
                  <a:lnTo>
                    <a:pt x="5216321" y="1263122"/>
                  </a:lnTo>
                  <a:lnTo>
                    <a:pt x="5216956" y="1260159"/>
                  </a:lnTo>
                  <a:lnTo>
                    <a:pt x="5217591" y="1258169"/>
                  </a:lnTo>
                  <a:lnTo>
                    <a:pt x="5218226" y="1257223"/>
                  </a:lnTo>
                  <a:lnTo>
                    <a:pt x="5218861" y="1256878"/>
                  </a:lnTo>
                  <a:lnTo>
                    <a:pt x="5219495" y="1257967"/>
                  </a:lnTo>
                  <a:lnTo>
                    <a:pt x="5220130" y="1258943"/>
                  </a:lnTo>
                  <a:lnTo>
                    <a:pt x="5220765" y="1259925"/>
                  </a:lnTo>
                  <a:lnTo>
                    <a:pt x="5221400" y="1261054"/>
                  </a:lnTo>
                  <a:lnTo>
                    <a:pt x="5222035" y="1260872"/>
                  </a:lnTo>
                  <a:lnTo>
                    <a:pt x="5222670" y="1261463"/>
                  </a:lnTo>
                  <a:lnTo>
                    <a:pt x="5223305" y="1262084"/>
                  </a:lnTo>
                  <a:lnTo>
                    <a:pt x="5223939" y="1262389"/>
                  </a:lnTo>
                  <a:lnTo>
                    <a:pt x="5224574" y="1262378"/>
                  </a:lnTo>
                  <a:lnTo>
                    <a:pt x="5225209" y="1261615"/>
                  </a:lnTo>
                  <a:lnTo>
                    <a:pt x="5225844" y="1259261"/>
                  </a:lnTo>
                  <a:lnTo>
                    <a:pt x="5226479" y="1255134"/>
                  </a:lnTo>
                  <a:lnTo>
                    <a:pt x="5227114" y="1249379"/>
                  </a:lnTo>
                  <a:lnTo>
                    <a:pt x="5227748" y="1241364"/>
                  </a:lnTo>
                  <a:lnTo>
                    <a:pt x="5228383" y="1232982"/>
                  </a:lnTo>
                  <a:lnTo>
                    <a:pt x="5229018" y="1224149"/>
                  </a:lnTo>
                  <a:lnTo>
                    <a:pt x="5229653" y="1214048"/>
                  </a:lnTo>
                  <a:lnTo>
                    <a:pt x="5230288" y="1203648"/>
                  </a:lnTo>
                  <a:lnTo>
                    <a:pt x="5230923" y="1195105"/>
                  </a:lnTo>
                  <a:lnTo>
                    <a:pt x="5231558" y="1185039"/>
                  </a:lnTo>
                  <a:lnTo>
                    <a:pt x="5232192" y="1174761"/>
                  </a:lnTo>
                  <a:lnTo>
                    <a:pt x="5232827" y="1167293"/>
                  </a:lnTo>
                  <a:lnTo>
                    <a:pt x="5233462" y="1159825"/>
                  </a:lnTo>
                  <a:lnTo>
                    <a:pt x="5234097" y="1152566"/>
                  </a:lnTo>
                  <a:lnTo>
                    <a:pt x="5234732" y="1146332"/>
                  </a:lnTo>
                  <a:lnTo>
                    <a:pt x="5235367" y="1141085"/>
                  </a:lnTo>
                  <a:lnTo>
                    <a:pt x="5236001" y="1135524"/>
                  </a:lnTo>
                  <a:lnTo>
                    <a:pt x="5236636" y="1129300"/>
                  </a:lnTo>
                  <a:lnTo>
                    <a:pt x="5237271" y="1123236"/>
                  </a:lnTo>
                  <a:lnTo>
                    <a:pt x="5237906" y="1117059"/>
                  </a:lnTo>
                  <a:lnTo>
                    <a:pt x="5238541" y="1111698"/>
                  </a:lnTo>
                  <a:lnTo>
                    <a:pt x="5239176" y="1106745"/>
                  </a:lnTo>
                  <a:lnTo>
                    <a:pt x="5239811" y="1102399"/>
                  </a:lnTo>
                  <a:lnTo>
                    <a:pt x="5240445" y="1097616"/>
                  </a:lnTo>
                  <a:lnTo>
                    <a:pt x="5241080" y="1091303"/>
                  </a:lnTo>
                  <a:lnTo>
                    <a:pt x="5241715" y="1085078"/>
                  </a:lnTo>
                  <a:lnTo>
                    <a:pt x="5242350" y="1078384"/>
                  </a:lnTo>
                  <a:lnTo>
                    <a:pt x="5242985" y="1072051"/>
                  </a:lnTo>
                  <a:lnTo>
                    <a:pt x="5243620" y="1065719"/>
                  </a:lnTo>
                  <a:lnTo>
                    <a:pt x="5244254" y="1059327"/>
                  </a:lnTo>
                  <a:lnTo>
                    <a:pt x="5244889" y="1052787"/>
                  </a:lnTo>
                  <a:lnTo>
                    <a:pt x="5245524" y="1046022"/>
                  </a:lnTo>
                  <a:lnTo>
                    <a:pt x="5246159" y="1041673"/>
                  </a:lnTo>
                  <a:lnTo>
                    <a:pt x="5246794" y="1036830"/>
                  </a:lnTo>
                  <a:lnTo>
                    <a:pt x="5247429" y="1031092"/>
                  </a:lnTo>
                  <a:lnTo>
                    <a:pt x="5248064" y="1025686"/>
                  </a:lnTo>
                  <a:lnTo>
                    <a:pt x="5248698" y="1020453"/>
                  </a:lnTo>
                  <a:lnTo>
                    <a:pt x="5249333" y="1014398"/>
                  </a:lnTo>
                  <a:lnTo>
                    <a:pt x="5249968" y="1010289"/>
                  </a:lnTo>
                  <a:lnTo>
                    <a:pt x="5250603" y="1005656"/>
                  </a:lnTo>
                  <a:lnTo>
                    <a:pt x="5251238" y="1000533"/>
                  </a:lnTo>
                  <a:lnTo>
                    <a:pt x="5251873" y="997546"/>
                  </a:lnTo>
                  <a:lnTo>
                    <a:pt x="5252507" y="994155"/>
                  </a:lnTo>
                  <a:lnTo>
                    <a:pt x="5253142" y="990242"/>
                  </a:lnTo>
                  <a:lnTo>
                    <a:pt x="5253777" y="987177"/>
                  </a:lnTo>
                  <a:lnTo>
                    <a:pt x="5254412" y="984522"/>
                  </a:lnTo>
                  <a:lnTo>
                    <a:pt x="5255047" y="981396"/>
                  </a:lnTo>
                  <a:lnTo>
                    <a:pt x="5255682" y="977719"/>
                  </a:lnTo>
                  <a:lnTo>
                    <a:pt x="5256316" y="973786"/>
                  </a:lnTo>
                  <a:lnTo>
                    <a:pt x="5256951" y="970139"/>
                  </a:lnTo>
                  <a:lnTo>
                    <a:pt x="5257586" y="964824"/>
                  </a:lnTo>
                  <a:lnTo>
                    <a:pt x="5258221" y="958930"/>
                  </a:lnTo>
                  <a:lnTo>
                    <a:pt x="5258856" y="952618"/>
                  </a:lnTo>
                  <a:lnTo>
                    <a:pt x="5259491" y="946130"/>
                  </a:lnTo>
                  <a:lnTo>
                    <a:pt x="5260126" y="938557"/>
                  </a:lnTo>
                  <a:lnTo>
                    <a:pt x="5260760" y="930691"/>
                  </a:lnTo>
                  <a:lnTo>
                    <a:pt x="5261395" y="922615"/>
                  </a:lnTo>
                  <a:lnTo>
                    <a:pt x="5262030" y="914135"/>
                  </a:lnTo>
                  <a:lnTo>
                    <a:pt x="5262665" y="905293"/>
                  </a:lnTo>
                  <a:lnTo>
                    <a:pt x="5263300" y="895878"/>
                  </a:lnTo>
                  <a:lnTo>
                    <a:pt x="5263935" y="883143"/>
                  </a:lnTo>
                  <a:lnTo>
                    <a:pt x="5264569" y="869695"/>
                  </a:lnTo>
                  <a:lnTo>
                    <a:pt x="5265204" y="856489"/>
                  </a:lnTo>
                  <a:lnTo>
                    <a:pt x="5265839" y="846667"/>
                  </a:lnTo>
                  <a:lnTo>
                    <a:pt x="5266474" y="836348"/>
                  </a:lnTo>
                  <a:lnTo>
                    <a:pt x="5267109" y="825611"/>
                  </a:lnTo>
                  <a:lnTo>
                    <a:pt x="5267744" y="815711"/>
                  </a:lnTo>
                  <a:lnTo>
                    <a:pt x="5268379" y="807758"/>
                  </a:lnTo>
                  <a:lnTo>
                    <a:pt x="5269013" y="799682"/>
                  </a:lnTo>
                  <a:lnTo>
                    <a:pt x="5269648" y="792610"/>
                  </a:lnTo>
                  <a:lnTo>
                    <a:pt x="5270283" y="786462"/>
                  </a:lnTo>
                  <a:lnTo>
                    <a:pt x="5270918" y="781325"/>
                  </a:lnTo>
                  <a:lnTo>
                    <a:pt x="5271553" y="778089"/>
                  </a:lnTo>
                  <a:lnTo>
                    <a:pt x="5272188" y="776229"/>
                  </a:lnTo>
                  <a:lnTo>
                    <a:pt x="5272822" y="775998"/>
                  </a:lnTo>
                  <a:lnTo>
                    <a:pt x="5273457" y="774604"/>
                  </a:lnTo>
                  <a:lnTo>
                    <a:pt x="5274092" y="773145"/>
                  </a:lnTo>
                  <a:lnTo>
                    <a:pt x="5274727" y="772557"/>
                  </a:lnTo>
                  <a:lnTo>
                    <a:pt x="5275362" y="771734"/>
                  </a:lnTo>
                  <a:lnTo>
                    <a:pt x="5275997" y="769322"/>
                  </a:lnTo>
                  <a:lnTo>
                    <a:pt x="5276632" y="766525"/>
                  </a:lnTo>
                  <a:lnTo>
                    <a:pt x="5277266" y="763824"/>
                  </a:lnTo>
                  <a:lnTo>
                    <a:pt x="5277901" y="760527"/>
                  </a:lnTo>
                  <a:lnTo>
                    <a:pt x="5278536" y="757906"/>
                  </a:lnTo>
                  <a:lnTo>
                    <a:pt x="5279171" y="754840"/>
                  </a:lnTo>
                  <a:lnTo>
                    <a:pt x="5279806" y="752356"/>
                  </a:lnTo>
                  <a:lnTo>
                    <a:pt x="5280441" y="748613"/>
                  </a:lnTo>
                  <a:lnTo>
                    <a:pt x="5281075" y="744823"/>
                  </a:lnTo>
                  <a:lnTo>
                    <a:pt x="5281710" y="739445"/>
                  </a:lnTo>
                  <a:lnTo>
                    <a:pt x="5282345" y="734018"/>
                  </a:lnTo>
                  <a:lnTo>
                    <a:pt x="5282980" y="729758"/>
                  </a:lnTo>
                  <a:lnTo>
                    <a:pt x="5283615" y="724361"/>
                  </a:lnTo>
                  <a:lnTo>
                    <a:pt x="5284250" y="716606"/>
                  </a:lnTo>
                  <a:lnTo>
                    <a:pt x="5284885" y="709234"/>
                  </a:lnTo>
                  <a:lnTo>
                    <a:pt x="5285519" y="703876"/>
                  </a:lnTo>
                  <a:lnTo>
                    <a:pt x="5286154" y="699899"/>
                  </a:lnTo>
                  <a:lnTo>
                    <a:pt x="5286789" y="694597"/>
                  </a:lnTo>
                  <a:lnTo>
                    <a:pt x="5287424" y="690365"/>
                  </a:lnTo>
                  <a:lnTo>
                    <a:pt x="5288059" y="687399"/>
                  </a:lnTo>
                  <a:lnTo>
                    <a:pt x="5288694" y="685434"/>
                  </a:lnTo>
                  <a:lnTo>
                    <a:pt x="5289328" y="683583"/>
                  </a:lnTo>
                  <a:lnTo>
                    <a:pt x="5289963" y="681369"/>
                  </a:lnTo>
                  <a:lnTo>
                    <a:pt x="5290598" y="679809"/>
                  </a:lnTo>
                  <a:lnTo>
                    <a:pt x="5291233" y="678512"/>
                  </a:lnTo>
                  <a:lnTo>
                    <a:pt x="5291868" y="676670"/>
                  </a:lnTo>
                  <a:lnTo>
                    <a:pt x="5292503" y="674398"/>
                  </a:lnTo>
                  <a:lnTo>
                    <a:pt x="5293138" y="670735"/>
                  </a:lnTo>
                  <a:lnTo>
                    <a:pt x="5293772" y="667430"/>
                  </a:lnTo>
                  <a:lnTo>
                    <a:pt x="5294407" y="664163"/>
                  </a:lnTo>
                  <a:lnTo>
                    <a:pt x="5295042" y="661298"/>
                  </a:lnTo>
                  <a:lnTo>
                    <a:pt x="5295677" y="658854"/>
                  </a:lnTo>
                  <a:lnTo>
                    <a:pt x="5296312" y="656573"/>
                  </a:lnTo>
                  <a:lnTo>
                    <a:pt x="5296947" y="654004"/>
                  </a:lnTo>
                  <a:lnTo>
                    <a:pt x="5297581" y="651309"/>
                  </a:lnTo>
                  <a:lnTo>
                    <a:pt x="5298216" y="648518"/>
                  </a:lnTo>
                  <a:lnTo>
                    <a:pt x="5298851" y="646465"/>
                  </a:lnTo>
                  <a:lnTo>
                    <a:pt x="5299486" y="645443"/>
                  </a:lnTo>
                  <a:lnTo>
                    <a:pt x="5300121" y="645223"/>
                  </a:lnTo>
                  <a:lnTo>
                    <a:pt x="5300756" y="645985"/>
                  </a:lnTo>
                  <a:lnTo>
                    <a:pt x="5301391" y="647374"/>
                  </a:lnTo>
                  <a:lnTo>
                    <a:pt x="5302025" y="648477"/>
                  </a:lnTo>
                  <a:lnTo>
                    <a:pt x="5302660" y="652143"/>
                  </a:lnTo>
                  <a:lnTo>
                    <a:pt x="5303295" y="656736"/>
                  </a:lnTo>
                  <a:lnTo>
                    <a:pt x="5303930" y="660726"/>
                  </a:lnTo>
                  <a:lnTo>
                    <a:pt x="5304565" y="664072"/>
                  </a:lnTo>
                  <a:lnTo>
                    <a:pt x="5305200" y="667844"/>
                  </a:lnTo>
                  <a:lnTo>
                    <a:pt x="5305834" y="671345"/>
                  </a:lnTo>
                  <a:lnTo>
                    <a:pt x="5306469" y="675385"/>
                  </a:lnTo>
                  <a:lnTo>
                    <a:pt x="5307104" y="679631"/>
                  </a:lnTo>
                  <a:lnTo>
                    <a:pt x="5307739" y="684308"/>
                  </a:lnTo>
                  <a:lnTo>
                    <a:pt x="5308374" y="690845"/>
                  </a:lnTo>
                  <a:lnTo>
                    <a:pt x="5309009" y="697145"/>
                  </a:lnTo>
                  <a:lnTo>
                    <a:pt x="5309643" y="706090"/>
                  </a:lnTo>
                  <a:lnTo>
                    <a:pt x="5310278" y="715479"/>
                  </a:lnTo>
                  <a:lnTo>
                    <a:pt x="5310913" y="724600"/>
                  </a:lnTo>
                  <a:lnTo>
                    <a:pt x="5311548" y="733863"/>
                  </a:lnTo>
                  <a:lnTo>
                    <a:pt x="5312183" y="743918"/>
                  </a:lnTo>
                  <a:lnTo>
                    <a:pt x="5312818" y="754243"/>
                  </a:lnTo>
                  <a:lnTo>
                    <a:pt x="5313453" y="764432"/>
                  </a:lnTo>
                  <a:lnTo>
                    <a:pt x="5314087" y="769294"/>
                  </a:lnTo>
                  <a:lnTo>
                    <a:pt x="5314722" y="772107"/>
                  </a:lnTo>
                  <a:lnTo>
                    <a:pt x="5315357" y="773927"/>
                  </a:lnTo>
                  <a:lnTo>
                    <a:pt x="5315992" y="775375"/>
                  </a:lnTo>
                  <a:lnTo>
                    <a:pt x="5316627" y="776861"/>
                  </a:lnTo>
                  <a:lnTo>
                    <a:pt x="5317262" y="778004"/>
                  </a:lnTo>
                  <a:lnTo>
                    <a:pt x="5317896" y="778916"/>
                  </a:lnTo>
                  <a:lnTo>
                    <a:pt x="5318531" y="779855"/>
                  </a:lnTo>
                  <a:lnTo>
                    <a:pt x="5319166" y="780120"/>
                  </a:lnTo>
                  <a:lnTo>
                    <a:pt x="5319801" y="779626"/>
                  </a:lnTo>
                  <a:lnTo>
                    <a:pt x="5320436" y="779385"/>
                  </a:lnTo>
                  <a:lnTo>
                    <a:pt x="5321071" y="778758"/>
                  </a:lnTo>
                  <a:lnTo>
                    <a:pt x="5321706" y="777604"/>
                  </a:lnTo>
                  <a:lnTo>
                    <a:pt x="5322340" y="776753"/>
                  </a:lnTo>
                  <a:lnTo>
                    <a:pt x="5322975" y="775839"/>
                  </a:lnTo>
                  <a:lnTo>
                    <a:pt x="5323610" y="776152"/>
                  </a:lnTo>
                  <a:lnTo>
                    <a:pt x="5324245" y="775723"/>
                  </a:lnTo>
                  <a:lnTo>
                    <a:pt x="5324880" y="777174"/>
                  </a:lnTo>
                  <a:lnTo>
                    <a:pt x="5325515" y="782393"/>
                  </a:lnTo>
                  <a:lnTo>
                    <a:pt x="5326149" y="784442"/>
                  </a:lnTo>
                  <a:lnTo>
                    <a:pt x="5326784" y="786505"/>
                  </a:lnTo>
                  <a:lnTo>
                    <a:pt x="5327419" y="787937"/>
                  </a:lnTo>
                  <a:lnTo>
                    <a:pt x="5328054" y="788668"/>
                  </a:lnTo>
                  <a:lnTo>
                    <a:pt x="5328689" y="789166"/>
                  </a:lnTo>
                  <a:lnTo>
                    <a:pt x="5329324" y="789585"/>
                  </a:lnTo>
                  <a:lnTo>
                    <a:pt x="5329959" y="790554"/>
                  </a:lnTo>
                  <a:lnTo>
                    <a:pt x="5330593" y="792090"/>
                  </a:lnTo>
                  <a:lnTo>
                    <a:pt x="5331228" y="794451"/>
                  </a:lnTo>
                  <a:lnTo>
                    <a:pt x="5331863" y="796892"/>
                  </a:lnTo>
                  <a:lnTo>
                    <a:pt x="5332498" y="798240"/>
                  </a:lnTo>
                  <a:lnTo>
                    <a:pt x="5333133" y="800770"/>
                  </a:lnTo>
                  <a:lnTo>
                    <a:pt x="5333768" y="802976"/>
                  </a:lnTo>
                  <a:lnTo>
                    <a:pt x="5334402" y="805517"/>
                  </a:lnTo>
                  <a:lnTo>
                    <a:pt x="5335037" y="807692"/>
                  </a:lnTo>
                  <a:lnTo>
                    <a:pt x="5335672" y="808528"/>
                  </a:lnTo>
                  <a:lnTo>
                    <a:pt x="5336307" y="808343"/>
                  </a:lnTo>
                  <a:lnTo>
                    <a:pt x="5336942" y="810033"/>
                  </a:lnTo>
                  <a:lnTo>
                    <a:pt x="5337577" y="812208"/>
                  </a:lnTo>
                  <a:lnTo>
                    <a:pt x="5338212" y="815259"/>
                  </a:lnTo>
                  <a:lnTo>
                    <a:pt x="5338846" y="819069"/>
                  </a:lnTo>
                  <a:lnTo>
                    <a:pt x="5339481" y="823430"/>
                  </a:lnTo>
                  <a:lnTo>
                    <a:pt x="5340116" y="828331"/>
                  </a:lnTo>
                  <a:lnTo>
                    <a:pt x="5340751" y="832605"/>
                  </a:lnTo>
                  <a:lnTo>
                    <a:pt x="5341386" y="836237"/>
                  </a:lnTo>
                  <a:lnTo>
                    <a:pt x="5342021" y="838043"/>
                  </a:lnTo>
                  <a:lnTo>
                    <a:pt x="5342655" y="840229"/>
                  </a:lnTo>
                  <a:lnTo>
                    <a:pt x="5343290" y="841714"/>
                  </a:lnTo>
                  <a:lnTo>
                    <a:pt x="5343925" y="845405"/>
                  </a:lnTo>
                  <a:lnTo>
                    <a:pt x="5344560" y="848878"/>
                  </a:lnTo>
                  <a:lnTo>
                    <a:pt x="5345195" y="852484"/>
                  </a:lnTo>
                  <a:lnTo>
                    <a:pt x="5345830" y="857418"/>
                  </a:lnTo>
                  <a:lnTo>
                    <a:pt x="5346465" y="863529"/>
                  </a:lnTo>
                  <a:lnTo>
                    <a:pt x="5347099" y="869013"/>
                  </a:lnTo>
                  <a:lnTo>
                    <a:pt x="5347734" y="874223"/>
                  </a:lnTo>
                  <a:lnTo>
                    <a:pt x="5348369" y="879660"/>
                  </a:lnTo>
                  <a:lnTo>
                    <a:pt x="5349004" y="884167"/>
                  </a:lnTo>
                  <a:lnTo>
                    <a:pt x="5349639" y="888674"/>
                  </a:lnTo>
                  <a:lnTo>
                    <a:pt x="5350274" y="894169"/>
                  </a:lnTo>
                  <a:lnTo>
                    <a:pt x="5350908" y="900763"/>
                  </a:lnTo>
                  <a:lnTo>
                    <a:pt x="5351543" y="908753"/>
                  </a:lnTo>
                  <a:lnTo>
                    <a:pt x="5352178" y="918422"/>
                  </a:lnTo>
                  <a:lnTo>
                    <a:pt x="5352813" y="929942"/>
                  </a:lnTo>
                  <a:lnTo>
                    <a:pt x="5353448" y="942894"/>
                  </a:lnTo>
                  <a:lnTo>
                    <a:pt x="5354083" y="957042"/>
                  </a:lnTo>
                  <a:lnTo>
                    <a:pt x="5354718" y="973306"/>
                  </a:lnTo>
                  <a:lnTo>
                    <a:pt x="5355352" y="990375"/>
                  </a:lnTo>
                  <a:lnTo>
                    <a:pt x="5355987" y="1007198"/>
                  </a:lnTo>
                  <a:lnTo>
                    <a:pt x="5356622" y="1024818"/>
                  </a:lnTo>
                  <a:lnTo>
                    <a:pt x="5357257" y="1042331"/>
                  </a:lnTo>
                  <a:lnTo>
                    <a:pt x="5357892" y="1059312"/>
                  </a:lnTo>
                  <a:lnTo>
                    <a:pt x="5358527" y="1076522"/>
                  </a:lnTo>
                  <a:lnTo>
                    <a:pt x="5359161" y="1092952"/>
                  </a:lnTo>
                  <a:lnTo>
                    <a:pt x="5359796" y="1108187"/>
                  </a:lnTo>
                  <a:lnTo>
                    <a:pt x="5360431" y="1123373"/>
                  </a:lnTo>
                  <a:lnTo>
                    <a:pt x="5361066" y="1138485"/>
                  </a:lnTo>
                  <a:lnTo>
                    <a:pt x="5361701" y="1152852"/>
                  </a:lnTo>
                  <a:lnTo>
                    <a:pt x="5362336" y="1166243"/>
                  </a:lnTo>
                  <a:lnTo>
                    <a:pt x="5362970" y="1178884"/>
                  </a:lnTo>
                  <a:lnTo>
                    <a:pt x="5363605" y="1191448"/>
                  </a:lnTo>
                  <a:lnTo>
                    <a:pt x="5364240" y="1202524"/>
                  </a:lnTo>
                  <a:lnTo>
                    <a:pt x="5364875" y="1212556"/>
                  </a:lnTo>
                  <a:lnTo>
                    <a:pt x="5365510" y="1221586"/>
                  </a:lnTo>
                  <a:lnTo>
                    <a:pt x="5366145" y="1230057"/>
                  </a:lnTo>
                  <a:lnTo>
                    <a:pt x="5366780" y="1238112"/>
                  </a:lnTo>
                  <a:lnTo>
                    <a:pt x="5367414" y="1246856"/>
                  </a:lnTo>
                  <a:lnTo>
                    <a:pt x="5368049" y="1256088"/>
                  </a:lnTo>
                  <a:lnTo>
                    <a:pt x="5368684" y="1264931"/>
                  </a:lnTo>
                  <a:lnTo>
                    <a:pt x="5369319" y="1274038"/>
                  </a:lnTo>
                  <a:lnTo>
                    <a:pt x="5369954" y="1282251"/>
                  </a:lnTo>
                  <a:lnTo>
                    <a:pt x="5370589" y="1290414"/>
                  </a:lnTo>
                  <a:lnTo>
                    <a:pt x="5371223" y="1298521"/>
                  </a:lnTo>
                  <a:lnTo>
                    <a:pt x="5371858" y="1306692"/>
                  </a:lnTo>
                  <a:lnTo>
                    <a:pt x="5372493" y="1314881"/>
                  </a:lnTo>
                  <a:lnTo>
                    <a:pt x="5373128" y="1320294"/>
                  </a:lnTo>
                  <a:lnTo>
                    <a:pt x="5373763" y="1325801"/>
                  </a:lnTo>
                  <a:lnTo>
                    <a:pt x="5374398" y="1331905"/>
                  </a:lnTo>
                  <a:lnTo>
                    <a:pt x="5375033" y="1337835"/>
                  </a:lnTo>
                  <a:lnTo>
                    <a:pt x="5375667" y="1343935"/>
                  </a:lnTo>
                  <a:lnTo>
                    <a:pt x="5376302" y="1349744"/>
                  </a:lnTo>
                  <a:lnTo>
                    <a:pt x="5376937" y="1353497"/>
                  </a:lnTo>
                  <a:lnTo>
                    <a:pt x="5377572" y="1357405"/>
                  </a:lnTo>
                  <a:lnTo>
                    <a:pt x="5378207" y="1361754"/>
                  </a:lnTo>
                  <a:lnTo>
                    <a:pt x="5378842" y="1364893"/>
                  </a:lnTo>
                  <a:lnTo>
                    <a:pt x="5379476" y="1368303"/>
                  </a:lnTo>
                  <a:lnTo>
                    <a:pt x="5380111" y="1371950"/>
                  </a:lnTo>
                  <a:lnTo>
                    <a:pt x="5380746" y="1375139"/>
                  </a:lnTo>
                  <a:lnTo>
                    <a:pt x="5381381" y="1377594"/>
                  </a:lnTo>
                  <a:lnTo>
                    <a:pt x="5382016" y="1380501"/>
                  </a:lnTo>
                  <a:lnTo>
                    <a:pt x="5382651" y="1384558"/>
                  </a:lnTo>
                  <a:lnTo>
                    <a:pt x="5383286" y="1389469"/>
                  </a:lnTo>
                  <a:lnTo>
                    <a:pt x="5383920" y="1394539"/>
                  </a:lnTo>
                  <a:lnTo>
                    <a:pt x="5384555" y="1401191"/>
                  </a:lnTo>
                  <a:lnTo>
                    <a:pt x="5385190" y="1408130"/>
                  </a:lnTo>
                  <a:lnTo>
                    <a:pt x="5385825" y="1415058"/>
                  </a:lnTo>
                  <a:lnTo>
                    <a:pt x="5386460" y="1421859"/>
                  </a:lnTo>
                  <a:lnTo>
                    <a:pt x="5387095" y="1429821"/>
                  </a:lnTo>
                  <a:lnTo>
                    <a:pt x="5387729" y="1438323"/>
                  </a:lnTo>
                  <a:lnTo>
                    <a:pt x="5388364" y="1447140"/>
                  </a:lnTo>
                  <a:lnTo>
                    <a:pt x="5388999" y="1456388"/>
                  </a:lnTo>
                  <a:lnTo>
                    <a:pt x="5389634" y="1466074"/>
                  </a:lnTo>
                  <a:lnTo>
                    <a:pt x="5390269" y="1475689"/>
                  </a:lnTo>
                  <a:lnTo>
                    <a:pt x="5390904" y="1488547"/>
                  </a:lnTo>
                  <a:lnTo>
                    <a:pt x="5391539" y="1502175"/>
                  </a:lnTo>
                  <a:lnTo>
                    <a:pt x="5392173" y="1515419"/>
                  </a:lnTo>
                  <a:lnTo>
                    <a:pt x="5392808" y="1525545"/>
                  </a:lnTo>
                  <a:lnTo>
                    <a:pt x="5393443" y="1535655"/>
                  </a:lnTo>
                  <a:lnTo>
                    <a:pt x="5394078" y="1545833"/>
                  </a:lnTo>
                  <a:lnTo>
                    <a:pt x="5394713" y="1554926"/>
                  </a:lnTo>
                  <a:lnTo>
                    <a:pt x="5395348" y="1562424"/>
                  </a:lnTo>
                  <a:lnTo>
                    <a:pt x="5395982" y="1570214"/>
                  </a:lnTo>
                  <a:lnTo>
                    <a:pt x="5396617" y="1577164"/>
                  </a:lnTo>
                  <a:lnTo>
                    <a:pt x="5397252" y="1583331"/>
                  </a:lnTo>
                  <a:lnTo>
                    <a:pt x="5397887" y="1589473"/>
                  </a:lnTo>
                  <a:lnTo>
                    <a:pt x="5398522" y="1595062"/>
                  </a:lnTo>
                  <a:lnTo>
                    <a:pt x="5399157" y="1600823"/>
                  </a:lnTo>
                  <a:lnTo>
                    <a:pt x="5399792" y="1606367"/>
                  </a:lnTo>
                  <a:lnTo>
                    <a:pt x="5400426" y="1612028"/>
                  </a:lnTo>
                  <a:lnTo>
                    <a:pt x="5401061" y="1617532"/>
                  </a:lnTo>
                  <a:lnTo>
                    <a:pt x="5401696" y="1622985"/>
                  </a:lnTo>
                  <a:lnTo>
                    <a:pt x="5402331" y="1627534"/>
                  </a:lnTo>
                  <a:lnTo>
                    <a:pt x="5402966" y="1633015"/>
                  </a:lnTo>
                  <a:lnTo>
                    <a:pt x="5403601" y="1638577"/>
                  </a:lnTo>
                  <a:lnTo>
                    <a:pt x="5404235" y="1644043"/>
                  </a:lnTo>
                  <a:lnTo>
                    <a:pt x="5404870" y="1650013"/>
                  </a:lnTo>
                  <a:lnTo>
                    <a:pt x="5405505" y="1655688"/>
                  </a:lnTo>
                  <a:lnTo>
                    <a:pt x="5406140" y="1662180"/>
                  </a:lnTo>
                  <a:lnTo>
                    <a:pt x="5406775" y="1668599"/>
                  </a:lnTo>
                  <a:lnTo>
                    <a:pt x="5407410" y="1676319"/>
                  </a:lnTo>
                  <a:lnTo>
                    <a:pt x="5408045" y="1683427"/>
                  </a:lnTo>
                  <a:lnTo>
                    <a:pt x="5408679" y="1691376"/>
                  </a:lnTo>
                  <a:lnTo>
                    <a:pt x="5409314" y="1698859"/>
                  </a:lnTo>
                  <a:lnTo>
                    <a:pt x="5409949" y="1704896"/>
                  </a:lnTo>
                  <a:lnTo>
                    <a:pt x="5410584" y="1711993"/>
                  </a:lnTo>
                  <a:lnTo>
                    <a:pt x="5411219" y="1721081"/>
                  </a:lnTo>
                  <a:lnTo>
                    <a:pt x="5411854" y="1729917"/>
                  </a:lnTo>
                  <a:lnTo>
                    <a:pt x="5412488" y="1737300"/>
                  </a:lnTo>
                  <a:lnTo>
                    <a:pt x="5413123" y="1743554"/>
                  </a:lnTo>
                  <a:lnTo>
                    <a:pt x="5413758" y="1750519"/>
                  </a:lnTo>
                  <a:lnTo>
                    <a:pt x="5414393" y="1756842"/>
                  </a:lnTo>
                  <a:lnTo>
                    <a:pt x="5415028" y="1763002"/>
                  </a:lnTo>
                  <a:lnTo>
                    <a:pt x="5415663" y="1767507"/>
                  </a:lnTo>
                  <a:lnTo>
                    <a:pt x="5416297" y="1772203"/>
                  </a:lnTo>
                  <a:lnTo>
                    <a:pt x="5416932" y="1776443"/>
                  </a:lnTo>
                  <a:lnTo>
                    <a:pt x="5417567" y="1779589"/>
                  </a:lnTo>
                  <a:lnTo>
                    <a:pt x="5418202" y="1782403"/>
                  </a:lnTo>
                  <a:lnTo>
                    <a:pt x="5418837" y="1785446"/>
                  </a:lnTo>
                  <a:lnTo>
                    <a:pt x="5419472" y="1788638"/>
                  </a:lnTo>
                  <a:lnTo>
                    <a:pt x="5420107" y="1792805"/>
                  </a:lnTo>
                  <a:lnTo>
                    <a:pt x="5420741" y="1797087"/>
                  </a:lnTo>
                  <a:lnTo>
                    <a:pt x="5421376" y="1801144"/>
                  </a:lnTo>
                  <a:lnTo>
                    <a:pt x="5422011" y="1805261"/>
                  </a:lnTo>
                  <a:lnTo>
                    <a:pt x="5422646" y="1809034"/>
                  </a:lnTo>
                  <a:lnTo>
                    <a:pt x="5423281" y="1812822"/>
                  </a:lnTo>
                  <a:lnTo>
                    <a:pt x="5423916" y="1817372"/>
                  </a:lnTo>
                  <a:lnTo>
                    <a:pt x="5424550" y="1822248"/>
                  </a:lnTo>
                  <a:lnTo>
                    <a:pt x="5425185" y="1827287"/>
                  </a:lnTo>
                  <a:lnTo>
                    <a:pt x="5425820" y="1831421"/>
                  </a:lnTo>
                  <a:lnTo>
                    <a:pt x="5426455" y="1835130"/>
                  </a:lnTo>
                  <a:lnTo>
                    <a:pt x="5427090" y="1837578"/>
                  </a:lnTo>
                  <a:lnTo>
                    <a:pt x="5427725" y="1838518"/>
                  </a:lnTo>
                  <a:lnTo>
                    <a:pt x="5428360" y="1839201"/>
                  </a:lnTo>
                  <a:lnTo>
                    <a:pt x="5428994" y="1840283"/>
                  </a:lnTo>
                  <a:lnTo>
                    <a:pt x="5429629" y="1839538"/>
                  </a:lnTo>
                  <a:lnTo>
                    <a:pt x="5430264" y="1838626"/>
                  </a:lnTo>
                  <a:lnTo>
                    <a:pt x="5430899" y="1837753"/>
                  </a:lnTo>
                  <a:lnTo>
                    <a:pt x="5431534" y="1837236"/>
                  </a:lnTo>
                  <a:lnTo>
                    <a:pt x="5432169" y="1838039"/>
                  </a:lnTo>
                  <a:lnTo>
                    <a:pt x="5432803" y="1839513"/>
                  </a:lnTo>
                  <a:lnTo>
                    <a:pt x="5433438" y="1840990"/>
                  </a:lnTo>
                  <a:lnTo>
                    <a:pt x="5434073" y="1842684"/>
                  </a:lnTo>
                  <a:lnTo>
                    <a:pt x="5434708" y="1844248"/>
                  </a:lnTo>
                  <a:lnTo>
                    <a:pt x="5435343" y="1846027"/>
                  </a:lnTo>
                  <a:lnTo>
                    <a:pt x="5435978" y="1848147"/>
                  </a:lnTo>
                  <a:lnTo>
                    <a:pt x="5436613" y="1850307"/>
                  </a:lnTo>
                  <a:lnTo>
                    <a:pt x="5437247" y="1852201"/>
                  </a:lnTo>
                  <a:lnTo>
                    <a:pt x="5437882" y="1854172"/>
                  </a:lnTo>
                  <a:lnTo>
                    <a:pt x="5438517" y="1856109"/>
                  </a:lnTo>
                  <a:lnTo>
                    <a:pt x="5439152" y="1857804"/>
                  </a:lnTo>
                  <a:lnTo>
                    <a:pt x="5439787" y="1859419"/>
                  </a:lnTo>
                  <a:lnTo>
                    <a:pt x="5440422" y="1861130"/>
                  </a:lnTo>
                  <a:lnTo>
                    <a:pt x="5441056" y="1864404"/>
                  </a:lnTo>
                  <a:lnTo>
                    <a:pt x="5441691" y="1867089"/>
                  </a:lnTo>
                  <a:lnTo>
                    <a:pt x="5442326" y="1869537"/>
                  </a:lnTo>
                  <a:lnTo>
                    <a:pt x="5442961" y="1872156"/>
                  </a:lnTo>
                  <a:lnTo>
                    <a:pt x="5443596" y="1874689"/>
                  </a:lnTo>
                  <a:lnTo>
                    <a:pt x="5444231" y="1878030"/>
                  </a:lnTo>
                  <a:lnTo>
                    <a:pt x="5444866" y="1881607"/>
                  </a:lnTo>
                  <a:lnTo>
                    <a:pt x="5445500" y="1884966"/>
                  </a:lnTo>
                  <a:lnTo>
                    <a:pt x="5446135" y="1888761"/>
                  </a:lnTo>
                  <a:lnTo>
                    <a:pt x="5446770" y="1893420"/>
                  </a:lnTo>
                  <a:lnTo>
                    <a:pt x="5447405" y="1897975"/>
                  </a:lnTo>
                  <a:lnTo>
                    <a:pt x="5448040" y="1902065"/>
                  </a:lnTo>
                  <a:lnTo>
                    <a:pt x="5448675" y="1906468"/>
                  </a:lnTo>
                  <a:lnTo>
                    <a:pt x="5449309" y="1910965"/>
                  </a:lnTo>
                  <a:lnTo>
                    <a:pt x="5449944" y="1915890"/>
                  </a:lnTo>
                  <a:lnTo>
                    <a:pt x="5450579" y="1920815"/>
                  </a:lnTo>
                  <a:lnTo>
                    <a:pt x="5451214" y="1926689"/>
                  </a:lnTo>
                  <a:lnTo>
                    <a:pt x="5451849" y="1933378"/>
                  </a:lnTo>
                  <a:lnTo>
                    <a:pt x="5452484" y="1940172"/>
                  </a:lnTo>
                  <a:lnTo>
                    <a:pt x="5453119" y="1946406"/>
                  </a:lnTo>
                  <a:lnTo>
                    <a:pt x="5453753" y="1951948"/>
                  </a:lnTo>
                  <a:lnTo>
                    <a:pt x="5454388" y="1958135"/>
                  </a:lnTo>
                  <a:lnTo>
                    <a:pt x="5455023" y="1965062"/>
                  </a:lnTo>
                  <a:lnTo>
                    <a:pt x="5455658" y="1972226"/>
                  </a:lnTo>
                  <a:lnTo>
                    <a:pt x="5456293" y="1979494"/>
                  </a:lnTo>
                  <a:lnTo>
                    <a:pt x="5456928" y="1986791"/>
                  </a:lnTo>
                  <a:lnTo>
                    <a:pt x="5457562" y="1994553"/>
                  </a:lnTo>
                  <a:lnTo>
                    <a:pt x="5458197" y="2002220"/>
                  </a:lnTo>
                  <a:lnTo>
                    <a:pt x="5458832" y="2009460"/>
                  </a:lnTo>
                  <a:lnTo>
                    <a:pt x="5459467" y="2015874"/>
                  </a:lnTo>
                  <a:lnTo>
                    <a:pt x="5460102" y="2021444"/>
                  </a:lnTo>
                  <a:lnTo>
                    <a:pt x="5460737" y="2026179"/>
                  </a:lnTo>
                  <a:lnTo>
                    <a:pt x="5461372" y="2029747"/>
                  </a:lnTo>
                  <a:lnTo>
                    <a:pt x="5462006" y="2033400"/>
                  </a:lnTo>
                  <a:lnTo>
                    <a:pt x="5462641" y="2037338"/>
                  </a:lnTo>
                  <a:lnTo>
                    <a:pt x="5463276" y="2041608"/>
                  </a:lnTo>
                  <a:lnTo>
                    <a:pt x="5463911" y="2044768"/>
                  </a:lnTo>
                  <a:lnTo>
                    <a:pt x="5464546" y="2047083"/>
                  </a:lnTo>
                  <a:lnTo>
                    <a:pt x="5465181" y="2048535"/>
                  </a:lnTo>
                  <a:lnTo>
                    <a:pt x="5465815" y="2049237"/>
                  </a:lnTo>
                  <a:lnTo>
                    <a:pt x="5466450" y="2049664"/>
                  </a:lnTo>
                  <a:lnTo>
                    <a:pt x="5467085" y="2048858"/>
                  </a:lnTo>
                  <a:lnTo>
                    <a:pt x="5467720" y="2047330"/>
                  </a:lnTo>
                  <a:lnTo>
                    <a:pt x="5468355" y="2045148"/>
                  </a:lnTo>
                  <a:lnTo>
                    <a:pt x="5468990" y="2043506"/>
                  </a:lnTo>
                  <a:lnTo>
                    <a:pt x="5469625" y="2042975"/>
                  </a:lnTo>
                  <a:lnTo>
                    <a:pt x="5470259" y="2042832"/>
                  </a:lnTo>
                  <a:lnTo>
                    <a:pt x="5470894" y="2043307"/>
                  </a:lnTo>
                  <a:lnTo>
                    <a:pt x="5471529" y="2043259"/>
                  </a:lnTo>
                  <a:lnTo>
                    <a:pt x="5472164" y="2042358"/>
                  </a:lnTo>
                  <a:lnTo>
                    <a:pt x="5472799" y="2040185"/>
                  </a:lnTo>
                  <a:lnTo>
                    <a:pt x="5473434" y="2037490"/>
                  </a:lnTo>
                  <a:lnTo>
                    <a:pt x="5474068" y="2034539"/>
                  </a:lnTo>
                  <a:lnTo>
                    <a:pt x="5474703" y="2031692"/>
                  </a:lnTo>
                  <a:lnTo>
                    <a:pt x="5475338" y="2029216"/>
                  </a:lnTo>
                  <a:lnTo>
                    <a:pt x="5475973" y="2027071"/>
                  </a:lnTo>
                  <a:lnTo>
                    <a:pt x="5476608" y="2025648"/>
                  </a:lnTo>
                  <a:lnTo>
                    <a:pt x="5477243" y="2024263"/>
                  </a:lnTo>
                  <a:lnTo>
                    <a:pt x="5477877" y="2022963"/>
                  </a:lnTo>
                  <a:lnTo>
                    <a:pt x="5478512" y="2020733"/>
                  </a:lnTo>
                  <a:lnTo>
                    <a:pt x="5479147" y="2017336"/>
                  </a:lnTo>
                  <a:lnTo>
                    <a:pt x="5479782" y="2013104"/>
                  </a:lnTo>
                  <a:lnTo>
                    <a:pt x="5480417" y="2008426"/>
                  </a:lnTo>
                  <a:lnTo>
                    <a:pt x="5481052" y="2003890"/>
                  </a:lnTo>
                  <a:lnTo>
                    <a:pt x="5481687" y="1999924"/>
                  </a:lnTo>
                  <a:lnTo>
                    <a:pt x="5482321" y="1996034"/>
                  </a:lnTo>
                  <a:lnTo>
                    <a:pt x="5482956" y="1992591"/>
                  </a:lnTo>
                  <a:lnTo>
                    <a:pt x="5483591" y="1989404"/>
                  </a:lnTo>
                  <a:lnTo>
                    <a:pt x="5484226" y="1985952"/>
                  </a:lnTo>
                  <a:lnTo>
                    <a:pt x="5484861" y="1982341"/>
                  </a:lnTo>
                  <a:lnTo>
                    <a:pt x="5485496" y="1979033"/>
                  </a:lnTo>
                  <a:lnTo>
                    <a:pt x="5486130" y="1975688"/>
                  </a:lnTo>
                  <a:lnTo>
                    <a:pt x="5486765" y="1973768"/>
                  </a:lnTo>
                  <a:lnTo>
                    <a:pt x="5487400" y="1972252"/>
                  </a:lnTo>
                  <a:lnTo>
                    <a:pt x="5488035" y="1970870"/>
                  </a:lnTo>
                  <a:lnTo>
                    <a:pt x="5488670" y="1969294"/>
                  </a:lnTo>
                  <a:lnTo>
                    <a:pt x="5489305" y="1967331"/>
                  </a:lnTo>
                  <a:lnTo>
                    <a:pt x="5489940" y="1964946"/>
                  </a:lnTo>
                  <a:lnTo>
                    <a:pt x="5490574" y="1963111"/>
                  </a:lnTo>
                  <a:lnTo>
                    <a:pt x="5491209" y="1961435"/>
                  </a:lnTo>
                  <a:lnTo>
                    <a:pt x="5491844" y="1959450"/>
                  </a:lnTo>
                  <a:lnTo>
                    <a:pt x="5492479" y="1957124"/>
                  </a:lnTo>
                  <a:lnTo>
                    <a:pt x="5493114" y="1954979"/>
                  </a:lnTo>
                  <a:lnTo>
                    <a:pt x="5493749" y="1952938"/>
                  </a:lnTo>
                  <a:lnTo>
                    <a:pt x="5494383" y="1950923"/>
                  </a:lnTo>
                  <a:lnTo>
                    <a:pt x="5495018" y="1948447"/>
                  </a:lnTo>
                  <a:lnTo>
                    <a:pt x="5495653" y="1945709"/>
                  </a:lnTo>
                  <a:lnTo>
                    <a:pt x="5496288" y="1942778"/>
                  </a:lnTo>
                  <a:lnTo>
                    <a:pt x="5496923" y="1939740"/>
                  </a:lnTo>
                  <a:lnTo>
                    <a:pt x="5497558" y="1936289"/>
                  </a:lnTo>
                  <a:lnTo>
                    <a:pt x="5498193" y="1932970"/>
                  </a:lnTo>
                  <a:lnTo>
                    <a:pt x="5498827" y="1930159"/>
                  </a:lnTo>
                  <a:lnTo>
                    <a:pt x="5499462" y="1928035"/>
                  </a:lnTo>
                  <a:lnTo>
                    <a:pt x="5500097" y="1926746"/>
                  </a:lnTo>
                  <a:lnTo>
                    <a:pt x="5500732" y="1925688"/>
                  </a:lnTo>
                  <a:lnTo>
                    <a:pt x="5501367" y="1925326"/>
                  </a:lnTo>
                  <a:lnTo>
                    <a:pt x="5502002" y="1924853"/>
                  </a:lnTo>
                  <a:lnTo>
                    <a:pt x="5502636" y="1925138"/>
                  </a:lnTo>
                  <a:lnTo>
                    <a:pt x="5503271" y="1926416"/>
                  </a:lnTo>
                  <a:lnTo>
                    <a:pt x="5503906" y="1927128"/>
                  </a:lnTo>
                  <a:lnTo>
                    <a:pt x="5504541" y="1928532"/>
                  </a:lnTo>
                  <a:lnTo>
                    <a:pt x="5505176" y="1930980"/>
                  </a:lnTo>
                  <a:lnTo>
                    <a:pt x="5505811" y="1934026"/>
                  </a:lnTo>
                  <a:lnTo>
                    <a:pt x="5506446" y="1937708"/>
                  </a:lnTo>
                  <a:lnTo>
                    <a:pt x="5507080" y="1941883"/>
                  </a:lnTo>
                  <a:lnTo>
                    <a:pt x="5507715" y="1946229"/>
                  </a:lnTo>
                  <a:lnTo>
                    <a:pt x="5508350" y="1950821"/>
                  </a:lnTo>
                  <a:lnTo>
                    <a:pt x="5508985" y="1954854"/>
                  </a:lnTo>
                  <a:lnTo>
                    <a:pt x="5509620" y="1958403"/>
                  </a:lnTo>
                  <a:lnTo>
                    <a:pt x="5510255" y="1961392"/>
                  </a:lnTo>
                  <a:lnTo>
                    <a:pt x="5510889" y="1963926"/>
                  </a:lnTo>
                  <a:lnTo>
                    <a:pt x="5511524" y="1966013"/>
                  </a:lnTo>
                  <a:lnTo>
                    <a:pt x="5512159" y="1967854"/>
                  </a:lnTo>
                  <a:lnTo>
                    <a:pt x="5512794" y="1969752"/>
                  </a:lnTo>
                  <a:lnTo>
                    <a:pt x="5513429" y="1971612"/>
                  </a:lnTo>
                  <a:lnTo>
                    <a:pt x="5514064" y="1973016"/>
                  </a:lnTo>
                  <a:lnTo>
                    <a:pt x="5514699" y="1973604"/>
                  </a:lnTo>
                  <a:lnTo>
                    <a:pt x="5515333" y="1973481"/>
                  </a:lnTo>
                  <a:lnTo>
                    <a:pt x="5515968" y="1972627"/>
                  </a:lnTo>
                  <a:lnTo>
                    <a:pt x="5516603" y="1971441"/>
                  </a:lnTo>
                  <a:lnTo>
                    <a:pt x="5517238" y="1970226"/>
                  </a:lnTo>
                  <a:lnTo>
                    <a:pt x="5517873" y="1968452"/>
                  </a:lnTo>
                  <a:lnTo>
                    <a:pt x="5518508" y="1967142"/>
                  </a:lnTo>
                  <a:lnTo>
                    <a:pt x="5519142" y="1965747"/>
                  </a:lnTo>
                  <a:lnTo>
                    <a:pt x="5519777" y="1963717"/>
                  </a:lnTo>
                  <a:lnTo>
                    <a:pt x="5520412" y="1962056"/>
                  </a:lnTo>
                  <a:lnTo>
                    <a:pt x="5521047" y="1960538"/>
                  </a:lnTo>
                  <a:lnTo>
                    <a:pt x="5521682" y="1958934"/>
                  </a:lnTo>
                  <a:lnTo>
                    <a:pt x="5522317" y="1956790"/>
                  </a:lnTo>
                  <a:lnTo>
                    <a:pt x="5522952" y="1954427"/>
                  </a:lnTo>
                  <a:lnTo>
                    <a:pt x="5523586" y="1952824"/>
                  </a:lnTo>
                  <a:lnTo>
                    <a:pt x="5524221" y="1952083"/>
                  </a:lnTo>
                  <a:lnTo>
                    <a:pt x="5524856" y="1951837"/>
                  </a:lnTo>
                  <a:lnTo>
                    <a:pt x="5525491" y="1951856"/>
                  </a:lnTo>
                  <a:lnTo>
                    <a:pt x="5526126" y="1951476"/>
                  </a:lnTo>
                  <a:lnTo>
                    <a:pt x="5526761" y="1950774"/>
                  </a:lnTo>
                  <a:lnTo>
                    <a:pt x="5527395" y="1950290"/>
                  </a:lnTo>
                  <a:lnTo>
                    <a:pt x="5528030" y="1949616"/>
                  </a:lnTo>
                  <a:lnTo>
                    <a:pt x="5528665" y="1948516"/>
                  </a:lnTo>
                  <a:lnTo>
                    <a:pt x="5529300" y="1947918"/>
                  </a:lnTo>
                  <a:lnTo>
                    <a:pt x="5529935" y="1946646"/>
                  </a:lnTo>
                  <a:lnTo>
                    <a:pt x="5530570" y="1944549"/>
                  </a:lnTo>
                  <a:lnTo>
                    <a:pt x="5531204" y="1942225"/>
                  </a:lnTo>
                  <a:lnTo>
                    <a:pt x="5531839" y="1940175"/>
                  </a:lnTo>
                  <a:lnTo>
                    <a:pt x="5532474" y="1937679"/>
                  </a:lnTo>
                  <a:lnTo>
                    <a:pt x="5533109" y="1934311"/>
                  </a:lnTo>
                  <a:lnTo>
                    <a:pt x="5533744" y="1930022"/>
                  </a:lnTo>
                  <a:lnTo>
                    <a:pt x="5534379" y="1925021"/>
                  </a:lnTo>
                  <a:lnTo>
                    <a:pt x="5535014" y="1919489"/>
                  </a:lnTo>
                  <a:lnTo>
                    <a:pt x="5535648" y="1914621"/>
                  </a:lnTo>
                  <a:lnTo>
                    <a:pt x="5536283" y="1910475"/>
                  </a:lnTo>
                  <a:lnTo>
                    <a:pt x="5536918" y="1906243"/>
                  </a:lnTo>
                  <a:lnTo>
                    <a:pt x="5537553" y="1901698"/>
                  </a:lnTo>
                  <a:lnTo>
                    <a:pt x="5538188" y="1896887"/>
                  </a:lnTo>
                  <a:lnTo>
                    <a:pt x="5538823" y="1891658"/>
                  </a:lnTo>
                  <a:lnTo>
                    <a:pt x="5539457" y="1886667"/>
                  </a:lnTo>
                  <a:lnTo>
                    <a:pt x="5540092" y="1882549"/>
                  </a:lnTo>
                  <a:lnTo>
                    <a:pt x="5540727" y="1879712"/>
                  </a:lnTo>
                  <a:lnTo>
                    <a:pt x="5541362" y="1876728"/>
                  </a:lnTo>
                  <a:lnTo>
                    <a:pt x="5541997" y="1874222"/>
                  </a:lnTo>
                  <a:lnTo>
                    <a:pt x="5542632" y="1872753"/>
                  </a:lnTo>
                  <a:lnTo>
                    <a:pt x="5543267" y="1870723"/>
                  </a:lnTo>
                  <a:lnTo>
                    <a:pt x="5543901" y="1868505"/>
                  </a:lnTo>
                  <a:lnTo>
                    <a:pt x="5544536" y="1867000"/>
                  </a:lnTo>
                  <a:lnTo>
                    <a:pt x="5545171" y="1864699"/>
                  </a:lnTo>
                  <a:lnTo>
                    <a:pt x="5545806" y="1862054"/>
                  </a:lnTo>
                  <a:lnTo>
                    <a:pt x="5546441" y="1859232"/>
                  </a:lnTo>
                  <a:lnTo>
                    <a:pt x="5547076" y="1858209"/>
                  </a:lnTo>
                  <a:lnTo>
                    <a:pt x="5547710" y="1857552"/>
                  </a:lnTo>
                  <a:lnTo>
                    <a:pt x="5548345" y="1857294"/>
                  </a:lnTo>
                  <a:lnTo>
                    <a:pt x="5548980" y="1857120"/>
                  </a:lnTo>
                  <a:lnTo>
                    <a:pt x="5549615" y="1857845"/>
                  </a:lnTo>
                  <a:lnTo>
                    <a:pt x="5550250" y="1858166"/>
                  </a:lnTo>
                  <a:lnTo>
                    <a:pt x="5550885" y="1857475"/>
                  </a:lnTo>
                  <a:lnTo>
                    <a:pt x="5551520" y="1856139"/>
                  </a:lnTo>
                  <a:lnTo>
                    <a:pt x="5552154" y="1854474"/>
                  </a:lnTo>
                  <a:lnTo>
                    <a:pt x="5552789" y="1853033"/>
                  </a:lnTo>
                  <a:lnTo>
                    <a:pt x="5553424" y="1851083"/>
                  </a:lnTo>
                  <a:lnTo>
                    <a:pt x="5554059" y="1849793"/>
                  </a:lnTo>
                  <a:lnTo>
                    <a:pt x="5554694" y="1849622"/>
                  </a:lnTo>
                  <a:lnTo>
                    <a:pt x="5555329" y="1849503"/>
                  </a:lnTo>
                  <a:lnTo>
                    <a:pt x="5555963" y="1849656"/>
                  </a:lnTo>
                  <a:lnTo>
                    <a:pt x="5556598" y="1850111"/>
                  </a:lnTo>
                  <a:lnTo>
                    <a:pt x="5557233" y="1850969"/>
                  </a:lnTo>
                  <a:lnTo>
                    <a:pt x="5557868" y="1851388"/>
                  </a:lnTo>
                  <a:lnTo>
                    <a:pt x="5558503" y="1851677"/>
                  </a:lnTo>
                  <a:lnTo>
                    <a:pt x="5559138" y="1851668"/>
                  </a:lnTo>
                  <a:lnTo>
                    <a:pt x="5559773" y="1851871"/>
                  </a:lnTo>
                  <a:lnTo>
                    <a:pt x="5560407" y="1852400"/>
                  </a:lnTo>
                  <a:lnTo>
                    <a:pt x="5561042" y="1851204"/>
                  </a:lnTo>
                  <a:lnTo>
                    <a:pt x="5561677" y="1849810"/>
                  </a:lnTo>
                  <a:lnTo>
                    <a:pt x="5562312" y="1848462"/>
                  </a:lnTo>
                  <a:lnTo>
                    <a:pt x="5562947" y="1846991"/>
                  </a:lnTo>
                  <a:lnTo>
                    <a:pt x="5563582" y="1845910"/>
                  </a:lnTo>
                  <a:lnTo>
                    <a:pt x="5564216" y="1845236"/>
                  </a:lnTo>
                  <a:lnTo>
                    <a:pt x="5564851" y="1844164"/>
                  </a:lnTo>
                  <a:lnTo>
                    <a:pt x="5565486" y="1842475"/>
                  </a:lnTo>
                  <a:lnTo>
                    <a:pt x="5566121" y="1839884"/>
                  </a:lnTo>
                  <a:lnTo>
                    <a:pt x="5566756" y="1835605"/>
                  </a:lnTo>
                  <a:lnTo>
                    <a:pt x="5567391" y="1830168"/>
                  </a:lnTo>
                  <a:lnTo>
                    <a:pt x="5568026" y="1826750"/>
                  </a:lnTo>
                  <a:lnTo>
                    <a:pt x="5568660" y="1822783"/>
                  </a:lnTo>
                  <a:lnTo>
                    <a:pt x="5569295" y="1819530"/>
                  </a:lnTo>
                  <a:lnTo>
                    <a:pt x="5569930" y="1815457"/>
                  </a:lnTo>
                  <a:lnTo>
                    <a:pt x="5570565" y="1811051"/>
                  </a:lnTo>
                  <a:lnTo>
                    <a:pt x="5571200" y="1807406"/>
                  </a:lnTo>
                  <a:lnTo>
                    <a:pt x="5571835" y="1803451"/>
                  </a:lnTo>
                  <a:lnTo>
                    <a:pt x="5572469" y="1801035"/>
                  </a:lnTo>
                  <a:lnTo>
                    <a:pt x="5573104" y="1799302"/>
                  </a:lnTo>
                  <a:lnTo>
                    <a:pt x="5573739" y="1797140"/>
                  </a:lnTo>
                  <a:lnTo>
                    <a:pt x="5574374" y="1795044"/>
                  </a:lnTo>
                  <a:lnTo>
                    <a:pt x="5575009" y="1794384"/>
                  </a:lnTo>
                  <a:lnTo>
                    <a:pt x="5575644" y="1793871"/>
                  </a:lnTo>
                  <a:lnTo>
                    <a:pt x="5576279" y="1793343"/>
                  </a:lnTo>
                  <a:lnTo>
                    <a:pt x="5576913" y="1792919"/>
                  </a:lnTo>
                  <a:lnTo>
                    <a:pt x="5577548" y="1791828"/>
                  </a:lnTo>
                  <a:lnTo>
                    <a:pt x="5578183" y="1790340"/>
                  </a:lnTo>
                  <a:lnTo>
                    <a:pt x="5578818" y="1788721"/>
                  </a:lnTo>
                  <a:lnTo>
                    <a:pt x="5579453" y="1787061"/>
                  </a:lnTo>
                  <a:lnTo>
                    <a:pt x="5580088" y="1785580"/>
                  </a:lnTo>
                  <a:lnTo>
                    <a:pt x="5580722" y="1784348"/>
                  </a:lnTo>
                  <a:lnTo>
                    <a:pt x="5581357" y="1782684"/>
                  </a:lnTo>
                  <a:lnTo>
                    <a:pt x="5581992" y="1780462"/>
                  </a:lnTo>
                  <a:lnTo>
                    <a:pt x="5582627" y="1778136"/>
                  </a:lnTo>
                  <a:lnTo>
                    <a:pt x="5583262" y="1775907"/>
                  </a:lnTo>
                  <a:lnTo>
                    <a:pt x="5583897" y="1773730"/>
                  </a:lnTo>
                  <a:lnTo>
                    <a:pt x="5584531" y="1771161"/>
                  </a:lnTo>
                  <a:lnTo>
                    <a:pt x="5585166" y="1768731"/>
                  </a:lnTo>
                  <a:lnTo>
                    <a:pt x="5585801" y="1766859"/>
                  </a:lnTo>
                  <a:lnTo>
                    <a:pt x="5586436" y="1764873"/>
                  </a:lnTo>
                  <a:lnTo>
                    <a:pt x="5587071" y="1763108"/>
                  </a:lnTo>
                  <a:lnTo>
                    <a:pt x="5587706" y="1761664"/>
                  </a:lnTo>
                  <a:lnTo>
                    <a:pt x="5588341" y="1761155"/>
                  </a:lnTo>
                  <a:lnTo>
                    <a:pt x="5588975" y="1760844"/>
                  </a:lnTo>
                  <a:lnTo>
                    <a:pt x="5589610" y="1760882"/>
                  </a:lnTo>
                  <a:lnTo>
                    <a:pt x="5590245" y="1760666"/>
                  </a:lnTo>
                  <a:lnTo>
                    <a:pt x="5590880" y="1760573"/>
                  </a:lnTo>
                  <a:lnTo>
                    <a:pt x="5591515" y="1760866"/>
                  </a:lnTo>
                  <a:lnTo>
                    <a:pt x="5592150" y="1760966"/>
                  </a:lnTo>
                  <a:lnTo>
                    <a:pt x="5592784" y="1761051"/>
                  </a:lnTo>
                  <a:lnTo>
                    <a:pt x="5593419" y="1761197"/>
                  </a:lnTo>
                  <a:lnTo>
                    <a:pt x="5594054" y="1761590"/>
                  </a:lnTo>
                  <a:lnTo>
                    <a:pt x="5594689" y="1761985"/>
                  </a:lnTo>
                  <a:lnTo>
                    <a:pt x="5595324" y="1762861"/>
                  </a:lnTo>
                  <a:lnTo>
                    <a:pt x="5595959" y="1764203"/>
                  </a:lnTo>
                  <a:lnTo>
                    <a:pt x="5596594" y="1765741"/>
                  </a:lnTo>
                  <a:lnTo>
                    <a:pt x="5597228" y="1767225"/>
                  </a:lnTo>
                  <a:lnTo>
                    <a:pt x="5597863" y="1767416"/>
                  </a:lnTo>
                  <a:lnTo>
                    <a:pt x="5598498" y="1767504"/>
                  </a:lnTo>
                  <a:lnTo>
                    <a:pt x="5599133" y="1766902"/>
                  </a:lnTo>
                  <a:lnTo>
                    <a:pt x="5599768" y="1767506"/>
                  </a:lnTo>
                  <a:lnTo>
                    <a:pt x="5600403" y="1768370"/>
                  </a:lnTo>
                  <a:lnTo>
                    <a:pt x="5601037" y="1769388"/>
                  </a:lnTo>
                  <a:lnTo>
                    <a:pt x="5601672" y="1769831"/>
                  </a:lnTo>
                  <a:lnTo>
                    <a:pt x="5602307" y="1770316"/>
                  </a:lnTo>
                  <a:lnTo>
                    <a:pt x="5602942" y="1770670"/>
                  </a:lnTo>
                  <a:lnTo>
                    <a:pt x="5603577" y="1770595"/>
                  </a:lnTo>
                  <a:lnTo>
                    <a:pt x="5604212" y="1770391"/>
                  </a:lnTo>
                  <a:lnTo>
                    <a:pt x="5604847" y="1769538"/>
                  </a:lnTo>
                  <a:lnTo>
                    <a:pt x="5605481" y="1768398"/>
                  </a:lnTo>
                  <a:lnTo>
                    <a:pt x="5606116" y="1767120"/>
                  </a:lnTo>
                  <a:lnTo>
                    <a:pt x="5606751" y="1766207"/>
                  </a:lnTo>
                  <a:lnTo>
                    <a:pt x="5607386" y="1765484"/>
                  </a:lnTo>
                  <a:lnTo>
                    <a:pt x="5608021" y="1764894"/>
                  </a:lnTo>
                  <a:lnTo>
                    <a:pt x="5608656" y="1763815"/>
                  </a:lnTo>
                  <a:lnTo>
                    <a:pt x="5609290" y="1762666"/>
                  </a:lnTo>
                  <a:lnTo>
                    <a:pt x="5609925" y="1761431"/>
                  </a:lnTo>
                  <a:lnTo>
                    <a:pt x="5610560" y="1760142"/>
                  </a:lnTo>
                  <a:lnTo>
                    <a:pt x="5611195" y="1759109"/>
                  </a:lnTo>
                  <a:lnTo>
                    <a:pt x="5611830" y="1758088"/>
                  </a:lnTo>
                  <a:lnTo>
                    <a:pt x="5612465" y="1757337"/>
                  </a:lnTo>
                  <a:lnTo>
                    <a:pt x="5613100" y="1756827"/>
                  </a:lnTo>
                  <a:lnTo>
                    <a:pt x="5613734" y="1755159"/>
                  </a:lnTo>
                  <a:lnTo>
                    <a:pt x="5614369" y="1753489"/>
                  </a:lnTo>
                  <a:lnTo>
                    <a:pt x="5615004" y="1752026"/>
                  </a:lnTo>
                  <a:lnTo>
                    <a:pt x="5615639" y="1750932"/>
                  </a:lnTo>
                  <a:lnTo>
                    <a:pt x="5616274" y="1750003"/>
                  </a:lnTo>
                  <a:lnTo>
                    <a:pt x="5616909" y="1749497"/>
                  </a:lnTo>
                  <a:lnTo>
                    <a:pt x="5617543" y="1748313"/>
                  </a:lnTo>
                  <a:lnTo>
                    <a:pt x="5618178" y="1746992"/>
                  </a:lnTo>
                  <a:lnTo>
                    <a:pt x="5618813" y="1745951"/>
                  </a:lnTo>
                  <a:lnTo>
                    <a:pt x="5619448" y="1744781"/>
                  </a:lnTo>
                  <a:lnTo>
                    <a:pt x="5620083" y="1743493"/>
                  </a:lnTo>
                  <a:lnTo>
                    <a:pt x="5620718" y="1742249"/>
                  </a:lnTo>
                  <a:lnTo>
                    <a:pt x="5621353" y="1741318"/>
                  </a:lnTo>
                  <a:lnTo>
                    <a:pt x="5621987" y="1740207"/>
                  </a:lnTo>
                  <a:lnTo>
                    <a:pt x="5622622" y="1739312"/>
                  </a:lnTo>
                  <a:lnTo>
                    <a:pt x="5623257" y="1737723"/>
                  </a:lnTo>
                  <a:lnTo>
                    <a:pt x="5623892" y="1736253"/>
                  </a:lnTo>
                  <a:lnTo>
                    <a:pt x="5624527" y="1735406"/>
                  </a:lnTo>
                  <a:lnTo>
                    <a:pt x="5625162" y="1734475"/>
                  </a:lnTo>
                  <a:lnTo>
                    <a:pt x="5625796" y="1732427"/>
                  </a:lnTo>
                  <a:lnTo>
                    <a:pt x="5626431" y="1730210"/>
                  </a:lnTo>
                  <a:lnTo>
                    <a:pt x="5627066" y="1728057"/>
                  </a:lnTo>
                  <a:lnTo>
                    <a:pt x="5627701" y="1726536"/>
                  </a:lnTo>
                  <a:lnTo>
                    <a:pt x="5628336" y="1725114"/>
                  </a:lnTo>
                  <a:lnTo>
                    <a:pt x="5628971" y="1724533"/>
                  </a:lnTo>
                  <a:lnTo>
                    <a:pt x="5629606" y="1723588"/>
                  </a:lnTo>
                  <a:lnTo>
                    <a:pt x="5630240" y="1723033"/>
                  </a:lnTo>
                  <a:lnTo>
                    <a:pt x="5630875" y="1723149"/>
                  </a:lnTo>
                  <a:lnTo>
                    <a:pt x="5631510" y="1722842"/>
                  </a:lnTo>
                  <a:lnTo>
                    <a:pt x="5632145" y="1720915"/>
                  </a:lnTo>
                  <a:lnTo>
                    <a:pt x="5632780" y="1718961"/>
                  </a:lnTo>
                  <a:lnTo>
                    <a:pt x="5633415" y="1717016"/>
                  </a:lnTo>
                  <a:lnTo>
                    <a:pt x="5634049" y="1715184"/>
                  </a:lnTo>
                  <a:lnTo>
                    <a:pt x="5634684" y="1713267"/>
                  </a:lnTo>
                  <a:lnTo>
                    <a:pt x="5635319" y="1711417"/>
                  </a:lnTo>
                  <a:lnTo>
                    <a:pt x="5635954" y="1709937"/>
                  </a:lnTo>
                  <a:lnTo>
                    <a:pt x="5636589" y="1708419"/>
                  </a:lnTo>
                  <a:lnTo>
                    <a:pt x="5637224" y="1706938"/>
                  </a:lnTo>
                  <a:lnTo>
                    <a:pt x="5637859" y="1705306"/>
                  </a:lnTo>
                  <a:lnTo>
                    <a:pt x="5638493" y="1703522"/>
                  </a:lnTo>
                  <a:lnTo>
                    <a:pt x="5639128" y="1701947"/>
                  </a:lnTo>
                  <a:lnTo>
                    <a:pt x="5639763" y="1700609"/>
                  </a:lnTo>
                  <a:lnTo>
                    <a:pt x="5640398" y="1699594"/>
                  </a:lnTo>
                  <a:lnTo>
                    <a:pt x="5641033" y="1699157"/>
                  </a:lnTo>
                  <a:lnTo>
                    <a:pt x="5641668" y="1699499"/>
                  </a:lnTo>
                  <a:lnTo>
                    <a:pt x="5642302" y="1700154"/>
                  </a:lnTo>
                  <a:lnTo>
                    <a:pt x="5642937" y="1701217"/>
                  </a:lnTo>
                  <a:lnTo>
                    <a:pt x="5643572" y="1702592"/>
                  </a:lnTo>
                  <a:lnTo>
                    <a:pt x="5644207" y="1704272"/>
                  </a:lnTo>
                  <a:lnTo>
                    <a:pt x="5644842" y="1706492"/>
                  </a:lnTo>
                  <a:lnTo>
                    <a:pt x="5645477" y="1708352"/>
                  </a:lnTo>
                  <a:lnTo>
                    <a:pt x="5646111" y="1710506"/>
                  </a:lnTo>
                  <a:lnTo>
                    <a:pt x="5646746" y="1713524"/>
                  </a:lnTo>
                  <a:lnTo>
                    <a:pt x="5647381" y="1716788"/>
                  </a:lnTo>
                  <a:lnTo>
                    <a:pt x="5648016" y="1720118"/>
                  </a:lnTo>
                  <a:lnTo>
                    <a:pt x="5648651" y="1723430"/>
                  </a:lnTo>
                  <a:lnTo>
                    <a:pt x="5649286" y="1726846"/>
                  </a:lnTo>
                  <a:lnTo>
                    <a:pt x="5649921" y="1730158"/>
                  </a:lnTo>
                  <a:lnTo>
                    <a:pt x="5650555" y="1733204"/>
                  </a:lnTo>
                  <a:lnTo>
                    <a:pt x="5651190" y="1736031"/>
                  </a:lnTo>
                  <a:lnTo>
                    <a:pt x="5651825" y="1738489"/>
                  </a:lnTo>
                  <a:lnTo>
                    <a:pt x="5652460" y="1740301"/>
                  </a:lnTo>
                  <a:lnTo>
                    <a:pt x="5653095" y="1741848"/>
                  </a:lnTo>
                  <a:lnTo>
                    <a:pt x="5653730" y="1743414"/>
                  </a:lnTo>
                  <a:lnTo>
                    <a:pt x="5654364" y="1744239"/>
                  </a:lnTo>
                  <a:lnTo>
                    <a:pt x="5654999" y="1744638"/>
                  </a:lnTo>
                  <a:lnTo>
                    <a:pt x="5655634" y="1744837"/>
                  </a:lnTo>
                  <a:lnTo>
                    <a:pt x="5656269" y="1744657"/>
                  </a:lnTo>
                  <a:lnTo>
                    <a:pt x="5656904" y="1745141"/>
                  </a:lnTo>
                  <a:lnTo>
                    <a:pt x="5657539" y="1746137"/>
                  </a:lnTo>
                  <a:lnTo>
                    <a:pt x="5658174" y="1747076"/>
                  </a:lnTo>
                  <a:lnTo>
                    <a:pt x="5658808" y="1747797"/>
                  </a:lnTo>
                  <a:lnTo>
                    <a:pt x="5659443" y="1748822"/>
                  </a:lnTo>
                  <a:lnTo>
                    <a:pt x="5660078" y="1749534"/>
                  </a:lnTo>
                  <a:lnTo>
                    <a:pt x="5660713" y="1749904"/>
                  </a:lnTo>
                  <a:lnTo>
                    <a:pt x="5661348" y="1750739"/>
                  </a:lnTo>
                  <a:lnTo>
                    <a:pt x="5661983" y="1752770"/>
                  </a:lnTo>
                  <a:lnTo>
                    <a:pt x="5662617" y="1755132"/>
                  </a:lnTo>
                  <a:lnTo>
                    <a:pt x="5663252" y="1757172"/>
                  </a:lnTo>
                  <a:lnTo>
                    <a:pt x="5663887" y="1759772"/>
                  </a:lnTo>
                  <a:lnTo>
                    <a:pt x="5664522" y="1762894"/>
                  </a:lnTo>
                  <a:lnTo>
                    <a:pt x="5665157" y="1766310"/>
                  </a:lnTo>
                  <a:lnTo>
                    <a:pt x="5665792" y="1769764"/>
                  </a:lnTo>
                  <a:lnTo>
                    <a:pt x="5666427" y="1771966"/>
                  </a:lnTo>
                  <a:lnTo>
                    <a:pt x="5667061" y="1773636"/>
                  </a:lnTo>
                  <a:lnTo>
                    <a:pt x="5667696" y="1775021"/>
                  </a:lnTo>
                  <a:lnTo>
                    <a:pt x="5668331" y="1776530"/>
                  </a:lnTo>
                  <a:lnTo>
                    <a:pt x="5668966" y="1777830"/>
                  </a:lnTo>
                  <a:lnTo>
                    <a:pt x="5669601" y="1779310"/>
                  </a:lnTo>
                  <a:lnTo>
                    <a:pt x="5670236" y="1781910"/>
                  </a:lnTo>
                  <a:lnTo>
                    <a:pt x="5670870" y="1784889"/>
                  </a:lnTo>
                  <a:lnTo>
                    <a:pt x="5671505" y="1786977"/>
                  </a:lnTo>
                  <a:lnTo>
                    <a:pt x="5672140" y="1789586"/>
                  </a:lnTo>
                  <a:lnTo>
                    <a:pt x="5672775" y="1792338"/>
                  </a:lnTo>
                  <a:lnTo>
                    <a:pt x="5673410" y="1794986"/>
                  </a:lnTo>
                  <a:lnTo>
                    <a:pt x="5674045" y="1795704"/>
                  </a:lnTo>
                  <a:lnTo>
                    <a:pt x="5674680" y="1796359"/>
                  </a:lnTo>
                  <a:lnTo>
                    <a:pt x="5675314" y="1796906"/>
                  </a:lnTo>
                  <a:lnTo>
                    <a:pt x="5675949" y="1798266"/>
                  </a:lnTo>
                  <a:lnTo>
                    <a:pt x="5676584" y="1799348"/>
                  </a:lnTo>
                  <a:lnTo>
                    <a:pt x="5677219" y="1800998"/>
                  </a:lnTo>
                  <a:lnTo>
                    <a:pt x="5677854" y="1803185"/>
                  </a:lnTo>
                  <a:lnTo>
                    <a:pt x="5678489" y="1805983"/>
                  </a:lnTo>
                  <a:lnTo>
                    <a:pt x="5679123" y="1809317"/>
                  </a:lnTo>
                  <a:lnTo>
                    <a:pt x="5679758" y="1812451"/>
                  </a:lnTo>
                  <a:lnTo>
                    <a:pt x="5680393" y="1815265"/>
                  </a:lnTo>
                  <a:lnTo>
                    <a:pt x="5681028" y="1818434"/>
                  </a:lnTo>
                  <a:lnTo>
                    <a:pt x="5681663" y="1821594"/>
                  </a:lnTo>
                  <a:lnTo>
                    <a:pt x="5682298" y="1825015"/>
                  </a:lnTo>
                  <a:lnTo>
                    <a:pt x="5682933" y="1828610"/>
                  </a:lnTo>
                  <a:lnTo>
                    <a:pt x="5683567" y="1832273"/>
                  </a:lnTo>
                  <a:lnTo>
                    <a:pt x="5684202" y="1835999"/>
                  </a:lnTo>
                  <a:lnTo>
                    <a:pt x="5684837" y="1840286"/>
                  </a:lnTo>
                  <a:lnTo>
                    <a:pt x="5685472" y="1844371"/>
                  </a:lnTo>
                  <a:lnTo>
                    <a:pt x="5686107" y="1847815"/>
                  </a:lnTo>
                  <a:lnTo>
                    <a:pt x="5686742" y="1850250"/>
                  </a:lnTo>
                  <a:lnTo>
                    <a:pt x="5687376" y="1851847"/>
                  </a:lnTo>
                  <a:lnTo>
                    <a:pt x="5688011" y="1854684"/>
                  </a:lnTo>
                  <a:lnTo>
                    <a:pt x="5688646" y="1857293"/>
                  </a:lnTo>
                  <a:lnTo>
                    <a:pt x="5689281" y="1859703"/>
                  </a:lnTo>
                  <a:lnTo>
                    <a:pt x="5689916" y="1862142"/>
                  </a:lnTo>
                  <a:lnTo>
                    <a:pt x="5690551" y="1864287"/>
                  </a:lnTo>
                  <a:lnTo>
                    <a:pt x="5691186" y="1866327"/>
                  </a:lnTo>
                  <a:lnTo>
                    <a:pt x="5691820" y="1868319"/>
                  </a:lnTo>
                  <a:lnTo>
                    <a:pt x="5692455" y="1870284"/>
                  </a:lnTo>
                  <a:lnTo>
                    <a:pt x="5693090" y="1872902"/>
                  </a:lnTo>
                  <a:lnTo>
                    <a:pt x="5693725" y="1876717"/>
                  </a:lnTo>
                  <a:lnTo>
                    <a:pt x="5694360" y="1881794"/>
                  </a:lnTo>
                  <a:lnTo>
                    <a:pt x="5694995" y="1885116"/>
                  </a:lnTo>
                  <a:lnTo>
                    <a:pt x="5695629" y="1889340"/>
                  </a:lnTo>
                  <a:lnTo>
                    <a:pt x="5696264" y="1893209"/>
                  </a:lnTo>
                  <a:lnTo>
                    <a:pt x="5696899" y="1898194"/>
                  </a:lnTo>
                  <a:lnTo>
                    <a:pt x="5697534" y="1903833"/>
                  </a:lnTo>
                  <a:lnTo>
                    <a:pt x="5698169" y="1908617"/>
                  </a:lnTo>
                  <a:lnTo>
                    <a:pt x="5698804" y="1914014"/>
                  </a:lnTo>
                  <a:lnTo>
                    <a:pt x="5699438" y="1918423"/>
                  </a:lnTo>
                  <a:lnTo>
                    <a:pt x="5700073" y="1922016"/>
                  </a:lnTo>
                  <a:lnTo>
                    <a:pt x="5700708" y="1925477"/>
                  </a:lnTo>
                  <a:lnTo>
                    <a:pt x="5701343" y="1929281"/>
                  </a:lnTo>
                  <a:lnTo>
                    <a:pt x="5701978" y="1932323"/>
                  </a:lnTo>
                  <a:lnTo>
                    <a:pt x="5702613" y="1934781"/>
                  </a:lnTo>
                  <a:lnTo>
                    <a:pt x="5703248" y="1936684"/>
                  </a:lnTo>
                  <a:lnTo>
                    <a:pt x="5703882" y="1938077"/>
                  </a:lnTo>
                  <a:lnTo>
                    <a:pt x="5704517" y="1940022"/>
                  </a:lnTo>
                  <a:lnTo>
                    <a:pt x="5705152" y="1942107"/>
                  </a:lnTo>
                  <a:lnTo>
                    <a:pt x="5705787" y="1944107"/>
                  </a:lnTo>
                  <a:lnTo>
                    <a:pt x="5706422" y="1946146"/>
                  </a:lnTo>
                  <a:lnTo>
                    <a:pt x="5707057" y="1948006"/>
                  </a:lnTo>
                  <a:lnTo>
                    <a:pt x="5707691" y="1949789"/>
                  </a:lnTo>
                  <a:lnTo>
                    <a:pt x="5708326" y="1951405"/>
                  </a:lnTo>
                  <a:lnTo>
                    <a:pt x="5708961" y="1953067"/>
                  </a:lnTo>
                  <a:lnTo>
                    <a:pt x="5709596" y="1954672"/>
                  </a:lnTo>
                  <a:lnTo>
                    <a:pt x="5710231" y="1956218"/>
                  </a:lnTo>
                  <a:lnTo>
                    <a:pt x="5710866" y="1957342"/>
                  </a:lnTo>
                  <a:lnTo>
                    <a:pt x="5711501" y="1958478"/>
                  </a:lnTo>
                  <a:lnTo>
                    <a:pt x="5712135" y="1959988"/>
                  </a:lnTo>
                  <a:lnTo>
                    <a:pt x="5712770" y="1962115"/>
                  </a:lnTo>
                  <a:lnTo>
                    <a:pt x="5713405" y="1964472"/>
                  </a:lnTo>
                  <a:lnTo>
                    <a:pt x="5714040" y="1966806"/>
                  </a:lnTo>
                  <a:lnTo>
                    <a:pt x="5714675" y="1969047"/>
                  </a:lnTo>
                  <a:lnTo>
                    <a:pt x="5715310" y="1971283"/>
                  </a:lnTo>
                  <a:lnTo>
                    <a:pt x="5715944" y="1973710"/>
                  </a:lnTo>
                  <a:lnTo>
                    <a:pt x="5716579" y="1976329"/>
                  </a:lnTo>
                  <a:lnTo>
                    <a:pt x="5717214" y="1979477"/>
                  </a:lnTo>
                  <a:lnTo>
                    <a:pt x="5717849" y="1983403"/>
                  </a:lnTo>
                  <a:lnTo>
                    <a:pt x="5718484" y="1987485"/>
                  </a:lnTo>
                  <a:lnTo>
                    <a:pt x="5719119" y="1992091"/>
                  </a:lnTo>
                  <a:lnTo>
                    <a:pt x="5719754" y="1996808"/>
                  </a:lnTo>
                  <a:lnTo>
                    <a:pt x="5720388" y="2001881"/>
                  </a:lnTo>
                  <a:lnTo>
                    <a:pt x="5721023" y="2007589"/>
                  </a:lnTo>
                  <a:lnTo>
                    <a:pt x="5721658" y="2013703"/>
                  </a:lnTo>
                  <a:lnTo>
                    <a:pt x="5722293" y="2019726"/>
                  </a:lnTo>
                  <a:lnTo>
                    <a:pt x="5722928" y="2025605"/>
                  </a:lnTo>
                  <a:lnTo>
                    <a:pt x="5723563" y="2031089"/>
                  </a:lnTo>
                  <a:lnTo>
                    <a:pt x="5724197" y="2036399"/>
                  </a:lnTo>
                  <a:lnTo>
                    <a:pt x="5724832" y="2042072"/>
                  </a:lnTo>
                  <a:lnTo>
                    <a:pt x="5725467" y="2047648"/>
                  </a:lnTo>
                  <a:lnTo>
                    <a:pt x="5726102" y="2053944"/>
                  </a:lnTo>
                  <a:lnTo>
                    <a:pt x="5726737" y="2059688"/>
                  </a:lnTo>
                  <a:lnTo>
                    <a:pt x="5727372" y="2065267"/>
                  </a:lnTo>
                  <a:lnTo>
                    <a:pt x="5728007" y="2070682"/>
                  </a:lnTo>
                  <a:lnTo>
                    <a:pt x="5728641" y="2076502"/>
                  </a:lnTo>
                  <a:lnTo>
                    <a:pt x="5729276" y="2082043"/>
                  </a:lnTo>
                  <a:lnTo>
                    <a:pt x="5729911" y="2087524"/>
                  </a:lnTo>
                  <a:lnTo>
                    <a:pt x="5730546" y="2092439"/>
                  </a:lnTo>
                  <a:lnTo>
                    <a:pt x="5731181" y="2097293"/>
                  </a:lnTo>
                  <a:lnTo>
                    <a:pt x="5731816" y="2102387"/>
                  </a:lnTo>
                  <a:lnTo>
                    <a:pt x="5732450" y="2107701"/>
                  </a:lnTo>
                  <a:lnTo>
                    <a:pt x="5733085" y="2113373"/>
                  </a:lnTo>
                  <a:lnTo>
                    <a:pt x="5733720" y="2118935"/>
                  </a:lnTo>
                  <a:lnTo>
                    <a:pt x="5734355" y="2124555"/>
                  </a:lnTo>
                  <a:lnTo>
                    <a:pt x="5734990" y="2129776"/>
                  </a:lnTo>
                  <a:lnTo>
                    <a:pt x="5735625" y="2134839"/>
                  </a:lnTo>
                  <a:lnTo>
                    <a:pt x="5736260" y="2139547"/>
                  </a:lnTo>
                  <a:lnTo>
                    <a:pt x="5736894" y="2144008"/>
                  </a:lnTo>
                  <a:lnTo>
                    <a:pt x="5737529" y="2148154"/>
                  </a:lnTo>
                  <a:lnTo>
                    <a:pt x="5738164" y="2152261"/>
                  </a:lnTo>
                  <a:lnTo>
                    <a:pt x="5738799" y="2156461"/>
                  </a:lnTo>
                  <a:lnTo>
                    <a:pt x="5739434" y="2160372"/>
                  </a:lnTo>
                  <a:lnTo>
                    <a:pt x="5740069" y="2164478"/>
                  </a:lnTo>
                  <a:lnTo>
                    <a:pt x="5740703" y="2168649"/>
                  </a:lnTo>
                  <a:lnTo>
                    <a:pt x="5741338" y="2172618"/>
                  </a:lnTo>
                  <a:lnTo>
                    <a:pt x="5741973" y="2176455"/>
                  </a:lnTo>
                  <a:lnTo>
                    <a:pt x="5742608" y="2180233"/>
                  </a:lnTo>
                  <a:lnTo>
                    <a:pt x="5743243" y="2184234"/>
                  </a:lnTo>
                  <a:lnTo>
                    <a:pt x="5743878" y="2188233"/>
                  </a:lnTo>
                  <a:lnTo>
                    <a:pt x="5744513" y="2192466"/>
                  </a:lnTo>
                  <a:lnTo>
                    <a:pt x="5745147" y="2196799"/>
                  </a:lnTo>
                  <a:lnTo>
                    <a:pt x="5745782" y="2201122"/>
                  </a:lnTo>
                  <a:lnTo>
                    <a:pt x="5746417" y="2205836"/>
                  </a:lnTo>
                  <a:lnTo>
                    <a:pt x="5747052" y="2210542"/>
                  </a:lnTo>
                  <a:lnTo>
                    <a:pt x="5747687" y="2215206"/>
                  </a:lnTo>
                  <a:lnTo>
                    <a:pt x="5748322" y="2219599"/>
                  </a:lnTo>
                  <a:lnTo>
                    <a:pt x="5748956" y="2224334"/>
                  </a:lnTo>
                  <a:lnTo>
                    <a:pt x="5749591" y="2229069"/>
                  </a:lnTo>
                  <a:lnTo>
                    <a:pt x="5750226" y="2234293"/>
                  </a:lnTo>
                  <a:lnTo>
                    <a:pt x="5750861" y="2239299"/>
                  </a:lnTo>
                  <a:lnTo>
                    <a:pt x="5751496" y="2243641"/>
                  </a:lnTo>
                  <a:lnTo>
                    <a:pt x="5752131" y="2247442"/>
                  </a:lnTo>
                  <a:lnTo>
                    <a:pt x="5752765" y="2251693"/>
                  </a:lnTo>
                  <a:lnTo>
                    <a:pt x="5753400" y="2255625"/>
                  </a:lnTo>
                  <a:lnTo>
                    <a:pt x="5754035" y="2258769"/>
                  </a:lnTo>
                  <a:lnTo>
                    <a:pt x="5754670" y="2261176"/>
                  </a:lnTo>
                  <a:lnTo>
                    <a:pt x="5755305" y="2262894"/>
                  </a:lnTo>
                  <a:lnTo>
                    <a:pt x="5755940" y="2264028"/>
                  </a:lnTo>
                  <a:lnTo>
                    <a:pt x="5756575" y="2264714"/>
                  </a:lnTo>
                  <a:lnTo>
                    <a:pt x="5757209" y="2264996"/>
                  </a:lnTo>
                  <a:lnTo>
                    <a:pt x="5757844" y="2264871"/>
                  </a:lnTo>
                  <a:lnTo>
                    <a:pt x="5758479" y="2264134"/>
                  </a:lnTo>
                  <a:lnTo>
                    <a:pt x="5759114" y="2264248"/>
                  </a:lnTo>
                  <a:lnTo>
                    <a:pt x="5759749" y="2264229"/>
                  </a:lnTo>
                  <a:lnTo>
                    <a:pt x="5760384" y="2264106"/>
                  </a:lnTo>
                  <a:lnTo>
                    <a:pt x="5761018" y="2263783"/>
                  </a:lnTo>
                  <a:lnTo>
                    <a:pt x="5761653" y="2263347"/>
                  </a:lnTo>
                  <a:lnTo>
                    <a:pt x="5762288" y="2262711"/>
                  </a:lnTo>
                  <a:lnTo>
                    <a:pt x="5762923" y="2261677"/>
                  </a:lnTo>
                  <a:lnTo>
                    <a:pt x="5763558" y="2260500"/>
                  </a:lnTo>
                  <a:lnTo>
                    <a:pt x="5764193" y="2259124"/>
                  </a:lnTo>
                  <a:lnTo>
                    <a:pt x="5764828" y="2257966"/>
                  </a:lnTo>
                  <a:lnTo>
                    <a:pt x="5765462" y="2257084"/>
                  </a:lnTo>
                  <a:lnTo>
                    <a:pt x="5766097" y="2256116"/>
                  </a:lnTo>
                  <a:lnTo>
                    <a:pt x="5766732" y="2255063"/>
                  </a:lnTo>
                  <a:lnTo>
                    <a:pt x="5767367" y="2253962"/>
                  </a:lnTo>
                  <a:lnTo>
                    <a:pt x="5768002" y="2252880"/>
                  </a:lnTo>
                  <a:lnTo>
                    <a:pt x="5768637" y="2251315"/>
                  </a:lnTo>
                  <a:lnTo>
                    <a:pt x="5769271" y="2249740"/>
                  </a:lnTo>
                  <a:lnTo>
                    <a:pt x="5769906" y="2248098"/>
                  </a:lnTo>
                  <a:lnTo>
                    <a:pt x="5770541" y="2246532"/>
                  </a:lnTo>
                  <a:lnTo>
                    <a:pt x="5771176" y="2245318"/>
                  </a:lnTo>
                  <a:lnTo>
                    <a:pt x="5771811" y="2244426"/>
                  </a:lnTo>
                  <a:lnTo>
                    <a:pt x="5772446" y="2244008"/>
                  </a:lnTo>
                  <a:lnTo>
                    <a:pt x="5773081" y="2243942"/>
                  </a:lnTo>
                  <a:lnTo>
                    <a:pt x="5773715" y="2244170"/>
                  </a:lnTo>
                  <a:lnTo>
                    <a:pt x="5774350" y="2244283"/>
                  </a:lnTo>
                  <a:lnTo>
                    <a:pt x="5774985" y="2244397"/>
                  </a:lnTo>
                  <a:lnTo>
                    <a:pt x="5775620" y="2244758"/>
                  </a:lnTo>
                  <a:lnTo>
                    <a:pt x="5776255" y="2245213"/>
                  </a:lnTo>
                  <a:lnTo>
                    <a:pt x="5776890" y="2245906"/>
                  </a:lnTo>
                  <a:lnTo>
                    <a:pt x="5777524" y="2246523"/>
                  </a:lnTo>
                  <a:lnTo>
                    <a:pt x="5778159" y="2247007"/>
                  </a:lnTo>
                  <a:lnTo>
                    <a:pt x="5778794" y="2247453"/>
                  </a:lnTo>
                  <a:lnTo>
                    <a:pt x="5779429" y="2248117"/>
                  </a:lnTo>
                  <a:lnTo>
                    <a:pt x="5780064" y="2249227"/>
                  </a:lnTo>
                  <a:lnTo>
                    <a:pt x="5780699" y="2250299"/>
                  </a:lnTo>
                  <a:lnTo>
                    <a:pt x="5781334" y="2251495"/>
                  </a:lnTo>
                  <a:lnTo>
                    <a:pt x="5781968" y="2253032"/>
                  </a:lnTo>
                  <a:lnTo>
                    <a:pt x="5782603" y="2255120"/>
                  </a:lnTo>
                  <a:lnTo>
                    <a:pt x="5783238" y="2257264"/>
                  </a:lnTo>
                  <a:lnTo>
                    <a:pt x="5783873" y="2259361"/>
                  </a:lnTo>
                  <a:lnTo>
                    <a:pt x="5784508" y="2261857"/>
                  </a:lnTo>
                  <a:lnTo>
                    <a:pt x="5785143" y="2264760"/>
                  </a:lnTo>
                  <a:lnTo>
                    <a:pt x="5785777" y="2267360"/>
                  </a:lnTo>
                  <a:lnTo>
                    <a:pt x="5786412" y="2269970"/>
                  </a:lnTo>
                  <a:lnTo>
                    <a:pt x="5787047" y="2273433"/>
                  </a:lnTo>
                  <a:lnTo>
                    <a:pt x="5787682" y="2277419"/>
                  </a:lnTo>
                  <a:lnTo>
                    <a:pt x="5788317" y="2281527"/>
                  </a:lnTo>
                  <a:lnTo>
                    <a:pt x="5788952" y="2285143"/>
                  </a:lnTo>
                  <a:lnTo>
                    <a:pt x="5789587" y="2288236"/>
                  </a:lnTo>
                  <a:lnTo>
                    <a:pt x="5790221" y="2291130"/>
                  </a:lnTo>
                  <a:lnTo>
                    <a:pt x="5790856" y="2293664"/>
                  </a:lnTo>
                  <a:lnTo>
                    <a:pt x="5791491" y="2295694"/>
                  </a:lnTo>
                  <a:lnTo>
                    <a:pt x="5792126" y="2297554"/>
                  </a:lnTo>
                  <a:lnTo>
                    <a:pt x="5792761" y="2299347"/>
                  </a:lnTo>
                  <a:lnTo>
                    <a:pt x="5793396" y="2302033"/>
                  </a:lnTo>
                  <a:lnTo>
                    <a:pt x="5794030" y="2304557"/>
                  </a:lnTo>
                  <a:lnTo>
                    <a:pt x="5794665" y="2306901"/>
                  </a:lnTo>
                  <a:lnTo>
                    <a:pt x="5795300" y="2309396"/>
                  </a:lnTo>
                  <a:lnTo>
                    <a:pt x="5795935" y="2312044"/>
                  </a:lnTo>
                  <a:lnTo>
                    <a:pt x="5796570" y="2314368"/>
                  </a:lnTo>
                  <a:lnTo>
                    <a:pt x="5797205" y="2316200"/>
                  </a:lnTo>
                  <a:lnTo>
                    <a:pt x="5797840" y="2317993"/>
                  </a:lnTo>
                  <a:lnTo>
                    <a:pt x="5798474" y="2320223"/>
                  </a:lnTo>
                  <a:lnTo>
                    <a:pt x="5799109" y="2322633"/>
                  </a:lnTo>
                  <a:lnTo>
                    <a:pt x="5799744" y="2325556"/>
                  </a:lnTo>
                  <a:lnTo>
                    <a:pt x="5800379" y="2328772"/>
                  </a:lnTo>
                  <a:lnTo>
                    <a:pt x="5801014" y="2332492"/>
                  </a:lnTo>
                  <a:lnTo>
                    <a:pt x="5801649" y="2335737"/>
                  </a:lnTo>
                  <a:lnTo>
                    <a:pt x="5802283" y="2339011"/>
                  </a:lnTo>
                  <a:lnTo>
                    <a:pt x="5802918" y="2341412"/>
                  </a:lnTo>
                  <a:lnTo>
                    <a:pt x="5803553" y="2343300"/>
                  </a:lnTo>
                  <a:lnTo>
                    <a:pt x="5804188" y="2344885"/>
                  </a:lnTo>
                  <a:lnTo>
                    <a:pt x="5804823" y="2346431"/>
                  </a:lnTo>
                  <a:lnTo>
                    <a:pt x="5805458" y="2347627"/>
                  </a:lnTo>
                  <a:lnTo>
                    <a:pt x="5806092" y="2348272"/>
                  </a:lnTo>
                  <a:lnTo>
                    <a:pt x="5806727" y="2349117"/>
                  </a:lnTo>
                  <a:lnTo>
                    <a:pt x="5807362" y="2350103"/>
                  </a:lnTo>
                  <a:lnTo>
                    <a:pt x="5807997" y="2350863"/>
                  </a:lnTo>
                  <a:lnTo>
                    <a:pt x="5808632" y="2351460"/>
                  </a:lnTo>
                  <a:lnTo>
                    <a:pt x="5809267" y="2351783"/>
                  </a:lnTo>
                  <a:lnTo>
                    <a:pt x="5809902" y="2352049"/>
                  </a:lnTo>
                  <a:lnTo>
                    <a:pt x="5810536" y="2351973"/>
                  </a:lnTo>
                  <a:lnTo>
                    <a:pt x="5811171" y="2352030"/>
                  </a:lnTo>
                  <a:lnTo>
                    <a:pt x="5811806" y="2352390"/>
                  </a:lnTo>
                  <a:lnTo>
                    <a:pt x="5812441" y="2352960"/>
                  </a:lnTo>
                  <a:lnTo>
                    <a:pt x="5813076" y="2353766"/>
                  </a:lnTo>
                  <a:lnTo>
                    <a:pt x="5813711" y="2355066"/>
                  </a:lnTo>
                  <a:lnTo>
                    <a:pt x="5814345" y="2356670"/>
                  </a:lnTo>
                  <a:lnTo>
                    <a:pt x="5814980" y="2358416"/>
                  </a:lnTo>
                  <a:lnTo>
                    <a:pt x="5815615" y="2360399"/>
                  </a:lnTo>
                  <a:lnTo>
                    <a:pt x="5816250" y="2362363"/>
                  </a:lnTo>
                  <a:lnTo>
                    <a:pt x="5816885" y="2364251"/>
                  </a:lnTo>
                  <a:lnTo>
                    <a:pt x="5817520" y="2365656"/>
                  </a:lnTo>
                  <a:lnTo>
                    <a:pt x="5818155" y="2366823"/>
                  </a:lnTo>
                  <a:lnTo>
                    <a:pt x="5818789" y="2368028"/>
                  </a:lnTo>
                  <a:lnTo>
                    <a:pt x="5819424" y="2368901"/>
                  </a:lnTo>
                  <a:lnTo>
                    <a:pt x="5820059" y="2369698"/>
                  </a:lnTo>
                  <a:lnTo>
                    <a:pt x="5820694" y="2370419"/>
                  </a:lnTo>
                  <a:lnTo>
                    <a:pt x="5821329" y="2370647"/>
                  </a:lnTo>
                  <a:lnTo>
                    <a:pt x="5821964" y="2370846"/>
                  </a:lnTo>
                  <a:lnTo>
                    <a:pt x="5822598" y="2370704"/>
                  </a:lnTo>
                  <a:lnTo>
                    <a:pt x="5823233" y="2369916"/>
                  </a:lnTo>
                  <a:lnTo>
                    <a:pt x="5823868" y="2368294"/>
                  </a:lnTo>
                  <a:lnTo>
                    <a:pt x="5824503" y="2366045"/>
                  </a:lnTo>
                  <a:lnTo>
                    <a:pt x="5825138" y="2363435"/>
                  </a:lnTo>
                  <a:lnTo>
                    <a:pt x="5825773" y="2360589"/>
                  </a:lnTo>
                  <a:lnTo>
                    <a:pt x="5826408" y="2357638"/>
                  </a:lnTo>
                  <a:lnTo>
                    <a:pt x="5827042" y="2354981"/>
                  </a:lnTo>
                  <a:lnTo>
                    <a:pt x="5827677" y="2352182"/>
                  </a:lnTo>
                  <a:lnTo>
                    <a:pt x="5828312" y="2349268"/>
                  </a:lnTo>
                  <a:lnTo>
                    <a:pt x="5828947" y="2346687"/>
                  </a:lnTo>
                  <a:lnTo>
                    <a:pt x="5829582" y="2344609"/>
                  </a:lnTo>
                  <a:lnTo>
                    <a:pt x="5830217" y="2343281"/>
                  </a:lnTo>
                  <a:lnTo>
                    <a:pt x="5830851" y="2342313"/>
                  </a:lnTo>
                  <a:lnTo>
                    <a:pt x="5831486" y="2341165"/>
                  </a:lnTo>
                  <a:lnTo>
                    <a:pt x="5832121" y="2340235"/>
                  </a:lnTo>
                  <a:lnTo>
                    <a:pt x="5832756" y="2339533"/>
                  </a:lnTo>
                  <a:lnTo>
                    <a:pt x="5833391" y="2339362"/>
                  </a:lnTo>
                  <a:lnTo>
                    <a:pt x="5834026" y="2339675"/>
                  </a:lnTo>
                  <a:lnTo>
                    <a:pt x="5834661" y="2340406"/>
                  </a:lnTo>
                  <a:lnTo>
                    <a:pt x="5835295" y="2341668"/>
                  </a:lnTo>
                  <a:lnTo>
                    <a:pt x="5835930" y="2342987"/>
                  </a:lnTo>
                  <a:lnTo>
                    <a:pt x="5836565" y="2344619"/>
                  </a:lnTo>
                  <a:lnTo>
                    <a:pt x="5837200" y="2346631"/>
                  </a:lnTo>
                  <a:lnTo>
                    <a:pt x="5837835" y="2348889"/>
                  </a:lnTo>
                  <a:lnTo>
                    <a:pt x="5838470" y="2351166"/>
                  </a:lnTo>
                  <a:lnTo>
                    <a:pt x="5839104" y="2353017"/>
                  </a:lnTo>
                  <a:lnTo>
                    <a:pt x="5839739" y="2354060"/>
                  </a:lnTo>
                  <a:lnTo>
                    <a:pt x="5840374" y="2354943"/>
                  </a:lnTo>
                  <a:lnTo>
                    <a:pt x="5841009" y="2355892"/>
                  </a:lnTo>
                  <a:lnTo>
                    <a:pt x="5841644" y="2356793"/>
                  </a:lnTo>
                  <a:lnTo>
                    <a:pt x="5842279" y="2357552"/>
                  </a:lnTo>
                  <a:lnTo>
                    <a:pt x="5842914" y="2358311"/>
                  </a:lnTo>
                  <a:lnTo>
                    <a:pt x="5843548" y="2359070"/>
                  </a:lnTo>
                  <a:lnTo>
                    <a:pt x="5844183" y="2359687"/>
                  </a:lnTo>
                  <a:lnTo>
                    <a:pt x="5844818" y="2359943"/>
                  </a:lnTo>
                  <a:lnTo>
                    <a:pt x="5845453" y="2360133"/>
                  </a:lnTo>
                  <a:lnTo>
                    <a:pt x="5846088" y="2360133"/>
                  </a:lnTo>
                  <a:lnTo>
                    <a:pt x="5846723" y="2360133"/>
                  </a:lnTo>
                  <a:lnTo>
                    <a:pt x="5847357" y="2359962"/>
                  </a:lnTo>
                  <a:lnTo>
                    <a:pt x="5847992" y="2359773"/>
                  </a:lnTo>
                  <a:lnTo>
                    <a:pt x="5848627" y="2359583"/>
                  </a:lnTo>
                  <a:lnTo>
                    <a:pt x="5849262" y="2359488"/>
                  </a:lnTo>
                  <a:lnTo>
                    <a:pt x="5849897" y="2359365"/>
                  </a:lnTo>
                  <a:lnTo>
                    <a:pt x="5850532" y="2359175"/>
                  </a:lnTo>
                  <a:lnTo>
                    <a:pt x="5851167" y="2359033"/>
                  </a:lnTo>
                  <a:lnTo>
                    <a:pt x="5851801" y="2358871"/>
                  </a:lnTo>
                  <a:lnTo>
                    <a:pt x="5852436" y="2358539"/>
                  </a:lnTo>
                  <a:lnTo>
                    <a:pt x="5853071" y="2358046"/>
                  </a:lnTo>
                  <a:lnTo>
                    <a:pt x="5853706" y="2357476"/>
                  </a:lnTo>
                  <a:lnTo>
                    <a:pt x="5854341" y="2356907"/>
                  </a:lnTo>
                  <a:lnTo>
                    <a:pt x="5854976" y="2356167"/>
                  </a:lnTo>
                  <a:lnTo>
                    <a:pt x="5855610" y="2355408"/>
                  </a:lnTo>
                  <a:lnTo>
                    <a:pt x="5856245" y="2354535"/>
                  </a:lnTo>
                  <a:lnTo>
                    <a:pt x="5856880" y="2353690"/>
                  </a:lnTo>
                  <a:lnTo>
                    <a:pt x="5857515" y="2353073"/>
                  </a:lnTo>
                  <a:lnTo>
                    <a:pt x="5858150" y="2352314"/>
                  </a:lnTo>
                  <a:lnTo>
                    <a:pt x="5858785" y="2351555"/>
                  </a:lnTo>
                  <a:lnTo>
                    <a:pt x="5859420" y="2350768"/>
                  </a:lnTo>
                  <a:lnTo>
                    <a:pt x="5860054" y="2349800"/>
                  </a:lnTo>
                  <a:lnTo>
                    <a:pt x="5860689" y="2348661"/>
                  </a:lnTo>
                  <a:lnTo>
                    <a:pt x="5861324" y="2347636"/>
                  </a:lnTo>
                  <a:lnTo>
                    <a:pt x="5861959" y="2346241"/>
                  </a:lnTo>
                  <a:lnTo>
                    <a:pt x="5862594" y="2344856"/>
                  </a:lnTo>
                  <a:lnTo>
                    <a:pt x="5863229" y="2343528"/>
                  </a:lnTo>
                  <a:lnTo>
                    <a:pt x="5863863" y="2342123"/>
                  </a:lnTo>
                  <a:lnTo>
                    <a:pt x="5864498" y="2340586"/>
                  </a:lnTo>
                  <a:lnTo>
                    <a:pt x="5865133" y="2339068"/>
                  </a:lnTo>
                  <a:lnTo>
                    <a:pt x="5865768" y="2337388"/>
                  </a:lnTo>
                  <a:lnTo>
                    <a:pt x="5866403" y="2335092"/>
                  </a:lnTo>
                  <a:lnTo>
                    <a:pt x="5867038" y="2332454"/>
                  </a:lnTo>
                  <a:lnTo>
                    <a:pt x="5867672" y="2329332"/>
                  </a:lnTo>
                  <a:lnTo>
                    <a:pt x="5868307" y="2326106"/>
                  </a:lnTo>
                  <a:lnTo>
                    <a:pt x="5868942" y="2322842"/>
                  </a:lnTo>
                  <a:lnTo>
                    <a:pt x="5869577" y="2319473"/>
                  </a:lnTo>
                  <a:lnTo>
                    <a:pt x="5870212" y="2316247"/>
                  </a:lnTo>
                  <a:lnTo>
                    <a:pt x="5870847" y="2312774"/>
                  </a:lnTo>
                  <a:lnTo>
                    <a:pt x="5871482" y="2309624"/>
                  </a:lnTo>
                  <a:lnTo>
                    <a:pt x="5872116" y="2306550"/>
                  </a:lnTo>
                  <a:lnTo>
                    <a:pt x="5872751" y="2303295"/>
                  </a:lnTo>
                  <a:lnTo>
                    <a:pt x="5873386" y="2299860"/>
                  </a:lnTo>
                  <a:lnTo>
                    <a:pt x="5874021" y="2296586"/>
                  </a:lnTo>
                  <a:lnTo>
                    <a:pt x="5874656" y="2293170"/>
                  </a:lnTo>
                  <a:lnTo>
                    <a:pt x="5875291" y="2290029"/>
                  </a:lnTo>
                  <a:lnTo>
                    <a:pt x="5875925" y="2287477"/>
                  </a:lnTo>
                  <a:lnTo>
                    <a:pt x="5876560" y="2285038"/>
                  </a:lnTo>
                  <a:lnTo>
                    <a:pt x="5877195" y="2283387"/>
                  </a:lnTo>
                  <a:lnTo>
                    <a:pt x="5877830" y="2281888"/>
                  </a:lnTo>
                  <a:lnTo>
                    <a:pt x="5878465" y="2280702"/>
                  </a:lnTo>
                  <a:lnTo>
                    <a:pt x="5879100" y="2280189"/>
                  </a:lnTo>
                  <a:lnTo>
                    <a:pt x="5879735" y="2279990"/>
                  </a:lnTo>
                  <a:lnTo>
                    <a:pt x="5880369" y="2280161"/>
                  </a:lnTo>
                  <a:lnTo>
                    <a:pt x="5881004" y="2280759"/>
                  </a:lnTo>
                  <a:lnTo>
                    <a:pt x="5881639" y="2281698"/>
                  </a:lnTo>
                  <a:lnTo>
                    <a:pt x="5882274" y="2282932"/>
                  </a:lnTo>
                  <a:lnTo>
                    <a:pt x="5882909" y="2284564"/>
                  </a:lnTo>
                  <a:lnTo>
                    <a:pt x="5883544" y="2286661"/>
                  </a:lnTo>
                  <a:lnTo>
                    <a:pt x="5884178" y="2288938"/>
                  </a:lnTo>
                  <a:lnTo>
                    <a:pt x="5884813" y="2291576"/>
                  </a:lnTo>
                  <a:lnTo>
                    <a:pt x="5885448" y="2294423"/>
                  </a:lnTo>
                  <a:lnTo>
                    <a:pt x="5886083" y="2297118"/>
                  </a:lnTo>
                  <a:lnTo>
                    <a:pt x="5886718" y="2299718"/>
                  </a:lnTo>
                  <a:lnTo>
                    <a:pt x="5887353" y="2302166"/>
                  </a:lnTo>
                  <a:lnTo>
                    <a:pt x="5887988" y="2304699"/>
                  </a:lnTo>
                  <a:lnTo>
                    <a:pt x="5888622" y="2307375"/>
                  </a:lnTo>
                  <a:lnTo>
                    <a:pt x="5889257" y="2310241"/>
                  </a:lnTo>
                  <a:lnTo>
                    <a:pt x="5889892" y="2313571"/>
                  </a:lnTo>
                  <a:lnTo>
                    <a:pt x="5890527" y="2317215"/>
                  </a:lnTo>
                  <a:lnTo>
                    <a:pt x="5891162" y="2321039"/>
                  </a:lnTo>
                  <a:lnTo>
                    <a:pt x="5891797" y="2324958"/>
                  </a:lnTo>
                  <a:lnTo>
                    <a:pt x="5892431" y="2328763"/>
                  </a:lnTo>
                  <a:lnTo>
                    <a:pt x="5893066" y="2332521"/>
                  </a:lnTo>
                  <a:lnTo>
                    <a:pt x="5893701" y="2336126"/>
                  </a:lnTo>
                  <a:lnTo>
                    <a:pt x="5894336" y="2339495"/>
                  </a:lnTo>
                  <a:lnTo>
                    <a:pt x="5894971" y="2342769"/>
                  </a:lnTo>
                  <a:lnTo>
                    <a:pt x="5895606" y="2346213"/>
                  </a:lnTo>
                  <a:lnTo>
                    <a:pt x="5896241" y="2349487"/>
                  </a:lnTo>
                  <a:lnTo>
                    <a:pt x="5896875" y="2352485"/>
                  </a:lnTo>
                  <a:lnTo>
                    <a:pt x="5897510" y="2355000"/>
                  </a:lnTo>
                  <a:lnTo>
                    <a:pt x="5898145" y="2356983"/>
                  </a:lnTo>
                  <a:lnTo>
                    <a:pt x="5898780" y="2358321"/>
                  </a:lnTo>
                  <a:lnTo>
                    <a:pt x="5899415" y="2359099"/>
                  </a:lnTo>
                  <a:lnTo>
                    <a:pt x="5900050" y="2359355"/>
                  </a:lnTo>
                  <a:lnTo>
                    <a:pt x="5900684" y="2359165"/>
                  </a:lnTo>
                  <a:lnTo>
                    <a:pt x="5901319" y="2358786"/>
                  </a:lnTo>
                  <a:lnTo>
                    <a:pt x="5901954" y="2358311"/>
                  </a:lnTo>
                  <a:lnTo>
                    <a:pt x="5902589" y="2356926"/>
                  </a:lnTo>
                  <a:lnTo>
                    <a:pt x="5903224" y="2355598"/>
                  </a:lnTo>
                  <a:lnTo>
                    <a:pt x="5903859" y="2354146"/>
                  </a:lnTo>
                  <a:lnTo>
                    <a:pt x="5904494" y="2352713"/>
                  </a:lnTo>
                  <a:lnTo>
                    <a:pt x="5905128" y="2351403"/>
                  </a:lnTo>
                  <a:lnTo>
                    <a:pt x="5905763" y="2350493"/>
                  </a:lnTo>
                  <a:lnTo>
                    <a:pt x="5906398" y="2349952"/>
                  </a:lnTo>
                  <a:lnTo>
                    <a:pt x="5907033" y="2349382"/>
                  </a:lnTo>
                  <a:lnTo>
                    <a:pt x="5907668" y="2348737"/>
                  </a:lnTo>
                  <a:lnTo>
                    <a:pt x="5908303" y="2348414"/>
                  </a:lnTo>
                  <a:lnTo>
                    <a:pt x="5908937" y="2348139"/>
                  </a:lnTo>
                  <a:lnTo>
                    <a:pt x="5909572" y="2347760"/>
                  </a:lnTo>
                  <a:lnTo>
                    <a:pt x="5910207" y="2347513"/>
                  </a:lnTo>
                  <a:lnTo>
                    <a:pt x="5910842" y="2347190"/>
                  </a:lnTo>
                  <a:lnTo>
                    <a:pt x="5911477" y="2346877"/>
                  </a:lnTo>
                  <a:lnTo>
                    <a:pt x="5912112" y="2347200"/>
                  </a:lnTo>
                  <a:lnTo>
                    <a:pt x="5912747" y="2347826"/>
                  </a:lnTo>
                  <a:lnTo>
                    <a:pt x="5913381" y="2348471"/>
                  </a:lnTo>
                  <a:lnTo>
                    <a:pt x="5914016" y="2349107"/>
                  </a:lnTo>
                  <a:lnTo>
                    <a:pt x="5914651" y="2349800"/>
                  </a:lnTo>
                  <a:lnTo>
                    <a:pt x="5915286" y="2350369"/>
                  </a:lnTo>
                  <a:lnTo>
                    <a:pt x="5915921" y="2351090"/>
                  </a:lnTo>
                  <a:lnTo>
                    <a:pt x="5916556" y="2352039"/>
                  </a:lnTo>
                  <a:lnTo>
                    <a:pt x="5917190" y="2353463"/>
                  </a:lnTo>
                  <a:lnTo>
                    <a:pt x="5917825" y="2354563"/>
                  </a:lnTo>
                  <a:lnTo>
                    <a:pt x="5918460" y="2355484"/>
                  </a:lnTo>
                  <a:lnTo>
                    <a:pt x="5919095" y="2356366"/>
                  </a:lnTo>
                  <a:lnTo>
                    <a:pt x="5919730" y="2357287"/>
                  </a:lnTo>
                  <a:lnTo>
                    <a:pt x="5920365" y="2357989"/>
                  </a:lnTo>
                  <a:lnTo>
                    <a:pt x="5920999" y="2358653"/>
                  </a:lnTo>
                  <a:lnTo>
                    <a:pt x="5921634" y="2359412"/>
                  </a:lnTo>
                  <a:lnTo>
                    <a:pt x="5922269" y="2360086"/>
                  </a:lnTo>
                  <a:lnTo>
                    <a:pt x="5922904" y="2360769"/>
                  </a:lnTo>
                  <a:lnTo>
                    <a:pt x="5923539" y="2361329"/>
                  </a:lnTo>
                  <a:lnTo>
                    <a:pt x="5924174" y="2361841"/>
                  </a:lnTo>
                  <a:lnTo>
                    <a:pt x="5924809" y="2362221"/>
                  </a:lnTo>
                  <a:lnTo>
                    <a:pt x="5925443" y="2362458"/>
                  </a:lnTo>
                  <a:lnTo>
                    <a:pt x="5926078" y="2362714"/>
                  </a:lnTo>
                  <a:lnTo>
                    <a:pt x="5926713" y="2362695"/>
                  </a:lnTo>
                  <a:lnTo>
                    <a:pt x="5927348" y="2363008"/>
                  </a:lnTo>
                  <a:lnTo>
                    <a:pt x="5927983" y="2363530"/>
                  </a:lnTo>
                  <a:lnTo>
                    <a:pt x="5928618" y="2364536"/>
                  </a:lnTo>
                  <a:lnTo>
                    <a:pt x="5929252" y="2365381"/>
                  </a:lnTo>
                  <a:lnTo>
                    <a:pt x="5929887" y="2366519"/>
                  </a:lnTo>
                  <a:lnTo>
                    <a:pt x="5930522" y="2367867"/>
                  </a:lnTo>
                  <a:lnTo>
                    <a:pt x="5931157" y="2369195"/>
                  </a:lnTo>
                  <a:lnTo>
                    <a:pt x="5931792" y="2370362"/>
                  </a:lnTo>
                  <a:lnTo>
                    <a:pt x="5932427" y="2371501"/>
                  </a:lnTo>
                  <a:lnTo>
                    <a:pt x="5933062" y="2372791"/>
                  </a:lnTo>
                  <a:lnTo>
                    <a:pt x="5933696" y="2373968"/>
                  </a:lnTo>
                  <a:lnTo>
                    <a:pt x="5934331" y="2375107"/>
                  </a:lnTo>
                  <a:lnTo>
                    <a:pt x="5934966" y="2376245"/>
                  </a:lnTo>
                  <a:lnTo>
                    <a:pt x="5935601" y="2377318"/>
                  </a:lnTo>
                  <a:lnTo>
                    <a:pt x="5936236" y="2378266"/>
                  </a:lnTo>
                  <a:lnTo>
                    <a:pt x="5936871" y="2379054"/>
                  </a:lnTo>
                  <a:lnTo>
                    <a:pt x="5937505" y="2379785"/>
                  </a:lnTo>
                  <a:lnTo>
                    <a:pt x="5938140" y="2380174"/>
                  </a:lnTo>
                  <a:lnTo>
                    <a:pt x="5938775" y="2380553"/>
                  </a:lnTo>
                  <a:lnTo>
                    <a:pt x="5939410" y="2380933"/>
                  </a:lnTo>
                  <a:lnTo>
                    <a:pt x="5940045" y="2381199"/>
                  </a:lnTo>
                  <a:lnTo>
                    <a:pt x="5940680" y="2381388"/>
                  </a:lnTo>
                  <a:lnTo>
                    <a:pt x="5941315" y="2381644"/>
                  </a:lnTo>
                  <a:lnTo>
                    <a:pt x="5941949" y="2382081"/>
                  </a:lnTo>
                  <a:lnTo>
                    <a:pt x="5942584" y="2382498"/>
                  </a:lnTo>
                  <a:lnTo>
                    <a:pt x="5943219" y="2382878"/>
                  </a:lnTo>
                  <a:lnTo>
                    <a:pt x="5943854" y="2383400"/>
                  </a:lnTo>
                  <a:lnTo>
                    <a:pt x="5944489" y="2384463"/>
                  </a:lnTo>
                  <a:lnTo>
                    <a:pt x="5945124" y="2385782"/>
                  </a:lnTo>
                  <a:lnTo>
                    <a:pt x="5945758" y="2387300"/>
                  </a:lnTo>
                  <a:lnTo>
                    <a:pt x="5946393" y="2389463"/>
                  </a:lnTo>
                  <a:lnTo>
                    <a:pt x="5947028" y="2391750"/>
                  </a:lnTo>
                  <a:lnTo>
                    <a:pt x="5947663" y="2394217"/>
                  </a:lnTo>
                  <a:lnTo>
                    <a:pt x="5948298" y="2396865"/>
                  </a:lnTo>
                  <a:lnTo>
                    <a:pt x="5948933" y="2399607"/>
                  </a:lnTo>
                  <a:lnTo>
                    <a:pt x="5949568" y="2402662"/>
                  </a:lnTo>
                  <a:lnTo>
                    <a:pt x="5950202" y="2406249"/>
                  </a:lnTo>
                  <a:lnTo>
                    <a:pt x="5950837" y="2410377"/>
                  </a:lnTo>
                  <a:lnTo>
                    <a:pt x="5951472" y="2414808"/>
                  </a:lnTo>
                  <a:lnTo>
                    <a:pt x="5952107" y="2419695"/>
                  </a:lnTo>
                  <a:lnTo>
                    <a:pt x="5952742" y="2424819"/>
                  </a:lnTo>
                  <a:lnTo>
                    <a:pt x="5953377" y="2429867"/>
                  </a:lnTo>
                  <a:lnTo>
                    <a:pt x="5954011" y="2434773"/>
                  </a:lnTo>
                  <a:lnTo>
                    <a:pt x="5954646" y="2439660"/>
                  </a:lnTo>
                  <a:lnTo>
                    <a:pt x="5955281" y="2444404"/>
                  </a:lnTo>
                  <a:lnTo>
                    <a:pt x="5955916" y="2448503"/>
                  </a:lnTo>
                  <a:lnTo>
                    <a:pt x="5956551" y="2452479"/>
                  </a:lnTo>
                  <a:lnTo>
                    <a:pt x="5957186" y="2456275"/>
                  </a:lnTo>
                  <a:lnTo>
                    <a:pt x="5957821" y="2459890"/>
                  </a:lnTo>
                  <a:lnTo>
                    <a:pt x="5958455" y="2463239"/>
                  </a:lnTo>
                  <a:lnTo>
                    <a:pt x="5959090" y="2466257"/>
                  </a:lnTo>
                  <a:lnTo>
                    <a:pt x="5959725" y="2468743"/>
                  </a:lnTo>
                  <a:lnTo>
                    <a:pt x="5960360" y="2470479"/>
                  </a:lnTo>
                  <a:lnTo>
                    <a:pt x="5960995" y="2471675"/>
                  </a:lnTo>
                  <a:lnTo>
                    <a:pt x="5961630" y="2472102"/>
                  </a:lnTo>
                  <a:lnTo>
                    <a:pt x="5962264" y="2472292"/>
                  </a:lnTo>
                  <a:lnTo>
                    <a:pt x="5962899" y="2472415"/>
                  </a:lnTo>
                  <a:lnTo>
                    <a:pt x="5963534" y="2472140"/>
                  </a:lnTo>
                  <a:lnTo>
                    <a:pt x="5964169" y="2471628"/>
                  </a:lnTo>
                  <a:lnTo>
                    <a:pt x="5964804" y="2471058"/>
                  </a:lnTo>
                  <a:lnTo>
                    <a:pt x="5965439" y="2470489"/>
                  </a:lnTo>
                  <a:lnTo>
                    <a:pt x="5966074" y="2469920"/>
                  </a:lnTo>
                  <a:lnTo>
                    <a:pt x="5966708" y="2469445"/>
                  </a:lnTo>
                  <a:lnTo>
                    <a:pt x="5967343" y="2469066"/>
                  </a:lnTo>
                  <a:lnTo>
                    <a:pt x="5967978" y="2468857"/>
                  </a:lnTo>
                  <a:lnTo>
                    <a:pt x="5968613" y="2468714"/>
                  </a:lnTo>
                  <a:lnTo>
                    <a:pt x="5969248" y="2468714"/>
                  </a:lnTo>
                  <a:lnTo>
                    <a:pt x="5969883" y="2468857"/>
                  </a:lnTo>
                  <a:lnTo>
                    <a:pt x="5970517" y="2469056"/>
                  </a:lnTo>
                  <a:lnTo>
                    <a:pt x="5971152" y="2469436"/>
                  </a:lnTo>
                  <a:lnTo>
                    <a:pt x="5971787" y="2469730"/>
                  </a:lnTo>
                  <a:lnTo>
                    <a:pt x="5972422" y="2469920"/>
                  </a:lnTo>
                  <a:lnTo>
                    <a:pt x="5973057" y="2470005"/>
                  </a:lnTo>
                  <a:lnTo>
                    <a:pt x="5973692" y="2470005"/>
                  </a:lnTo>
                  <a:lnTo>
                    <a:pt x="5974326" y="2469844"/>
                  </a:lnTo>
                  <a:lnTo>
                    <a:pt x="5974961" y="2469654"/>
                  </a:lnTo>
                  <a:lnTo>
                    <a:pt x="5975596" y="2469464"/>
                  </a:lnTo>
                  <a:lnTo>
                    <a:pt x="5976231" y="2469179"/>
                  </a:lnTo>
                  <a:lnTo>
                    <a:pt x="5976866" y="2468800"/>
                  </a:lnTo>
                  <a:lnTo>
                    <a:pt x="5977501" y="2468249"/>
                  </a:lnTo>
                  <a:lnTo>
                    <a:pt x="5978136" y="2467633"/>
                  </a:lnTo>
                  <a:lnTo>
                    <a:pt x="5978770" y="2467035"/>
                  </a:lnTo>
                  <a:lnTo>
                    <a:pt x="5979405" y="2466608"/>
                  </a:lnTo>
                  <a:lnTo>
                    <a:pt x="5980040" y="2466342"/>
                  </a:lnTo>
                  <a:lnTo>
                    <a:pt x="5980675" y="2466152"/>
                  </a:lnTo>
                  <a:lnTo>
                    <a:pt x="5981310" y="2466048"/>
                  </a:lnTo>
                  <a:lnTo>
                    <a:pt x="5981945" y="2466219"/>
                  </a:lnTo>
                  <a:lnTo>
                    <a:pt x="5982579" y="2466513"/>
                  </a:lnTo>
                  <a:lnTo>
                    <a:pt x="5983214" y="2467006"/>
                  </a:lnTo>
                  <a:lnTo>
                    <a:pt x="5983849" y="2467737"/>
                  </a:lnTo>
                  <a:lnTo>
                    <a:pt x="5984484" y="2468544"/>
                  </a:lnTo>
                  <a:lnTo>
                    <a:pt x="5985119" y="2469493"/>
                  </a:lnTo>
                  <a:lnTo>
                    <a:pt x="5985754" y="2470441"/>
                  </a:lnTo>
                  <a:lnTo>
                    <a:pt x="5986389" y="2471409"/>
                  </a:lnTo>
                  <a:lnTo>
                    <a:pt x="5987023" y="2472548"/>
                  </a:lnTo>
                  <a:lnTo>
                    <a:pt x="5987658" y="2473876"/>
                  </a:lnTo>
                  <a:lnTo>
                    <a:pt x="5988293" y="2474930"/>
                  </a:lnTo>
                  <a:lnTo>
                    <a:pt x="5988928" y="2476457"/>
                  </a:lnTo>
                  <a:lnTo>
                    <a:pt x="5989563" y="2478222"/>
                  </a:lnTo>
                  <a:lnTo>
                    <a:pt x="5990198" y="2479854"/>
                  </a:lnTo>
                  <a:lnTo>
                    <a:pt x="5990832" y="2481449"/>
                  </a:lnTo>
                  <a:lnTo>
                    <a:pt x="5991467" y="2483147"/>
                  </a:lnTo>
                  <a:lnTo>
                    <a:pt x="5992102" y="2484665"/>
                  </a:lnTo>
                  <a:lnTo>
                    <a:pt x="5992737" y="2486165"/>
                  </a:lnTo>
                  <a:lnTo>
                    <a:pt x="5993372" y="2488129"/>
                  </a:lnTo>
                  <a:lnTo>
                    <a:pt x="5994007" y="2489846"/>
                  </a:lnTo>
                  <a:lnTo>
                    <a:pt x="5994642" y="2491602"/>
                  </a:lnTo>
                  <a:lnTo>
                    <a:pt x="5995276" y="2493063"/>
                  </a:lnTo>
                  <a:lnTo>
                    <a:pt x="5995911" y="2494439"/>
                  </a:lnTo>
                  <a:lnTo>
                    <a:pt x="5996546" y="2496099"/>
                  </a:lnTo>
                  <a:lnTo>
                    <a:pt x="5997181" y="2497618"/>
                  </a:lnTo>
                  <a:lnTo>
                    <a:pt x="5997816" y="2499544"/>
                  </a:lnTo>
                  <a:lnTo>
                    <a:pt x="5998451" y="2500958"/>
                  </a:lnTo>
                  <a:lnTo>
                    <a:pt x="5999085" y="2501945"/>
                  </a:lnTo>
                  <a:lnTo>
                    <a:pt x="5999720" y="2503188"/>
                  </a:lnTo>
                  <a:lnTo>
                    <a:pt x="6000355" y="2504725"/>
                  </a:lnTo>
                  <a:lnTo>
                    <a:pt x="6000990" y="2506129"/>
                  </a:lnTo>
                  <a:lnTo>
                    <a:pt x="6001625" y="2507837"/>
                  </a:lnTo>
                  <a:lnTo>
                    <a:pt x="6002260" y="2509450"/>
                  </a:lnTo>
                  <a:lnTo>
                    <a:pt x="6002895" y="2510522"/>
                  </a:lnTo>
                  <a:lnTo>
                    <a:pt x="6003529" y="2511794"/>
                  </a:lnTo>
                  <a:lnTo>
                    <a:pt x="6004164" y="2512847"/>
                  </a:lnTo>
                  <a:lnTo>
                    <a:pt x="6004799" y="2513863"/>
                  </a:lnTo>
                  <a:lnTo>
                    <a:pt x="6005434" y="2514764"/>
                  </a:lnTo>
                  <a:lnTo>
                    <a:pt x="6006069" y="2515134"/>
                  </a:lnTo>
                  <a:lnTo>
                    <a:pt x="6006704" y="2515125"/>
                  </a:lnTo>
                  <a:lnTo>
                    <a:pt x="6007338" y="2514375"/>
                  </a:lnTo>
                  <a:lnTo>
                    <a:pt x="6007973" y="2513379"/>
                  </a:lnTo>
                  <a:lnTo>
                    <a:pt x="6008608" y="2512155"/>
                  </a:lnTo>
                  <a:lnTo>
                    <a:pt x="6009243" y="2510608"/>
                  </a:lnTo>
                  <a:lnTo>
                    <a:pt x="6009878" y="2508615"/>
                  </a:lnTo>
                  <a:lnTo>
                    <a:pt x="6010513" y="2506233"/>
                  </a:lnTo>
                  <a:lnTo>
                    <a:pt x="6011148" y="2503320"/>
                  </a:lnTo>
                  <a:lnTo>
                    <a:pt x="6011782" y="2499677"/>
                  </a:lnTo>
                  <a:lnTo>
                    <a:pt x="6012417" y="2495558"/>
                  </a:lnTo>
                  <a:lnTo>
                    <a:pt x="6013052" y="2490975"/>
                  </a:lnTo>
                  <a:lnTo>
                    <a:pt x="6013687" y="2486297"/>
                  </a:lnTo>
                  <a:lnTo>
                    <a:pt x="6014322" y="2481904"/>
                  </a:lnTo>
                  <a:lnTo>
                    <a:pt x="6014957" y="2477492"/>
                  </a:lnTo>
                  <a:lnTo>
                    <a:pt x="6015591" y="2472757"/>
                  </a:lnTo>
                  <a:lnTo>
                    <a:pt x="6016226" y="2468174"/>
                  </a:lnTo>
                  <a:lnTo>
                    <a:pt x="6016861" y="2463657"/>
                  </a:lnTo>
                  <a:lnTo>
                    <a:pt x="6017496" y="2458856"/>
                  </a:lnTo>
                  <a:lnTo>
                    <a:pt x="6018131" y="2454054"/>
                  </a:lnTo>
                  <a:lnTo>
                    <a:pt x="6018766" y="2449035"/>
                  </a:lnTo>
                  <a:lnTo>
                    <a:pt x="6019401" y="2443654"/>
                  </a:lnTo>
                  <a:lnTo>
                    <a:pt x="6020035" y="2438284"/>
                  </a:lnTo>
                  <a:lnTo>
                    <a:pt x="6020670" y="2433255"/>
                  </a:lnTo>
                  <a:lnTo>
                    <a:pt x="6021305" y="2428833"/>
                  </a:lnTo>
                  <a:lnTo>
                    <a:pt x="6021940" y="2424790"/>
                  </a:lnTo>
                  <a:lnTo>
                    <a:pt x="6022575" y="2421289"/>
                  </a:lnTo>
                  <a:lnTo>
                    <a:pt x="6023210" y="2417816"/>
                  </a:lnTo>
                  <a:lnTo>
                    <a:pt x="6023844" y="2414647"/>
                  </a:lnTo>
                  <a:lnTo>
                    <a:pt x="6024479" y="2411829"/>
                  </a:lnTo>
                  <a:lnTo>
                    <a:pt x="6025114" y="2409580"/>
                  </a:lnTo>
                  <a:lnTo>
                    <a:pt x="6025749" y="2407701"/>
                  </a:lnTo>
                  <a:lnTo>
                    <a:pt x="6026384" y="2405927"/>
                  </a:lnTo>
                  <a:lnTo>
                    <a:pt x="6027019" y="2404181"/>
                  </a:lnTo>
                  <a:lnTo>
                    <a:pt x="6027653" y="2402586"/>
                  </a:lnTo>
                  <a:lnTo>
                    <a:pt x="6028288" y="2401049"/>
                  </a:lnTo>
                  <a:lnTo>
                    <a:pt x="6028923" y="2399854"/>
                  </a:lnTo>
                  <a:lnTo>
                    <a:pt x="6029558" y="2399370"/>
                  </a:lnTo>
                  <a:lnTo>
                    <a:pt x="6030193" y="2398962"/>
                  </a:lnTo>
                  <a:lnTo>
                    <a:pt x="6030828" y="2398573"/>
                  </a:lnTo>
                  <a:lnTo>
                    <a:pt x="6031463" y="2398193"/>
                  </a:lnTo>
                  <a:lnTo>
                    <a:pt x="6032097" y="2397681"/>
                  </a:lnTo>
                  <a:lnTo>
                    <a:pt x="6032732" y="2396855"/>
                  </a:lnTo>
                  <a:lnTo>
                    <a:pt x="6033367" y="2395565"/>
                  </a:lnTo>
                  <a:lnTo>
                    <a:pt x="6034002" y="2394065"/>
                  </a:lnTo>
                  <a:lnTo>
                    <a:pt x="6034637" y="2392737"/>
                  </a:lnTo>
                  <a:lnTo>
                    <a:pt x="6035272" y="2391238"/>
                  </a:lnTo>
                  <a:lnTo>
                    <a:pt x="6035906" y="2390033"/>
                  </a:lnTo>
                  <a:lnTo>
                    <a:pt x="6036541" y="2389160"/>
                  </a:lnTo>
                  <a:lnTo>
                    <a:pt x="6037176" y="2388220"/>
                  </a:lnTo>
                  <a:lnTo>
                    <a:pt x="6037811" y="2387698"/>
                  </a:lnTo>
                  <a:lnTo>
                    <a:pt x="6038446" y="2387442"/>
                  </a:lnTo>
                  <a:lnTo>
                    <a:pt x="6039081" y="2386712"/>
                  </a:lnTo>
                  <a:lnTo>
                    <a:pt x="6039716" y="2385952"/>
                  </a:lnTo>
                  <a:lnTo>
                    <a:pt x="6040350" y="2385412"/>
                  </a:lnTo>
                  <a:lnTo>
                    <a:pt x="6040985" y="2385042"/>
                  </a:lnTo>
                  <a:lnTo>
                    <a:pt x="6041620" y="2384709"/>
                  </a:lnTo>
                  <a:lnTo>
                    <a:pt x="6042255" y="2385206"/>
                  </a:lnTo>
                  <a:lnTo>
                    <a:pt x="6042890" y="2385827"/>
                  </a:lnTo>
                  <a:lnTo>
                    <a:pt x="6043525" y="2386380"/>
                  </a:lnTo>
                  <a:lnTo>
                    <a:pt x="6044159" y="2386487"/>
                  </a:lnTo>
                  <a:lnTo>
                    <a:pt x="6044794" y="2386581"/>
                  </a:lnTo>
                  <a:lnTo>
                    <a:pt x="6045429" y="2386816"/>
                  </a:lnTo>
                  <a:lnTo>
                    <a:pt x="6046064" y="2386666"/>
                  </a:lnTo>
                  <a:lnTo>
                    <a:pt x="6046699" y="2386547"/>
                  </a:lnTo>
                  <a:lnTo>
                    <a:pt x="6047334" y="2386481"/>
                  </a:lnTo>
                  <a:lnTo>
                    <a:pt x="6047969" y="2386390"/>
                  </a:lnTo>
                  <a:lnTo>
                    <a:pt x="6048603" y="2386229"/>
                  </a:lnTo>
                  <a:lnTo>
                    <a:pt x="6049238" y="2385867"/>
                  </a:lnTo>
                  <a:lnTo>
                    <a:pt x="6049873" y="2385302"/>
                  </a:lnTo>
                  <a:lnTo>
                    <a:pt x="6050508" y="2384248"/>
                  </a:lnTo>
                  <a:lnTo>
                    <a:pt x="6051143" y="2382602"/>
                  </a:lnTo>
                  <a:lnTo>
                    <a:pt x="6051778" y="2380314"/>
                  </a:lnTo>
                  <a:lnTo>
                    <a:pt x="6052412" y="2377317"/>
                  </a:lnTo>
                  <a:lnTo>
                    <a:pt x="6053047" y="2372383"/>
                  </a:lnTo>
                  <a:lnTo>
                    <a:pt x="6053682" y="2367600"/>
                  </a:lnTo>
                  <a:lnTo>
                    <a:pt x="6054317" y="2364299"/>
                  </a:lnTo>
                  <a:lnTo>
                    <a:pt x="6054952" y="2361424"/>
                  </a:lnTo>
                  <a:lnTo>
                    <a:pt x="6055587" y="2358435"/>
                  </a:lnTo>
                  <a:lnTo>
                    <a:pt x="6056222" y="2355932"/>
                  </a:lnTo>
                  <a:lnTo>
                    <a:pt x="6056856" y="2353527"/>
                  </a:lnTo>
                  <a:lnTo>
                    <a:pt x="6057491" y="2351054"/>
                  </a:lnTo>
                  <a:lnTo>
                    <a:pt x="6058126" y="2348508"/>
                  </a:lnTo>
                  <a:lnTo>
                    <a:pt x="6058761" y="2346021"/>
                  </a:lnTo>
                  <a:lnTo>
                    <a:pt x="6059396" y="2343482"/>
                  </a:lnTo>
                  <a:lnTo>
                    <a:pt x="6060031" y="2341155"/>
                  </a:lnTo>
                  <a:lnTo>
                    <a:pt x="6060665" y="2339124"/>
                  </a:lnTo>
                  <a:lnTo>
                    <a:pt x="6061300" y="2337421"/>
                  </a:lnTo>
                  <a:lnTo>
                    <a:pt x="6061935" y="2335966"/>
                  </a:lnTo>
                  <a:lnTo>
                    <a:pt x="6062570" y="2334478"/>
                  </a:lnTo>
                  <a:lnTo>
                    <a:pt x="6063205" y="2333070"/>
                  </a:lnTo>
                  <a:lnTo>
                    <a:pt x="6063840" y="2331823"/>
                  </a:lnTo>
                  <a:lnTo>
                    <a:pt x="6064475" y="2330751"/>
                  </a:lnTo>
                  <a:lnTo>
                    <a:pt x="6065109" y="2329882"/>
                  </a:lnTo>
                  <a:lnTo>
                    <a:pt x="6065744" y="2328991"/>
                  </a:lnTo>
                  <a:lnTo>
                    <a:pt x="6066379" y="2328177"/>
                  </a:lnTo>
                  <a:lnTo>
                    <a:pt x="6067014" y="2327115"/>
                  </a:lnTo>
                  <a:lnTo>
                    <a:pt x="6067649" y="2325790"/>
                  </a:lnTo>
                  <a:lnTo>
                    <a:pt x="6068284" y="2323636"/>
                  </a:lnTo>
                  <a:lnTo>
                    <a:pt x="6068918" y="2321644"/>
                  </a:lnTo>
                  <a:lnTo>
                    <a:pt x="6069553" y="2320115"/>
                  </a:lnTo>
                  <a:lnTo>
                    <a:pt x="6070188" y="2318398"/>
                  </a:lnTo>
                  <a:lnTo>
                    <a:pt x="6070823" y="2316564"/>
                  </a:lnTo>
                  <a:lnTo>
                    <a:pt x="6071458" y="2314634"/>
                  </a:lnTo>
                  <a:lnTo>
                    <a:pt x="6072093" y="2312869"/>
                  </a:lnTo>
                  <a:lnTo>
                    <a:pt x="6072728" y="2311112"/>
                  </a:lnTo>
                  <a:lnTo>
                    <a:pt x="6073362" y="2309485"/>
                  </a:lnTo>
                  <a:lnTo>
                    <a:pt x="6073997" y="2307859"/>
                  </a:lnTo>
                  <a:lnTo>
                    <a:pt x="6074632" y="2306233"/>
                  </a:lnTo>
                  <a:lnTo>
                    <a:pt x="6075267" y="2304690"/>
                  </a:lnTo>
                  <a:lnTo>
                    <a:pt x="6075902" y="2303063"/>
                  </a:lnTo>
                  <a:lnTo>
                    <a:pt x="6076537" y="2301568"/>
                  </a:lnTo>
                  <a:lnTo>
                    <a:pt x="6077171" y="2300357"/>
                  </a:lnTo>
                  <a:lnTo>
                    <a:pt x="6077806" y="2299270"/>
                  </a:lnTo>
                  <a:lnTo>
                    <a:pt x="6078441" y="2298127"/>
                  </a:lnTo>
                  <a:lnTo>
                    <a:pt x="6079076" y="2297165"/>
                  </a:lnTo>
                  <a:lnTo>
                    <a:pt x="6079711" y="2296459"/>
                  </a:lnTo>
                  <a:lnTo>
                    <a:pt x="6080346" y="2295387"/>
                  </a:lnTo>
                  <a:lnTo>
                    <a:pt x="6080981" y="2294410"/>
                  </a:lnTo>
                  <a:lnTo>
                    <a:pt x="6081615" y="2293527"/>
                  </a:lnTo>
                  <a:lnTo>
                    <a:pt x="6082250" y="2292417"/>
                  </a:lnTo>
                  <a:lnTo>
                    <a:pt x="6082885" y="2291089"/>
                  </a:lnTo>
                  <a:lnTo>
                    <a:pt x="6083520" y="2289580"/>
                  </a:lnTo>
                  <a:lnTo>
                    <a:pt x="6084155" y="2288062"/>
                  </a:lnTo>
                  <a:lnTo>
                    <a:pt x="6084790" y="2286543"/>
                  </a:lnTo>
                  <a:lnTo>
                    <a:pt x="6085424" y="2285205"/>
                  </a:lnTo>
                  <a:lnTo>
                    <a:pt x="6086059" y="2283725"/>
                  </a:lnTo>
                  <a:lnTo>
                    <a:pt x="6086694" y="2282160"/>
                  </a:lnTo>
                  <a:lnTo>
                    <a:pt x="6087329" y="2280803"/>
                  </a:lnTo>
                  <a:lnTo>
                    <a:pt x="6087964" y="2279673"/>
                  </a:lnTo>
                  <a:lnTo>
                    <a:pt x="6088599" y="2278582"/>
                  </a:lnTo>
                  <a:lnTo>
                    <a:pt x="6089233" y="2277444"/>
                  </a:lnTo>
                  <a:lnTo>
                    <a:pt x="6089868" y="2276333"/>
                  </a:lnTo>
                  <a:lnTo>
                    <a:pt x="6090503" y="2275318"/>
                  </a:lnTo>
                  <a:lnTo>
                    <a:pt x="6091138" y="2274084"/>
                  </a:lnTo>
                  <a:lnTo>
                    <a:pt x="6091773" y="2272509"/>
                  </a:lnTo>
                  <a:lnTo>
                    <a:pt x="6092408" y="2270498"/>
                  </a:lnTo>
                  <a:lnTo>
                    <a:pt x="6093043" y="2268590"/>
                  </a:lnTo>
                  <a:lnTo>
                    <a:pt x="6093677" y="2266645"/>
                  </a:lnTo>
                  <a:lnTo>
                    <a:pt x="6094312" y="2265262"/>
                  </a:lnTo>
                  <a:lnTo>
                    <a:pt x="6094947" y="2263801"/>
                  </a:lnTo>
                  <a:lnTo>
                    <a:pt x="6095582" y="2262386"/>
                  </a:lnTo>
                  <a:lnTo>
                    <a:pt x="6096217" y="2260786"/>
                  </a:lnTo>
                  <a:lnTo>
                    <a:pt x="6096852" y="2258513"/>
                  </a:lnTo>
                  <a:lnTo>
                    <a:pt x="6097486" y="2255753"/>
                  </a:lnTo>
                  <a:lnTo>
                    <a:pt x="6098121" y="2252620"/>
                  </a:lnTo>
                  <a:lnTo>
                    <a:pt x="6098756" y="2249254"/>
                  </a:lnTo>
                  <a:lnTo>
                    <a:pt x="6099391" y="2245571"/>
                  </a:lnTo>
                  <a:lnTo>
                    <a:pt x="6100026" y="2241696"/>
                  </a:lnTo>
                  <a:lnTo>
                    <a:pt x="6100661" y="2237601"/>
                  </a:lnTo>
                  <a:lnTo>
                    <a:pt x="6101296" y="2233847"/>
                  </a:lnTo>
                  <a:lnTo>
                    <a:pt x="6101930" y="2230184"/>
                  </a:lnTo>
                  <a:lnTo>
                    <a:pt x="6102565" y="2226466"/>
                  </a:lnTo>
                  <a:lnTo>
                    <a:pt x="6103200" y="2222679"/>
                  </a:lnTo>
                  <a:lnTo>
                    <a:pt x="6103835" y="2219098"/>
                  </a:lnTo>
                  <a:lnTo>
                    <a:pt x="6104470" y="2215578"/>
                  </a:lnTo>
                  <a:lnTo>
                    <a:pt x="6105105" y="2211822"/>
                  </a:lnTo>
                  <a:lnTo>
                    <a:pt x="6105739" y="2206138"/>
                  </a:lnTo>
                  <a:lnTo>
                    <a:pt x="6106374" y="2199819"/>
                  </a:lnTo>
                  <a:lnTo>
                    <a:pt x="6107009" y="2192958"/>
                  </a:lnTo>
                  <a:lnTo>
                    <a:pt x="6107644" y="2185291"/>
                  </a:lnTo>
                  <a:lnTo>
                    <a:pt x="6108279" y="2179310"/>
                  </a:lnTo>
                  <a:lnTo>
                    <a:pt x="6108914" y="2173042"/>
                  </a:lnTo>
                  <a:lnTo>
                    <a:pt x="6109549" y="2166729"/>
                  </a:lnTo>
                  <a:lnTo>
                    <a:pt x="6110183" y="2160540"/>
                  </a:lnTo>
                  <a:lnTo>
                    <a:pt x="6110818" y="2154031"/>
                  </a:lnTo>
                  <a:lnTo>
                    <a:pt x="6111453" y="2147341"/>
                  </a:lnTo>
                  <a:lnTo>
                    <a:pt x="6112088" y="2140443"/>
                  </a:lnTo>
                  <a:lnTo>
                    <a:pt x="6112723" y="2133311"/>
                  </a:lnTo>
                  <a:lnTo>
                    <a:pt x="6113358" y="2125960"/>
                  </a:lnTo>
                  <a:lnTo>
                    <a:pt x="6113992" y="2118723"/>
                  </a:lnTo>
                  <a:lnTo>
                    <a:pt x="6114627" y="2111445"/>
                  </a:lnTo>
                  <a:lnTo>
                    <a:pt x="6115262" y="2104716"/>
                  </a:lnTo>
                  <a:lnTo>
                    <a:pt x="6115897" y="2098444"/>
                  </a:lnTo>
                  <a:lnTo>
                    <a:pt x="6116532" y="2092725"/>
                  </a:lnTo>
                  <a:lnTo>
                    <a:pt x="6117167" y="2087752"/>
                  </a:lnTo>
                  <a:lnTo>
                    <a:pt x="6117802" y="2083254"/>
                  </a:lnTo>
                  <a:lnTo>
                    <a:pt x="6118436" y="2079471"/>
                  </a:lnTo>
                  <a:lnTo>
                    <a:pt x="6119071" y="2076160"/>
                  </a:lnTo>
                  <a:lnTo>
                    <a:pt x="6119706" y="2072070"/>
                  </a:lnTo>
                  <a:lnTo>
                    <a:pt x="6120341" y="2068568"/>
                  </a:lnTo>
                  <a:lnTo>
                    <a:pt x="6120976" y="2066082"/>
                  </a:lnTo>
                  <a:lnTo>
                    <a:pt x="6121611" y="2064232"/>
                  </a:lnTo>
                  <a:lnTo>
                    <a:pt x="6122245" y="2063188"/>
                  </a:lnTo>
                  <a:lnTo>
                    <a:pt x="6122880" y="2062581"/>
                  </a:lnTo>
                  <a:lnTo>
                    <a:pt x="6123515" y="2061822"/>
                  </a:lnTo>
                  <a:lnTo>
                    <a:pt x="6124150" y="2061366"/>
                  </a:lnTo>
                  <a:lnTo>
                    <a:pt x="6124785" y="2061006"/>
                  </a:lnTo>
                  <a:lnTo>
                    <a:pt x="6125420" y="2061480"/>
                  </a:lnTo>
                  <a:lnTo>
                    <a:pt x="6126055" y="2062429"/>
                  </a:lnTo>
                  <a:lnTo>
                    <a:pt x="6126689" y="2063577"/>
                  </a:lnTo>
                  <a:lnTo>
                    <a:pt x="6127324" y="2064877"/>
                  </a:lnTo>
                  <a:lnTo>
                    <a:pt x="6127959" y="2066177"/>
                  </a:lnTo>
                  <a:lnTo>
                    <a:pt x="6128594" y="2067316"/>
                  </a:lnTo>
                  <a:lnTo>
                    <a:pt x="6129229" y="2068274"/>
                  </a:lnTo>
                  <a:lnTo>
                    <a:pt x="6129864" y="2069185"/>
                  </a:lnTo>
                  <a:lnTo>
                    <a:pt x="6130498" y="2069755"/>
                  </a:lnTo>
                  <a:lnTo>
                    <a:pt x="6131133" y="2070077"/>
                  </a:lnTo>
                  <a:lnTo>
                    <a:pt x="6131768" y="2070390"/>
                  </a:lnTo>
                  <a:lnTo>
                    <a:pt x="6132403" y="2070684"/>
                  </a:lnTo>
                  <a:lnTo>
                    <a:pt x="6133038" y="2071102"/>
                  </a:lnTo>
                  <a:lnTo>
                    <a:pt x="6133673" y="2071871"/>
                  </a:lnTo>
                  <a:lnTo>
                    <a:pt x="6134308" y="2073085"/>
                  </a:lnTo>
                  <a:lnTo>
                    <a:pt x="6134942" y="2074328"/>
                  </a:lnTo>
                  <a:lnTo>
                    <a:pt x="6135577" y="2075647"/>
                  </a:lnTo>
                  <a:lnTo>
                    <a:pt x="6136212" y="2076995"/>
                  </a:lnTo>
                  <a:lnTo>
                    <a:pt x="6136847" y="2078579"/>
                  </a:lnTo>
                  <a:lnTo>
                    <a:pt x="6137482" y="2080344"/>
                  </a:lnTo>
                  <a:lnTo>
                    <a:pt x="6138117" y="2082498"/>
                  </a:lnTo>
                  <a:lnTo>
                    <a:pt x="6138751" y="2085392"/>
                  </a:lnTo>
                  <a:lnTo>
                    <a:pt x="6139386" y="2088941"/>
                  </a:lnTo>
                  <a:lnTo>
                    <a:pt x="6140021" y="2093211"/>
                  </a:lnTo>
                  <a:lnTo>
                    <a:pt x="6140656" y="2097728"/>
                  </a:lnTo>
                  <a:lnTo>
                    <a:pt x="6141291" y="2102121"/>
                  </a:lnTo>
                  <a:lnTo>
                    <a:pt x="6141926" y="2106600"/>
                  </a:lnTo>
                  <a:lnTo>
                    <a:pt x="6142560" y="2111525"/>
                  </a:lnTo>
                  <a:lnTo>
                    <a:pt x="6143195" y="2116298"/>
                  </a:lnTo>
                  <a:lnTo>
                    <a:pt x="6143830" y="2121004"/>
                  </a:lnTo>
                  <a:lnTo>
                    <a:pt x="6144465" y="2125995"/>
                  </a:lnTo>
                  <a:lnTo>
                    <a:pt x="6145100" y="2131062"/>
                  </a:lnTo>
                  <a:lnTo>
                    <a:pt x="6145735" y="2136461"/>
                  </a:lnTo>
                  <a:lnTo>
                    <a:pt x="6146370" y="2142344"/>
                  </a:lnTo>
                  <a:lnTo>
                    <a:pt x="6147004" y="2148341"/>
                  </a:lnTo>
                  <a:lnTo>
                    <a:pt x="6147639" y="2154130"/>
                  </a:lnTo>
                  <a:lnTo>
                    <a:pt x="6148274" y="2159301"/>
                  </a:lnTo>
                  <a:lnTo>
                    <a:pt x="6148909" y="2163875"/>
                  </a:lnTo>
                  <a:lnTo>
                    <a:pt x="6149544" y="2167575"/>
                  </a:lnTo>
                  <a:lnTo>
                    <a:pt x="6150179" y="2171029"/>
                  </a:lnTo>
                  <a:lnTo>
                    <a:pt x="6150813" y="2174237"/>
                  </a:lnTo>
                  <a:lnTo>
                    <a:pt x="6151448" y="2177245"/>
                  </a:lnTo>
                  <a:lnTo>
                    <a:pt x="6152083" y="2179683"/>
                  </a:lnTo>
                  <a:lnTo>
                    <a:pt x="6152718" y="2181923"/>
                  </a:lnTo>
                  <a:lnTo>
                    <a:pt x="6153353" y="2184077"/>
                  </a:lnTo>
                  <a:lnTo>
                    <a:pt x="6153988" y="2186202"/>
                  </a:lnTo>
                  <a:lnTo>
                    <a:pt x="6154623" y="2188176"/>
                  </a:lnTo>
                  <a:lnTo>
                    <a:pt x="6155257" y="2190093"/>
                  </a:lnTo>
                  <a:lnTo>
                    <a:pt x="6155892" y="2191734"/>
                  </a:lnTo>
                  <a:lnTo>
                    <a:pt x="6156527" y="2193243"/>
                  </a:lnTo>
                  <a:lnTo>
                    <a:pt x="6157162" y="2194600"/>
                  </a:lnTo>
                  <a:lnTo>
                    <a:pt x="6157797" y="2195938"/>
                  </a:lnTo>
                  <a:lnTo>
                    <a:pt x="6158432" y="2197304"/>
                  </a:lnTo>
                  <a:lnTo>
                    <a:pt x="6159066" y="2198984"/>
                  </a:lnTo>
                  <a:lnTo>
                    <a:pt x="6159701" y="2201033"/>
                  </a:lnTo>
                  <a:lnTo>
                    <a:pt x="6160336" y="2203244"/>
                  </a:lnTo>
                  <a:lnTo>
                    <a:pt x="6160971" y="2205692"/>
                  </a:lnTo>
                  <a:lnTo>
                    <a:pt x="6161606" y="2208159"/>
                  </a:lnTo>
                  <a:lnTo>
                    <a:pt x="6162241" y="2210626"/>
                  </a:lnTo>
                  <a:lnTo>
                    <a:pt x="6162876" y="2212866"/>
                  </a:lnTo>
                  <a:lnTo>
                    <a:pt x="6163510" y="2214764"/>
                  </a:lnTo>
                  <a:lnTo>
                    <a:pt x="6164145" y="2216652"/>
                  </a:lnTo>
                  <a:lnTo>
                    <a:pt x="6164780" y="2218256"/>
                  </a:lnTo>
                  <a:lnTo>
                    <a:pt x="6165415" y="2219584"/>
                  </a:lnTo>
                  <a:lnTo>
                    <a:pt x="6166050" y="2220637"/>
                  </a:lnTo>
                  <a:lnTo>
                    <a:pt x="6166685" y="2221586"/>
                  </a:lnTo>
                  <a:lnTo>
                    <a:pt x="6167319" y="2222431"/>
                  </a:lnTo>
                  <a:lnTo>
                    <a:pt x="6167954" y="2223152"/>
                  </a:lnTo>
                  <a:lnTo>
                    <a:pt x="6168589" y="2223863"/>
                  </a:lnTo>
                  <a:lnTo>
                    <a:pt x="6169224" y="2223841"/>
                  </a:lnTo>
                  <a:lnTo>
                    <a:pt x="6169859" y="2223780"/>
                  </a:lnTo>
                  <a:lnTo>
                    <a:pt x="6170494" y="2223607"/>
                  </a:lnTo>
                  <a:lnTo>
                    <a:pt x="6171129" y="2223670"/>
                  </a:lnTo>
                  <a:lnTo>
                    <a:pt x="6171763" y="2223984"/>
                  </a:lnTo>
                  <a:lnTo>
                    <a:pt x="6172398" y="2224271"/>
                  </a:lnTo>
                  <a:lnTo>
                    <a:pt x="6173033" y="2225038"/>
                  </a:lnTo>
                  <a:lnTo>
                    <a:pt x="6173668" y="2225992"/>
                  </a:lnTo>
                  <a:lnTo>
                    <a:pt x="6174303" y="2226940"/>
                  </a:lnTo>
                  <a:lnTo>
                    <a:pt x="6174938" y="2227981"/>
                  </a:lnTo>
                  <a:lnTo>
                    <a:pt x="6175572" y="2229205"/>
                  </a:lnTo>
                  <a:lnTo>
                    <a:pt x="6176207" y="2230705"/>
                  </a:lnTo>
                  <a:lnTo>
                    <a:pt x="6176842" y="2232294"/>
                  </a:lnTo>
                  <a:lnTo>
                    <a:pt x="6177477" y="2234031"/>
                  </a:lnTo>
                  <a:lnTo>
                    <a:pt x="6178112" y="2236247"/>
                  </a:lnTo>
                  <a:lnTo>
                    <a:pt x="6178747" y="2238810"/>
                  </a:lnTo>
                  <a:lnTo>
                    <a:pt x="6179382" y="2241817"/>
                  </a:lnTo>
                  <a:lnTo>
                    <a:pt x="6180016" y="2246751"/>
                  </a:lnTo>
                  <a:lnTo>
                    <a:pt x="6180651" y="2251553"/>
                  </a:lnTo>
                  <a:lnTo>
                    <a:pt x="6181286" y="2254617"/>
                  </a:lnTo>
                  <a:lnTo>
                    <a:pt x="6181921" y="2256884"/>
                  </a:lnTo>
                  <a:lnTo>
                    <a:pt x="6182556" y="2259181"/>
                  </a:lnTo>
                  <a:lnTo>
                    <a:pt x="6183191" y="2260849"/>
                  </a:lnTo>
                  <a:lnTo>
                    <a:pt x="6183825" y="2262239"/>
                  </a:lnTo>
                  <a:lnTo>
                    <a:pt x="6184460" y="2263573"/>
                  </a:lnTo>
                  <a:lnTo>
                    <a:pt x="6185095" y="2264847"/>
                  </a:lnTo>
                  <a:lnTo>
                    <a:pt x="6185730" y="2265987"/>
                  </a:lnTo>
                  <a:lnTo>
                    <a:pt x="6186365" y="2267007"/>
                  </a:lnTo>
                  <a:lnTo>
                    <a:pt x="6187000" y="2268110"/>
                  </a:lnTo>
                  <a:lnTo>
                    <a:pt x="6187635" y="2268860"/>
                  </a:lnTo>
                  <a:lnTo>
                    <a:pt x="6188269" y="2269529"/>
                  </a:lnTo>
                  <a:lnTo>
                    <a:pt x="6188904" y="2269865"/>
                  </a:lnTo>
                  <a:lnTo>
                    <a:pt x="6189539" y="2269663"/>
                  </a:lnTo>
                  <a:lnTo>
                    <a:pt x="6190174" y="2269050"/>
                  </a:lnTo>
                  <a:lnTo>
                    <a:pt x="6190809" y="2268229"/>
                  </a:lnTo>
                  <a:lnTo>
                    <a:pt x="6191444" y="2267251"/>
                  </a:lnTo>
                  <a:lnTo>
                    <a:pt x="6192078" y="2265843"/>
                  </a:lnTo>
                  <a:lnTo>
                    <a:pt x="6192713" y="2264456"/>
                  </a:lnTo>
                  <a:lnTo>
                    <a:pt x="6193348" y="2262861"/>
                  </a:lnTo>
                  <a:lnTo>
                    <a:pt x="6193983" y="2260905"/>
                  </a:lnTo>
                  <a:lnTo>
                    <a:pt x="6194618" y="2258728"/>
                  </a:lnTo>
                  <a:lnTo>
                    <a:pt x="6195253" y="2257087"/>
                  </a:lnTo>
                  <a:lnTo>
                    <a:pt x="6195887" y="2255198"/>
                  </a:lnTo>
                  <a:lnTo>
                    <a:pt x="6196522" y="2252561"/>
                  </a:lnTo>
                  <a:lnTo>
                    <a:pt x="6197157" y="2250170"/>
                  </a:lnTo>
                  <a:lnTo>
                    <a:pt x="6197792" y="2247658"/>
                  </a:lnTo>
                  <a:lnTo>
                    <a:pt x="6198427" y="2246632"/>
                  </a:lnTo>
                  <a:lnTo>
                    <a:pt x="6199062" y="2245608"/>
                  </a:lnTo>
                  <a:lnTo>
                    <a:pt x="6199697" y="2244592"/>
                  </a:lnTo>
                  <a:lnTo>
                    <a:pt x="6200331" y="2243327"/>
                  </a:lnTo>
                  <a:lnTo>
                    <a:pt x="6200966" y="2241737"/>
                  </a:lnTo>
                  <a:lnTo>
                    <a:pt x="6201601" y="2240147"/>
                  </a:lnTo>
                  <a:lnTo>
                    <a:pt x="6202236" y="2238405"/>
                  </a:lnTo>
                  <a:lnTo>
                    <a:pt x="6202871" y="2236843"/>
                  </a:lnTo>
                  <a:lnTo>
                    <a:pt x="6203506" y="2235592"/>
                  </a:lnTo>
                  <a:lnTo>
                    <a:pt x="6204140" y="2234507"/>
                  </a:lnTo>
                  <a:lnTo>
                    <a:pt x="6204775" y="2233477"/>
                  </a:lnTo>
                  <a:lnTo>
                    <a:pt x="6205410" y="2232385"/>
                  </a:lnTo>
                  <a:lnTo>
                    <a:pt x="6206045" y="2231022"/>
                  </a:lnTo>
                  <a:lnTo>
                    <a:pt x="6206680" y="2229466"/>
                  </a:lnTo>
                  <a:lnTo>
                    <a:pt x="6207315" y="2228456"/>
                  </a:lnTo>
                  <a:lnTo>
                    <a:pt x="6207950" y="2227039"/>
                  </a:lnTo>
                  <a:lnTo>
                    <a:pt x="6208584" y="2225151"/>
                  </a:lnTo>
                  <a:lnTo>
                    <a:pt x="6209219" y="2221631"/>
                  </a:lnTo>
                  <a:lnTo>
                    <a:pt x="6209854" y="2217902"/>
                  </a:lnTo>
                  <a:lnTo>
                    <a:pt x="6210489" y="2214903"/>
                  </a:lnTo>
                  <a:lnTo>
                    <a:pt x="6211124" y="2211857"/>
                  </a:lnTo>
                  <a:lnTo>
                    <a:pt x="6211759" y="2208261"/>
                  </a:lnTo>
                  <a:lnTo>
                    <a:pt x="6212393" y="2204010"/>
                  </a:lnTo>
                  <a:lnTo>
                    <a:pt x="6213028" y="2199133"/>
                  </a:lnTo>
                  <a:lnTo>
                    <a:pt x="6213663" y="2193904"/>
                  </a:lnTo>
                  <a:lnTo>
                    <a:pt x="6214298" y="2188334"/>
                  </a:lnTo>
                  <a:lnTo>
                    <a:pt x="6214933" y="2182831"/>
                  </a:lnTo>
                  <a:lnTo>
                    <a:pt x="6215568" y="2177204"/>
                  </a:lnTo>
                  <a:lnTo>
                    <a:pt x="6216203" y="2170590"/>
                  </a:lnTo>
                  <a:lnTo>
                    <a:pt x="6216837" y="2162439"/>
                  </a:lnTo>
                  <a:lnTo>
                    <a:pt x="6217472" y="2153671"/>
                  </a:lnTo>
                  <a:lnTo>
                    <a:pt x="6218107" y="2145103"/>
                  </a:lnTo>
                  <a:lnTo>
                    <a:pt x="6218742" y="2137635"/>
                  </a:lnTo>
                  <a:lnTo>
                    <a:pt x="6219377" y="2131145"/>
                  </a:lnTo>
                  <a:lnTo>
                    <a:pt x="6220012" y="2123886"/>
                  </a:lnTo>
                  <a:lnTo>
                    <a:pt x="6220646" y="2118687"/>
                  </a:lnTo>
                  <a:lnTo>
                    <a:pt x="6221281" y="2112997"/>
                  </a:lnTo>
                  <a:lnTo>
                    <a:pt x="6221916" y="2106972"/>
                  </a:lnTo>
                  <a:lnTo>
                    <a:pt x="6222551" y="2100975"/>
                  </a:lnTo>
                  <a:lnTo>
                    <a:pt x="6223186" y="2095217"/>
                  </a:lnTo>
                  <a:lnTo>
                    <a:pt x="6223821" y="2090115"/>
                  </a:lnTo>
                  <a:lnTo>
                    <a:pt x="6224456" y="2084758"/>
                  </a:lnTo>
                  <a:lnTo>
                    <a:pt x="6225090" y="2079664"/>
                  </a:lnTo>
                  <a:lnTo>
                    <a:pt x="6225725" y="2075254"/>
                  </a:lnTo>
                  <a:lnTo>
                    <a:pt x="6226360" y="2072205"/>
                  </a:lnTo>
                  <a:lnTo>
                    <a:pt x="6226995" y="2069917"/>
                  </a:lnTo>
                  <a:lnTo>
                    <a:pt x="6227630" y="2067975"/>
                  </a:lnTo>
                  <a:lnTo>
                    <a:pt x="6228265" y="2065673"/>
                  </a:lnTo>
                  <a:lnTo>
                    <a:pt x="6228899" y="2063385"/>
                  </a:lnTo>
                  <a:lnTo>
                    <a:pt x="6229534" y="2061671"/>
                  </a:lnTo>
                  <a:lnTo>
                    <a:pt x="6230169" y="2060376"/>
                  </a:lnTo>
                  <a:lnTo>
                    <a:pt x="6230804" y="2059199"/>
                  </a:lnTo>
                  <a:lnTo>
                    <a:pt x="6231439" y="2058857"/>
                  </a:lnTo>
                  <a:lnTo>
                    <a:pt x="6232074" y="2057802"/>
                  </a:lnTo>
                  <a:lnTo>
                    <a:pt x="6232709" y="2058931"/>
                  </a:lnTo>
                  <a:lnTo>
                    <a:pt x="6233343" y="2060924"/>
                  </a:lnTo>
                  <a:lnTo>
                    <a:pt x="6233978" y="2064492"/>
                  </a:lnTo>
                  <a:lnTo>
                    <a:pt x="6234613" y="2069160"/>
                  </a:lnTo>
                  <a:lnTo>
                    <a:pt x="6235248" y="2072228"/>
                  </a:lnTo>
                  <a:lnTo>
                    <a:pt x="6235883" y="2075707"/>
                  </a:lnTo>
                  <a:lnTo>
                    <a:pt x="6236518" y="2079619"/>
                  </a:lnTo>
                  <a:lnTo>
                    <a:pt x="6237152" y="2084138"/>
                  </a:lnTo>
                  <a:lnTo>
                    <a:pt x="6237787" y="2089338"/>
                  </a:lnTo>
                  <a:lnTo>
                    <a:pt x="6238422" y="2094699"/>
                  </a:lnTo>
                  <a:lnTo>
                    <a:pt x="6239057" y="2100240"/>
                  </a:lnTo>
                  <a:lnTo>
                    <a:pt x="6239692" y="2106157"/>
                  </a:lnTo>
                  <a:lnTo>
                    <a:pt x="6240327" y="2112569"/>
                  </a:lnTo>
                  <a:lnTo>
                    <a:pt x="6240962" y="2118696"/>
                  </a:lnTo>
                  <a:lnTo>
                    <a:pt x="6241596" y="2124921"/>
                  </a:lnTo>
                  <a:lnTo>
                    <a:pt x="6242231" y="2130862"/>
                  </a:lnTo>
                  <a:lnTo>
                    <a:pt x="6242866" y="2136375"/>
                  </a:lnTo>
                  <a:lnTo>
                    <a:pt x="6243501" y="2141420"/>
                  </a:lnTo>
                  <a:lnTo>
                    <a:pt x="6244136" y="2146080"/>
                  </a:lnTo>
                  <a:lnTo>
                    <a:pt x="6244771" y="2150740"/>
                  </a:lnTo>
                  <a:lnTo>
                    <a:pt x="6245405" y="2154665"/>
                  </a:lnTo>
                  <a:lnTo>
                    <a:pt x="6246040" y="2157976"/>
                  </a:lnTo>
                  <a:lnTo>
                    <a:pt x="6246675" y="2162066"/>
                  </a:lnTo>
                  <a:lnTo>
                    <a:pt x="6247310" y="2165605"/>
                  </a:lnTo>
                  <a:lnTo>
                    <a:pt x="6247945" y="2168443"/>
                  </a:lnTo>
                  <a:lnTo>
                    <a:pt x="6248580" y="2171118"/>
                  </a:lnTo>
                  <a:lnTo>
                    <a:pt x="6249215" y="2173548"/>
                  </a:lnTo>
                  <a:lnTo>
                    <a:pt x="6249849" y="2175664"/>
                  </a:lnTo>
                  <a:lnTo>
                    <a:pt x="6250484" y="2177742"/>
                  </a:lnTo>
                  <a:lnTo>
                    <a:pt x="6251119" y="2179526"/>
                  </a:lnTo>
                  <a:lnTo>
                    <a:pt x="6251754" y="2180863"/>
                  </a:lnTo>
                  <a:lnTo>
                    <a:pt x="6252389" y="2181423"/>
                  </a:lnTo>
                  <a:lnTo>
                    <a:pt x="6253024" y="2181613"/>
                  </a:lnTo>
                  <a:lnTo>
                    <a:pt x="6253658" y="2181528"/>
                  </a:lnTo>
                  <a:lnTo>
                    <a:pt x="6254293" y="2181177"/>
                  </a:lnTo>
                  <a:lnTo>
                    <a:pt x="6254928" y="2180873"/>
                  </a:lnTo>
                  <a:lnTo>
                    <a:pt x="6255563" y="2180873"/>
                  </a:lnTo>
                  <a:lnTo>
                    <a:pt x="6256198" y="2181053"/>
                  </a:lnTo>
                  <a:lnTo>
                    <a:pt x="6256833" y="2181243"/>
                  </a:lnTo>
                  <a:lnTo>
                    <a:pt x="6257467" y="2181461"/>
                  </a:lnTo>
                  <a:lnTo>
                    <a:pt x="6258102" y="2181518"/>
                  </a:lnTo>
                  <a:lnTo>
                    <a:pt x="6258737" y="2181518"/>
                  </a:lnTo>
                  <a:lnTo>
                    <a:pt x="6259372" y="2181585"/>
                  </a:lnTo>
                  <a:lnTo>
                    <a:pt x="6260007" y="2181964"/>
                  </a:lnTo>
                  <a:lnTo>
                    <a:pt x="6260642" y="2182344"/>
                  </a:lnTo>
                  <a:lnTo>
                    <a:pt x="6261277" y="2182913"/>
                  </a:lnTo>
                  <a:lnTo>
                    <a:pt x="6261911" y="2183482"/>
                  </a:lnTo>
                  <a:lnTo>
                    <a:pt x="6262546" y="2184128"/>
                  </a:lnTo>
                  <a:lnTo>
                    <a:pt x="6263181" y="2184868"/>
                  </a:lnTo>
                  <a:lnTo>
                    <a:pt x="6263816" y="2185560"/>
                  </a:lnTo>
                  <a:lnTo>
                    <a:pt x="6264451" y="2186111"/>
                  </a:lnTo>
                  <a:lnTo>
                    <a:pt x="6265086" y="2186424"/>
                  </a:lnTo>
                  <a:lnTo>
                    <a:pt x="6265720" y="2186604"/>
                  </a:lnTo>
                  <a:lnTo>
                    <a:pt x="6266355" y="2186604"/>
                  </a:lnTo>
                  <a:lnTo>
                    <a:pt x="6266990" y="2186443"/>
                  </a:lnTo>
                  <a:lnTo>
                    <a:pt x="6267625" y="2185636"/>
                  </a:lnTo>
                  <a:lnTo>
                    <a:pt x="6268260" y="2184279"/>
                  </a:lnTo>
                  <a:lnTo>
                    <a:pt x="6268895" y="2182277"/>
                  </a:lnTo>
                  <a:lnTo>
                    <a:pt x="6269530" y="2179393"/>
                  </a:lnTo>
                  <a:lnTo>
                    <a:pt x="6270164" y="2175948"/>
                  </a:lnTo>
                  <a:lnTo>
                    <a:pt x="6270799" y="2171735"/>
                  </a:lnTo>
                  <a:lnTo>
                    <a:pt x="6271434" y="2166829"/>
                  </a:lnTo>
                  <a:lnTo>
                    <a:pt x="6272069" y="2161051"/>
                  </a:lnTo>
                  <a:lnTo>
                    <a:pt x="6272704" y="2154731"/>
                  </a:lnTo>
                  <a:lnTo>
                    <a:pt x="6273339" y="2148051"/>
                  </a:lnTo>
                  <a:lnTo>
                    <a:pt x="6273973" y="2140839"/>
                  </a:lnTo>
                  <a:lnTo>
                    <a:pt x="6274608" y="2133144"/>
                  </a:lnTo>
                  <a:lnTo>
                    <a:pt x="6275243" y="2124784"/>
                  </a:lnTo>
                  <a:lnTo>
                    <a:pt x="6275878" y="2116140"/>
                  </a:lnTo>
                  <a:lnTo>
                    <a:pt x="6276513" y="2107647"/>
                  </a:lnTo>
                  <a:lnTo>
                    <a:pt x="6277148" y="2098927"/>
                  </a:lnTo>
                  <a:lnTo>
                    <a:pt x="6277783" y="2090368"/>
                  </a:lnTo>
                  <a:lnTo>
                    <a:pt x="6278417" y="2081752"/>
                  </a:lnTo>
                  <a:lnTo>
                    <a:pt x="6279052" y="2073772"/>
                  </a:lnTo>
                  <a:lnTo>
                    <a:pt x="6279687" y="2066209"/>
                  </a:lnTo>
                  <a:lnTo>
                    <a:pt x="6280322" y="2059415"/>
                  </a:lnTo>
                  <a:lnTo>
                    <a:pt x="6280957" y="2053314"/>
                  </a:lnTo>
                  <a:lnTo>
                    <a:pt x="6281592" y="2047981"/>
                  </a:lnTo>
                  <a:lnTo>
                    <a:pt x="6282226" y="2042914"/>
                  </a:lnTo>
                  <a:lnTo>
                    <a:pt x="6282861" y="2038008"/>
                  </a:lnTo>
                  <a:lnTo>
                    <a:pt x="6283496" y="2033662"/>
                  </a:lnTo>
                  <a:lnTo>
                    <a:pt x="6284131" y="2030038"/>
                  </a:lnTo>
                  <a:lnTo>
                    <a:pt x="6284766" y="2026840"/>
                  </a:lnTo>
                  <a:lnTo>
                    <a:pt x="6285401" y="2023936"/>
                  </a:lnTo>
                  <a:lnTo>
                    <a:pt x="6286036" y="2020909"/>
                  </a:lnTo>
                  <a:lnTo>
                    <a:pt x="6286670" y="2018765"/>
                  </a:lnTo>
                  <a:lnTo>
                    <a:pt x="6287305" y="2017104"/>
                  </a:lnTo>
                  <a:lnTo>
                    <a:pt x="6287940" y="2016080"/>
                  </a:lnTo>
                  <a:lnTo>
                    <a:pt x="6288575" y="2015055"/>
                  </a:lnTo>
                  <a:lnTo>
                    <a:pt x="6289210" y="2014106"/>
                  </a:lnTo>
                  <a:lnTo>
                    <a:pt x="6289845" y="2012834"/>
                  </a:lnTo>
                  <a:lnTo>
                    <a:pt x="6290479" y="2011620"/>
                  </a:lnTo>
                  <a:lnTo>
                    <a:pt x="6291114" y="2010510"/>
                  </a:lnTo>
                  <a:lnTo>
                    <a:pt x="6291749" y="2009371"/>
                  </a:lnTo>
                  <a:lnTo>
                    <a:pt x="6292384" y="2008308"/>
                  </a:lnTo>
                  <a:lnTo>
                    <a:pt x="6293019" y="2007473"/>
                  </a:lnTo>
                  <a:lnTo>
                    <a:pt x="6293654" y="2006714"/>
                  </a:lnTo>
                  <a:lnTo>
                    <a:pt x="6294289" y="2006325"/>
                  </a:lnTo>
                  <a:lnTo>
                    <a:pt x="6294923" y="2006154"/>
                  </a:lnTo>
                  <a:lnTo>
                    <a:pt x="6295558" y="2006154"/>
                  </a:lnTo>
                  <a:lnTo>
                    <a:pt x="6296193" y="2006059"/>
                  </a:lnTo>
                  <a:lnTo>
                    <a:pt x="6296828" y="2005870"/>
                  </a:lnTo>
                  <a:lnTo>
                    <a:pt x="6297463" y="2005680"/>
                  </a:lnTo>
                  <a:lnTo>
                    <a:pt x="6298098" y="2005537"/>
                  </a:lnTo>
                  <a:lnTo>
                    <a:pt x="6298732" y="2005462"/>
                  </a:lnTo>
                  <a:lnTo>
                    <a:pt x="6299367" y="2005822"/>
                  </a:lnTo>
                  <a:lnTo>
                    <a:pt x="6300002" y="2006278"/>
                  </a:lnTo>
                  <a:lnTo>
                    <a:pt x="6300637" y="2006657"/>
                  </a:lnTo>
                  <a:lnTo>
                    <a:pt x="6301272" y="2007350"/>
                  </a:lnTo>
                  <a:lnTo>
                    <a:pt x="6301907" y="2008109"/>
                  </a:lnTo>
                  <a:lnTo>
                    <a:pt x="6302542" y="2008726"/>
                  </a:lnTo>
                  <a:lnTo>
                    <a:pt x="6303176" y="2009105"/>
                  </a:lnTo>
                  <a:lnTo>
                    <a:pt x="6303811" y="2009295"/>
                  </a:lnTo>
                  <a:lnTo>
                    <a:pt x="6304446" y="2009656"/>
                  </a:lnTo>
                  <a:lnTo>
                    <a:pt x="6305081" y="2009732"/>
                  </a:lnTo>
                  <a:lnTo>
                    <a:pt x="6305716" y="2009722"/>
                  </a:lnTo>
                  <a:lnTo>
                    <a:pt x="6306351" y="2009513"/>
                  </a:lnTo>
                  <a:lnTo>
                    <a:pt x="6306985" y="2009990"/>
                  </a:lnTo>
                  <a:lnTo>
                    <a:pt x="6307620" y="2010350"/>
                  </a:lnTo>
                  <a:lnTo>
                    <a:pt x="6308255" y="2011024"/>
                  </a:lnTo>
                  <a:lnTo>
                    <a:pt x="6308890" y="2011521"/>
                  </a:lnTo>
                  <a:lnTo>
                    <a:pt x="6309525" y="2011567"/>
                  </a:lnTo>
                  <a:lnTo>
                    <a:pt x="6310160" y="2011824"/>
                  </a:lnTo>
                  <a:lnTo>
                    <a:pt x="6310794" y="2011939"/>
                  </a:lnTo>
                  <a:lnTo>
                    <a:pt x="6311429" y="2011949"/>
                  </a:lnTo>
                  <a:lnTo>
                    <a:pt x="6312064" y="2012105"/>
                  </a:lnTo>
                  <a:lnTo>
                    <a:pt x="6312699" y="2012417"/>
                  </a:lnTo>
                  <a:lnTo>
                    <a:pt x="6313334" y="2012995"/>
                  </a:lnTo>
                  <a:lnTo>
                    <a:pt x="6313969" y="2013316"/>
                  </a:lnTo>
                  <a:lnTo>
                    <a:pt x="6314604" y="2013808"/>
                  </a:lnTo>
                  <a:lnTo>
                    <a:pt x="6315238" y="2014242"/>
                  </a:lnTo>
                  <a:lnTo>
                    <a:pt x="6315873" y="2014992"/>
                  </a:lnTo>
                  <a:lnTo>
                    <a:pt x="6316508" y="2016175"/>
                  </a:lnTo>
                  <a:lnTo>
                    <a:pt x="6317143" y="2017850"/>
                  </a:lnTo>
                  <a:lnTo>
                    <a:pt x="6317778" y="2019730"/>
                  </a:lnTo>
                  <a:lnTo>
                    <a:pt x="6318413" y="2021705"/>
                  </a:lnTo>
                  <a:lnTo>
                    <a:pt x="6319047" y="2023877"/>
                  </a:lnTo>
                  <a:lnTo>
                    <a:pt x="6319682" y="2026153"/>
                  </a:lnTo>
                  <a:lnTo>
                    <a:pt x="6320317" y="2028460"/>
                  </a:lnTo>
                  <a:lnTo>
                    <a:pt x="6320952" y="2030860"/>
                  </a:lnTo>
                  <a:lnTo>
                    <a:pt x="6321587" y="2033603"/>
                  </a:lnTo>
                  <a:lnTo>
                    <a:pt x="6322222" y="2036525"/>
                  </a:lnTo>
                  <a:lnTo>
                    <a:pt x="6322857" y="2039457"/>
                  </a:lnTo>
                  <a:lnTo>
                    <a:pt x="6323491" y="2042674"/>
                  </a:lnTo>
                  <a:lnTo>
                    <a:pt x="6324126" y="2045834"/>
                  </a:lnTo>
                  <a:lnTo>
                    <a:pt x="6324761" y="2049212"/>
                  </a:lnTo>
                  <a:lnTo>
                    <a:pt x="6325396" y="2050840"/>
                  </a:lnTo>
                  <a:lnTo>
                    <a:pt x="6326031" y="2052138"/>
                  </a:lnTo>
                  <a:lnTo>
                    <a:pt x="6326666" y="2053394"/>
                  </a:lnTo>
                  <a:lnTo>
                    <a:pt x="6327300" y="2054596"/>
                  </a:lnTo>
                  <a:lnTo>
                    <a:pt x="6327935" y="2056227"/>
                  </a:lnTo>
                  <a:lnTo>
                    <a:pt x="6328570" y="2057811"/>
                  </a:lnTo>
                  <a:lnTo>
                    <a:pt x="6329205" y="2059540"/>
                  </a:lnTo>
                  <a:lnTo>
                    <a:pt x="6329840" y="2061306"/>
                  </a:lnTo>
                  <a:lnTo>
                    <a:pt x="6330475" y="2062771"/>
                  </a:lnTo>
                  <a:lnTo>
                    <a:pt x="6331110" y="2063929"/>
                  </a:lnTo>
                  <a:lnTo>
                    <a:pt x="6331744" y="2065021"/>
                  </a:lnTo>
                  <a:lnTo>
                    <a:pt x="6332379" y="2066307"/>
                  </a:lnTo>
                  <a:lnTo>
                    <a:pt x="6333014" y="2067682"/>
                  </a:lnTo>
                  <a:lnTo>
                    <a:pt x="6333649" y="2068995"/>
                  </a:lnTo>
                  <a:lnTo>
                    <a:pt x="6334284" y="2070053"/>
                  </a:lnTo>
                  <a:lnTo>
                    <a:pt x="6334919" y="2071365"/>
                  </a:lnTo>
                  <a:lnTo>
                    <a:pt x="6335553" y="2073159"/>
                  </a:lnTo>
                  <a:lnTo>
                    <a:pt x="6336188" y="2076840"/>
                  </a:lnTo>
                  <a:lnTo>
                    <a:pt x="6336823" y="2081034"/>
                  </a:lnTo>
                  <a:lnTo>
                    <a:pt x="6337458" y="2084593"/>
                  </a:lnTo>
                  <a:lnTo>
                    <a:pt x="6338093" y="2088265"/>
                  </a:lnTo>
                  <a:lnTo>
                    <a:pt x="6338728" y="2092212"/>
                  </a:lnTo>
                  <a:lnTo>
                    <a:pt x="6339363" y="2096492"/>
                  </a:lnTo>
                  <a:lnTo>
                    <a:pt x="6339997" y="2101388"/>
                  </a:lnTo>
                  <a:lnTo>
                    <a:pt x="6340632" y="2106664"/>
                  </a:lnTo>
                  <a:lnTo>
                    <a:pt x="6341267" y="2112073"/>
                  </a:lnTo>
                  <a:lnTo>
                    <a:pt x="6341902" y="2117073"/>
                  </a:lnTo>
                  <a:lnTo>
                    <a:pt x="6342537" y="2121988"/>
                  </a:lnTo>
                  <a:lnTo>
                    <a:pt x="6343172" y="2127843"/>
                  </a:lnTo>
                  <a:lnTo>
                    <a:pt x="6343806" y="2135168"/>
                  </a:lnTo>
                  <a:lnTo>
                    <a:pt x="6344441" y="2143357"/>
                  </a:lnTo>
                  <a:lnTo>
                    <a:pt x="6345076" y="2151357"/>
                  </a:lnTo>
                  <a:lnTo>
                    <a:pt x="6345711" y="2158483"/>
                  </a:lnTo>
                  <a:lnTo>
                    <a:pt x="6346346" y="2165623"/>
                  </a:lnTo>
                  <a:lnTo>
                    <a:pt x="6346981" y="2173471"/>
                  </a:lnTo>
                  <a:lnTo>
                    <a:pt x="6347616" y="2179307"/>
                  </a:lnTo>
                  <a:lnTo>
                    <a:pt x="6348250" y="2185343"/>
                  </a:lnTo>
                  <a:lnTo>
                    <a:pt x="6348885" y="2191850"/>
                  </a:lnTo>
                  <a:lnTo>
                    <a:pt x="6349520" y="2198369"/>
                  </a:lnTo>
                  <a:lnTo>
                    <a:pt x="6350155" y="2204666"/>
                  </a:lnTo>
                  <a:lnTo>
                    <a:pt x="6350790" y="2210735"/>
                  </a:lnTo>
                  <a:lnTo>
                    <a:pt x="6351425" y="2217836"/>
                  </a:lnTo>
                  <a:lnTo>
                    <a:pt x="6352059" y="2224859"/>
                  </a:lnTo>
                  <a:lnTo>
                    <a:pt x="6352694" y="2231450"/>
                  </a:lnTo>
                  <a:lnTo>
                    <a:pt x="6353329" y="2237531"/>
                  </a:lnTo>
                  <a:lnTo>
                    <a:pt x="6353964" y="2243153"/>
                  </a:lnTo>
                  <a:lnTo>
                    <a:pt x="6354599" y="2248865"/>
                  </a:lnTo>
                  <a:lnTo>
                    <a:pt x="6355234" y="2254814"/>
                  </a:lnTo>
                  <a:lnTo>
                    <a:pt x="6355869" y="2260917"/>
                  </a:lnTo>
                  <a:lnTo>
                    <a:pt x="6356503" y="2266595"/>
                  </a:lnTo>
                  <a:lnTo>
                    <a:pt x="6357138" y="2271735"/>
                  </a:lnTo>
                  <a:lnTo>
                    <a:pt x="6357773" y="2276551"/>
                  </a:lnTo>
                  <a:lnTo>
                    <a:pt x="6358408" y="2280641"/>
                  </a:lnTo>
                  <a:lnTo>
                    <a:pt x="6359043" y="2285716"/>
                  </a:lnTo>
                  <a:lnTo>
                    <a:pt x="6359678" y="2290699"/>
                  </a:lnTo>
                  <a:lnTo>
                    <a:pt x="6360312" y="2295620"/>
                  </a:lnTo>
                  <a:lnTo>
                    <a:pt x="6360947" y="2299805"/>
                  </a:lnTo>
                  <a:lnTo>
                    <a:pt x="6361582" y="2303706"/>
                  </a:lnTo>
                  <a:lnTo>
                    <a:pt x="6362217" y="2307584"/>
                  </a:lnTo>
                  <a:lnTo>
                    <a:pt x="6362852" y="2311100"/>
                  </a:lnTo>
                  <a:lnTo>
                    <a:pt x="6363487" y="2313482"/>
                  </a:lnTo>
                  <a:lnTo>
                    <a:pt x="6364121" y="2314867"/>
                  </a:lnTo>
                  <a:lnTo>
                    <a:pt x="6364756" y="2315095"/>
                  </a:lnTo>
                  <a:lnTo>
                    <a:pt x="6365391" y="2315095"/>
                  </a:lnTo>
                  <a:lnTo>
                    <a:pt x="6366026" y="2315123"/>
                  </a:lnTo>
                  <a:lnTo>
                    <a:pt x="6366661" y="2315009"/>
                  </a:lnTo>
                  <a:lnTo>
                    <a:pt x="6367296" y="2314630"/>
                  </a:lnTo>
                  <a:lnTo>
                    <a:pt x="6367931" y="2314080"/>
                  </a:lnTo>
                  <a:lnTo>
                    <a:pt x="6368565" y="2313864"/>
                  </a:lnTo>
                  <a:lnTo>
                    <a:pt x="6369200" y="2313214"/>
                  </a:lnTo>
                  <a:lnTo>
                    <a:pt x="6369835" y="2312295"/>
                  </a:lnTo>
                  <a:lnTo>
                    <a:pt x="6370470" y="2311307"/>
                  </a:lnTo>
                  <a:lnTo>
                    <a:pt x="6371105" y="2309951"/>
                  </a:lnTo>
                  <a:lnTo>
                    <a:pt x="6371740" y="2308180"/>
                  </a:lnTo>
                  <a:lnTo>
                    <a:pt x="6372374" y="2306463"/>
                  </a:lnTo>
                  <a:lnTo>
                    <a:pt x="6373009" y="2304939"/>
                  </a:lnTo>
                  <a:lnTo>
                    <a:pt x="6373644" y="2303534"/>
                  </a:lnTo>
                  <a:lnTo>
                    <a:pt x="6374279" y="2302435"/>
                  </a:lnTo>
                  <a:lnTo>
                    <a:pt x="6374914" y="2301363"/>
                  </a:lnTo>
                  <a:lnTo>
                    <a:pt x="6375549" y="2300243"/>
                  </a:lnTo>
                  <a:lnTo>
                    <a:pt x="6376184" y="2298961"/>
                  </a:lnTo>
                  <a:lnTo>
                    <a:pt x="6376818" y="2297679"/>
                  </a:lnTo>
                  <a:lnTo>
                    <a:pt x="6377453" y="2296662"/>
                  </a:lnTo>
                  <a:lnTo>
                    <a:pt x="6378088" y="2295863"/>
                  </a:lnTo>
                  <a:lnTo>
                    <a:pt x="6378723" y="2295608"/>
                  </a:lnTo>
                  <a:lnTo>
                    <a:pt x="6379358" y="2295570"/>
                  </a:lnTo>
                  <a:lnTo>
                    <a:pt x="6379993" y="2294811"/>
                  </a:lnTo>
                  <a:lnTo>
                    <a:pt x="6380627" y="2294166"/>
                  </a:lnTo>
                  <a:lnTo>
                    <a:pt x="6381262" y="2293597"/>
                  </a:lnTo>
                  <a:lnTo>
                    <a:pt x="6381897" y="2293065"/>
                  </a:lnTo>
                  <a:lnTo>
                    <a:pt x="6382532" y="2292743"/>
                  </a:lnTo>
                  <a:lnTo>
                    <a:pt x="6383167" y="2292505"/>
                  </a:lnTo>
                  <a:lnTo>
                    <a:pt x="6383802" y="2292486"/>
                  </a:lnTo>
                  <a:lnTo>
                    <a:pt x="6384437" y="2292458"/>
                  </a:lnTo>
                  <a:lnTo>
                    <a:pt x="6385071" y="2292202"/>
                  </a:lnTo>
                  <a:lnTo>
                    <a:pt x="6385706" y="2291822"/>
                  </a:lnTo>
                  <a:lnTo>
                    <a:pt x="6386341" y="2291443"/>
                  </a:lnTo>
                  <a:lnTo>
                    <a:pt x="6386976" y="2290873"/>
                  </a:lnTo>
                  <a:lnTo>
                    <a:pt x="6387611" y="2290304"/>
                  </a:lnTo>
                  <a:lnTo>
                    <a:pt x="6388246" y="2289545"/>
                  </a:lnTo>
                  <a:lnTo>
                    <a:pt x="6388880" y="2288672"/>
                  </a:lnTo>
                  <a:lnTo>
                    <a:pt x="6389515" y="2288386"/>
                  </a:lnTo>
                  <a:lnTo>
                    <a:pt x="6390150" y="2288101"/>
                  </a:lnTo>
                  <a:lnTo>
                    <a:pt x="6390785" y="2287729"/>
                  </a:lnTo>
                  <a:lnTo>
                    <a:pt x="6391420" y="2287556"/>
                  </a:lnTo>
                  <a:lnTo>
                    <a:pt x="6392055" y="2287620"/>
                  </a:lnTo>
                  <a:lnTo>
                    <a:pt x="6392690" y="2287817"/>
                  </a:lnTo>
                  <a:lnTo>
                    <a:pt x="6393324" y="2288194"/>
                  </a:lnTo>
                  <a:lnTo>
                    <a:pt x="6393959" y="2288766"/>
                  </a:lnTo>
                  <a:lnTo>
                    <a:pt x="6394594" y="2290023"/>
                  </a:lnTo>
                  <a:lnTo>
                    <a:pt x="6395229" y="2291843"/>
                  </a:lnTo>
                  <a:lnTo>
                    <a:pt x="6395864" y="2294243"/>
                  </a:lnTo>
                  <a:lnTo>
                    <a:pt x="6396499" y="2297401"/>
                  </a:lnTo>
                  <a:lnTo>
                    <a:pt x="6397133" y="2301120"/>
                  </a:lnTo>
                  <a:lnTo>
                    <a:pt x="6397768" y="2305607"/>
                  </a:lnTo>
                  <a:lnTo>
                    <a:pt x="6398403" y="2310925"/>
                  </a:lnTo>
                  <a:lnTo>
                    <a:pt x="6399038" y="2317007"/>
                  </a:lnTo>
                  <a:lnTo>
                    <a:pt x="6399673" y="2323380"/>
                  </a:lnTo>
                  <a:lnTo>
                    <a:pt x="6400308" y="2330037"/>
                  </a:lnTo>
                  <a:lnTo>
                    <a:pt x="6400943" y="2336869"/>
                  </a:lnTo>
                  <a:lnTo>
                    <a:pt x="6401577" y="2344185"/>
                  </a:lnTo>
                  <a:lnTo>
                    <a:pt x="6402212" y="2352165"/>
                  </a:lnTo>
                  <a:lnTo>
                    <a:pt x="6402847" y="2360468"/>
                  </a:lnTo>
                  <a:lnTo>
                    <a:pt x="6403482" y="2368923"/>
                  </a:lnTo>
                  <a:lnTo>
                    <a:pt x="6404117" y="2377947"/>
                  </a:lnTo>
                  <a:lnTo>
                    <a:pt x="6404752" y="2386923"/>
                  </a:lnTo>
                  <a:lnTo>
                    <a:pt x="6405386" y="2395606"/>
                  </a:lnTo>
                  <a:lnTo>
                    <a:pt x="6406021" y="2403206"/>
                  </a:lnTo>
                  <a:lnTo>
                    <a:pt x="6406656" y="2410247"/>
                  </a:lnTo>
                  <a:lnTo>
                    <a:pt x="6407291" y="2416282"/>
                  </a:lnTo>
                  <a:lnTo>
                    <a:pt x="6407926" y="2421624"/>
                  </a:lnTo>
                  <a:lnTo>
                    <a:pt x="6408561" y="2426198"/>
                  </a:lnTo>
                  <a:lnTo>
                    <a:pt x="6409196" y="2431255"/>
                  </a:lnTo>
                  <a:lnTo>
                    <a:pt x="6409830" y="2436186"/>
                  </a:lnTo>
                  <a:lnTo>
                    <a:pt x="6410465" y="2440350"/>
                  </a:lnTo>
                  <a:lnTo>
                    <a:pt x="6411100" y="2443785"/>
                  </a:lnTo>
                  <a:lnTo>
                    <a:pt x="6411735" y="2446668"/>
                  </a:lnTo>
                  <a:lnTo>
                    <a:pt x="6412370" y="2449178"/>
                  </a:lnTo>
                  <a:lnTo>
                    <a:pt x="6413005" y="2451301"/>
                  </a:lnTo>
                  <a:lnTo>
                    <a:pt x="6413639" y="2452806"/>
                  </a:lnTo>
                  <a:lnTo>
                    <a:pt x="6414274" y="2453854"/>
                  </a:lnTo>
                  <a:lnTo>
                    <a:pt x="6414909" y="2454689"/>
                  </a:lnTo>
                  <a:lnTo>
                    <a:pt x="6415544" y="2455643"/>
                  </a:lnTo>
                  <a:lnTo>
                    <a:pt x="6416179" y="2456451"/>
                  </a:lnTo>
                  <a:lnTo>
                    <a:pt x="6416814" y="2457633"/>
                  </a:lnTo>
                  <a:lnTo>
                    <a:pt x="6417448" y="2458872"/>
                  </a:lnTo>
                  <a:lnTo>
                    <a:pt x="6418083" y="2460083"/>
                  </a:lnTo>
                  <a:lnTo>
                    <a:pt x="6418718" y="2461347"/>
                  </a:lnTo>
                  <a:lnTo>
                    <a:pt x="6419353" y="2462549"/>
                  </a:lnTo>
                  <a:lnTo>
                    <a:pt x="6419988" y="2463772"/>
                  </a:lnTo>
                  <a:lnTo>
                    <a:pt x="6420623" y="2464819"/>
                  </a:lnTo>
                  <a:lnTo>
                    <a:pt x="6421258" y="2465596"/>
                  </a:lnTo>
                  <a:lnTo>
                    <a:pt x="6421892" y="2466235"/>
                  </a:lnTo>
                  <a:lnTo>
                    <a:pt x="6422527" y="2467011"/>
                  </a:lnTo>
                  <a:lnTo>
                    <a:pt x="6423162" y="2467820"/>
                  </a:lnTo>
                  <a:lnTo>
                    <a:pt x="6423797" y="2468398"/>
                  </a:lnTo>
                  <a:lnTo>
                    <a:pt x="6424432" y="2468980"/>
                  </a:lnTo>
                  <a:lnTo>
                    <a:pt x="6425067" y="2469294"/>
                  </a:lnTo>
                  <a:lnTo>
                    <a:pt x="6425701" y="2469996"/>
                  </a:lnTo>
                  <a:lnTo>
                    <a:pt x="6426336" y="2470622"/>
                  </a:lnTo>
                  <a:lnTo>
                    <a:pt x="6426971" y="2471191"/>
                  </a:lnTo>
                  <a:lnTo>
                    <a:pt x="6427606" y="2471761"/>
                  </a:lnTo>
                  <a:lnTo>
                    <a:pt x="6428241" y="2472140"/>
                  </a:lnTo>
                  <a:lnTo>
                    <a:pt x="6428876" y="2472520"/>
                  </a:lnTo>
                  <a:lnTo>
                    <a:pt x="6429511" y="2472871"/>
                  </a:lnTo>
                  <a:lnTo>
                    <a:pt x="6430145" y="2473250"/>
                  </a:lnTo>
                  <a:lnTo>
                    <a:pt x="6430780" y="2473753"/>
                  </a:lnTo>
                  <a:lnTo>
                    <a:pt x="6431415" y="2474209"/>
                  </a:lnTo>
                  <a:lnTo>
                    <a:pt x="6432050" y="2474892"/>
                  </a:lnTo>
                  <a:lnTo>
                    <a:pt x="6432685" y="2475955"/>
                  </a:lnTo>
                  <a:lnTo>
                    <a:pt x="6433320" y="2477293"/>
                  </a:lnTo>
                  <a:lnTo>
                    <a:pt x="6433954" y="2478052"/>
                  </a:lnTo>
                  <a:lnTo>
                    <a:pt x="6434589" y="2479094"/>
                  </a:lnTo>
                  <a:lnTo>
                    <a:pt x="6435224" y="2479633"/>
                  </a:lnTo>
                  <a:lnTo>
                    <a:pt x="6435859" y="2480141"/>
                  </a:lnTo>
                  <a:lnTo>
                    <a:pt x="6436494" y="2481047"/>
                  </a:lnTo>
                  <a:lnTo>
                    <a:pt x="6437129" y="2481532"/>
                  </a:lnTo>
                  <a:lnTo>
                    <a:pt x="6437764" y="2481849"/>
                  </a:lnTo>
                  <a:lnTo>
                    <a:pt x="6438398" y="2482023"/>
                  </a:lnTo>
                  <a:lnTo>
                    <a:pt x="6439033" y="2482128"/>
                  </a:lnTo>
                  <a:lnTo>
                    <a:pt x="6439668" y="2481897"/>
                  </a:lnTo>
                  <a:lnTo>
                    <a:pt x="6440303" y="2481259"/>
                  </a:lnTo>
                  <a:lnTo>
                    <a:pt x="6440938" y="2480588"/>
                  </a:lnTo>
                  <a:lnTo>
                    <a:pt x="6441573" y="2480019"/>
                  </a:lnTo>
                  <a:lnTo>
                    <a:pt x="6442207" y="2479189"/>
                  </a:lnTo>
                  <a:lnTo>
                    <a:pt x="6442842" y="2477987"/>
                  </a:lnTo>
                  <a:lnTo>
                    <a:pt x="6443477" y="2476953"/>
                  </a:lnTo>
                  <a:lnTo>
                    <a:pt x="6444112" y="2475945"/>
                  </a:lnTo>
                  <a:lnTo>
                    <a:pt x="6444747" y="2474573"/>
                  </a:lnTo>
                  <a:lnTo>
                    <a:pt x="6445382" y="2473074"/>
                  </a:lnTo>
                  <a:lnTo>
                    <a:pt x="6446017" y="2471525"/>
                  </a:lnTo>
                  <a:lnTo>
                    <a:pt x="6446651" y="2470102"/>
                  </a:lnTo>
                  <a:lnTo>
                    <a:pt x="6447286" y="2468822"/>
                  </a:lnTo>
                  <a:lnTo>
                    <a:pt x="6447921" y="2467993"/>
                  </a:lnTo>
                  <a:lnTo>
                    <a:pt x="6448556" y="2467421"/>
                  </a:lnTo>
                  <a:lnTo>
                    <a:pt x="6449191" y="2467354"/>
                  </a:lnTo>
                  <a:lnTo>
                    <a:pt x="6449826" y="2467517"/>
                  </a:lnTo>
                  <a:lnTo>
                    <a:pt x="6450460" y="2467706"/>
                  </a:lnTo>
                  <a:lnTo>
                    <a:pt x="6451095" y="2467839"/>
                  </a:lnTo>
                  <a:lnTo>
                    <a:pt x="6451730" y="2467854"/>
                  </a:lnTo>
                  <a:lnTo>
                    <a:pt x="6452365" y="2468437"/>
                  </a:lnTo>
                  <a:lnTo>
                    <a:pt x="6453000" y="2469292"/>
                  </a:lnTo>
                  <a:lnTo>
                    <a:pt x="6453635" y="2470088"/>
                  </a:lnTo>
                  <a:lnTo>
                    <a:pt x="6454270" y="2471136"/>
                  </a:lnTo>
                  <a:lnTo>
                    <a:pt x="6454904" y="2472113"/>
                  </a:lnTo>
                  <a:lnTo>
                    <a:pt x="6455539" y="2473310"/>
                  </a:lnTo>
                  <a:lnTo>
                    <a:pt x="6456174" y="2474498"/>
                  </a:lnTo>
                  <a:lnTo>
                    <a:pt x="6456809" y="2475394"/>
                  </a:lnTo>
                  <a:lnTo>
                    <a:pt x="6457444" y="2476233"/>
                  </a:lnTo>
                  <a:lnTo>
                    <a:pt x="6458079" y="2476802"/>
                  </a:lnTo>
                  <a:lnTo>
                    <a:pt x="6458713" y="2477115"/>
                  </a:lnTo>
                  <a:lnTo>
                    <a:pt x="6459348" y="2477305"/>
                  </a:lnTo>
                  <a:lnTo>
                    <a:pt x="6459983" y="2477381"/>
                  </a:lnTo>
                  <a:lnTo>
                    <a:pt x="6460618" y="2477571"/>
                  </a:lnTo>
                  <a:lnTo>
                    <a:pt x="6461253" y="2477836"/>
                  </a:lnTo>
                  <a:lnTo>
                    <a:pt x="6461888" y="2478026"/>
                  </a:lnTo>
                  <a:lnTo>
                    <a:pt x="6462523" y="2478225"/>
                  </a:lnTo>
                  <a:lnTo>
                    <a:pt x="6463157" y="2478263"/>
                  </a:lnTo>
                  <a:lnTo>
                    <a:pt x="6463792" y="2478330"/>
                  </a:lnTo>
                  <a:lnTo>
                    <a:pt x="6464427" y="2478519"/>
                  </a:lnTo>
                  <a:lnTo>
                    <a:pt x="6465062" y="2478652"/>
                  </a:lnTo>
                  <a:lnTo>
                    <a:pt x="6465697" y="2479013"/>
                  </a:lnTo>
                  <a:lnTo>
                    <a:pt x="6466332" y="2479544"/>
                  </a:lnTo>
                  <a:lnTo>
                    <a:pt x="6466966" y="2480246"/>
                  </a:lnTo>
                  <a:lnTo>
                    <a:pt x="6467601" y="2481452"/>
                  </a:lnTo>
                  <a:lnTo>
                    <a:pt x="6468236" y="2482886"/>
                  </a:lnTo>
                  <a:lnTo>
                    <a:pt x="6468871" y="2484526"/>
                  </a:lnTo>
                  <a:lnTo>
                    <a:pt x="6469506" y="2486651"/>
                  </a:lnTo>
                  <a:lnTo>
                    <a:pt x="6470141" y="2488947"/>
                  </a:lnTo>
                  <a:lnTo>
                    <a:pt x="6470776" y="2491398"/>
                  </a:lnTo>
                  <a:lnTo>
                    <a:pt x="6471410" y="2493866"/>
                  </a:lnTo>
                  <a:lnTo>
                    <a:pt x="6472045" y="2496560"/>
                  </a:lnTo>
                  <a:lnTo>
                    <a:pt x="6472680" y="2499410"/>
                  </a:lnTo>
                  <a:lnTo>
                    <a:pt x="6473315" y="2501776"/>
                  </a:lnTo>
                  <a:lnTo>
                    <a:pt x="6473950" y="2504091"/>
                  </a:lnTo>
                  <a:lnTo>
                    <a:pt x="6474585" y="2506395"/>
                  </a:lnTo>
                  <a:lnTo>
                    <a:pt x="6475219" y="2508372"/>
                  </a:lnTo>
                  <a:lnTo>
                    <a:pt x="6475854" y="2510177"/>
                  </a:lnTo>
                  <a:lnTo>
                    <a:pt x="6476489" y="2511877"/>
                  </a:lnTo>
                  <a:lnTo>
                    <a:pt x="6477124" y="2513779"/>
                  </a:lnTo>
                  <a:lnTo>
                    <a:pt x="6477759" y="2515828"/>
                  </a:lnTo>
                  <a:lnTo>
                    <a:pt x="6478394" y="2517529"/>
                  </a:lnTo>
                  <a:lnTo>
                    <a:pt x="6479028" y="2519186"/>
                  </a:lnTo>
                  <a:lnTo>
                    <a:pt x="6479663" y="2520836"/>
                  </a:lnTo>
                  <a:lnTo>
                    <a:pt x="6480298" y="2521986"/>
                  </a:lnTo>
                  <a:lnTo>
                    <a:pt x="6480933" y="2523016"/>
                  </a:lnTo>
                  <a:lnTo>
                    <a:pt x="6481568" y="2523930"/>
                  </a:lnTo>
                  <a:lnTo>
                    <a:pt x="6482203" y="2524629"/>
                  </a:lnTo>
                  <a:lnTo>
                    <a:pt x="6482838" y="2524829"/>
                  </a:lnTo>
                  <a:lnTo>
                    <a:pt x="6483472" y="2525041"/>
                  </a:lnTo>
                  <a:lnTo>
                    <a:pt x="6484107" y="2525409"/>
                  </a:lnTo>
                  <a:lnTo>
                    <a:pt x="6484742" y="2525746"/>
                  </a:lnTo>
                  <a:lnTo>
                    <a:pt x="6485377" y="2526115"/>
                  </a:lnTo>
                  <a:lnTo>
                    <a:pt x="6486012" y="2526466"/>
                  </a:lnTo>
                  <a:lnTo>
                    <a:pt x="6486647" y="2526691"/>
                  </a:lnTo>
                  <a:lnTo>
                    <a:pt x="6487281" y="2526751"/>
                  </a:lnTo>
                  <a:lnTo>
                    <a:pt x="6487916" y="2526512"/>
                  </a:lnTo>
                  <a:lnTo>
                    <a:pt x="6488551" y="2526263"/>
                  </a:lnTo>
                  <a:lnTo>
                    <a:pt x="6489186" y="2525984"/>
                  </a:lnTo>
                  <a:lnTo>
                    <a:pt x="6489821" y="2525811"/>
                  </a:lnTo>
                  <a:lnTo>
                    <a:pt x="6490456" y="2526328"/>
                  </a:lnTo>
                  <a:lnTo>
                    <a:pt x="6491091" y="2527025"/>
                  </a:lnTo>
                  <a:lnTo>
                    <a:pt x="6491725" y="2528357"/>
                  </a:lnTo>
                  <a:lnTo>
                    <a:pt x="6492360" y="2529908"/>
                  </a:lnTo>
                  <a:lnTo>
                    <a:pt x="6492995" y="2531459"/>
                  </a:lnTo>
                  <a:lnTo>
                    <a:pt x="6493630" y="2533010"/>
                  </a:lnTo>
                  <a:lnTo>
                    <a:pt x="6494265" y="2534673"/>
                  </a:lnTo>
                  <a:lnTo>
                    <a:pt x="6494900" y="2536684"/>
                  </a:lnTo>
                  <a:lnTo>
                    <a:pt x="6495534" y="2538258"/>
                  </a:lnTo>
                  <a:lnTo>
                    <a:pt x="6496169" y="2539857"/>
                  </a:lnTo>
                  <a:lnTo>
                    <a:pt x="6496804" y="2541726"/>
                  </a:lnTo>
                  <a:lnTo>
                    <a:pt x="6497439" y="2543577"/>
                  </a:lnTo>
                  <a:lnTo>
                    <a:pt x="6498074" y="2545511"/>
                  </a:lnTo>
                  <a:lnTo>
                    <a:pt x="6498709" y="2547500"/>
                  </a:lnTo>
                  <a:lnTo>
                    <a:pt x="6499344" y="2549673"/>
                  </a:lnTo>
                  <a:lnTo>
                    <a:pt x="6499978" y="2551956"/>
                  </a:lnTo>
                  <a:lnTo>
                    <a:pt x="6500613" y="2554301"/>
                  </a:lnTo>
                  <a:lnTo>
                    <a:pt x="6501248" y="2556349"/>
                  </a:lnTo>
                  <a:lnTo>
                    <a:pt x="6501883" y="2558369"/>
                  </a:lnTo>
                  <a:lnTo>
                    <a:pt x="6502518" y="2560410"/>
                  </a:lnTo>
                  <a:lnTo>
                    <a:pt x="6503153" y="2562451"/>
                  </a:lnTo>
                  <a:lnTo>
                    <a:pt x="6503787" y="2564492"/>
                  </a:lnTo>
                  <a:lnTo>
                    <a:pt x="6504422" y="2566277"/>
                  </a:lnTo>
                  <a:lnTo>
                    <a:pt x="6505057" y="2567835"/>
                  </a:lnTo>
                  <a:lnTo>
                    <a:pt x="6505692" y="2569040"/>
                  </a:lnTo>
                  <a:lnTo>
                    <a:pt x="6506327" y="2570026"/>
                  </a:lnTo>
                  <a:lnTo>
                    <a:pt x="6506962" y="2571734"/>
                  </a:lnTo>
                  <a:lnTo>
                    <a:pt x="6507597" y="2573328"/>
                  </a:lnTo>
                  <a:lnTo>
                    <a:pt x="6508231" y="2574847"/>
                  </a:lnTo>
                  <a:lnTo>
                    <a:pt x="6508866" y="2576137"/>
                  </a:lnTo>
                  <a:lnTo>
                    <a:pt x="6509501" y="2576839"/>
                  </a:lnTo>
                  <a:lnTo>
                    <a:pt x="6510136" y="2577190"/>
                  </a:lnTo>
                  <a:lnTo>
                    <a:pt x="6510771" y="2577209"/>
                  </a:lnTo>
                  <a:lnTo>
                    <a:pt x="6511406" y="2577238"/>
                  </a:lnTo>
                  <a:lnTo>
                    <a:pt x="6512040" y="2577494"/>
                  </a:lnTo>
                  <a:lnTo>
                    <a:pt x="6512675" y="2577874"/>
                  </a:lnTo>
                  <a:lnTo>
                    <a:pt x="6513310" y="2578253"/>
                  </a:lnTo>
                  <a:lnTo>
                    <a:pt x="6513945" y="2578633"/>
                  </a:lnTo>
                  <a:lnTo>
                    <a:pt x="6514580" y="2579012"/>
                  </a:lnTo>
                  <a:lnTo>
                    <a:pt x="6515215" y="2579211"/>
                  </a:lnTo>
                  <a:lnTo>
                    <a:pt x="6515850" y="2579325"/>
                  </a:lnTo>
                  <a:lnTo>
                    <a:pt x="6516484" y="2578605"/>
                  </a:lnTo>
                  <a:lnTo>
                    <a:pt x="6517119" y="2577752"/>
                  </a:lnTo>
                  <a:lnTo>
                    <a:pt x="6517754" y="2576985"/>
                  </a:lnTo>
                  <a:lnTo>
                    <a:pt x="6518389" y="2576342"/>
                  </a:lnTo>
                  <a:lnTo>
                    <a:pt x="6519024" y="2575747"/>
                  </a:lnTo>
                  <a:lnTo>
                    <a:pt x="6519659" y="2575075"/>
                  </a:lnTo>
                  <a:lnTo>
                    <a:pt x="6520293" y="2574509"/>
                  </a:lnTo>
                  <a:lnTo>
                    <a:pt x="6520928" y="2573803"/>
                  </a:lnTo>
                  <a:lnTo>
                    <a:pt x="6521563" y="2572803"/>
                  </a:lnTo>
                  <a:lnTo>
                    <a:pt x="6522198" y="2571770"/>
                  </a:lnTo>
                  <a:lnTo>
                    <a:pt x="6522833" y="2570737"/>
                  </a:lnTo>
                  <a:lnTo>
                    <a:pt x="6523468" y="2569704"/>
                  </a:lnTo>
                  <a:lnTo>
                    <a:pt x="6524103" y="2568671"/>
                  </a:lnTo>
                  <a:lnTo>
                    <a:pt x="6524737" y="2567818"/>
                  </a:lnTo>
                  <a:lnTo>
                    <a:pt x="6525372" y="2567026"/>
                  </a:lnTo>
                  <a:lnTo>
                    <a:pt x="6526007" y="2566514"/>
                  </a:lnTo>
                  <a:lnTo>
                    <a:pt x="6526642" y="2566271"/>
                  </a:lnTo>
                  <a:lnTo>
                    <a:pt x="6527277" y="2565981"/>
                  </a:lnTo>
                  <a:lnTo>
                    <a:pt x="6527912" y="2565981"/>
                  </a:lnTo>
                  <a:lnTo>
                    <a:pt x="6528546" y="2566009"/>
                  </a:lnTo>
                  <a:lnTo>
                    <a:pt x="6529181" y="2566199"/>
                  </a:lnTo>
                  <a:lnTo>
                    <a:pt x="6529816" y="2566389"/>
                  </a:lnTo>
                  <a:lnTo>
                    <a:pt x="6530451" y="2566578"/>
                  </a:lnTo>
                  <a:lnTo>
                    <a:pt x="6531086" y="2566853"/>
                  </a:lnTo>
                  <a:lnTo>
                    <a:pt x="6531721" y="2567195"/>
                  </a:lnTo>
                  <a:lnTo>
                    <a:pt x="6532355" y="2567888"/>
                  </a:lnTo>
                  <a:lnTo>
                    <a:pt x="6532990" y="2569026"/>
                  </a:lnTo>
                  <a:lnTo>
                    <a:pt x="6533625" y="2570307"/>
                  </a:lnTo>
                  <a:lnTo>
                    <a:pt x="6534260" y="2571826"/>
                  </a:lnTo>
                  <a:lnTo>
                    <a:pt x="6534895" y="2573344"/>
                  </a:lnTo>
                  <a:lnTo>
                    <a:pt x="6535530" y="2574862"/>
                  </a:lnTo>
                  <a:lnTo>
                    <a:pt x="6536165" y="2575631"/>
                  </a:lnTo>
                  <a:lnTo>
                    <a:pt x="6536799" y="2576365"/>
                  </a:lnTo>
                  <a:lnTo>
                    <a:pt x="6537434" y="2577306"/>
                  </a:lnTo>
                  <a:lnTo>
                    <a:pt x="6538069" y="2578255"/>
                  </a:lnTo>
                  <a:lnTo>
                    <a:pt x="6538704" y="2579328"/>
                  </a:lnTo>
                  <a:lnTo>
                    <a:pt x="6539339" y="2580443"/>
                  </a:lnTo>
                  <a:lnTo>
                    <a:pt x="6539974" y="2581765"/>
                  </a:lnTo>
                  <a:lnTo>
                    <a:pt x="6540608" y="2582660"/>
                  </a:lnTo>
                  <a:lnTo>
                    <a:pt x="6541243" y="2583463"/>
                  </a:lnTo>
                  <a:lnTo>
                    <a:pt x="6541878" y="2583843"/>
                  </a:lnTo>
                  <a:lnTo>
                    <a:pt x="6542513" y="2583970"/>
                  </a:lnTo>
                  <a:lnTo>
                    <a:pt x="6543148" y="2583893"/>
                  </a:lnTo>
                  <a:lnTo>
                    <a:pt x="6543783" y="2583470"/>
                  </a:lnTo>
                  <a:lnTo>
                    <a:pt x="6544418" y="2582990"/>
                  </a:lnTo>
                  <a:lnTo>
                    <a:pt x="6545052" y="2582329"/>
                  </a:lnTo>
                  <a:lnTo>
                    <a:pt x="6545687" y="2581473"/>
                  </a:lnTo>
                  <a:lnTo>
                    <a:pt x="6546322" y="2580575"/>
                  </a:lnTo>
                  <a:lnTo>
                    <a:pt x="6546957" y="2579542"/>
                  </a:lnTo>
                  <a:lnTo>
                    <a:pt x="6547592" y="2578504"/>
                  </a:lnTo>
                  <a:lnTo>
                    <a:pt x="6548227" y="2577357"/>
                  </a:lnTo>
                  <a:lnTo>
                    <a:pt x="6548861" y="2576177"/>
                  </a:lnTo>
                  <a:lnTo>
                    <a:pt x="6549496" y="2574832"/>
                  </a:lnTo>
                  <a:lnTo>
                    <a:pt x="6550131" y="2573339"/>
                  </a:lnTo>
                  <a:lnTo>
                    <a:pt x="6550766" y="2572003"/>
                  </a:lnTo>
                  <a:lnTo>
                    <a:pt x="6551401" y="2570661"/>
                  </a:lnTo>
                  <a:lnTo>
                    <a:pt x="6552036" y="2569693"/>
                  </a:lnTo>
                  <a:lnTo>
                    <a:pt x="6552671" y="2568716"/>
                  </a:lnTo>
                  <a:lnTo>
                    <a:pt x="6553305" y="2567900"/>
                  </a:lnTo>
                  <a:lnTo>
                    <a:pt x="6553940" y="2567614"/>
                  </a:lnTo>
                  <a:lnTo>
                    <a:pt x="6554575" y="2567495"/>
                  </a:lnTo>
                  <a:lnTo>
                    <a:pt x="6555210" y="2567507"/>
                  </a:lnTo>
                  <a:lnTo>
                    <a:pt x="6555845" y="2567540"/>
                  </a:lnTo>
                  <a:lnTo>
                    <a:pt x="6556480" y="2567629"/>
                  </a:lnTo>
                  <a:lnTo>
                    <a:pt x="6557114" y="2567859"/>
                  </a:lnTo>
                  <a:lnTo>
                    <a:pt x="6557749" y="2568147"/>
                  </a:lnTo>
                  <a:lnTo>
                    <a:pt x="6558384" y="2568532"/>
                  </a:lnTo>
                  <a:lnTo>
                    <a:pt x="6559019" y="2568806"/>
                  </a:lnTo>
                  <a:lnTo>
                    <a:pt x="6559654" y="2569163"/>
                  </a:lnTo>
                  <a:lnTo>
                    <a:pt x="6560289" y="2569765"/>
                  </a:lnTo>
                  <a:lnTo>
                    <a:pt x="6560924" y="2570242"/>
                  </a:lnTo>
                  <a:lnTo>
                    <a:pt x="6561558" y="2570423"/>
                  </a:lnTo>
                  <a:lnTo>
                    <a:pt x="6562193" y="2570642"/>
                  </a:lnTo>
                  <a:lnTo>
                    <a:pt x="6562828" y="2571012"/>
                  </a:lnTo>
                  <a:lnTo>
                    <a:pt x="6563463" y="2571245"/>
                  </a:lnTo>
                  <a:lnTo>
                    <a:pt x="6564098" y="2571642"/>
                  </a:lnTo>
                  <a:lnTo>
                    <a:pt x="6564733" y="2571845"/>
                  </a:lnTo>
                  <a:lnTo>
                    <a:pt x="6565367" y="2572232"/>
                  </a:lnTo>
                  <a:lnTo>
                    <a:pt x="6566002" y="2572511"/>
                  </a:lnTo>
                  <a:lnTo>
                    <a:pt x="6566637" y="2573189"/>
                  </a:lnTo>
                  <a:lnTo>
                    <a:pt x="6567272" y="2574199"/>
                  </a:lnTo>
                  <a:lnTo>
                    <a:pt x="6567907" y="2575240"/>
                  </a:lnTo>
                  <a:lnTo>
                    <a:pt x="6568542" y="2576219"/>
                  </a:lnTo>
                  <a:lnTo>
                    <a:pt x="6569177" y="2577270"/>
                  </a:lnTo>
                  <a:lnTo>
                    <a:pt x="6569811" y="2578461"/>
                  </a:lnTo>
                  <a:lnTo>
                    <a:pt x="6570446" y="2579660"/>
                  </a:lnTo>
                  <a:lnTo>
                    <a:pt x="6571081" y="2580825"/>
                  </a:lnTo>
                  <a:lnTo>
                    <a:pt x="6571716" y="2582196"/>
                  </a:lnTo>
                  <a:lnTo>
                    <a:pt x="6572351" y="2583579"/>
                  </a:lnTo>
                  <a:lnTo>
                    <a:pt x="6572986" y="2585044"/>
                  </a:lnTo>
                  <a:lnTo>
                    <a:pt x="6573620" y="2586279"/>
                  </a:lnTo>
                  <a:lnTo>
                    <a:pt x="6574255" y="2587472"/>
                  </a:lnTo>
                  <a:lnTo>
                    <a:pt x="6574890" y="2588728"/>
                  </a:lnTo>
                  <a:lnTo>
                    <a:pt x="6575525" y="2590031"/>
                  </a:lnTo>
                  <a:lnTo>
                    <a:pt x="6576160" y="2590971"/>
                  </a:lnTo>
                  <a:lnTo>
                    <a:pt x="6576795" y="2591757"/>
                  </a:lnTo>
                  <a:lnTo>
                    <a:pt x="6577430" y="2592516"/>
                  </a:lnTo>
                  <a:lnTo>
                    <a:pt x="6578064" y="2593333"/>
                  </a:lnTo>
                  <a:lnTo>
                    <a:pt x="6578699" y="2594285"/>
                  </a:lnTo>
                  <a:lnTo>
                    <a:pt x="6579334" y="2595031"/>
                  </a:lnTo>
                  <a:lnTo>
                    <a:pt x="6579969" y="2595928"/>
                  </a:lnTo>
                  <a:lnTo>
                    <a:pt x="6580604" y="2596934"/>
                  </a:lnTo>
                  <a:lnTo>
                    <a:pt x="6581239" y="2597859"/>
                  </a:lnTo>
                  <a:lnTo>
                    <a:pt x="6581873" y="2598771"/>
                  </a:lnTo>
                  <a:lnTo>
                    <a:pt x="6582508" y="2599516"/>
                  </a:lnTo>
                  <a:lnTo>
                    <a:pt x="6583143" y="2600193"/>
                  </a:lnTo>
                  <a:lnTo>
                    <a:pt x="6583778" y="2601029"/>
                  </a:lnTo>
                  <a:lnTo>
                    <a:pt x="6584413" y="2601781"/>
                  </a:lnTo>
                  <a:lnTo>
                    <a:pt x="6585048" y="2602659"/>
                  </a:lnTo>
                  <a:lnTo>
                    <a:pt x="6585682" y="2603680"/>
                  </a:lnTo>
                  <a:lnTo>
                    <a:pt x="6586317" y="2604748"/>
                  </a:lnTo>
                  <a:lnTo>
                    <a:pt x="6586952" y="2605931"/>
                  </a:lnTo>
                  <a:lnTo>
                    <a:pt x="6587587" y="2606999"/>
                  </a:lnTo>
                  <a:lnTo>
                    <a:pt x="6588222" y="2608067"/>
                  </a:lnTo>
                  <a:lnTo>
                    <a:pt x="6588857" y="2609192"/>
                  </a:lnTo>
                  <a:lnTo>
                    <a:pt x="6589492" y="2610276"/>
                  </a:lnTo>
                  <a:lnTo>
                    <a:pt x="6590126" y="2611376"/>
                  </a:lnTo>
                  <a:lnTo>
                    <a:pt x="6590761" y="2612362"/>
                  </a:lnTo>
                  <a:lnTo>
                    <a:pt x="6591396" y="2613269"/>
                  </a:lnTo>
                  <a:lnTo>
                    <a:pt x="6592031" y="2613838"/>
                  </a:lnTo>
                  <a:lnTo>
                    <a:pt x="6592666" y="2614455"/>
                  </a:lnTo>
                  <a:lnTo>
                    <a:pt x="6593301" y="2615214"/>
                  </a:lnTo>
                  <a:lnTo>
                    <a:pt x="6593935" y="2615973"/>
                  </a:lnTo>
                  <a:lnTo>
                    <a:pt x="6594570" y="2616285"/>
                  </a:lnTo>
                  <a:lnTo>
                    <a:pt x="6595205" y="2616512"/>
                  </a:lnTo>
                  <a:lnTo>
                    <a:pt x="6595840" y="2616703"/>
                  </a:lnTo>
                  <a:lnTo>
                    <a:pt x="6596475" y="2616761"/>
                  </a:lnTo>
                  <a:lnTo>
                    <a:pt x="6597110" y="2616743"/>
                  </a:lnTo>
                  <a:lnTo>
                    <a:pt x="6597745" y="2616607"/>
                  </a:lnTo>
                  <a:lnTo>
                    <a:pt x="6598379" y="2616216"/>
                  </a:lnTo>
                  <a:lnTo>
                    <a:pt x="6599014" y="2615733"/>
                  </a:lnTo>
                  <a:lnTo>
                    <a:pt x="6599649" y="2615369"/>
                  </a:lnTo>
                  <a:lnTo>
                    <a:pt x="6600284" y="2614934"/>
                  </a:lnTo>
                  <a:lnTo>
                    <a:pt x="6600919" y="2614508"/>
                  </a:lnTo>
                  <a:lnTo>
                    <a:pt x="6601554" y="2614081"/>
                  </a:lnTo>
                  <a:lnTo>
                    <a:pt x="6602188" y="2613709"/>
                  </a:lnTo>
                  <a:lnTo>
                    <a:pt x="6602823" y="2613283"/>
                  </a:lnTo>
                  <a:lnTo>
                    <a:pt x="6603458" y="2612856"/>
                  </a:lnTo>
                  <a:lnTo>
                    <a:pt x="6604093" y="2612393"/>
                  </a:lnTo>
                  <a:lnTo>
                    <a:pt x="6604728" y="2611888"/>
                  </a:lnTo>
                  <a:lnTo>
                    <a:pt x="6605363" y="2611382"/>
                  </a:lnTo>
                  <a:lnTo>
                    <a:pt x="6605998" y="2610930"/>
                  </a:lnTo>
                  <a:lnTo>
                    <a:pt x="6606632" y="2610551"/>
                  </a:lnTo>
                  <a:lnTo>
                    <a:pt x="6607267" y="2610240"/>
                  </a:lnTo>
                  <a:lnTo>
                    <a:pt x="6607902" y="2609923"/>
                  </a:lnTo>
                  <a:lnTo>
                    <a:pt x="6608537" y="2609523"/>
                  </a:lnTo>
                  <a:lnTo>
                    <a:pt x="6609172" y="2609283"/>
                  </a:lnTo>
                  <a:lnTo>
                    <a:pt x="6609807" y="2609309"/>
                  </a:lnTo>
                  <a:lnTo>
                    <a:pt x="6610441" y="2609232"/>
                  </a:lnTo>
                  <a:lnTo>
                    <a:pt x="6611076" y="2609185"/>
                  </a:lnTo>
                  <a:lnTo>
                    <a:pt x="6611711" y="2609104"/>
                  </a:lnTo>
                  <a:lnTo>
                    <a:pt x="6612346" y="2608868"/>
                  </a:lnTo>
                  <a:lnTo>
                    <a:pt x="6612981" y="2608517"/>
                  </a:lnTo>
                  <a:lnTo>
                    <a:pt x="6613616" y="2607845"/>
                  </a:lnTo>
                  <a:lnTo>
                    <a:pt x="6614251" y="2607350"/>
                  </a:lnTo>
                  <a:lnTo>
                    <a:pt x="6614885" y="2606885"/>
                  </a:lnTo>
                  <a:lnTo>
                    <a:pt x="6615520" y="2606377"/>
                  </a:lnTo>
                  <a:lnTo>
                    <a:pt x="6616155" y="2605707"/>
                  </a:lnTo>
                  <a:lnTo>
                    <a:pt x="6616790" y="2604891"/>
                  </a:lnTo>
                  <a:lnTo>
                    <a:pt x="6617425" y="2603903"/>
                  </a:lnTo>
                  <a:lnTo>
                    <a:pt x="6618060" y="2602797"/>
                  </a:lnTo>
                  <a:lnTo>
                    <a:pt x="6618694" y="2601587"/>
                  </a:lnTo>
                  <a:lnTo>
                    <a:pt x="6619329" y="2600343"/>
                  </a:lnTo>
                  <a:lnTo>
                    <a:pt x="6619964" y="2599099"/>
                  </a:lnTo>
                  <a:lnTo>
                    <a:pt x="6620599" y="2597854"/>
                  </a:lnTo>
                  <a:lnTo>
                    <a:pt x="6621234" y="2596546"/>
                  </a:lnTo>
                  <a:lnTo>
                    <a:pt x="6621869" y="2595249"/>
                  </a:lnTo>
                  <a:lnTo>
                    <a:pt x="6622504" y="2594004"/>
                  </a:lnTo>
                  <a:lnTo>
                    <a:pt x="6623138" y="2593273"/>
                  </a:lnTo>
                  <a:lnTo>
                    <a:pt x="6623773" y="2592735"/>
                  </a:lnTo>
                  <a:lnTo>
                    <a:pt x="6624408" y="2592212"/>
                  </a:lnTo>
                  <a:lnTo>
                    <a:pt x="6625043" y="2591732"/>
                  </a:lnTo>
                  <a:lnTo>
                    <a:pt x="6625678" y="2590783"/>
                  </a:lnTo>
                  <a:lnTo>
                    <a:pt x="6626313" y="2589882"/>
                  </a:lnTo>
                  <a:lnTo>
                    <a:pt x="6626947" y="2589274"/>
                  </a:lnTo>
                  <a:lnTo>
                    <a:pt x="6627582" y="2588895"/>
                  </a:lnTo>
                  <a:lnTo>
                    <a:pt x="6628217" y="2588657"/>
                  </a:lnTo>
                  <a:lnTo>
                    <a:pt x="6628852" y="2588468"/>
                  </a:lnTo>
                  <a:lnTo>
                    <a:pt x="6629487" y="2588278"/>
                  </a:lnTo>
                  <a:lnTo>
                    <a:pt x="6630122" y="2588088"/>
                  </a:lnTo>
                  <a:lnTo>
                    <a:pt x="6630757" y="2587898"/>
                  </a:lnTo>
                  <a:lnTo>
                    <a:pt x="6631391" y="2587822"/>
                  </a:lnTo>
                  <a:lnTo>
                    <a:pt x="6632026" y="2587822"/>
                  </a:lnTo>
                  <a:lnTo>
                    <a:pt x="6632661" y="2587822"/>
                  </a:lnTo>
                  <a:lnTo>
                    <a:pt x="6633296" y="2587822"/>
                  </a:lnTo>
                  <a:lnTo>
                    <a:pt x="6633931" y="2587822"/>
                  </a:lnTo>
                  <a:lnTo>
                    <a:pt x="6634566" y="2587822"/>
                  </a:lnTo>
                  <a:lnTo>
                    <a:pt x="6635200" y="2587822"/>
                  </a:lnTo>
                  <a:lnTo>
                    <a:pt x="6635835" y="2587936"/>
                  </a:lnTo>
                  <a:lnTo>
                    <a:pt x="6636470" y="2588126"/>
                  </a:lnTo>
                  <a:lnTo>
                    <a:pt x="6637105" y="2588401"/>
                  </a:lnTo>
                  <a:lnTo>
                    <a:pt x="6637740" y="2588781"/>
                  </a:lnTo>
                  <a:lnTo>
                    <a:pt x="6638375" y="2589160"/>
                  </a:lnTo>
                  <a:lnTo>
                    <a:pt x="6639010" y="2589540"/>
                  </a:lnTo>
                  <a:lnTo>
                    <a:pt x="6639644" y="2590204"/>
                  </a:lnTo>
                  <a:lnTo>
                    <a:pt x="6640279" y="2590867"/>
                  </a:lnTo>
                  <a:lnTo>
                    <a:pt x="6640914" y="2591531"/>
                  </a:lnTo>
                  <a:lnTo>
                    <a:pt x="6641549" y="2592194"/>
                  </a:lnTo>
                  <a:lnTo>
                    <a:pt x="6642184" y="2593038"/>
                  </a:lnTo>
                  <a:lnTo>
                    <a:pt x="6642819" y="2594081"/>
                  </a:lnTo>
                  <a:lnTo>
                    <a:pt x="6643453" y="2595392"/>
                  </a:lnTo>
                  <a:lnTo>
                    <a:pt x="6644088" y="2596840"/>
                  </a:lnTo>
                  <a:lnTo>
                    <a:pt x="6644723" y="2598288"/>
                  </a:lnTo>
                  <a:lnTo>
                    <a:pt x="6645358" y="2599622"/>
                  </a:lnTo>
                  <a:lnTo>
                    <a:pt x="6645993" y="2600825"/>
                  </a:lnTo>
                  <a:lnTo>
                    <a:pt x="6646628" y="2601911"/>
                  </a:lnTo>
                  <a:lnTo>
                    <a:pt x="6647262" y="2602893"/>
                  </a:lnTo>
                  <a:lnTo>
                    <a:pt x="6647897" y="2603867"/>
                  </a:lnTo>
                  <a:lnTo>
                    <a:pt x="6648532" y="2604882"/>
                  </a:lnTo>
                  <a:lnTo>
                    <a:pt x="6649167" y="2605877"/>
                  </a:lnTo>
                  <a:lnTo>
                    <a:pt x="6649802" y="2606872"/>
                  </a:lnTo>
                  <a:lnTo>
                    <a:pt x="6650437" y="2607868"/>
                  </a:lnTo>
                  <a:lnTo>
                    <a:pt x="6651072" y="2608735"/>
                  </a:lnTo>
                  <a:lnTo>
                    <a:pt x="6651706" y="2609137"/>
                  </a:lnTo>
                  <a:lnTo>
                    <a:pt x="6652341" y="2608977"/>
                  </a:lnTo>
                  <a:lnTo>
                    <a:pt x="6652976" y="2608222"/>
                  </a:lnTo>
                  <a:lnTo>
                    <a:pt x="6653611" y="2606514"/>
                  </a:lnTo>
                  <a:lnTo>
                    <a:pt x="6654246" y="2604806"/>
                  </a:lnTo>
                  <a:lnTo>
                    <a:pt x="6654881" y="2603098"/>
                  </a:lnTo>
                  <a:lnTo>
                    <a:pt x="6655515" y="2601476"/>
                  </a:lnTo>
                  <a:lnTo>
                    <a:pt x="6656150" y="2599958"/>
                  </a:lnTo>
                  <a:lnTo>
                    <a:pt x="6656785" y="2598439"/>
                  </a:lnTo>
                  <a:lnTo>
                    <a:pt x="6657420" y="2596779"/>
                  </a:lnTo>
                  <a:lnTo>
                    <a:pt x="6658055" y="2594758"/>
                  </a:lnTo>
                  <a:lnTo>
                    <a:pt x="6658690" y="2592670"/>
                  </a:lnTo>
                  <a:lnTo>
                    <a:pt x="6659325" y="2590412"/>
                  </a:lnTo>
                  <a:lnTo>
                    <a:pt x="6659959" y="2587945"/>
                  </a:lnTo>
                  <a:lnTo>
                    <a:pt x="6660594" y="2585459"/>
                  </a:lnTo>
                  <a:lnTo>
                    <a:pt x="6661229" y="2583314"/>
                  </a:lnTo>
                  <a:lnTo>
                    <a:pt x="6661864" y="2581502"/>
                  </a:lnTo>
                  <a:lnTo>
                    <a:pt x="6662499" y="2579851"/>
                  </a:lnTo>
                  <a:lnTo>
                    <a:pt x="6663134" y="2578332"/>
                  </a:lnTo>
                  <a:lnTo>
                    <a:pt x="6663768" y="2576814"/>
                  </a:lnTo>
                  <a:lnTo>
                    <a:pt x="6664403" y="2575296"/>
                  </a:lnTo>
                  <a:lnTo>
                    <a:pt x="6665038" y="2573778"/>
                  </a:lnTo>
                  <a:lnTo>
                    <a:pt x="6665673" y="2572260"/>
                  </a:lnTo>
                  <a:lnTo>
                    <a:pt x="6666308" y="2570741"/>
                  </a:lnTo>
                  <a:lnTo>
                    <a:pt x="6666943" y="2569375"/>
                  </a:lnTo>
                  <a:lnTo>
                    <a:pt x="6667578" y="2568379"/>
                  </a:lnTo>
                  <a:lnTo>
                    <a:pt x="6668212" y="2567278"/>
                  </a:lnTo>
                  <a:lnTo>
                    <a:pt x="6668847" y="2566310"/>
                  </a:lnTo>
                  <a:lnTo>
                    <a:pt x="6669482" y="2565684"/>
                  </a:lnTo>
                  <a:lnTo>
                    <a:pt x="6670117" y="2565522"/>
                  </a:lnTo>
                  <a:lnTo>
                    <a:pt x="6670752" y="2565693"/>
                  </a:lnTo>
                  <a:lnTo>
                    <a:pt x="6671387" y="2566044"/>
                  </a:lnTo>
                  <a:lnTo>
                    <a:pt x="6672021" y="2566604"/>
                  </a:lnTo>
                  <a:lnTo>
                    <a:pt x="6672656" y="2567335"/>
                  </a:lnTo>
                  <a:lnTo>
                    <a:pt x="6673291" y="2568094"/>
                  </a:lnTo>
                  <a:lnTo>
                    <a:pt x="6673926" y="2568673"/>
                  </a:lnTo>
                  <a:lnTo>
                    <a:pt x="6674561" y="2569422"/>
                  </a:lnTo>
                  <a:lnTo>
                    <a:pt x="6675196" y="2570182"/>
                  </a:lnTo>
                  <a:lnTo>
                    <a:pt x="6675831" y="2570941"/>
                  </a:lnTo>
                  <a:lnTo>
                    <a:pt x="6676465" y="2571700"/>
                  </a:lnTo>
                  <a:lnTo>
                    <a:pt x="6677100" y="2572573"/>
                  </a:lnTo>
                  <a:lnTo>
                    <a:pt x="6677735" y="2573493"/>
                  </a:lnTo>
                  <a:lnTo>
                    <a:pt x="6678370" y="2574015"/>
                  </a:lnTo>
                  <a:lnTo>
                    <a:pt x="6679005" y="2574431"/>
                  </a:lnTo>
                  <a:lnTo>
                    <a:pt x="6679640" y="2574543"/>
                  </a:lnTo>
                  <a:lnTo>
                    <a:pt x="6680274" y="2574413"/>
                  </a:lnTo>
                  <a:lnTo>
                    <a:pt x="6680909" y="2573784"/>
                  </a:lnTo>
                  <a:lnTo>
                    <a:pt x="6681544" y="2573107"/>
                  </a:lnTo>
                  <a:lnTo>
                    <a:pt x="6682179" y="2572298"/>
                  </a:lnTo>
                  <a:lnTo>
                    <a:pt x="6682814" y="2571434"/>
                  </a:lnTo>
                  <a:lnTo>
                    <a:pt x="6683449" y="2570522"/>
                  </a:lnTo>
                  <a:lnTo>
                    <a:pt x="6684084" y="2569547"/>
                  </a:lnTo>
                  <a:lnTo>
                    <a:pt x="6684718" y="2568579"/>
                  </a:lnTo>
                  <a:lnTo>
                    <a:pt x="6685353" y="2567639"/>
                  </a:lnTo>
                  <a:lnTo>
                    <a:pt x="6685988" y="2566810"/>
                  </a:lnTo>
                  <a:lnTo>
                    <a:pt x="6686623" y="2565897"/>
                  </a:lnTo>
                  <a:lnTo>
                    <a:pt x="6687258" y="2565061"/>
                  </a:lnTo>
                  <a:lnTo>
                    <a:pt x="6687893" y="2564570"/>
                  </a:lnTo>
                  <a:lnTo>
                    <a:pt x="6688527" y="2564646"/>
                  </a:lnTo>
                  <a:lnTo>
                    <a:pt x="6689162" y="2564751"/>
                  </a:lnTo>
                  <a:lnTo>
                    <a:pt x="6689797" y="2564819"/>
                  </a:lnTo>
                  <a:lnTo>
                    <a:pt x="6690432" y="2564583"/>
                  </a:lnTo>
                  <a:lnTo>
                    <a:pt x="6691067" y="2564393"/>
                  </a:lnTo>
                  <a:lnTo>
                    <a:pt x="6691702" y="2564582"/>
                  </a:lnTo>
                  <a:lnTo>
                    <a:pt x="6692337" y="2564820"/>
                  </a:lnTo>
                  <a:lnTo>
                    <a:pt x="6692971" y="2565465"/>
                  </a:lnTo>
                  <a:lnTo>
                    <a:pt x="6693606" y="2566053"/>
                  </a:lnTo>
                  <a:lnTo>
                    <a:pt x="6694241" y="2566623"/>
                  </a:lnTo>
                  <a:lnTo>
                    <a:pt x="6694876" y="2567154"/>
                  </a:lnTo>
                  <a:lnTo>
                    <a:pt x="6695511" y="2567534"/>
                  </a:lnTo>
                  <a:lnTo>
                    <a:pt x="6696146" y="2567913"/>
                  </a:lnTo>
                  <a:lnTo>
                    <a:pt x="6696780" y="2568293"/>
                  </a:lnTo>
                  <a:lnTo>
                    <a:pt x="6697415" y="2568634"/>
                  </a:lnTo>
                  <a:lnTo>
                    <a:pt x="6698050" y="2568824"/>
                  </a:lnTo>
                  <a:lnTo>
                    <a:pt x="6698685" y="2569014"/>
                  </a:lnTo>
                  <a:lnTo>
                    <a:pt x="6699320" y="2569204"/>
                  </a:lnTo>
                  <a:lnTo>
                    <a:pt x="6699955" y="2569393"/>
                  </a:lnTo>
                  <a:lnTo>
                    <a:pt x="6700589" y="2569583"/>
                  </a:lnTo>
                  <a:lnTo>
                    <a:pt x="6701224" y="2569773"/>
                  </a:lnTo>
                  <a:lnTo>
                    <a:pt x="6701859" y="2569963"/>
                  </a:lnTo>
                  <a:lnTo>
                    <a:pt x="6702494" y="2569991"/>
                  </a:lnTo>
                  <a:lnTo>
                    <a:pt x="6703129" y="2569991"/>
                  </a:lnTo>
                  <a:lnTo>
                    <a:pt x="6703764" y="2569991"/>
                  </a:lnTo>
                  <a:lnTo>
                    <a:pt x="6704399" y="2569991"/>
                  </a:lnTo>
                  <a:lnTo>
                    <a:pt x="6705033" y="2569991"/>
                  </a:lnTo>
                  <a:lnTo>
                    <a:pt x="6705668" y="2569991"/>
                  </a:lnTo>
                  <a:lnTo>
                    <a:pt x="6706303" y="2569991"/>
                  </a:lnTo>
                  <a:lnTo>
                    <a:pt x="6706938" y="2569729"/>
                  </a:lnTo>
                  <a:lnTo>
                    <a:pt x="6707573" y="2569445"/>
                  </a:lnTo>
                  <a:lnTo>
                    <a:pt x="6708208" y="2569161"/>
                  </a:lnTo>
                  <a:lnTo>
                    <a:pt x="6708842" y="2568857"/>
                  </a:lnTo>
                  <a:lnTo>
                    <a:pt x="6709477" y="2568547"/>
                  </a:lnTo>
                  <a:lnTo>
                    <a:pt x="6710112" y="2568238"/>
                  </a:lnTo>
                  <a:lnTo>
                    <a:pt x="6710747" y="2567929"/>
                  </a:lnTo>
                  <a:lnTo>
                    <a:pt x="6711382" y="2567582"/>
                  </a:lnTo>
                  <a:lnTo>
                    <a:pt x="6712017" y="2567073"/>
                  </a:lnTo>
                  <a:lnTo>
                    <a:pt x="6712652" y="2566385"/>
                  </a:lnTo>
                  <a:lnTo>
                    <a:pt x="6713286" y="2565696"/>
                  </a:lnTo>
                  <a:lnTo>
                    <a:pt x="6713921" y="2564884"/>
                  </a:lnTo>
                  <a:lnTo>
                    <a:pt x="6714556" y="2563986"/>
                  </a:lnTo>
                  <a:lnTo>
                    <a:pt x="6715191" y="2562918"/>
                  </a:lnTo>
                  <a:lnTo>
                    <a:pt x="6715826" y="2561926"/>
                  </a:lnTo>
                  <a:lnTo>
                    <a:pt x="6716461" y="2561032"/>
                  </a:lnTo>
                  <a:lnTo>
                    <a:pt x="6717095" y="2560274"/>
                  </a:lnTo>
                  <a:lnTo>
                    <a:pt x="6717730" y="2559516"/>
                  </a:lnTo>
                  <a:lnTo>
                    <a:pt x="6718365" y="2558798"/>
                  </a:lnTo>
                  <a:lnTo>
                    <a:pt x="6719000" y="2558419"/>
                  </a:lnTo>
                  <a:lnTo>
                    <a:pt x="6719635" y="2558039"/>
                  </a:lnTo>
                  <a:lnTo>
                    <a:pt x="6720270" y="2557584"/>
                  </a:lnTo>
                  <a:lnTo>
                    <a:pt x="6720905" y="2557052"/>
                  </a:lnTo>
                  <a:lnTo>
                    <a:pt x="6721539" y="2556682"/>
                  </a:lnTo>
                  <a:lnTo>
                    <a:pt x="6722174" y="2556493"/>
                  </a:lnTo>
                  <a:lnTo>
                    <a:pt x="6722809" y="2556303"/>
                  </a:lnTo>
                  <a:lnTo>
                    <a:pt x="6723444" y="2556236"/>
                  </a:lnTo>
                  <a:lnTo>
                    <a:pt x="6724079" y="2556255"/>
                  </a:lnTo>
                  <a:lnTo>
                    <a:pt x="6724714" y="2556445"/>
                  </a:lnTo>
                  <a:lnTo>
                    <a:pt x="6725348" y="2556341"/>
                  </a:lnTo>
                  <a:lnTo>
                    <a:pt x="6725983" y="2556142"/>
                  </a:lnTo>
                  <a:lnTo>
                    <a:pt x="6726618" y="2555762"/>
                  </a:lnTo>
                  <a:lnTo>
                    <a:pt x="6727253" y="2555382"/>
                  </a:lnTo>
                  <a:lnTo>
                    <a:pt x="6727888" y="2555003"/>
                  </a:lnTo>
                  <a:lnTo>
                    <a:pt x="6728523" y="2554623"/>
                  </a:lnTo>
                  <a:lnTo>
                    <a:pt x="6729158" y="2554244"/>
                  </a:lnTo>
                  <a:lnTo>
                    <a:pt x="6729792" y="2553940"/>
                  </a:lnTo>
                  <a:lnTo>
                    <a:pt x="6730427" y="2553994"/>
                  </a:lnTo>
                  <a:lnTo>
                    <a:pt x="6731062" y="2553993"/>
                  </a:lnTo>
                  <a:lnTo>
                    <a:pt x="6731697" y="2554020"/>
                  </a:lnTo>
                  <a:lnTo>
                    <a:pt x="6732332" y="2553984"/>
                  </a:lnTo>
                  <a:lnTo>
                    <a:pt x="6732967" y="2553740"/>
                  </a:lnTo>
                  <a:lnTo>
                    <a:pt x="6733601" y="2553482"/>
                  </a:lnTo>
                  <a:lnTo>
                    <a:pt x="6734236" y="2552969"/>
                  </a:lnTo>
                  <a:lnTo>
                    <a:pt x="6734871" y="2552710"/>
                  </a:lnTo>
                  <a:lnTo>
                    <a:pt x="6735506" y="2552518"/>
                  </a:lnTo>
                  <a:lnTo>
                    <a:pt x="6736141" y="2552325"/>
                  </a:lnTo>
                  <a:lnTo>
                    <a:pt x="6736776" y="2552133"/>
                  </a:lnTo>
                  <a:lnTo>
                    <a:pt x="6737411" y="2551816"/>
                  </a:lnTo>
                  <a:lnTo>
                    <a:pt x="6738045" y="2551479"/>
                  </a:lnTo>
                  <a:lnTo>
                    <a:pt x="6738680" y="2551008"/>
                  </a:lnTo>
                  <a:lnTo>
                    <a:pt x="6739315" y="2550514"/>
                  </a:lnTo>
                  <a:lnTo>
                    <a:pt x="6739950" y="2549971"/>
                  </a:lnTo>
                  <a:lnTo>
                    <a:pt x="6740585" y="2549751"/>
                  </a:lnTo>
                  <a:lnTo>
                    <a:pt x="6741220" y="2549159"/>
                  </a:lnTo>
                  <a:lnTo>
                    <a:pt x="6741854" y="2547926"/>
                  </a:lnTo>
                  <a:lnTo>
                    <a:pt x="6742489" y="2547021"/>
                  </a:lnTo>
                  <a:lnTo>
                    <a:pt x="6743124" y="2546181"/>
                  </a:lnTo>
                  <a:lnTo>
                    <a:pt x="6743759" y="2545864"/>
                  </a:lnTo>
                  <a:lnTo>
                    <a:pt x="6744394" y="2545681"/>
                  </a:lnTo>
                  <a:lnTo>
                    <a:pt x="6745029" y="2545616"/>
                  </a:lnTo>
                  <a:lnTo>
                    <a:pt x="6745664" y="2545654"/>
                  </a:lnTo>
                  <a:lnTo>
                    <a:pt x="6746298" y="2545660"/>
                  </a:lnTo>
                  <a:lnTo>
                    <a:pt x="6746933" y="2545705"/>
                  </a:lnTo>
                  <a:lnTo>
                    <a:pt x="6747568" y="2545541"/>
                  </a:lnTo>
                  <a:lnTo>
                    <a:pt x="6748203" y="2545290"/>
                  </a:lnTo>
                  <a:lnTo>
                    <a:pt x="6748838" y="2545641"/>
                  </a:lnTo>
                  <a:lnTo>
                    <a:pt x="6749473" y="2546199"/>
                  </a:lnTo>
                  <a:lnTo>
                    <a:pt x="6750107" y="2546591"/>
                  </a:lnTo>
                  <a:lnTo>
                    <a:pt x="6750742" y="2546908"/>
                  </a:lnTo>
                  <a:lnTo>
                    <a:pt x="6751377" y="2547239"/>
                  </a:lnTo>
                  <a:lnTo>
                    <a:pt x="6752012" y="2547410"/>
                  </a:lnTo>
                  <a:lnTo>
                    <a:pt x="6752647" y="2547945"/>
                  </a:lnTo>
                  <a:lnTo>
                    <a:pt x="6753282" y="2548050"/>
                  </a:lnTo>
                  <a:lnTo>
                    <a:pt x="6753916" y="2547860"/>
                  </a:lnTo>
                  <a:lnTo>
                    <a:pt x="6754551" y="2547443"/>
                  </a:lnTo>
                  <a:lnTo>
                    <a:pt x="6755186" y="2546884"/>
                  </a:lnTo>
                  <a:lnTo>
                    <a:pt x="6755821" y="2546325"/>
                  </a:lnTo>
                  <a:lnTo>
                    <a:pt x="6756456" y="2545863"/>
                  </a:lnTo>
                  <a:lnTo>
                    <a:pt x="6757091" y="2545574"/>
                  </a:lnTo>
                  <a:lnTo>
                    <a:pt x="6757726" y="2545513"/>
                  </a:lnTo>
                  <a:lnTo>
                    <a:pt x="6758360" y="2545424"/>
                  </a:lnTo>
                  <a:lnTo>
                    <a:pt x="6758995" y="2545281"/>
                  </a:lnTo>
                  <a:lnTo>
                    <a:pt x="6759630" y="2545092"/>
                  </a:lnTo>
                  <a:lnTo>
                    <a:pt x="6760265" y="2544522"/>
                  </a:lnTo>
                  <a:lnTo>
                    <a:pt x="6760900" y="2543953"/>
                  </a:lnTo>
                  <a:lnTo>
                    <a:pt x="6761535" y="2543545"/>
                  </a:lnTo>
                  <a:lnTo>
                    <a:pt x="6762169" y="2543279"/>
                  </a:lnTo>
                  <a:lnTo>
                    <a:pt x="6762804" y="2543279"/>
                  </a:lnTo>
                  <a:lnTo>
                    <a:pt x="6763439" y="2543279"/>
                  </a:lnTo>
                  <a:lnTo>
                    <a:pt x="6764074" y="2543279"/>
                  </a:lnTo>
                  <a:lnTo>
                    <a:pt x="6764709" y="2543279"/>
                  </a:lnTo>
                  <a:lnTo>
                    <a:pt x="6765344" y="2543279"/>
                  </a:lnTo>
                  <a:lnTo>
                    <a:pt x="6765979" y="2543279"/>
                  </a:lnTo>
                  <a:lnTo>
                    <a:pt x="6766613" y="2542995"/>
                  </a:lnTo>
                  <a:lnTo>
                    <a:pt x="6767248" y="2542711"/>
                  </a:lnTo>
                  <a:lnTo>
                    <a:pt x="6767883" y="2542427"/>
                  </a:lnTo>
                  <a:lnTo>
                    <a:pt x="6768518" y="2542143"/>
                  </a:lnTo>
                  <a:lnTo>
                    <a:pt x="6769153" y="2541859"/>
                  </a:lnTo>
                  <a:lnTo>
                    <a:pt x="6769788" y="2541575"/>
                  </a:lnTo>
                  <a:lnTo>
                    <a:pt x="6770422" y="2541270"/>
                  </a:lnTo>
                  <a:lnTo>
                    <a:pt x="6771057" y="2540961"/>
                  </a:lnTo>
                  <a:lnTo>
                    <a:pt x="6771692" y="2540652"/>
                  </a:lnTo>
                  <a:lnTo>
                    <a:pt x="6772327" y="2540343"/>
                  </a:lnTo>
                  <a:lnTo>
                    <a:pt x="6772962" y="2540117"/>
                  </a:lnTo>
                  <a:lnTo>
                    <a:pt x="6773597" y="2540084"/>
                  </a:lnTo>
                  <a:lnTo>
                    <a:pt x="6774232" y="2540051"/>
                  </a:lnTo>
                  <a:lnTo>
                    <a:pt x="6774866" y="2540025"/>
                  </a:lnTo>
                  <a:lnTo>
                    <a:pt x="6775501" y="2540131"/>
                  </a:lnTo>
                  <a:lnTo>
                    <a:pt x="6776136" y="2540274"/>
                  </a:lnTo>
                  <a:lnTo>
                    <a:pt x="6776771" y="2540417"/>
                  </a:lnTo>
                  <a:lnTo>
                    <a:pt x="6777406" y="2540561"/>
                  </a:lnTo>
                  <a:lnTo>
                    <a:pt x="6778041" y="2540832"/>
                  </a:lnTo>
                  <a:lnTo>
                    <a:pt x="6778675" y="2541388"/>
                  </a:lnTo>
                  <a:lnTo>
                    <a:pt x="6779310" y="2542128"/>
                  </a:lnTo>
                  <a:lnTo>
                    <a:pt x="6779945" y="2543034"/>
                  </a:lnTo>
                  <a:lnTo>
                    <a:pt x="6780580" y="2544742"/>
                  </a:lnTo>
                  <a:lnTo>
                    <a:pt x="6781215" y="2546450"/>
                  </a:lnTo>
                  <a:lnTo>
                    <a:pt x="6781850" y="2548158"/>
                  </a:lnTo>
                  <a:lnTo>
                    <a:pt x="6782485" y="2549752"/>
                  </a:lnTo>
                  <a:lnTo>
                    <a:pt x="6783119" y="2551080"/>
                  </a:lnTo>
                  <a:lnTo>
                    <a:pt x="6783754" y="2552409"/>
                  </a:lnTo>
                  <a:lnTo>
                    <a:pt x="6784389" y="2553879"/>
                  </a:lnTo>
                  <a:lnTo>
                    <a:pt x="6785024" y="2555540"/>
                  </a:lnTo>
                  <a:lnTo>
                    <a:pt x="6785659" y="2557248"/>
                  </a:lnTo>
                  <a:lnTo>
                    <a:pt x="6786294" y="2559127"/>
                  </a:lnTo>
                  <a:lnTo>
                    <a:pt x="6786928" y="2561214"/>
                  </a:lnTo>
                  <a:lnTo>
                    <a:pt x="6787563" y="2563321"/>
                  </a:lnTo>
                  <a:lnTo>
                    <a:pt x="6788198" y="2565086"/>
                  </a:lnTo>
                  <a:lnTo>
                    <a:pt x="6788833" y="2566699"/>
                  </a:lnTo>
                  <a:lnTo>
                    <a:pt x="6789468" y="2568331"/>
                  </a:lnTo>
                  <a:lnTo>
                    <a:pt x="6790103" y="2569849"/>
                  </a:lnTo>
                  <a:lnTo>
                    <a:pt x="6790738" y="2571367"/>
                  </a:lnTo>
                  <a:lnTo>
                    <a:pt x="6791372" y="2572886"/>
                  </a:lnTo>
                  <a:lnTo>
                    <a:pt x="6792007" y="2574404"/>
                  </a:lnTo>
                  <a:lnTo>
                    <a:pt x="6792642" y="2575922"/>
                  </a:lnTo>
                  <a:lnTo>
                    <a:pt x="6793277" y="2577440"/>
                  </a:lnTo>
                  <a:lnTo>
                    <a:pt x="6793912" y="2578807"/>
                  </a:lnTo>
                  <a:lnTo>
                    <a:pt x="6794547" y="2579803"/>
                  </a:lnTo>
                  <a:lnTo>
                    <a:pt x="6795181" y="2580904"/>
                  </a:lnTo>
                  <a:lnTo>
                    <a:pt x="6795816" y="2581872"/>
                  </a:lnTo>
                  <a:lnTo>
                    <a:pt x="6796451" y="2582631"/>
                  </a:lnTo>
                  <a:lnTo>
                    <a:pt x="6797086" y="2583200"/>
                  </a:lnTo>
                  <a:lnTo>
                    <a:pt x="6797721" y="2583731"/>
                  </a:lnTo>
                  <a:lnTo>
                    <a:pt x="6798356" y="2584140"/>
                  </a:lnTo>
                  <a:lnTo>
                    <a:pt x="6798991" y="2584519"/>
                  </a:lnTo>
                  <a:lnTo>
                    <a:pt x="6799625" y="2584899"/>
                  </a:lnTo>
                  <a:lnTo>
                    <a:pt x="6800260" y="2585278"/>
                  </a:lnTo>
                  <a:lnTo>
                    <a:pt x="6800895" y="2585838"/>
                  </a:lnTo>
                  <a:lnTo>
                    <a:pt x="6801530" y="2586407"/>
                  </a:lnTo>
                  <a:lnTo>
                    <a:pt x="6802165" y="2586977"/>
                  </a:lnTo>
                  <a:lnTo>
                    <a:pt x="6802800" y="2587546"/>
                  </a:lnTo>
                  <a:lnTo>
                    <a:pt x="6803434" y="2588115"/>
                  </a:lnTo>
                  <a:lnTo>
                    <a:pt x="6804069" y="2588685"/>
                  </a:lnTo>
                  <a:lnTo>
                    <a:pt x="6804704" y="2589282"/>
                  </a:lnTo>
                  <a:lnTo>
                    <a:pt x="6805339" y="2590279"/>
                  </a:lnTo>
                  <a:lnTo>
                    <a:pt x="6805974" y="2591248"/>
                  </a:lnTo>
                  <a:lnTo>
                    <a:pt x="6806609" y="2592246"/>
                  </a:lnTo>
                  <a:lnTo>
                    <a:pt x="6807243" y="2593192"/>
                  </a:lnTo>
                  <a:lnTo>
                    <a:pt x="6807878" y="2593955"/>
                  </a:lnTo>
                  <a:lnTo>
                    <a:pt x="6808513" y="2594458"/>
                  </a:lnTo>
                  <a:lnTo>
                    <a:pt x="6809148" y="2594875"/>
                  </a:lnTo>
                  <a:lnTo>
                    <a:pt x="6809783" y="2595327"/>
                  </a:lnTo>
                  <a:lnTo>
                    <a:pt x="6810418" y="2595827"/>
                  </a:lnTo>
                  <a:lnTo>
                    <a:pt x="6811053" y="2596382"/>
                  </a:lnTo>
                  <a:lnTo>
                    <a:pt x="6811687" y="2596938"/>
                  </a:lnTo>
                  <a:lnTo>
                    <a:pt x="6812322" y="2597493"/>
                  </a:lnTo>
                  <a:lnTo>
                    <a:pt x="6812957" y="2597830"/>
                  </a:lnTo>
                  <a:lnTo>
                    <a:pt x="6813592" y="2597883"/>
                  </a:lnTo>
                  <a:lnTo>
                    <a:pt x="6814227" y="2597738"/>
                  </a:lnTo>
                  <a:lnTo>
                    <a:pt x="6814862" y="2597275"/>
                  </a:lnTo>
                  <a:lnTo>
                    <a:pt x="6815496" y="2596298"/>
                  </a:lnTo>
                  <a:lnTo>
                    <a:pt x="6816131" y="2595075"/>
                  </a:lnTo>
                  <a:lnTo>
                    <a:pt x="6816766" y="2593784"/>
                  </a:lnTo>
                  <a:lnTo>
                    <a:pt x="6817401" y="2592987"/>
                  </a:lnTo>
                  <a:lnTo>
                    <a:pt x="6818036" y="2592190"/>
                  </a:lnTo>
                  <a:lnTo>
                    <a:pt x="6818671" y="2591156"/>
                  </a:lnTo>
                  <a:lnTo>
                    <a:pt x="6819306" y="2589894"/>
                  </a:lnTo>
                  <a:lnTo>
                    <a:pt x="6819940" y="2588271"/>
                  </a:lnTo>
                  <a:lnTo>
                    <a:pt x="6820575" y="2586478"/>
                  </a:lnTo>
                  <a:lnTo>
                    <a:pt x="6821210" y="2584580"/>
                  </a:lnTo>
                  <a:lnTo>
                    <a:pt x="6821845" y="2582426"/>
                  </a:lnTo>
                  <a:lnTo>
                    <a:pt x="6822480" y="2580300"/>
                  </a:lnTo>
                  <a:lnTo>
                    <a:pt x="6823115" y="2578967"/>
                  </a:lnTo>
                  <a:lnTo>
                    <a:pt x="6823749" y="2577542"/>
                  </a:lnTo>
                  <a:lnTo>
                    <a:pt x="6824384" y="2575796"/>
                  </a:lnTo>
                  <a:lnTo>
                    <a:pt x="6825019" y="2573935"/>
                  </a:lnTo>
                  <a:lnTo>
                    <a:pt x="6825654" y="2572136"/>
                  </a:lnTo>
                  <a:lnTo>
                    <a:pt x="6826289" y="2570372"/>
                  </a:lnTo>
                  <a:lnTo>
                    <a:pt x="6826924" y="2568607"/>
                  </a:lnTo>
                  <a:lnTo>
                    <a:pt x="6827559" y="2566946"/>
                  </a:lnTo>
                  <a:lnTo>
                    <a:pt x="6828193" y="2565520"/>
                  </a:lnTo>
                  <a:lnTo>
                    <a:pt x="6828828" y="2564226"/>
                  </a:lnTo>
                  <a:lnTo>
                    <a:pt x="6829463" y="2563014"/>
                  </a:lnTo>
                  <a:lnTo>
                    <a:pt x="6830098" y="2561865"/>
                  </a:lnTo>
                  <a:lnTo>
                    <a:pt x="6830733" y="2560792"/>
                  </a:lnTo>
                  <a:lnTo>
                    <a:pt x="6831368" y="2559905"/>
                  </a:lnTo>
                  <a:lnTo>
                    <a:pt x="6832002" y="2559157"/>
                  </a:lnTo>
                  <a:lnTo>
                    <a:pt x="6832637" y="2558544"/>
                  </a:lnTo>
                  <a:lnTo>
                    <a:pt x="6833272" y="2558116"/>
                  </a:lnTo>
                  <a:lnTo>
                    <a:pt x="6833907" y="2558037"/>
                  </a:lnTo>
                  <a:lnTo>
                    <a:pt x="6834542" y="2557847"/>
                  </a:lnTo>
                  <a:lnTo>
                    <a:pt x="6835177" y="2557790"/>
                  </a:lnTo>
                  <a:lnTo>
                    <a:pt x="6835812" y="2557790"/>
                  </a:lnTo>
                  <a:lnTo>
                    <a:pt x="6836446" y="2557790"/>
                  </a:lnTo>
                  <a:lnTo>
                    <a:pt x="6837081" y="2557790"/>
                  </a:lnTo>
                  <a:lnTo>
                    <a:pt x="6837716" y="2557790"/>
                  </a:lnTo>
                  <a:lnTo>
                    <a:pt x="6838351" y="2557828"/>
                  </a:lnTo>
                  <a:lnTo>
                    <a:pt x="6838986" y="2558027"/>
                  </a:lnTo>
                  <a:lnTo>
                    <a:pt x="6839621" y="2558407"/>
                  </a:lnTo>
                  <a:lnTo>
                    <a:pt x="6840255" y="2558768"/>
                  </a:lnTo>
                  <a:lnTo>
                    <a:pt x="6840890" y="2559081"/>
                  </a:lnTo>
                  <a:lnTo>
                    <a:pt x="6841525" y="2559479"/>
                  </a:lnTo>
                  <a:lnTo>
                    <a:pt x="6842160" y="2560049"/>
                  </a:lnTo>
                  <a:lnTo>
                    <a:pt x="6842795" y="2560618"/>
                  </a:lnTo>
                  <a:lnTo>
                    <a:pt x="6843430" y="2561187"/>
                  </a:lnTo>
                  <a:lnTo>
                    <a:pt x="6844065" y="2561757"/>
                  </a:lnTo>
                  <a:lnTo>
                    <a:pt x="6844699" y="2562326"/>
                  </a:lnTo>
                  <a:lnTo>
                    <a:pt x="6845334" y="2562819"/>
                  </a:lnTo>
                  <a:lnTo>
                    <a:pt x="6845969" y="2563199"/>
                  </a:lnTo>
                  <a:lnTo>
                    <a:pt x="6846604" y="2563578"/>
                  </a:lnTo>
                  <a:lnTo>
                    <a:pt x="6847239" y="2564034"/>
                  </a:lnTo>
                  <a:lnTo>
                    <a:pt x="6847874" y="2564565"/>
                  </a:lnTo>
                  <a:lnTo>
                    <a:pt x="6848508" y="2564935"/>
                  </a:lnTo>
                  <a:lnTo>
                    <a:pt x="6849143" y="2565125"/>
                  </a:lnTo>
                  <a:lnTo>
                    <a:pt x="6849778" y="2565334"/>
                  </a:lnTo>
                  <a:lnTo>
                    <a:pt x="6850413" y="2565590"/>
                  </a:lnTo>
                  <a:lnTo>
                    <a:pt x="6851048" y="2565761"/>
                  </a:lnTo>
                  <a:lnTo>
                    <a:pt x="6851683" y="2565761"/>
                  </a:lnTo>
                  <a:lnTo>
                    <a:pt x="6852318" y="2565951"/>
                  </a:lnTo>
                  <a:lnTo>
                    <a:pt x="6852952" y="2566140"/>
                  </a:lnTo>
                  <a:lnTo>
                    <a:pt x="6853587" y="2566330"/>
                  </a:lnTo>
                  <a:lnTo>
                    <a:pt x="6854222" y="2566444"/>
                  </a:lnTo>
                  <a:lnTo>
                    <a:pt x="6854857" y="2566330"/>
                  </a:lnTo>
                  <a:lnTo>
                    <a:pt x="6855492" y="2566169"/>
                  </a:lnTo>
                  <a:lnTo>
                    <a:pt x="6856127" y="2565789"/>
                  </a:lnTo>
                  <a:lnTo>
                    <a:pt x="6856761" y="2565334"/>
                  </a:lnTo>
                  <a:lnTo>
                    <a:pt x="6857396" y="2564189"/>
                  </a:lnTo>
                  <a:lnTo>
                    <a:pt x="6858031" y="2562804"/>
                  </a:lnTo>
                  <a:lnTo>
                    <a:pt x="6858666" y="2561070"/>
                  </a:lnTo>
                  <a:lnTo>
                    <a:pt x="6859301" y="2559398"/>
                  </a:lnTo>
                  <a:lnTo>
                    <a:pt x="6859936" y="2557934"/>
                  </a:lnTo>
                  <a:lnTo>
                    <a:pt x="6860571" y="2556483"/>
                  </a:lnTo>
                  <a:lnTo>
                    <a:pt x="6861205" y="2555251"/>
                  </a:lnTo>
                  <a:lnTo>
                    <a:pt x="6861840" y="2553384"/>
                  </a:lnTo>
                  <a:lnTo>
                    <a:pt x="6862475" y="2551489"/>
                  </a:lnTo>
                  <a:lnTo>
                    <a:pt x="6863110" y="2549593"/>
                  </a:lnTo>
                  <a:lnTo>
                    <a:pt x="6863745" y="2547774"/>
                  </a:lnTo>
                  <a:lnTo>
                    <a:pt x="6864380" y="2546383"/>
                  </a:lnTo>
                  <a:lnTo>
                    <a:pt x="6865014" y="2545174"/>
                  </a:lnTo>
                  <a:lnTo>
                    <a:pt x="6865649" y="2544383"/>
                  </a:lnTo>
                  <a:lnTo>
                    <a:pt x="6866284" y="2543738"/>
                  </a:lnTo>
                  <a:lnTo>
                    <a:pt x="6866919" y="2543588"/>
                  </a:lnTo>
                  <a:lnTo>
                    <a:pt x="6867554" y="2543694"/>
                  </a:lnTo>
                  <a:lnTo>
                    <a:pt x="6868189" y="2544318"/>
                  </a:lnTo>
                  <a:lnTo>
                    <a:pt x="6868823" y="2545551"/>
                  </a:lnTo>
                  <a:lnTo>
                    <a:pt x="6869458" y="2546500"/>
                  </a:lnTo>
                  <a:lnTo>
                    <a:pt x="6870093" y="2547430"/>
                  </a:lnTo>
                  <a:lnTo>
                    <a:pt x="6870728" y="2548047"/>
                  </a:lnTo>
                  <a:lnTo>
                    <a:pt x="6871363" y="2549157"/>
                  </a:lnTo>
                  <a:lnTo>
                    <a:pt x="6871998" y="2550296"/>
                  </a:lnTo>
                  <a:lnTo>
                    <a:pt x="6872633" y="2551434"/>
                  </a:lnTo>
                  <a:lnTo>
                    <a:pt x="6873267" y="2552640"/>
                  </a:lnTo>
                  <a:lnTo>
                    <a:pt x="6873902" y="2553807"/>
                  </a:lnTo>
                  <a:lnTo>
                    <a:pt x="6874537" y="2555183"/>
                  </a:lnTo>
                  <a:lnTo>
                    <a:pt x="6875172" y="2556596"/>
                  </a:lnTo>
                  <a:lnTo>
                    <a:pt x="6875807" y="2557402"/>
                  </a:lnTo>
                  <a:lnTo>
                    <a:pt x="6876442" y="2557972"/>
                  </a:lnTo>
                  <a:lnTo>
                    <a:pt x="6877076" y="2558501"/>
                  </a:lnTo>
                  <a:lnTo>
                    <a:pt x="6877711" y="2558788"/>
                  </a:lnTo>
                  <a:lnTo>
                    <a:pt x="6878346" y="2558961"/>
                  </a:lnTo>
                  <a:lnTo>
                    <a:pt x="6878981" y="2559081"/>
                  </a:lnTo>
                  <a:lnTo>
                    <a:pt x="6879616" y="2559305"/>
                  </a:lnTo>
                  <a:lnTo>
                    <a:pt x="6880251" y="2559722"/>
                  </a:lnTo>
                  <a:lnTo>
                    <a:pt x="6880886" y="2560139"/>
                  </a:lnTo>
                  <a:lnTo>
                    <a:pt x="6881520" y="2560557"/>
                  </a:lnTo>
                  <a:lnTo>
                    <a:pt x="6882155" y="2560974"/>
                  </a:lnTo>
                  <a:lnTo>
                    <a:pt x="6882790" y="2561343"/>
                  </a:lnTo>
                  <a:lnTo>
                    <a:pt x="6883425" y="2561615"/>
                  </a:lnTo>
                  <a:lnTo>
                    <a:pt x="6884060" y="2561714"/>
                  </a:lnTo>
                  <a:lnTo>
                    <a:pt x="6884695" y="2561915"/>
                  </a:lnTo>
                  <a:lnTo>
                    <a:pt x="6885329" y="2561937"/>
                  </a:lnTo>
                  <a:lnTo>
                    <a:pt x="6885964" y="2561937"/>
                  </a:lnTo>
                  <a:lnTo>
                    <a:pt x="6886599" y="2561910"/>
                  </a:lnTo>
                  <a:lnTo>
                    <a:pt x="6887234" y="2562325"/>
                  </a:lnTo>
                  <a:lnTo>
                    <a:pt x="6887869" y="2562803"/>
                  </a:lnTo>
                  <a:lnTo>
                    <a:pt x="6888504" y="2563244"/>
                  </a:lnTo>
                  <a:lnTo>
                    <a:pt x="6889139" y="2563542"/>
                  </a:lnTo>
                  <a:lnTo>
                    <a:pt x="6889773" y="2563575"/>
                  </a:lnTo>
                  <a:lnTo>
                    <a:pt x="6890408" y="2563608"/>
                  </a:lnTo>
                  <a:lnTo>
                    <a:pt x="6891043" y="2563640"/>
                  </a:lnTo>
                  <a:lnTo>
                    <a:pt x="6891678" y="2563673"/>
                  </a:lnTo>
                  <a:lnTo>
                    <a:pt x="6892313" y="2563706"/>
                  </a:lnTo>
                  <a:lnTo>
                    <a:pt x="6892948" y="2563738"/>
                  </a:lnTo>
                  <a:lnTo>
                    <a:pt x="6893582" y="2563771"/>
                  </a:lnTo>
                  <a:lnTo>
                    <a:pt x="6894217" y="2563805"/>
                  </a:lnTo>
                  <a:lnTo>
                    <a:pt x="6894852" y="2563946"/>
                  </a:lnTo>
                  <a:lnTo>
                    <a:pt x="6895487" y="2564062"/>
                  </a:lnTo>
                  <a:lnTo>
                    <a:pt x="6896122" y="2564024"/>
                  </a:lnTo>
                  <a:lnTo>
                    <a:pt x="6896757" y="2564024"/>
                  </a:lnTo>
                  <a:lnTo>
                    <a:pt x="6897392" y="2564024"/>
                  </a:lnTo>
                  <a:lnTo>
                    <a:pt x="6898026" y="2564024"/>
                  </a:lnTo>
                  <a:lnTo>
                    <a:pt x="6898661" y="2564024"/>
                  </a:lnTo>
                  <a:lnTo>
                    <a:pt x="6899296" y="2564024"/>
                  </a:lnTo>
                  <a:lnTo>
                    <a:pt x="6899931" y="2564024"/>
                  </a:lnTo>
                  <a:lnTo>
                    <a:pt x="6900566" y="2564024"/>
                  </a:lnTo>
                  <a:lnTo>
                    <a:pt x="6901201" y="2564024"/>
                  </a:lnTo>
                  <a:lnTo>
                    <a:pt x="6901835" y="2564024"/>
                  </a:lnTo>
                  <a:lnTo>
                    <a:pt x="6902470" y="2564024"/>
                  </a:lnTo>
                  <a:lnTo>
                    <a:pt x="6903105" y="2564024"/>
                  </a:lnTo>
                  <a:lnTo>
                    <a:pt x="6903740" y="2564024"/>
                  </a:lnTo>
                  <a:lnTo>
                    <a:pt x="6904375" y="2564024"/>
                  </a:lnTo>
                  <a:lnTo>
                    <a:pt x="6905010" y="2564024"/>
                  </a:lnTo>
                  <a:lnTo>
                    <a:pt x="6905645" y="2564024"/>
                  </a:lnTo>
                  <a:lnTo>
                    <a:pt x="6906279" y="2564204"/>
                  </a:lnTo>
                  <a:lnTo>
                    <a:pt x="6906914" y="2564565"/>
                  </a:lnTo>
                  <a:lnTo>
                    <a:pt x="6907549" y="2564944"/>
                  </a:lnTo>
                  <a:lnTo>
                    <a:pt x="6908184" y="2565324"/>
                  </a:lnTo>
                  <a:lnTo>
                    <a:pt x="6908819" y="2565608"/>
                  </a:lnTo>
                  <a:lnTo>
                    <a:pt x="6909454" y="2565798"/>
                  </a:lnTo>
                  <a:lnTo>
                    <a:pt x="6910088" y="2565988"/>
                  </a:lnTo>
                  <a:lnTo>
                    <a:pt x="6910723" y="2566168"/>
                  </a:lnTo>
                  <a:lnTo>
                    <a:pt x="6911358" y="2566168"/>
                  </a:lnTo>
                  <a:lnTo>
                    <a:pt x="6911993" y="2566168"/>
                  </a:lnTo>
                  <a:lnTo>
                    <a:pt x="6912628" y="2566168"/>
                  </a:lnTo>
                  <a:lnTo>
                    <a:pt x="6913263" y="2566130"/>
                  </a:lnTo>
                  <a:lnTo>
                    <a:pt x="6913898" y="2565941"/>
                  </a:lnTo>
                  <a:lnTo>
                    <a:pt x="6914532" y="2565722"/>
                  </a:lnTo>
                  <a:lnTo>
                    <a:pt x="6915167" y="2565343"/>
                  </a:lnTo>
                  <a:lnTo>
                    <a:pt x="6915802" y="2564783"/>
                  </a:lnTo>
                  <a:lnTo>
                    <a:pt x="6916437" y="2564005"/>
                  </a:lnTo>
                  <a:lnTo>
                    <a:pt x="6917072" y="2562895"/>
                  </a:lnTo>
                  <a:lnTo>
                    <a:pt x="6917707" y="2561737"/>
                  </a:lnTo>
                  <a:lnTo>
                    <a:pt x="6918341" y="2560503"/>
                  </a:lnTo>
                  <a:lnTo>
                    <a:pt x="6918976" y="2559365"/>
                  </a:lnTo>
                  <a:lnTo>
                    <a:pt x="6919611" y="2557960"/>
                  </a:lnTo>
                  <a:lnTo>
                    <a:pt x="6920246" y="2556452"/>
                  </a:lnTo>
                  <a:lnTo>
                    <a:pt x="6920881" y="2555123"/>
                  </a:lnTo>
                  <a:lnTo>
                    <a:pt x="6921516" y="2553738"/>
                  </a:lnTo>
                  <a:lnTo>
                    <a:pt x="6922150" y="2552220"/>
                  </a:lnTo>
                  <a:lnTo>
                    <a:pt x="6922785" y="2550739"/>
                  </a:lnTo>
                  <a:lnTo>
                    <a:pt x="6923420" y="2549411"/>
                  </a:lnTo>
                  <a:lnTo>
                    <a:pt x="6924055" y="2548111"/>
                  </a:lnTo>
                  <a:lnTo>
                    <a:pt x="6924690" y="2546972"/>
                  </a:lnTo>
                  <a:lnTo>
                    <a:pt x="6925325" y="2545720"/>
                  </a:lnTo>
                  <a:lnTo>
                    <a:pt x="6925960" y="2544429"/>
                  </a:lnTo>
                  <a:lnTo>
                    <a:pt x="6926594" y="2543452"/>
                  </a:lnTo>
                  <a:lnTo>
                    <a:pt x="6927229" y="2542332"/>
                  </a:lnTo>
                  <a:lnTo>
                    <a:pt x="6927864" y="2541383"/>
                  </a:lnTo>
                  <a:lnTo>
                    <a:pt x="6928499" y="2540434"/>
                  </a:lnTo>
                  <a:lnTo>
                    <a:pt x="6929134" y="2539751"/>
                  </a:lnTo>
                  <a:lnTo>
                    <a:pt x="6929769" y="2539182"/>
                  </a:lnTo>
                  <a:lnTo>
                    <a:pt x="6930403" y="2538613"/>
                  </a:lnTo>
                  <a:lnTo>
                    <a:pt x="6931038" y="2537977"/>
                  </a:lnTo>
                  <a:lnTo>
                    <a:pt x="6931673" y="2537294"/>
                  </a:lnTo>
                  <a:lnTo>
                    <a:pt x="6932308" y="2536535"/>
                  </a:lnTo>
                  <a:lnTo>
                    <a:pt x="6932943" y="2535775"/>
                  </a:lnTo>
                  <a:lnTo>
                    <a:pt x="6933578" y="2534846"/>
                  </a:lnTo>
                  <a:lnTo>
                    <a:pt x="6934213" y="2533688"/>
                  </a:lnTo>
                  <a:lnTo>
                    <a:pt x="6934847" y="2532435"/>
                  </a:lnTo>
                  <a:lnTo>
                    <a:pt x="6935482" y="2531335"/>
                  </a:lnTo>
                  <a:lnTo>
                    <a:pt x="6936117" y="2530196"/>
                  </a:lnTo>
                  <a:lnTo>
                    <a:pt x="6936752" y="2529247"/>
                  </a:lnTo>
                  <a:lnTo>
                    <a:pt x="6937387" y="2528298"/>
                  </a:lnTo>
                  <a:lnTo>
                    <a:pt x="6938022" y="2527349"/>
                  </a:lnTo>
                  <a:lnTo>
                    <a:pt x="6938656" y="2526400"/>
                  </a:lnTo>
                  <a:lnTo>
                    <a:pt x="6939291" y="2525452"/>
                  </a:lnTo>
                  <a:lnTo>
                    <a:pt x="6939926" y="2524721"/>
                  </a:lnTo>
                  <a:lnTo>
                    <a:pt x="6940561" y="2524398"/>
                  </a:lnTo>
                  <a:lnTo>
                    <a:pt x="6941196" y="2524085"/>
                  </a:lnTo>
                  <a:lnTo>
                    <a:pt x="6941831" y="2523554"/>
                  </a:lnTo>
                  <a:lnTo>
                    <a:pt x="6942466" y="2522994"/>
                  </a:lnTo>
                  <a:lnTo>
                    <a:pt x="6943100" y="2522349"/>
                  </a:lnTo>
                  <a:lnTo>
                    <a:pt x="6943735" y="2521798"/>
                  </a:lnTo>
                  <a:lnTo>
                    <a:pt x="6944370" y="2521457"/>
                  </a:lnTo>
                  <a:lnTo>
                    <a:pt x="6945005" y="2521134"/>
                  </a:lnTo>
                  <a:lnTo>
                    <a:pt x="6945640" y="2521030"/>
                  </a:lnTo>
                  <a:lnTo>
                    <a:pt x="6946275" y="2521106"/>
                  </a:lnTo>
                  <a:lnTo>
                    <a:pt x="6946909" y="2521134"/>
                  </a:lnTo>
                  <a:lnTo>
                    <a:pt x="6947544" y="2521220"/>
                  </a:lnTo>
                  <a:lnTo>
                    <a:pt x="6948179" y="2521295"/>
                  </a:lnTo>
                  <a:lnTo>
                    <a:pt x="6948814" y="2520897"/>
                  </a:lnTo>
                  <a:lnTo>
                    <a:pt x="6949449" y="2520299"/>
                  </a:lnTo>
                  <a:lnTo>
                    <a:pt x="6950084" y="2518615"/>
                  </a:lnTo>
                  <a:lnTo>
                    <a:pt x="6950719" y="2517070"/>
                  </a:lnTo>
                  <a:lnTo>
                    <a:pt x="6951353" y="2515741"/>
                  </a:lnTo>
                  <a:lnTo>
                    <a:pt x="6951988" y="2514547"/>
                  </a:lnTo>
                  <a:lnTo>
                    <a:pt x="6952623" y="2513452"/>
                  </a:lnTo>
                  <a:lnTo>
                    <a:pt x="6953258" y="2512503"/>
                  </a:lnTo>
                  <a:lnTo>
                    <a:pt x="6953893" y="2511421"/>
                  </a:lnTo>
                  <a:lnTo>
                    <a:pt x="6954528" y="2510017"/>
                  </a:lnTo>
                  <a:lnTo>
                    <a:pt x="6955162" y="2507875"/>
                  </a:lnTo>
                  <a:lnTo>
                    <a:pt x="6955797" y="2504899"/>
                  </a:lnTo>
                  <a:lnTo>
                    <a:pt x="6956432" y="2501471"/>
                  </a:lnTo>
                  <a:lnTo>
                    <a:pt x="6957067" y="2497657"/>
                  </a:lnTo>
                  <a:lnTo>
                    <a:pt x="6957702" y="2493720"/>
                  </a:lnTo>
                  <a:lnTo>
                    <a:pt x="6958337" y="2490327"/>
                  </a:lnTo>
                  <a:lnTo>
                    <a:pt x="6958972" y="2486967"/>
                  </a:lnTo>
                  <a:lnTo>
                    <a:pt x="6959606" y="2483765"/>
                  </a:lnTo>
                  <a:lnTo>
                    <a:pt x="6960241" y="2480521"/>
                  </a:lnTo>
                  <a:lnTo>
                    <a:pt x="6960876" y="2477184"/>
                  </a:lnTo>
                  <a:lnTo>
                    <a:pt x="6961511" y="2473740"/>
                  </a:lnTo>
                  <a:lnTo>
                    <a:pt x="6962146" y="2470324"/>
                  </a:lnTo>
                  <a:lnTo>
                    <a:pt x="6962781" y="2466699"/>
                  </a:lnTo>
                  <a:lnTo>
                    <a:pt x="6963415" y="2462780"/>
                  </a:lnTo>
                  <a:lnTo>
                    <a:pt x="6964050" y="2459060"/>
                  </a:lnTo>
                  <a:lnTo>
                    <a:pt x="6964685" y="2455654"/>
                  </a:lnTo>
                  <a:lnTo>
                    <a:pt x="6965320" y="2452902"/>
                  </a:lnTo>
                  <a:lnTo>
                    <a:pt x="6965955" y="2450587"/>
                  </a:lnTo>
                  <a:lnTo>
                    <a:pt x="6966590" y="2448528"/>
                  </a:lnTo>
                  <a:lnTo>
                    <a:pt x="6967225" y="2446345"/>
                  </a:lnTo>
                  <a:lnTo>
                    <a:pt x="6967859" y="2443973"/>
                  </a:lnTo>
                  <a:lnTo>
                    <a:pt x="6968494" y="2441411"/>
                  </a:lnTo>
                  <a:lnTo>
                    <a:pt x="6969129" y="2438754"/>
                  </a:lnTo>
                  <a:lnTo>
                    <a:pt x="6969764" y="2436145"/>
                  </a:lnTo>
                  <a:lnTo>
                    <a:pt x="6970399" y="2433678"/>
                  </a:lnTo>
                  <a:lnTo>
                    <a:pt x="6971034" y="2431495"/>
                  </a:lnTo>
                  <a:lnTo>
                    <a:pt x="6971668" y="2429351"/>
                  </a:lnTo>
                  <a:lnTo>
                    <a:pt x="6972303" y="2427415"/>
                  </a:lnTo>
                  <a:lnTo>
                    <a:pt x="6972938" y="2426020"/>
                  </a:lnTo>
                  <a:lnTo>
                    <a:pt x="6973573" y="2424540"/>
                  </a:lnTo>
                  <a:lnTo>
                    <a:pt x="6974208" y="2423259"/>
                  </a:lnTo>
                  <a:lnTo>
                    <a:pt x="6974843" y="2421722"/>
                  </a:lnTo>
                  <a:lnTo>
                    <a:pt x="6975477" y="2420109"/>
                  </a:lnTo>
                  <a:lnTo>
                    <a:pt x="6976112" y="2418439"/>
                  </a:lnTo>
                  <a:lnTo>
                    <a:pt x="6976747" y="2416825"/>
                  </a:lnTo>
                  <a:lnTo>
                    <a:pt x="6977382" y="2415269"/>
                  </a:lnTo>
                  <a:lnTo>
                    <a:pt x="6978017" y="2413694"/>
                  </a:lnTo>
                  <a:lnTo>
                    <a:pt x="6978652" y="2411891"/>
                  </a:lnTo>
                  <a:lnTo>
                    <a:pt x="6979287" y="2409804"/>
                  </a:lnTo>
                  <a:lnTo>
                    <a:pt x="6979921" y="2407612"/>
                  </a:lnTo>
                  <a:lnTo>
                    <a:pt x="6980556" y="2405145"/>
                  </a:lnTo>
                  <a:lnTo>
                    <a:pt x="6981191" y="2402867"/>
                  </a:lnTo>
                  <a:lnTo>
                    <a:pt x="6981826" y="2400894"/>
                  </a:lnTo>
                  <a:lnTo>
                    <a:pt x="6982461" y="2398502"/>
                  </a:lnTo>
                  <a:lnTo>
                    <a:pt x="6983096" y="2396187"/>
                  </a:lnTo>
                  <a:lnTo>
                    <a:pt x="6983730" y="2393777"/>
                  </a:lnTo>
                  <a:lnTo>
                    <a:pt x="6984365" y="2391746"/>
                  </a:lnTo>
                  <a:lnTo>
                    <a:pt x="6985000" y="2390095"/>
                  </a:lnTo>
                  <a:lnTo>
                    <a:pt x="6985635" y="2388795"/>
                  </a:lnTo>
                  <a:lnTo>
                    <a:pt x="6986270" y="2387657"/>
                  </a:lnTo>
                  <a:lnTo>
                    <a:pt x="6986905" y="2386499"/>
                  </a:lnTo>
                  <a:lnTo>
                    <a:pt x="6987540" y="2385512"/>
                  </a:lnTo>
                  <a:lnTo>
                    <a:pt x="6988174" y="2384886"/>
                  </a:lnTo>
                  <a:lnTo>
                    <a:pt x="6988809" y="2385047"/>
                  </a:lnTo>
                  <a:lnTo>
                    <a:pt x="6989444" y="2385256"/>
                  </a:lnTo>
                  <a:lnTo>
                    <a:pt x="6990079" y="2385635"/>
                  </a:lnTo>
                  <a:lnTo>
                    <a:pt x="6990714" y="2385939"/>
                  </a:lnTo>
                  <a:lnTo>
                    <a:pt x="6991349" y="2385939"/>
                  </a:lnTo>
                  <a:lnTo>
                    <a:pt x="6991983" y="2386243"/>
                  </a:lnTo>
                  <a:lnTo>
                    <a:pt x="6992618" y="2386622"/>
                  </a:lnTo>
                  <a:lnTo>
                    <a:pt x="6993253" y="2387163"/>
                  </a:lnTo>
                  <a:lnTo>
                    <a:pt x="6993888" y="2387505"/>
                  </a:lnTo>
                  <a:lnTo>
                    <a:pt x="6994523" y="2387638"/>
                  </a:lnTo>
                  <a:lnTo>
                    <a:pt x="6995158" y="2387571"/>
                  </a:lnTo>
                  <a:lnTo>
                    <a:pt x="6995793" y="2387571"/>
                  </a:lnTo>
                  <a:lnTo>
                    <a:pt x="6996427" y="2387685"/>
                  </a:lnTo>
                  <a:lnTo>
                    <a:pt x="6997062" y="2387685"/>
                  </a:lnTo>
                  <a:lnTo>
                    <a:pt x="6997697" y="2387647"/>
                  </a:lnTo>
                  <a:lnTo>
                    <a:pt x="6998332" y="2386916"/>
                  </a:lnTo>
                  <a:lnTo>
                    <a:pt x="6998967" y="2386243"/>
                  </a:lnTo>
                  <a:lnTo>
                    <a:pt x="6999602" y="2385673"/>
                  </a:lnTo>
                  <a:lnTo>
                    <a:pt x="7000236" y="2385104"/>
                  </a:lnTo>
                  <a:lnTo>
                    <a:pt x="7000871" y="2384535"/>
                  </a:lnTo>
                  <a:lnTo>
                    <a:pt x="7001506" y="2383965"/>
                  </a:lnTo>
                  <a:lnTo>
                    <a:pt x="7002141" y="2383396"/>
                  </a:lnTo>
                  <a:lnTo>
                    <a:pt x="7002776" y="2382561"/>
                  </a:lnTo>
                  <a:lnTo>
                    <a:pt x="7003411" y="2381802"/>
                  </a:lnTo>
                  <a:lnTo>
                    <a:pt x="7004046" y="2380929"/>
                  </a:lnTo>
                  <a:lnTo>
                    <a:pt x="7004680" y="2380103"/>
                  </a:lnTo>
                  <a:lnTo>
                    <a:pt x="7005315" y="2379363"/>
                  </a:lnTo>
                  <a:lnTo>
                    <a:pt x="7005950" y="2378832"/>
                  </a:lnTo>
                  <a:lnTo>
                    <a:pt x="7006585" y="2378452"/>
                  </a:lnTo>
                  <a:lnTo>
                    <a:pt x="7007220" y="2378500"/>
                  </a:lnTo>
                  <a:lnTo>
                    <a:pt x="7007855" y="2378736"/>
                  </a:lnTo>
                  <a:lnTo>
                    <a:pt x="7008489" y="2378866"/>
                  </a:lnTo>
                  <a:lnTo>
                    <a:pt x="7009124" y="2378774"/>
                  </a:lnTo>
                  <a:lnTo>
                    <a:pt x="7009759" y="2378225"/>
                  </a:lnTo>
                  <a:lnTo>
                    <a:pt x="7010394" y="2377448"/>
                  </a:lnTo>
                  <a:lnTo>
                    <a:pt x="7011029" y="2376478"/>
                  </a:lnTo>
                  <a:lnTo>
                    <a:pt x="7011664" y="2375178"/>
                  </a:lnTo>
                  <a:lnTo>
                    <a:pt x="7012299" y="2374151"/>
                  </a:lnTo>
                  <a:lnTo>
                    <a:pt x="7012933" y="2372951"/>
                  </a:lnTo>
                  <a:lnTo>
                    <a:pt x="7013568" y="2371797"/>
                  </a:lnTo>
                  <a:lnTo>
                    <a:pt x="7014203" y="2370483"/>
                  </a:lnTo>
                  <a:lnTo>
                    <a:pt x="7014838" y="2368963"/>
                  </a:lnTo>
                  <a:lnTo>
                    <a:pt x="7015473" y="2367729"/>
                  </a:lnTo>
                  <a:lnTo>
                    <a:pt x="7016108" y="2366338"/>
                  </a:lnTo>
                  <a:lnTo>
                    <a:pt x="7016742" y="2364783"/>
                  </a:lnTo>
                  <a:lnTo>
                    <a:pt x="7017377" y="2363207"/>
                  </a:lnTo>
                  <a:lnTo>
                    <a:pt x="7018012" y="2361348"/>
                  </a:lnTo>
                  <a:lnTo>
                    <a:pt x="7018647" y="2358949"/>
                  </a:lnTo>
                  <a:lnTo>
                    <a:pt x="7019282" y="2356882"/>
                  </a:lnTo>
                  <a:lnTo>
                    <a:pt x="7019917" y="2355016"/>
                  </a:lnTo>
                  <a:lnTo>
                    <a:pt x="7020552" y="2353219"/>
                  </a:lnTo>
                  <a:lnTo>
                    <a:pt x="7021186" y="2351386"/>
                  </a:lnTo>
                  <a:lnTo>
                    <a:pt x="7021821" y="2349404"/>
                  </a:lnTo>
                  <a:lnTo>
                    <a:pt x="7022456" y="2347655"/>
                  </a:lnTo>
                  <a:lnTo>
                    <a:pt x="7023091" y="2346170"/>
                  </a:lnTo>
                  <a:lnTo>
                    <a:pt x="7023726" y="2344800"/>
                  </a:lnTo>
                  <a:lnTo>
                    <a:pt x="7024361" y="2343562"/>
                  </a:lnTo>
                  <a:lnTo>
                    <a:pt x="7024995" y="2342471"/>
                  </a:lnTo>
                  <a:lnTo>
                    <a:pt x="7025630" y="2341466"/>
                  </a:lnTo>
                  <a:lnTo>
                    <a:pt x="7026265" y="2340493"/>
                  </a:lnTo>
                  <a:lnTo>
                    <a:pt x="7026900" y="2339098"/>
                  </a:lnTo>
                  <a:lnTo>
                    <a:pt x="7027535" y="2338149"/>
                  </a:lnTo>
                  <a:lnTo>
                    <a:pt x="7028170" y="2337390"/>
                  </a:lnTo>
                  <a:lnTo>
                    <a:pt x="7028804" y="2336802"/>
                  </a:lnTo>
                  <a:lnTo>
                    <a:pt x="7029439" y="2336109"/>
                  </a:lnTo>
                  <a:lnTo>
                    <a:pt x="7030074" y="2335540"/>
                  </a:lnTo>
                  <a:lnTo>
                    <a:pt x="7030709" y="2335018"/>
                  </a:lnTo>
                  <a:lnTo>
                    <a:pt x="7031344" y="2334638"/>
                  </a:lnTo>
                  <a:lnTo>
                    <a:pt x="7031979" y="2334259"/>
                  </a:lnTo>
                  <a:lnTo>
                    <a:pt x="7032614" y="2333879"/>
                  </a:lnTo>
                  <a:lnTo>
                    <a:pt x="7033248" y="2333490"/>
                  </a:lnTo>
                  <a:lnTo>
                    <a:pt x="7033883" y="2332921"/>
                  </a:lnTo>
                  <a:lnTo>
                    <a:pt x="7034518" y="2332304"/>
                  </a:lnTo>
                  <a:lnTo>
                    <a:pt x="7035153" y="2331735"/>
                  </a:lnTo>
                  <a:lnTo>
                    <a:pt x="7035788" y="2331260"/>
                  </a:lnTo>
                  <a:lnTo>
                    <a:pt x="7036423" y="2330881"/>
                  </a:lnTo>
                  <a:lnTo>
                    <a:pt x="7037057" y="2330501"/>
                  </a:lnTo>
                  <a:lnTo>
                    <a:pt x="7037692" y="2330131"/>
                  </a:lnTo>
                  <a:lnTo>
                    <a:pt x="7038327" y="2329941"/>
                  </a:lnTo>
                  <a:lnTo>
                    <a:pt x="7038962" y="2329894"/>
                  </a:lnTo>
                  <a:lnTo>
                    <a:pt x="7039597" y="2329894"/>
                  </a:lnTo>
                  <a:lnTo>
                    <a:pt x="7040232" y="2329932"/>
                  </a:lnTo>
                  <a:lnTo>
                    <a:pt x="7040867" y="2330122"/>
                  </a:lnTo>
                  <a:lnTo>
                    <a:pt x="7041501" y="2330264"/>
                  </a:lnTo>
                  <a:lnTo>
                    <a:pt x="7042136" y="2330454"/>
                  </a:lnTo>
                  <a:lnTo>
                    <a:pt x="7042771" y="2330653"/>
                  </a:lnTo>
                  <a:lnTo>
                    <a:pt x="7043406" y="2331070"/>
                  </a:lnTo>
                  <a:lnTo>
                    <a:pt x="7044041" y="2331877"/>
                  </a:lnTo>
                  <a:lnTo>
                    <a:pt x="7044676" y="2332845"/>
                  </a:lnTo>
                  <a:lnTo>
                    <a:pt x="7045310" y="2333832"/>
                  </a:lnTo>
                  <a:lnTo>
                    <a:pt x="7045945" y="2334591"/>
                  </a:lnTo>
                  <a:lnTo>
                    <a:pt x="7046580" y="2335445"/>
                  </a:lnTo>
                  <a:lnTo>
                    <a:pt x="7047215" y="2336232"/>
                  </a:lnTo>
                  <a:lnTo>
                    <a:pt x="7047850" y="2336802"/>
                  </a:lnTo>
                  <a:lnTo>
                    <a:pt x="7048485" y="2337428"/>
                  </a:lnTo>
                  <a:lnTo>
                    <a:pt x="7049120" y="2338187"/>
                  </a:lnTo>
                  <a:lnTo>
                    <a:pt x="7049754" y="2338908"/>
                  </a:lnTo>
                  <a:lnTo>
                    <a:pt x="7050389" y="2339478"/>
                  </a:lnTo>
                  <a:lnTo>
                    <a:pt x="7051024" y="2340094"/>
                  </a:lnTo>
                  <a:lnTo>
                    <a:pt x="7051659" y="2340664"/>
                  </a:lnTo>
                  <a:lnTo>
                    <a:pt x="7052294" y="2341347"/>
                  </a:lnTo>
                  <a:lnTo>
                    <a:pt x="7052929" y="2342021"/>
                  </a:lnTo>
                  <a:lnTo>
                    <a:pt x="7053563" y="2342239"/>
                  </a:lnTo>
                  <a:lnTo>
                    <a:pt x="7054198" y="2342599"/>
                  </a:lnTo>
                  <a:lnTo>
                    <a:pt x="7054833" y="2342846"/>
                  </a:lnTo>
                  <a:lnTo>
                    <a:pt x="7055468" y="2343226"/>
                  </a:lnTo>
                  <a:lnTo>
                    <a:pt x="7056103" y="2343501"/>
                  </a:lnTo>
                  <a:lnTo>
                    <a:pt x="7056738" y="2343653"/>
                  </a:lnTo>
                  <a:lnTo>
                    <a:pt x="7057373" y="2343786"/>
                  </a:lnTo>
                  <a:lnTo>
                    <a:pt x="7058007" y="2343852"/>
                  </a:lnTo>
                  <a:lnTo>
                    <a:pt x="7058642" y="2343966"/>
                  </a:lnTo>
                  <a:lnTo>
                    <a:pt x="7059277" y="2344146"/>
                  </a:lnTo>
                  <a:lnTo>
                    <a:pt x="7059912" y="2344146"/>
                  </a:lnTo>
                  <a:lnTo>
                    <a:pt x="7060547" y="2344317"/>
                  </a:lnTo>
                  <a:lnTo>
                    <a:pt x="7061182" y="2344715"/>
                  </a:lnTo>
                  <a:lnTo>
                    <a:pt x="7061816" y="2345361"/>
                  </a:lnTo>
                  <a:lnTo>
                    <a:pt x="7062451" y="2346044"/>
                  </a:lnTo>
                  <a:lnTo>
                    <a:pt x="7063086" y="2346993"/>
                  </a:lnTo>
                  <a:lnTo>
                    <a:pt x="7063721" y="2347752"/>
                  </a:lnTo>
                  <a:lnTo>
                    <a:pt x="7064356" y="2348511"/>
                  </a:lnTo>
                  <a:lnTo>
                    <a:pt x="7064991" y="2349185"/>
                  </a:lnTo>
                  <a:lnTo>
                    <a:pt x="7065626" y="2349764"/>
                  </a:lnTo>
                  <a:lnTo>
                    <a:pt x="7066260" y="2350238"/>
                  </a:lnTo>
                  <a:lnTo>
                    <a:pt x="7066895" y="2350532"/>
                  </a:lnTo>
                  <a:lnTo>
                    <a:pt x="7067530" y="2350599"/>
                  </a:lnTo>
                  <a:lnTo>
                    <a:pt x="7068165" y="2350637"/>
                  </a:lnTo>
                  <a:lnTo>
                    <a:pt x="7068800" y="2350798"/>
                  </a:lnTo>
                  <a:lnTo>
                    <a:pt x="7069435" y="2351225"/>
                  </a:lnTo>
                  <a:lnTo>
                    <a:pt x="7070069" y="2351851"/>
                  </a:lnTo>
                  <a:lnTo>
                    <a:pt x="7070704" y="2352401"/>
                  </a:lnTo>
                  <a:lnTo>
                    <a:pt x="7071339" y="2352534"/>
                  </a:lnTo>
                  <a:lnTo>
                    <a:pt x="7071974" y="2352515"/>
                  </a:lnTo>
                  <a:lnTo>
                    <a:pt x="7072609" y="2352382"/>
                  </a:lnTo>
                  <a:lnTo>
                    <a:pt x="7073244" y="2352022"/>
                  </a:lnTo>
                  <a:lnTo>
                    <a:pt x="7073879" y="2351804"/>
                  </a:lnTo>
                  <a:lnTo>
                    <a:pt x="7074513" y="2351699"/>
                  </a:lnTo>
                  <a:lnTo>
                    <a:pt x="7075148" y="2351813"/>
                  </a:lnTo>
                  <a:lnTo>
                    <a:pt x="7075783" y="2352942"/>
                  </a:lnTo>
                  <a:lnTo>
                    <a:pt x="7076418" y="2354480"/>
                  </a:lnTo>
                  <a:lnTo>
                    <a:pt x="7077053" y="2356548"/>
                  </a:lnTo>
                  <a:lnTo>
                    <a:pt x="7077688" y="2358655"/>
                  </a:lnTo>
                  <a:lnTo>
                    <a:pt x="7078322" y="2360970"/>
                  </a:lnTo>
                  <a:lnTo>
                    <a:pt x="7078957" y="2363266"/>
                  </a:lnTo>
                  <a:lnTo>
                    <a:pt x="7079592" y="2365506"/>
                  </a:lnTo>
                  <a:lnTo>
                    <a:pt x="7080227" y="2367650"/>
                  </a:lnTo>
                  <a:lnTo>
                    <a:pt x="7080862" y="2369984"/>
                  </a:lnTo>
                  <a:lnTo>
                    <a:pt x="7081497" y="2372670"/>
                  </a:lnTo>
                  <a:lnTo>
                    <a:pt x="7082132" y="2375991"/>
                  </a:lnTo>
                  <a:lnTo>
                    <a:pt x="7082766" y="2380242"/>
                  </a:lnTo>
                  <a:lnTo>
                    <a:pt x="7083401" y="2384882"/>
                  </a:lnTo>
                  <a:lnTo>
                    <a:pt x="7084036" y="2389845"/>
                  </a:lnTo>
                  <a:lnTo>
                    <a:pt x="7084671" y="2394855"/>
                  </a:lnTo>
                  <a:lnTo>
                    <a:pt x="7085306" y="2399049"/>
                  </a:lnTo>
                  <a:lnTo>
                    <a:pt x="7085941" y="2402911"/>
                  </a:lnTo>
                  <a:lnTo>
                    <a:pt x="7086575" y="2406346"/>
                  </a:lnTo>
                  <a:lnTo>
                    <a:pt x="7087210" y="2409619"/>
                  </a:lnTo>
                  <a:lnTo>
                    <a:pt x="7087845" y="2412466"/>
                  </a:lnTo>
                  <a:lnTo>
                    <a:pt x="7088480" y="2415531"/>
                  </a:lnTo>
                  <a:lnTo>
                    <a:pt x="7089115" y="2418435"/>
                  </a:lnTo>
                  <a:lnTo>
                    <a:pt x="7089750" y="2421490"/>
                  </a:lnTo>
                  <a:lnTo>
                    <a:pt x="7090384" y="2424840"/>
                  </a:lnTo>
                  <a:lnTo>
                    <a:pt x="7091019" y="2427990"/>
                  </a:lnTo>
                  <a:lnTo>
                    <a:pt x="7091654" y="2430666"/>
                  </a:lnTo>
                  <a:lnTo>
                    <a:pt x="7092289" y="2432658"/>
                  </a:lnTo>
                  <a:lnTo>
                    <a:pt x="7092924" y="2434072"/>
                  </a:lnTo>
                  <a:lnTo>
                    <a:pt x="7093559" y="2435182"/>
                  </a:lnTo>
                  <a:lnTo>
                    <a:pt x="7094194" y="2436388"/>
                  </a:lnTo>
                  <a:lnTo>
                    <a:pt x="7094828" y="2437896"/>
                  </a:lnTo>
                  <a:lnTo>
                    <a:pt x="7095463" y="2439756"/>
                  </a:lnTo>
                  <a:lnTo>
                    <a:pt x="7096098" y="2441844"/>
                  </a:lnTo>
                  <a:lnTo>
                    <a:pt x="7096733" y="2443903"/>
                  </a:lnTo>
                  <a:lnTo>
                    <a:pt x="7097368" y="2445924"/>
                  </a:lnTo>
                  <a:lnTo>
                    <a:pt x="7098003" y="2447537"/>
                  </a:lnTo>
                  <a:lnTo>
                    <a:pt x="7098637" y="2448951"/>
                  </a:lnTo>
                  <a:lnTo>
                    <a:pt x="7099272" y="2450118"/>
                  </a:lnTo>
                  <a:lnTo>
                    <a:pt x="7099907" y="2450754"/>
                  </a:lnTo>
                  <a:lnTo>
                    <a:pt x="7100542" y="2451418"/>
                  </a:lnTo>
                  <a:lnTo>
                    <a:pt x="7101177" y="2451911"/>
                  </a:lnTo>
                  <a:lnTo>
                    <a:pt x="7101812" y="2452689"/>
                  </a:lnTo>
                  <a:lnTo>
                    <a:pt x="7102447" y="2453638"/>
                  </a:lnTo>
                  <a:lnTo>
                    <a:pt x="7103081" y="2454549"/>
                  </a:lnTo>
                  <a:lnTo>
                    <a:pt x="7103716" y="2455432"/>
                  </a:lnTo>
                  <a:lnTo>
                    <a:pt x="7104351" y="2456229"/>
                  </a:lnTo>
                  <a:lnTo>
                    <a:pt x="7104986" y="2457045"/>
                  </a:lnTo>
                  <a:lnTo>
                    <a:pt x="7105621" y="2458089"/>
                  </a:lnTo>
                  <a:lnTo>
                    <a:pt x="7106256" y="2459417"/>
                  </a:lnTo>
                  <a:lnTo>
                    <a:pt x="7106890" y="2460916"/>
                  </a:lnTo>
                  <a:lnTo>
                    <a:pt x="7107525" y="2462814"/>
                  </a:lnTo>
                  <a:lnTo>
                    <a:pt x="7108160" y="2464740"/>
                  </a:lnTo>
                  <a:lnTo>
                    <a:pt x="7108795" y="2466534"/>
                  </a:lnTo>
                  <a:lnTo>
                    <a:pt x="7109430" y="2468896"/>
                  </a:lnTo>
                  <a:lnTo>
                    <a:pt x="7110065" y="2471458"/>
                  </a:lnTo>
                  <a:lnTo>
                    <a:pt x="7110700" y="2474144"/>
                  </a:lnTo>
                  <a:lnTo>
                    <a:pt x="7111334" y="2476696"/>
                  </a:lnTo>
                  <a:lnTo>
                    <a:pt x="7111969" y="2479211"/>
                  </a:lnTo>
                  <a:lnTo>
                    <a:pt x="7112604" y="2481773"/>
                  </a:lnTo>
                  <a:lnTo>
                    <a:pt x="7113239" y="2484050"/>
                  </a:lnTo>
                  <a:lnTo>
                    <a:pt x="7113874" y="2486185"/>
                  </a:lnTo>
                  <a:lnTo>
                    <a:pt x="7114509" y="2488121"/>
                  </a:lnTo>
                  <a:lnTo>
                    <a:pt x="7115143" y="2489734"/>
                  </a:lnTo>
                  <a:lnTo>
                    <a:pt x="7115778" y="2490930"/>
                  </a:lnTo>
                  <a:lnTo>
                    <a:pt x="7116413" y="2491859"/>
                  </a:lnTo>
                  <a:lnTo>
                    <a:pt x="7117048" y="2492619"/>
                  </a:lnTo>
                  <a:lnTo>
                    <a:pt x="7117683" y="2493397"/>
                  </a:lnTo>
                  <a:lnTo>
                    <a:pt x="7118318" y="2494346"/>
                  </a:lnTo>
                  <a:lnTo>
                    <a:pt x="7118953" y="2494830"/>
                  </a:lnTo>
                  <a:lnTo>
                    <a:pt x="7119587" y="2495019"/>
                  </a:lnTo>
                  <a:lnTo>
                    <a:pt x="7120222" y="2495152"/>
                  </a:lnTo>
                  <a:lnTo>
                    <a:pt x="7120857" y="2495238"/>
                  </a:lnTo>
                  <a:lnTo>
                    <a:pt x="7121492" y="2495238"/>
                  </a:lnTo>
                  <a:lnTo>
                    <a:pt x="7122127" y="2495181"/>
                  </a:lnTo>
                  <a:lnTo>
                    <a:pt x="7122762" y="2495181"/>
                  </a:lnTo>
                  <a:lnTo>
                    <a:pt x="7123396" y="2495228"/>
                  </a:lnTo>
                  <a:lnTo>
                    <a:pt x="7124031" y="2495418"/>
                  </a:lnTo>
                  <a:lnTo>
                    <a:pt x="7124666" y="2495608"/>
                  </a:lnTo>
                  <a:lnTo>
                    <a:pt x="7125301" y="2496120"/>
                  </a:lnTo>
                  <a:lnTo>
                    <a:pt x="7125936" y="2496794"/>
                  </a:lnTo>
                  <a:lnTo>
                    <a:pt x="7126571" y="2497363"/>
                  </a:lnTo>
                  <a:lnTo>
                    <a:pt x="7127206" y="2497932"/>
                  </a:lnTo>
                  <a:lnTo>
                    <a:pt x="7127840" y="2498502"/>
                  </a:lnTo>
                  <a:lnTo>
                    <a:pt x="7128475" y="2499071"/>
                  </a:lnTo>
                  <a:lnTo>
                    <a:pt x="7129110" y="2499640"/>
                  </a:lnTo>
                  <a:lnTo>
                    <a:pt x="7129745" y="2500475"/>
                  </a:lnTo>
                  <a:lnTo>
                    <a:pt x="7130380" y="2501235"/>
                  </a:lnTo>
                  <a:lnTo>
                    <a:pt x="7131015" y="2502107"/>
                  </a:lnTo>
                  <a:lnTo>
                    <a:pt x="7131649" y="2503056"/>
                  </a:lnTo>
                  <a:lnTo>
                    <a:pt x="7132284" y="2504005"/>
                  </a:lnTo>
                  <a:lnTo>
                    <a:pt x="7132919" y="2504916"/>
                  </a:lnTo>
                  <a:lnTo>
                    <a:pt x="7133554" y="2505675"/>
                  </a:lnTo>
                  <a:lnTo>
                    <a:pt x="7134189" y="2506007"/>
                  </a:lnTo>
                  <a:lnTo>
                    <a:pt x="7134824" y="2506150"/>
                  </a:lnTo>
                  <a:lnTo>
                    <a:pt x="7135459" y="2506400"/>
                  </a:lnTo>
                  <a:lnTo>
                    <a:pt x="7136093" y="2506872"/>
                  </a:lnTo>
                  <a:lnTo>
                    <a:pt x="7136728" y="2507791"/>
                  </a:lnTo>
                  <a:lnTo>
                    <a:pt x="7137363" y="2508757"/>
                  </a:lnTo>
                  <a:lnTo>
                    <a:pt x="7137998" y="2509917"/>
                  </a:lnTo>
                  <a:lnTo>
                    <a:pt x="7138633" y="2511077"/>
                  </a:lnTo>
                  <a:lnTo>
                    <a:pt x="7139268" y="2512001"/>
                  </a:lnTo>
                  <a:lnTo>
                    <a:pt x="7139902" y="2512964"/>
                  </a:lnTo>
                  <a:lnTo>
                    <a:pt x="7140537" y="2513851"/>
                  </a:lnTo>
                  <a:lnTo>
                    <a:pt x="7141172" y="2514749"/>
                  </a:lnTo>
                  <a:lnTo>
                    <a:pt x="7141807" y="2515678"/>
                  </a:lnTo>
                  <a:lnTo>
                    <a:pt x="7142442" y="2515987"/>
                  </a:lnTo>
                  <a:lnTo>
                    <a:pt x="7143077" y="2516140"/>
                  </a:lnTo>
                  <a:lnTo>
                    <a:pt x="7143711" y="2516172"/>
                  </a:lnTo>
                  <a:lnTo>
                    <a:pt x="7144346" y="2516008"/>
                  </a:lnTo>
                  <a:lnTo>
                    <a:pt x="7144981" y="2516127"/>
                  </a:lnTo>
                  <a:lnTo>
                    <a:pt x="7145616" y="2516614"/>
                  </a:lnTo>
                  <a:lnTo>
                    <a:pt x="7146251" y="2516447"/>
                  </a:lnTo>
                  <a:lnTo>
                    <a:pt x="7146886" y="2516193"/>
                  </a:lnTo>
                  <a:lnTo>
                    <a:pt x="7147521" y="2515775"/>
                  </a:lnTo>
                  <a:lnTo>
                    <a:pt x="7148155" y="2515211"/>
                  </a:lnTo>
                  <a:lnTo>
                    <a:pt x="7148790" y="2514366"/>
                  </a:lnTo>
                  <a:lnTo>
                    <a:pt x="7149425" y="2514197"/>
                  </a:lnTo>
                  <a:lnTo>
                    <a:pt x="7150060" y="2513946"/>
                  </a:lnTo>
                  <a:lnTo>
                    <a:pt x="7150695" y="2513264"/>
                  </a:lnTo>
                  <a:lnTo>
                    <a:pt x="7151330" y="2512308"/>
                  </a:lnTo>
                  <a:lnTo>
                    <a:pt x="7151964" y="2511254"/>
                  </a:lnTo>
                  <a:lnTo>
                    <a:pt x="7152599" y="2510405"/>
                  </a:lnTo>
                  <a:lnTo>
                    <a:pt x="7153234" y="2509731"/>
                  </a:lnTo>
                  <a:lnTo>
                    <a:pt x="7153869" y="2509638"/>
                  </a:lnTo>
                  <a:lnTo>
                    <a:pt x="7154504" y="2509099"/>
                  </a:lnTo>
                  <a:lnTo>
                    <a:pt x="7155139" y="2508494"/>
                  </a:lnTo>
                  <a:lnTo>
                    <a:pt x="7155774" y="2507961"/>
                  </a:lnTo>
                  <a:lnTo>
                    <a:pt x="7156408" y="2507581"/>
                  </a:lnTo>
                  <a:lnTo>
                    <a:pt x="7157043" y="2507146"/>
                  </a:lnTo>
                  <a:lnTo>
                    <a:pt x="7157678" y="2506795"/>
                  </a:lnTo>
                  <a:lnTo>
                    <a:pt x="7158313" y="2506509"/>
                  </a:lnTo>
                  <a:lnTo>
                    <a:pt x="7158948" y="2506220"/>
                  </a:lnTo>
                  <a:lnTo>
                    <a:pt x="7159583" y="2506029"/>
                  </a:lnTo>
                  <a:lnTo>
                    <a:pt x="7160217" y="2506189"/>
                  </a:lnTo>
                  <a:lnTo>
                    <a:pt x="7160852" y="2506758"/>
                  </a:lnTo>
                  <a:lnTo>
                    <a:pt x="7161487" y="2507506"/>
                  </a:lnTo>
                  <a:lnTo>
                    <a:pt x="7162122" y="2508217"/>
                  </a:lnTo>
                  <a:lnTo>
                    <a:pt x="7162757" y="2508902"/>
                  </a:lnTo>
                  <a:lnTo>
                    <a:pt x="7163392" y="2509504"/>
                  </a:lnTo>
                  <a:lnTo>
                    <a:pt x="7164027" y="2509960"/>
                  </a:lnTo>
                  <a:lnTo>
                    <a:pt x="7164661" y="2510251"/>
                  </a:lnTo>
                  <a:lnTo>
                    <a:pt x="7165296" y="2510439"/>
                  </a:lnTo>
                  <a:lnTo>
                    <a:pt x="7165931" y="2510484"/>
                  </a:lnTo>
                  <a:lnTo>
                    <a:pt x="7166566" y="2510433"/>
                  </a:lnTo>
                  <a:lnTo>
                    <a:pt x="7167201" y="2510292"/>
                  </a:lnTo>
                  <a:lnTo>
                    <a:pt x="7167836" y="2510220"/>
                  </a:lnTo>
                  <a:lnTo>
                    <a:pt x="7168470" y="2510162"/>
                  </a:lnTo>
                  <a:lnTo>
                    <a:pt x="7169105" y="2509935"/>
                  </a:lnTo>
                  <a:lnTo>
                    <a:pt x="7169740" y="2509587"/>
                  </a:lnTo>
                  <a:lnTo>
                    <a:pt x="7170375" y="2508990"/>
                  </a:lnTo>
                  <a:lnTo>
                    <a:pt x="7171010" y="2508154"/>
                  </a:lnTo>
                  <a:lnTo>
                    <a:pt x="7171645" y="2507203"/>
                  </a:lnTo>
                  <a:lnTo>
                    <a:pt x="7172280" y="2505628"/>
                  </a:lnTo>
                  <a:lnTo>
                    <a:pt x="7172914" y="2504300"/>
                  </a:lnTo>
                  <a:lnTo>
                    <a:pt x="7173549" y="2503303"/>
                  </a:lnTo>
                  <a:lnTo>
                    <a:pt x="7174184" y="2502288"/>
                  </a:lnTo>
                  <a:lnTo>
                    <a:pt x="7174819" y="2501254"/>
                  </a:lnTo>
                  <a:lnTo>
                    <a:pt x="7175454" y="2499755"/>
                  </a:lnTo>
                  <a:lnTo>
                    <a:pt x="7176089" y="2498303"/>
                  </a:lnTo>
                  <a:lnTo>
                    <a:pt x="7176723" y="2496974"/>
                  </a:lnTo>
                  <a:lnTo>
                    <a:pt x="7177358" y="2495646"/>
                  </a:lnTo>
                  <a:lnTo>
                    <a:pt x="7177993" y="2494422"/>
                  </a:lnTo>
                  <a:lnTo>
                    <a:pt x="7178628" y="2493473"/>
                  </a:lnTo>
                  <a:lnTo>
                    <a:pt x="7179263" y="2492543"/>
                  </a:lnTo>
                  <a:lnTo>
                    <a:pt x="7179898" y="2491528"/>
                  </a:lnTo>
                  <a:lnTo>
                    <a:pt x="7180533" y="2490493"/>
                  </a:lnTo>
                  <a:lnTo>
                    <a:pt x="7181167" y="2489355"/>
                  </a:lnTo>
                  <a:lnTo>
                    <a:pt x="7181802" y="2487922"/>
                  </a:lnTo>
                  <a:lnTo>
                    <a:pt x="7182437" y="2486053"/>
                  </a:lnTo>
                  <a:lnTo>
                    <a:pt x="7183072" y="2484032"/>
                  </a:lnTo>
                  <a:lnTo>
                    <a:pt x="7183707" y="2482324"/>
                  </a:lnTo>
                  <a:lnTo>
                    <a:pt x="7184342" y="2480758"/>
                  </a:lnTo>
                  <a:lnTo>
                    <a:pt x="7184976" y="2479667"/>
                  </a:lnTo>
                  <a:lnTo>
                    <a:pt x="7185611" y="2478338"/>
                  </a:lnTo>
                  <a:lnTo>
                    <a:pt x="7186246" y="2477019"/>
                  </a:lnTo>
                  <a:lnTo>
                    <a:pt x="7186881" y="2475786"/>
                  </a:lnTo>
                  <a:lnTo>
                    <a:pt x="7187516" y="2474457"/>
                  </a:lnTo>
                  <a:lnTo>
                    <a:pt x="7188151" y="2473129"/>
                  </a:lnTo>
                  <a:lnTo>
                    <a:pt x="7188786" y="2471933"/>
                  </a:lnTo>
                  <a:lnTo>
                    <a:pt x="7189420" y="2470918"/>
                  </a:lnTo>
                  <a:lnTo>
                    <a:pt x="7190055" y="2470054"/>
                  </a:lnTo>
                  <a:lnTo>
                    <a:pt x="7190690" y="2469295"/>
                  </a:lnTo>
                  <a:lnTo>
                    <a:pt x="7191325" y="2468773"/>
                  </a:lnTo>
                  <a:lnTo>
                    <a:pt x="7191960" y="2468641"/>
                  </a:lnTo>
                  <a:lnTo>
                    <a:pt x="7192595" y="2468612"/>
                  </a:lnTo>
                  <a:lnTo>
                    <a:pt x="7193229" y="2468631"/>
                  </a:lnTo>
                  <a:lnTo>
                    <a:pt x="7193864" y="2468906"/>
                  </a:lnTo>
                  <a:lnTo>
                    <a:pt x="7194499" y="2469409"/>
                  </a:lnTo>
                  <a:lnTo>
                    <a:pt x="7195134" y="2470254"/>
                  </a:lnTo>
                  <a:lnTo>
                    <a:pt x="7195769" y="2471193"/>
                  </a:lnTo>
                  <a:lnTo>
                    <a:pt x="7196404" y="2472047"/>
                  </a:lnTo>
                  <a:lnTo>
                    <a:pt x="7197038" y="2473100"/>
                  </a:lnTo>
                  <a:lnTo>
                    <a:pt x="7197673" y="2474135"/>
                  </a:lnTo>
                  <a:lnTo>
                    <a:pt x="7198308" y="2475140"/>
                  </a:lnTo>
                  <a:lnTo>
                    <a:pt x="7198943" y="2476279"/>
                  </a:lnTo>
                  <a:lnTo>
                    <a:pt x="7199578" y="2477551"/>
                  </a:lnTo>
                  <a:lnTo>
                    <a:pt x="7200213" y="2479050"/>
                  </a:lnTo>
                  <a:lnTo>
                    <a:pt x="7200848" y="2480568"/>
                  </a:lnTo>
                  <a:lnTo>
                    <a:pt x="7201482" y="2482001"/>
                  </a:lnTo>
                  <a:lnTo>
                    <a:pt x="7202117" y="2483348"/>
                  </a:lnTo>
                  <a:lnTo>
                    <a:pt x="7202752" y="2484582"/>
                  </a:lnTo>
                  <a:lnTo>
                    <a:pt x="7203387" y="2485578"/>
                  </a:lnTo>
                  <a:lnTo>
                    <a:pt x="7204022" y="2486337"/>
                  </a:lnTo>
                  <a:lnTo>
                    <a:pt x="7204657" y="2487011"/>
                  </a:lnTo>
                  <a:lnTo>
                    <a:pt x="7205291" y="2487580"/>
                  </a:lnTo>
                  <a:lnTo>
                    <a:pt x="7205926" y="2488150"/>
                  </a:lnTo>
                  <a:lnTo>
                    <a:pt x="7206561" y="2488615"/>
                  </a:lnTo>
                  <a:lnTo>
                    <a:pt x="7207196" y="2489099"/>
                  </a:lnTo>
                  <a:lnTo>
                    <a:pt x="7207831" y="2489611"/>
                  </a:lnTo>
                  <a:lnTo>
                    <a:pt x="7208466" y="2489991"/>
                  </a:lnTo>
                  <a:lnTo>
                    <a:pt x="7209101" y="2490237"/>
                  </a:lnTo>
                  <a:lnTo>
                    <a:pt x="7209735" y="2490256"/>
                  </a:lnTo>
                  <a:lnTo>
                    <a:pt x="7210370" y="2490256"/>
                  </a:lnTo>
                  <a:lnTo>
                    <a:pt x="7211005" y="2490256"/>
                  </a:lnTo>
                  <a:lnTo>
                    <a:pt x="7211640" y="2490256"/>
                  </a:lnTo>
                  <a:lnTo>
                    <a:pt x="7212275" y="2490342"/>
                  </a:lnTo>
                  <a:lnTo>
                    <a:pt x="7212910" y="2490830"/>
                  </a:lnTo>
                  <a:lnTo>
                    <a:pt x="7213544" y="2491351"/>
                  </a:lnTo>
                  <a:lnTo>
                    <a:pt x="7214179" y="2491891"/>
                  </a:lnTo>
                  <a:lnTo>
                    <a:pt x="7214814" y="2492632"/>
                  </a:lnTo>
                  <a:lnTo>
                    <a:pt x="7215449" y="2493372"/>
                  </a:lnTo>
                  <a:lnTo>
                    <a:pt x="7216084" y="2494112"/>
                  </a:lnTo>
                  <a:lnTo>
                    <a:pt x="7216719" y="2494763"/>
                  </a:lnTo>
                  <a:lnTo>
                    <a:pt x="7217354" y="2495365"/>
                  </a:lnTo>
                  <a:lnTo>
                    <a:pt x="7217988" y="2495946"/>
                  </a:lnTo>
                  <a:lnTo>
                    <a:pt x="7218623" y="2496571"/>
                  </a:lnTo>
                  <a:lnTo>
                    <a:pt x="7219258" y="2497225"/>
                  </a:lnTo>
                  <a:lnTo>
                    <a:pt x="7219893" y="2498020"/>
                  </a:lnTo>
                  <a:lnTo>
                    <a:pt x="7220528" y="2498753"/>
                  </a:lnTo>
                  <a:lnTo>
                    <a:pt x="7221163" y="2499430"/>
                  </a:lnTo>
                  <a:lnTo>
                    <a:pt x="7221797" y="2500101"/>
                  </a:lnTo>
                  <a:lnTo>
                    <a:pt x="7222432" y="2500616"/>
                  </a:lnTo>
                  <a:lnTo>
                    <a:pt x="7223067" y="2500954"/>
                  </a:lnTo>
                  <a:lnTo>
                    <a:pt x="7223702" y="2501079"/>
                  </a:lnTo>
                  <a:lnTo>
                    <a:pt x="7224337" y="2500320"/>
                  </a:lnTo>
                  <a:lnTo>
                    <a:pt x="7224972" y="2499485"/>
                  </a:lnTo>
                  <a:lnTo>
                    <a:pt x="7225607" y="2498631"/>
                  </a:lnTo>
                  <a:lnTo>
                    <a:pt x="7226241" y="2497768"/>
                  </a:lnTo>
                  <a:lnTo>
                    <a:pt x="7226876" y="2496923"/>
                  </a:lnTo>
                  <a:lnTo>
                    <a:pt x="7227511" y="2495870"/>
                  </a:lnTo>
                  <a:lnTo>
                    <a:pt x="7228146" y="2494950"/>
                  </a:lnTo>
                  <a:lnTo>
                    <a:pt x="7228781" y="2494001"/>
                  </a:lnTo>
                  <a:lnTo>
                    <a:pt x="7229416" y="2492957"/>
                  </a:lnTo>
                  <a:lnTo>
                    <a:pt x="7230050" y="2492160"/>
                  </a:lnTo>
                  <a:lnTo>
                    <a:pt x="7230685" y="2491458"/>
                  </a:lnTo>
                  <a:lnTo>
                    <a:pt x="7231320" y="2490699"/>
                  </a:lnTo>
                  <a:lnTo>
                    <a:pt x="7231955" y="2489939"/>
                  </a:lnTo>
                  <a:lnTo>
                    <a:pt x="7232590" y="2489361"/>
                  </a:lnTo>
                  <a:lnTo>
                    <a:pt x="7233225" y="2488981"/>
                  </a:lnTo>
                  <a:lnTo>
                    <a:pt x="7233860" y="2488791"/>
                  </a:lnTo>
                  <a:lnTo>
                    <a:pt x="7234494" y="2488677"/>
                  </a:lnTo>
                  <a:lnTo>
                    <a:pt x="7235129" y="2488602"/>
                  </a:lnTo>
                  <a:lnTo>
                    <a:pt x="7235764" y="2488829"/>
                  </a:lnTo>
                  <a:lnTo>
                    <a:pt x="7236399" y="2489104"/>
                  </a:lnTo>
                  <a:lnTo>
                    <a:pt x="7237034" y="2489617"/>
                  </a:lnTo>
                  <a:lnTo>
                    <a:pt x="7237669" y="2490101"/>
                  </a:lnTo>
                  <a:lnTo>
                    <a:pt x="7238303" y="2490670"/>
                  </a:lnTo>
                  <a:lnTo>
                    <a:pt x="7238938" y="2491192"/>
                  </a:lnTo>
                  <a:lnTo>
                    <a:pt x="7239573" y="2491638"/>
                  </a:lnTo>
                  <a:lnTo>
                    <a:pt x="7240208" y="2492207"/>
                  </a:lnTo>
                  <a:lnTo>
                    <a:pt x="7240843" y="2492938"/>
                  </a:lnTo>
                  <a:lnTo>
                    <a:pt x="7241478" y="2493697"/>
                  </a:lnTo>
                  <a:lnTo>
                    <a:pt x="7242113" y="2494456"/>
                  </a:lnTo>
                  <a:lnTo>
                    <a:pt x="7242747" y="2495348"/>
                  </a:lnTo>
                  <a:lnTo>
                    <a:pt x="7243382" y="2496487"/>
                  </a:lnTo>
                  <a:lnTo>
                    <a:pt x="7244017" y="2497625"/>
                  </a:lnTo>
                  <a:lnTo>
                    <a:pt x="7244652" y="2498745"/>
                  </a:lnTo>
                  <a:lnTo>
                    <a:pt x="7245287" y="2499694"/>
                  </a:lnTo>
                  <a:lnTo>
                    <a:pt x="7245922" y="2500643"/>
                  </a:lnTo>
                  <a:lnTo>
                    <a:pt x="7246556" y="2501592"/>
                  </a:lnTo>
                  <a:lnTo>
                    <a:pt x="7247191" y="2502436"/>
                  </a:lnTo>
                  <a:lnTo>
                    <a:pt x="7247826" y="2503195"/>
                  </a:lnTo>
                  <a:lnTo>
                    <a:pt x="7248461" y="2503955"/>
                  </a:lnTo>
                  <a:lnTo>
                    <a:pt x="7249096" y="2504647"/>
                  </a:lnTo>
                  <a:lnTo>
                    <a:pt x="7249731" y="2505217"/>
                  </a:lnTo>
                  <a:lnTo>
                    <a:pt x="7250366" y="2505625"/>
                  </a:lnTo>
                  <a:lnTo>
                    <a:pt x="7251000" y="2506004"/>
                  </a:lnTo>
                  <a:lnTo>
                    <a:pt x="7251635" y="2506384"/>
                  </a:lnTo>
                  <a:lnTo>
                    <a:pt x="7252270" y="2506630"/>
                  </a:lnTo>
                  <a:lnTo>
                    <a:pt x="7252905" y="2506630"/>
                  </a:lnTo>
                  <a:lnTo>
                    <a:pt x="7253540" y="2506630"/>
                  </a:lnTo>
                  <a:lnTo>
                    <a:pt x="7254175" y="2506630"/>
                  </a:lnTo>
                  <a:lnTo>
                    <a:pt x="7254809" y="2506630"/>
                  </a:lnTo>
                  <a:lnTo>
                    <a:pt x="7255444" y="2506630"/>
                  </a:lnTo>
                  <a:lnTo>
                    <a:pt x="7256079" y="2506630"/>
                  </a:lnTo>
                  <a:lnTo>
                    <a:pt x="7256714" y="2506630"/>
                  </a:lnTo>
                  <a:lnTo>
                    <a:pt x="7257349" y="2506630"/>
                  </a:lnTo>
                  <a:lnTo>
                    <a:pt x="7257984" y="2506630"/>
                  </a:lnTo>
                  <a:lnTo>
                    <a:pt x="7258618" y="2506630"/>
                  </a:lnTo>
                  <a:lnTo>
                    <a:pt x="7259253" y="2506630"/>
                  </a:lnTo>
                  <a:lnTo>
                    <a:pt x="7259888" y="2506630"/>
                  </a:lnTo>
                  <a:lnTo>
                    <a:pt x="7260523" y="2506630"/>
                  </a:lnTo>
                  <a:lnTo>
                    <a:pt x="7261158" y="2506630"/>
                  </a:lnTo>
                  <a:lnTo>
                    <a:pt x="7261793" y="2506630"/>
                  </a:lnTo>
                  <a:lnTo>
                    <a:pt x="7262428" y="2506630"/>
                  </a:lnTo>
                  <a:lnTo>
                    <a:pt x="7263062" y="2506630"/>
                  </a:lnTo>
                  <a:lnTo>
                    <a:pt x="7263697" y="2506640"/>
                  </a:lnTo>
                  <a:lnTo>
                    <a:pt x="7264332" y="2506830"/>
                  </a:lnTo>
                  <a:lnTo>
                    <a:pt x="7264967" y="2507019"/>
                  </a:lnTo>
                  <a:lnTo>
                    <a:pt x="7265602" y="2507209"/>
                  </a:lnTo>
                  <a:lnTo>
                    <a:pt x="7266237" y="2507456"/>
                  </a:lnTo>
                  <a:lnTo>
                    <a:pt x="7266871" y="2507835"/>
                  </a:lnTo>
                  <a:lnTo>
                    <a:pt x="7267506" y="2508319"/>
                  </a:lnTo>
                  <a:lnTo>
                    <a:pt x="7268141" y="2508889"/>
                  </a:lnTo>
                  <a:lnTo>
                    <a:pt x="7268776" y="2509572"/>
                  </a:lnTo>
                  <a:lnTo>
                    <a:pt x="7269411" y="2510464"/>
                  </a:lnTo>
                  <a:lnTo>
                    <a:pt x="7270046" y="2511669"/>
                  </a:lnTo>
                  <a:lnTo>
                    <a:pt x="7270681" y="2513159"/>
                  </a:lnTo>
                  <a:lnTo>
                    <a:pt x="7271315" y="2514867"/>
                  </a:lnTo>
                  <a:lnTo>
                    <a:pt x="7271950" y="2516499"/>
                  </a:lnTo>
                  <a:lnTo>
                    <a:pt x="7272585" y="2518188"/>
                  </a:lnTo>
                  <a:lnTo>
                    <a:pt x="7273220" y="2520199"/>
                  </a:lnTo>
                  <a:lnTo>
                    <a:pt x="7273855" y="2522097"/>
                  </a:lnTo>
                  <a:lnTo>
                    <a:pt x="7274490" y="2524090"/>
                  </a:lnTo>
                  <a:lnTo>
                    <a:pt x="7275124" y="2526263"/>
                  </a:lnTo>
                  <a:lnTo>
                    <a:pt x="7275759" y="2528758"/>
                  </a:lnTo>
                  <a:lnTo>
                    <a:pt x="7276394" y="2530371"/>
                  </a:lnTo>
                  <a:lnTo>
                    <a:pt x="7277029" y="2531784"/>
                  </a:lnTo>
                  <a:lnTo>
                    <a:pt x="7277664" y="2533381"/>
                  </a:lnTo>
                  <a:lnTo>
                    <a:pt x="7278299" y="2535006"/>
                  </a:lnTo>
                  <a:lnTo>
                    <a:pt x="7278934" y="2536581"/>
                  </a:lnTo>
                  <a:lnTo>
                    <a:pt x="7279568" y="2537866"/>
                  </a:lnTo>
                  <a:lnTo>
                    <a:pt x="7280203" y="2538944"/>
                  </a:lnTo>
                  <a:lnTo>
                    <a:pt x="7280838" y="2540153"/>
                  </a:lnTo>
                  <a:lnTo>
                    <a:pt x="7281473" y="2541305"/>
                  </a:lnTo>
                  <a:lnTo>
                    <a:pt x="7282108" y="2542376"/>
                  </a:lnTo>
                  <a:lnTo>
                    <a:pt x="7282743" y="2543116"/>
                  </a:lnTo>
                  <a:lnTo>
                    <a:pt x="7283377" y="2543807"/>
                  </a:lnTo>
                  <a:lnTo>
                    <a:pt x="7284012" y="2544429"/>
                  </a:lnTo>
                  <a:lnTo>
                    <a:pt x="7284647" y="2544920"/>
                  </a:lnTo>
                  <a:lnTo>
                    <a:pt x="7285282" y="2545203"/>
                  </a:lnTo>
                  <a:lnTo>
                    <a:pt x="7285917" y="2545489"/>
                  </a:lnTo>
                  <a:lnTo>
                    <a:pt x="7286552" y="2545802"/>
                  </a:lnTo>
                  <a:lnTo>
                    <a:pt x="7287187" y="2545843"/>
                  </a:lnTo>
                  <a:lnTo>
                    <a:pt x="7287821" y="2545738"/>
                  </a:lnTo>
                  <a:lnTo>
                    <a:pt x="7288456" y="2545501"/>
                  </a:lnTo>
                  <a:lnTo>
                    <a:pt x="7289091" y="2545254"/>
                  </a:lnTo>
                  <a:lnTo>
                    <a:pt x="7289726" y="2545033"/>
                  </a:lnTo>
                  <a:lnTo>
                    <a:pt x="7290361" y="2544957"/>
                  </a:lnTo>
                  <a:lnTo>
                    <a:pt x="7290996" y="2545175"/>
                  </a:lnTo>
                  <a:lnTo>
                    <a:pt x="7291630" y="2545576"/>
                  </a:lnTo>
                  <a:lnTo>
                    <a:pt x="7292265" y="2545959"/>
                  </a:lnTo>
                  <a:lnTo>
                    <a:pt x="7292900" y="2546341"/>
                  </a:lnTo>
                  <a:lnTo>
                    <a:pt x="7293535" y="2546771"/>
                  </a:lnTo>
                  <a:lnTo>
                    <a:pt x="7294170" y="2547291"/>
                  </a:lnTo>
                  <a:lnTo>
                    <a:pt x="7294805" y="2547742"/>
                  </a:lnTo>
                  <a:lnTo>
                    <a:pt x="7295440" y="2548256"/>
                  </a:lnTo>
                  <a:lnTo>
                    <a:pt x="7296074" y="2549053"/>
                  </a:lnTo>
                  <a:lnTo>
                    <a:pt x="7296709" y="2549960"/>
                  </a:lnTo>
                  <a:lnTo>
                    <a:pt x="7297344" y="2550937"/>
                  </a:lnTo>
                  <a:lnTo>
                    <a:pt x="7297979" y="2552010"/>
                  </a:lnTo>
                  <a:lnTo>
                    <a:pt x="7298614" y="2552961"/>
                  </a:lnTo>
                  <a:lnTo>
                    <a:pt x="7299249" y="2554593"/>
                  </a:lnTo>
                  <a:lnTo>
                    <a:pt x="7299883" y="2556111"/>
                  </a:lnTo>
                  <a:lnTo>
                    <a:pt x="7300518" y="2557468"/>
                  </a:lnTo>
                  <a:lnTo>
                    <a:pt x="7301153" y="2559015"/>
                  </a:lnTo>
                  <a:lnTo>
                    <a:pt x="7301788" y="2560618"/>
                  </a:lnTo>
                  <a:lnTo>
                    <a:pt x="7302423" y="2562687"/>
                  </a:lnTo>
                  <a:lnTo>
                    <a:pt x="7303058" y="2564708"/>
                  </a:lnTo>
                  <a:lnTo>
                    <a:pt x="7303693" y="2566606"/>
                  </a:lnTo>
                  <a:lnTo>
                    <a:pt x="7304327" y="2568466"/>
                  </a:lnTo>
                  <a:lnTo>
                    <a:pt x="7304962" y="2569993"/>
                  </a:lnTo>
                  <a:lnTo>
                    <a:pt x="7305597" y="2571132"/>
                  </a:lnTo>
                  <a:lnTo>
                    <a:pt x="7306232" y="2572252"/>
                  </a:lnTo>
                  <a:lnTo>
                    <a:pt x="7306867" y="2573504"/>
                  </a:lnTo>
                  <a:lnTo>
                    <a:pt x="7307502" y="2574985"/>
                  </a:lnTo>
                  <a:lnTo>
                    <a:pt x="7308136" y="2576693"/>
                  </a:lnTo>
                  <a:lnTo>
                    <a:pt x="7308771" y="2578638"/>
                  </a:lnTo>
                  <a:lnTo>
                    <a:pt x="7309406" y="2580887"/>
                  </a:lnTo>
                  <a:lnTo>
                    <a:pt x="7310041" y="2583126"/>
                  </a:lnTo>
                  <a:lnTo>
                    <a:pt x="7310676" y="2585062"/>
                  </a:lnTo>
                  <a:lnTo>
                    <a:pt x="7311311" y="2586874"/>
                  </a:lnTo>
                  <a:lnTo>
                    <a:pt x="7311945" y="2588345"/>
                  </a:lnTo>
                  <a:lnTo>
                    <a:pt x="7312580" y="2590053"/>
                  </a:lnTo>
                  <a:lnTo>
                    <a:pt x="7313215" y="2591761"/>
                  </a:lnTo>
                  <a:lnTo>
                    <a:pt x="7313850" y="2593602"/>
                  </a:lnTo>
                  <a:lnTo>
                    <a:pt x="7314485" y="2595689"/>
                  </a:lnTo>
                  <a:lnTo>
                    <a:pt x="7315120" y="2597777"/>
                  </a:lnTo>
                  <a:lnTo>
                    <a:pt x="7315755" y="2599732"/>
                  </a:lnTo>
                  <a:lnTo>
                    <a:pt x="7316389" y="2601459"/>
                  </a:lnTo>
                  <a:lnTo>
                    <a:pt x="7317024" y="2602891"/>
                  </a:lnTo>
                  <a:lnTo>
                    <a:pt x="7317659" y="2604220"/>
                  </a:lnTo>
                  <a:lnTo>
                    <a:pt x="7318294" y="2605311"/>
                  </a:lnTo>
                  <a:lnTo>
                    <a:pt x="7318929" y="2606099"/>
                  </a:lnTo>
                  <a:lnTo>
                    <a:pt x="7319564" y="2606877"/>
                  </a:lnTo>
                  <a:lnTo>
                    <a:pt x="7320198" y="2607712"/>
                  </a:lnTo>
                  <a:lnTo>
                    <a:pt x="7320833" y="2608272"/>
                  </a:lnTo>
                  <a:lnTo>
                    <a:pt x="7321468" y="2608480"/>
                  </a:lnTo>
                  <a:lnTo>
                    <a:pt x="7322103" y="2608101"/>
                  </a:lnTo>
                  <a:lnTo>
                    <a:pt x="7322738" y="2607721"/>
                  </a:lnTo>
                  <a:lnTo>
                    <a:pt x="7323373" y="2607247"/>
                  </a:lnTo>
                  <a:lnTo>
                    <a:pt x="7324008" y="2606677"/>
                  </a:lnTo>
                  <a:lnTo>
                    <a:pt x="7324642" y="2606212"/>
                  </a:lnTo>
                  <a:lnTo>
                    <a:pt x="7325277" y="2605833"/>
                  </a:lnTo>
                  <a:lnTo>
                    <a:pt x="7325912" y="2605453"/>
                  </a:lnTo>
                  <a:lnTo>
                    <a:pt x="7326547" y="2604818"/>
                  </a:lnTo>
                  <a:lnTo>
                    <a:pt x="7327182" y="2604582"/>
                  </a:lnTo>
                  <a:lnTo>
                    <a:pt x="7327817" y="2604391"/>
                  </a:lnTo>
                  <a:lnTo>
                    <a:pt x="7328451" y="2604250"/>
                  </a:lnTo>
                  <a:lnTo>
                    <a:pt x="7329086" y="2603973"/>
                  </a:lnTo>
                  <a:lnTo>
                    <a:pt x="7329721" y="2603504"/>
                  </a:lnTo>
                  <a:lnTo>
                    <a:pt x="7330356" y="2603181"/>
                  </a:lnTo>
                  <a:lnTo>
                    <a:pt x="7330991" y="2603023"/>
                  </a:lnTo>
                  <a:lnTo>
                    <a:pt x="7331626" y="2603107"/>
                  </a:lnTo>
                  <a:lnTo>
                    <a:pt x="7332261" y="2603191"/>
                  </a:lnTo>
                  <a:lnTo>
                    <a:pt x="7332895" y="2603213"/>
                  </a:lnTo>
                  <a:lnTo>
                    <a:pt x="7333530" y="2603395"/>
                  </a:lnTo>
                  <a:lnTo>
                    <a:pt x="7334165" y="2603422"/>
                  </a:lnTo>
                  <a:lnTo>
                    <a:pt x="7334800" y="2603364"/>
                  </a:lnTo>
                  <a:lnTo>
                    <a:pt x="7335435" y="2603292"/>
                  </a:lnTo>
                  <a:lnTo>
                    <a:pt x="7336070" y="2603325"/>
                  </a:lnTo>
                  <a:lnTo>
                    <a:pt x="7336704" y="2603376"/>
                  </a:lnTo>
                  <a:lnTo>
                    <a:pt x="7337339" y="2603427"/>
                  </a:lnTo>
                  <a:lnTo>
                    <a:pt x="7337974" y="2603183"/>
                  </a:lnTo>
                  <a:lnTo>
                    <a:pt x="7338609" y="2603056"/>
                  </a:lnTo>
                  <a:lnTo>
                    <a:pt x="7339244" y="2602951"/>
                  </a:lnTo>
                  <a:lnTo>
                    <a:pt x="7339879" y="2602604"/>
                  </a:lnTo>
                  <a:lnTo>
                    <a:pt x="7340514" y="2602357"/>
                  </a:lnTo>
                  <a:lnTo>
                    <a:pt x="7341148" y="2602109"/>
                  </a:lnTo>
                  <a:lnTo>
                    <a:pt x="7341783" y="2601833"/>
                  </a:lnTo>
                  <a:lnTo>
                    <a:pt x="7342418" y="2601619"/>
                  </a:lnTo>
                  <a:lnTo>
                    <a:pt x="7343053" y="2601468"/>
                  </a:lnTo>
                  <a:lnTo>
                    <a:pt x="7343688" y="2601529"/>
                  </a:lnTo>
                  <a:lnTo>
                    <a:pt x="7344323" y="2601612"/>
                  </a:lnTo>
                  <a:lnTo>
                    <a:pt x="7344957" y="2601410"/>
                  </a:lnTo>
                  <a:lnTo>
                    <a:pt x="7345592" y="2601402"/>
                  </a:lnTo>
                  <a:lnTo>
                    <a:pt x="7346227" y="2601507"/>
                  </a:lnTo>
                  <a:lnTo>
                    <a:pt x="7346862" y="2601613"/>
                  </a:lnTo>
                  <a:lnTo>
                    <a:pt x="7347497" y="2601829"/>
                  </a:lnTo>
                  <a:lnTo>
                    <a:pt x="7348132" y="2602149"/>
                  </a:lnTo>
                  <a:lnTo>
                    <a:pt x="7348767" y="2602531"/>
                  </a:lnTo>
                  <a:lnTo>
                    <a:pt x="7349401" y="2602907"/>
                  </a:lnTo>
                  <a:lnTo>
                    <a:pt x="7350036" y="2603328"/>
                  </a:lnTo>
                  <a:lnTo>
                    <a:pt x="7350671" y="2603943"/>
                  </a:lnTo>
                  <a:lnTo>
                    <a:pt x="7351306" y="2605338"/>
                  </a:lnTo>
                  <a:lnTo>
                    <a:pt x="7351941" y="2606932"/>
                  </a:lnTo>
                  <a:lnTo>
                    <a:pt x="7352576" y="2608707"/>
                  </a:lnTo>
                  <a:lnTo>
                    <a:pt x="7353210" y="2610605"/>
                  </a:lnTo>
                  <a:lnTo>
                    <a:pt x="7353845" y="2612588"/>
                  </a:lnTo>
                  <a:lnTo>
                    <a:pt x="7354480" y="2614837"/>
                  </a:lnTo>
                  <a:lnTo>
                    <a:pt x="7355115" y="2616924"/>
                  </a:lnTo>
                  <a:lnTo>
                    <a:pt x="7355750" y="2619012"/>
                  </a:lnTo>
                  <a:lnTo>
                    <a:pt x="7356385" y="2621099"/>
                  </a:lnTo>
                  <a:lnTo>
                    <a:pt x="7357020" y="2623035"/>
                  </a:lnTo>
                  <a:lnTo>
                    <a:pt x="7357654" y="2624828"/>
                  </a:lnTo>
                  <a:lnTo>
                    <a:pt x="7358289" y="2626536"/>
                  </a:lnTo>
                  <a:lnTo>
                    <a:pt x="7358924" y="2628244"/>
                  </a:lnTo>
                  <a:lnTo>
                    <a:pt x="7359559" y="2629772"/>
                  </a:lnTo>
                  <a:lnTo>
                    <a:pt x="7360194" y="2631101"/>
                  </a:lnTo>
                  <a:lnTo>
                    <a:pt x="7360829" y="2632173"/>
                  </a:lnTo>
                  <a:lnTo>
                    <a:pt x="7361463" y="2633046"/>
                  </a:lnTo>
                  <a:lnTo>
                    <a:pt x="7362098" y="2633738"/>
                  </a:lnTo>
                  <a:lnTo>
                    <a:pt x="7362733" y="2634184"/>
                  </a:lnTo>
                  <a:lnTo>
                    <a:pt x="7363368" y="2634479"/>
                  </a:lnTo>
                  <a:lnTo>
                    <a:pt x="7364003" y="2634479"/>
                  </a:lnTo>
                  <a:lnTo>
                    <a:pt x="7364638" y="2634740"/>
                  </a:lnTo>
                  <a:lnTo>
                    <a:pt x="7365272" y="2635024"/>
                  </a:lnTo>
                  <a:lnTo>
                    <a:pt x="7365907" y="2635334"/>
                  </a:lnTo>
                  <a:lnTo>
                    <a:pt x="7366542" y="2635794"/>
                  </a:lnTo>
                  <a:lnTo>
                    <a:pt x="7367177" y="2636280"/>
                  </a:lnTo>
                  <a:lnTo>
                    <a:pt x="7367812" y="2636759"/>
                  </a:lnTo>
                  <a:lnTo>
                    <a:pt x="7368447" y="2637237"/>
                  </a:lnTo>
                  <a:lnTo>
                    <a:pt x="7369082" y="2637716"/>
                  </a:lnTo>
                  <a:lnTo>
                    <a:pt x="7369716" y="2638194"/>
                  </a:lnTo>
                  <a:lnTo>
                    <a:pt x="7370351" y="2638673"/>
                  </a:lnTo>
                  <a:lnTo>
                    <a:pt x="7370986" y="2639151"/>
                  </a:lnTo>
                  <a:lnTo>
                    <a:pt x="7371621" y="2639630"/>
                  </a:lnTo>
                  <a:lnTo>
                    <a:pt x="7372256" y="2640108"/>
                  </a:lnTo>
                  <a:lnTo>
                    <a:pt x="7372891" y="2640565"/>
                  </a:lnTo>
                  <a:lnTo>
                    <a:pt x="7373525" y="2640934"/>
                  </a:lnTo>
                  <a:lnTo>
                    <a:pt x="7374160" y="2641213"/>
                  </a:lnTo>
                  <a:lnTo>
                    <a:pt x="7374795" y="2641481"/>
                  </a:lnTo>
                  <a:lnTo>
                    <a:pt x="7375430" y="2641514"/>
                  </a:lnTo>
                  <a:lnTo>
                    <a:pt x="7376065" y="2641513"/>
                  </a:lnTo>
                  <a:lnTo>
                    <a:pt x="7376700" y="2641482"/>
                  </a:lnTo>
                  <a:lnTo>
                    <a:pt x="7377335" y="2641074"/>
                  </a:lnTo>
                  <a:lnTo>
                    <a:pt x="7377969" y="2640505"/>
                  </a:lnTo>
                  <a:lnTo>
                    <a:pt x="7378604" y="2639850"/>
                  </a:lnTo>
                  <a:lnTo>
                    <a:pt x="7379239" y="2639091"/>
                  </a:lnTo>
                  <a:lnTo>
                    <a:pt x="7379874" y="2638332"/>
                  </a:lnTo>
                  <a:lnTo>
                    <a:pt x="7380509" y="2637487"/>
                  </a:lnTo>
                  <a:lnTo>
                    <a:pt x="7381144" y="2636358"/>
                  </a:lnTo>
                  <a:lnTo>
                    <a:pt x="7381778" y="2635058"/>
                  </a:lnTo>
                  <a:lnTo>
                    <a:pt x="7382413" y="2633768"/>
                  </a:lnTo>
                  <a:lnTo>
                    <a:pt x="7383048" y="2632629"/>
                  </a:lnTo>
                  <a:lnTo>
                    <a:pt x="7383683" y="2631661"/>
                  </a:lnTo>
                  <a:lnTo>
                    <a:pt x="7384318" y="2630712"/>
                  </a:lnTo>
                  <a:lnTo>
                    <a:pt x="7384953" y="2629507"/>
                  </a:lnTo>
                  <a:lnTo>
                    <a:pt x="7385588" y="2627989"/>
                  </a:lnTo>
                  <a:lnTo>
                    <a:pt x="7386222" y="2626376"/>
                  </a:lnTo>
                  <a:lnTo>
                    <a:pt x="7386857" y="2624696"/>
                  </a:lnTo>
                  <a:lnTo>
                    <a:pt x="7387492" y="2623159"/>
                  </a:lnTo>
                  <a:lnTo>
                    <a:pt x="7388127" y="2621537"/>
                  </a:lnTo>
                  <a:lnTo>
                    <a:pt x="7388762" y="2620018"/>
                  </a:lnTo>
                  <a:lnTo>
                    <a:pt x="7389397" y="2618187"/>
                  </a:lnTo>
                  <a:lnTo>
                    <a:pt x="7390031" y="2616375"/>
                  </a:lnTo>
                  <a:lnTo>
                    <a:pt x="7390666" y="2614847"/>
                  </a:lnTo>
                  <a:lnTo>
                    <a:pt x="7391301" y="2613310"/>
                  </a:lnTo>
                  <a:lnTo>
                    <a:pt x="7391936" y="2611791"/>
                  </a:lnTo>
                  <a:lnTo>
                    <a:pt x="7392571" y="2610216"/>
                  </a:lnTo>
                  <a:lnTo>
                    <a:pt x="7393206" y="2608508"/>
                  </a:lnTo>
                  <a:lnTo>
                    <a:pt x="7393841" y="2606800"/>
                  </a:lnTo>
                  <a:lnTo>
                    <a:pt x="7394475" y="2605348"/>
                  </a:lnTo>
                  <a:lnTo>
                    <a:pt x="7395110" y="2604210"/>
                  </a:lnTo>
                  <a:lnTo>
                    <a:pt x="7395745" y="2603166"/>
                  </a:lnTo>
                  <a:lnTo>
                    <a:pt x="7396380" y="2602217"/>
                  </a:lnTo>
                  <a:lnTo>
                    <a:pt x="7397015" y="2601287"/>
                  </a:lnTo>
                  <a:lnTo>
                    <a:pt x="7397650" y="2600528"/>
                  </a:lnTo>
                  <a:lnTo>
                    <a:pt x="7398284" y="2599769"/>
                  </a:lnTo>
                  <a:lnTo>
                    <a:pt x="7398919" y="2599399"/>
                  </a:lnTo>
                  <a:lnTo>
                    <a:pt x="7399554" y="2599209"/>
                  </a:lnTo>
                  <a:lnTo>
                    <a:pt x="7400189" y="2599019"/>
                  </a:lnTo>
                  <a:lnTo>
                    <a:pt x="7400824" y="2599010"/>
                  </a:lnTo>
                  <a:lnTo>
                    <a:pt x="7401459" y="2599305"/>
                  </a:lnTo>
                  <a:lnTo>
                    <a:pt x="7402094" y="2599573"/>
                  </a:lnTo>
                  <a:lnTo>
                    <a:pt x="7402728" y="2599907"/>
                  </a:lnTo>
                  <a:lnTo>
                    <a:pt x="7403363" y="2600130"/>
                  </a:lnTo>
                  <a:lnTo>
                    <a:pt x="7403998" y="2600523"/>
                  </a:lnTo>
                  <a:lnTo>
                    <a:pt x="7404633" y="2601011"/>
                  </a:lnTo>
                  <a:lnTo>
                    <a:pt x="7405268" y="2601613"/>
                  </a:lnTo>
                  <a:lnTo>
                    <a:pt x="7405903" y="2602215"/>
                  </a:lnTo>
                  <a:lnTo>
                    <a:pt x="7406537" y="2602817"/>
                  </a:lnTo>
                  <a:lnTo>
                    <a:pt x="7407172" y="2603419"/>
                  </a:lnTo>
                  <a:lnTo>
                    <a:pt x="7407807" y="2603731"/>
                  </a:lnTo>
                  <a:lnTo>
                    <a:pt x="7408442" y="2604099"/>
                  </a:lnTo>
                  <a:lnTo>
                    <a:pt x="7409077" y="2604425"/>
                  </a:lnTo>
                  <a:lnTo>
                    <a:pt x="7409712" y="2604839"/>
                  </a:lnTo>
                  <a:lnTo>
                    <a:pt x="7410347" y="2605254"/>
                  </a:lnTo>
                  <a:lnTo>
                    <a:pt x="7410981" y="2605663"/>
                  </a:lnTo>
                  <a:lnTo>
                    <a:pt x="7411616" y="2606151"/>
                  </a:lnTo>
                  <a:lnTo>
                    <a:pt x="7412251" y="2606661"/>
                  </a:lnTo>
                  <a:lnTo>
                    <a:pt x="7412886" y="2607043"/>
                  </a:lnTo>
                  <a:lnTo>
                    <a:pt x="7413521" y="2607111"/>
                  </a:lnTo>
                  <a:lnTo>
                    <a:pt x="7414156" y="2607109"/>
                  </a:lnTo>
                  <a:lnTo>
                    <a:pt x="7414790" y="2606892"/>
                  </a:lnTo>
                  <a:lnTo>
                    <a:pt x="7415425" y="2606618"/>
                  </a:lnTo>
                  <a:lnTo>
                    <a:pt x="7416060" y="2606344"/>
                  </a:lnTo>
                  <a:lnTo>
                    <a:pt x="7416695" y="2606070"/>
                  </a:lnTo>
                  <a:lnTo>
                    <a:pt x="7417330" y="2605734"/>
                  </a:lnTo>
                  <a:lnTo>
                    <a:pt x="7417965" y="2605249"/>
                  </a:lnTo>
                  <a:lnTo>
                    <a:pt x="7418599" y="2604746"/>
                  </a:lnTo>
                  <a:lnTo>
                    <a:pt x="7419234" y="2604367"/>
                  </a:lnTo>
                  <a:lnTo>
                    <a:pt x="7419869" y="2603987"/>
                  </a:lnTo>
                  <a:lnTo>
                    <a:pt x="7420504" y="2603608"/>
                  </a:lnTo>
                  <a:lnTo>
                    <a:pt x="7421139" y="2603570"/>
                  </a:lnTo>
                  <a:lnTo>
                    <a:pt x="7421774" y="2603455"/>
                  </a:lnTo>
                  <a:lnTo>
                    <a:pt x="7422409" y="2603312"/>
                  </a:lnTo>
                  <a:lnTo>
                    <a:pt x="7423043" y="2603311"/>
                  </a:lnTo>
                  <a:lnTo>
                    <a:pt x="7423678" y="2603310"/>
                  </a:lnTo>
                  <a:lnTo>
                    <a:pt x="7424313" y="2603655"/>
                  </a:lnTo>
                  <a:lnTo>
                    <a:pt x="7424948" y="2604210"/>
                  </a:lnTo>
                  <a:lnTo>
                    <a:pt x="7425583" y="2604888"/>
                  </a:lnTo>
                  <a:lnTo>
                    <a:pt x="7426218" y="2605555"/>
                  </a:lnTo>
                  <a:lnTo>
                    <a:pt x="7426852" y="2606165"/>
                  </a:lnTo>
                  <a:lnTo>
                    <a:pt x="7427487" y="2606737"/>
                  </a:lnTo>
                  <a:lnTo>
                    <a:pt x="7428122" y="2607310"/>
                  </a:lnTo>
                  <a:lnTo>
                    <a:pt x="7428757" y="2607882"/>
                  </a:lnTo>
                  <a:lnTo>
                    <a:pt x="7429392" y="2608455"/>
                  </a:lnTo>
                  <a:lnTo>
                    <a:pt x="7430027" y="2609027"/>
                  </a:lnTo>
                  <a:lnTo>
                    <a:pt x="7430662" y="2609612"/>
                  </a:lnTo>
                  <a:lnTo>
                    <a:pt x="7431296" y="2610310"/>
                  </a:lnTo>
                  <a:lnTo>
                    <a:pt x="7431931" y="2611178"/>
                  </a:lnTo>
                  <a:lnTo>
                    <a:pt x="7432566" y="2612047"/>
                  </a:lnTo>
                  <a:lnTo>
                    <a:pt x="7433201" y="2612915"/>
                  </a:lnTo>
                  <a:lnTo>
                    <a:pt x="7433836" y="2613642"/>
                  </a:lnTo>
                  <a:lnTo>
                    <a:pt x="7434471" y="2614097"/>
                  </a:lnTo>
                  <a:lnTo>
                    <a:pt x="7435105" y="2614428"/>
                  </a:lnTo>
                  <a:lnTo>
                    <a:pt x="7435740" y="2614724"/>
                  </a:lnTo>
                  <a:lnTo>
                    <a:pt x="7436375" y="2614838"/>
                  </a:lnTo>
                  <a:lnTo>
                    <a:pt x="7437010" y="2615027"/>
                  </a:lnTo>
                  <a:lnTo>
                    <a:pt x="7437645" y="2615217"/>
                  </a:lnTo>
                  <a:lnTo>
                    <a:pt x="7438280" y="2615407"/>
                  </a:lnTo>
                  <a:lnTo>
                    <a:pt x="7438915" y="2615597"/>
                  </a:lnTo>
                  <a:lnTo>
                    <a:pt x="7439549" y="2615786"/>
                  </a:lnTo>
                  <a:lnTo>
                    <a:pt x="7440184" y="2615976"/>
                  </a:lnTo>
                  <a:lnTo>
                    <a:pt x="7440819" y="2616128"/>
                  </a:lnTo>
                  <a:lnTo>
                    <a:pt x="7441454" y="2616128"/>
                  </a:lnTo>
                  <a:lnTo>
                    <a:pt x="7442089" y="2616128"/>
                  </a:lnTo>
                  <a:lnTo>
                    <a:pt x="7442724" y="2615948"/>
                  </a:lnTo>
                  <a:lnTo>
                    <a:pt x="7443358" y="2615758"/>
                  </a:lnTo>
                  <a:lnTo>
                    <a:pt x="7443993" y="2615568"/>
                  </a:lnTo>
                  <a:lnTo>
                    <a:pt x="7444628" y="2615378"/>
                  </a:lnTo>
                  <a:lnTo>
                    <a:pt x="7445263" y="2615189"/>
                  </a:lnTo>
                  <a:lnTo>
                    <a:pt x="7445898" y="2614999"/>
                  </a:lnTo>
                  <a:lnTo>
                    <a:pt x="7446533" y="2614809"/>
                  </a:lnTo>
                  <a:lnTo>
                    <a:pt x="7447168" y="2614619"/>
                  </a:lnTo>
                  <a:lnTo>
                    <a:pt x="7447802" y="2614534"/>
                  </a:lnTo>
                  <a:lnTo>
                    <a:pt x="7448437" y="2614581"/>
                  </a:lnTo>
                  <a:lnTo>
                    <a:pt x="7449072" y="2614961"/>
                  </a:lnTo>
                  <a:lnTo>
                    <a:pt x="7449707" y="2615340"/>
                  </a:lnTo>
                  <a:lnTo>
                    <a:pt x="7450342" y="2615720"/>
                  </a:lnTo>
                  <a:lnTo>
                    <a:pt x="7450977" y="2616100"/>
                  </a:lnTo>
                  <a:lnTo>
                    <a:pt x="7451611" y="2616479"/>
                  </a:lnTo>
                  <a:lnTo>
                    <a:pt x="7452246" y="2617039"/>
                  </a:lnTo>
                  <a:lnTo>
                    <a:pt x="7452881" y="2617608"/>
                  </a:lnTo>
                  <a:lnTo>
                    <a:pt x="7453516" y="2618434"/>
                  </a:lnTo>
                  <a:lnTo>
                    <a:pt x="7454151" y="2618859"/>
                  </a:lnTo>
                  <a:lnTo>
                    <a:pt x="7454786" y="2619240"/>
                  </a:lnTo>
                  <a:lnTo>
                    <a:pt x="7455421" y="2619571"/>
                  </a:lnTo>
                  <a:lnTo>
                    <a:pt x="7456055" y="2620019"/>
                  </a:lnTo>
                  <a:lnTo>
                    <a:pt x="7456690" y="2620487"/>
                  </a:lnTo>
                  <a:lnTo>
                    <a:pt x="7457325" y="2620906"/>
                  </a:lnTo>
                  <a:lnTo>
                    <a:pt x="7457960" y="2621253"/>
                  </a:lnTo>
                  <a:lnTo>
                    <a:pt x="7458595" y="2621359"/>
                  </a:lnTo>
                  <a:lnTo>
                    <a:pt x="7459230" y="2621464"/>
                  </a:lnTo>
                  <a:lnTo>
                    <a:pt x="7459864" y="2621632"/>
                  </a:lnTo>
                  <a:lnTo>
                    <a:pt x="7460499" y="2621640"/>
                  </a:lnTo>
                  <a:lnTo>
                    <a:pt x="7461134" y="2621699"/>
                  </a:lnTo>
                  <a:lnTo>
                    <a:pt x="7461769" y="2621757"/>
                  </a:lnTo>
                  <a:lnTo>
                    <a:pt x="7462404" y="2621828"/>
                  </a:lnTo>
                  <a:lnTo>
                    <a:pt x="7463039" y="2621795"/>
                  </a:lnTo>
                  <a:lnTo>
                    <a:pt x="7463674" y="2621745"/>
                  </a:lnTo>
                  <a:lnTo>
                    <a:pt x="7464308" y="2621694"/>
                  </a:lnTo>
                  <a:lnTo>
                    <a:pt x="7464943" y="2621938"/>
                  </a:lnTo>
                  <a:lnTo>
                    <a:pt x="7465578" y="2622064"/>
                  </a:lnTo>
                  <a:lnTo>
                    <a:pt x="7466213" y="2622170"/>
                  </a:lnTo>
                  <a:lnTo>
                    <a:pt x="7466848" y="2622275"/>
                  </a:lnTo>
                  <a:lnTo>
                    <a:pt x="7467483" y="2622381"/>
                  </a:lnTo>
                  <a:lnTo>
                    <a:pt x="7468117" y="2622487"/>
                  </a:lnTo>
                  <a:lnTo>
                    <a:pt x="7468752" y="2622592"/>
                  </a:lnTo>
                  <a:lnTo>
                    <a:pt x="7469387" y="2622635"/>
                  </a:lnTo>
                  <a:lnTo>
                    <a:pt x="7470022" y="2622615"/>
                  </a:lnTo>
                  <a:lnTo>
                    <a:pt x="7470657" y="2622473"/>
                  </a:lnTo>
                  <a:lnTo>
                    <a:pt x="7471292" y="2622358"/>
                  </a:lnTo>
                  <a:lnTo>
                    <a:pt x="7471927" y="2622547"/>
                  </a:lnTo>
                  <a:lnTo>
                    <a:pt x="7472561" y="2622661"/>
                  </a:lnTo>
                  <a:lnTo>
                    <a:pt x="7473196" y="2622661"/>
                  </a:lnTo>
                  <a:lnTo>
                    <a:pt x="7473831" y="2622661"/>
                  </a:lnTo>
                  <a:lnTo>
                    <a:pt x="7474466" y="2622661"/>
                  </a:lnTo>
                  <a:lnTo>
                    <a:pt x="7475101" y="2622661"/>
                  </a:lnTo>
                  <a:lnTo>
                    <a:pt x="7475736" y="2622915"/>
                  </a:lnTo>
                  <a:lnTo>
                    <a:pt x="7476370" y="2623199"/>
                  </a:lnTo>
                  <a:lnTo>
                    <a:pt x="7477005" y="2623483"/>
                  </a:lnTo>
                  <a:lnTo>
                    <a:pt x="7477640" y="2623792"/>
                  </a:lnTo>
                  <a:lnTo>
                    <a:pt x="7478275" y="2624101"/>
                  </a:lnTo>
                  <a:lnTo>
                    <a:pt x="7478910" y="2624410"/>
                  </a:lnTo>
                  <a:lnTo>
                    <a:pt x="7479545" y="2624719"/>
                  </a:lnTo>
                  <a:lnTo>
                    <a:pt x="7480179" y="2625029"/>
                  </a:lnTo>
                  <a:lnTo>
                    <a:pt x="7480814" y="2625338"/>
                  </a:lnTo>
                  <a:lnTo>
                    <a:pt x="7481449" y="2625647"/>
                  </a:lnTo>
                  <a:lnTo>
                    <a:pt x="7482084" y="2625956"/>
                  </a:lnTo>
                  <a:lnTo>
                    <a:pt x="7482719" y="2626265"/>
                  </a:lnTo>
                  <a:lnTo>
                    <a:pt x="7483354" y="2626574"/>
                  </a:lnTo>
                  <a:lnTo>
                    <a:pt x="7483989" y="2626884"/>
                  </a:lnTo>
                  <a:lnTo>
                    <a:pt x="7484623" y="2627193"/>
                  </a:lnTo>
                  <a:lnTo>
                    <a:pt x="7485258" y="2627497"/>
                  </a:lnTo>
                  <a:lnTo>
                    <a:pt x="7485893" y="2627782"/>
                  </a:lnTo>
                  <a:lnTo>
                    <a:pt x="7486528" y="2628043"/>
                  </a:lnTo>
                  <a:lnTo>
                    <a:pt x="7487163" y="2628043"/>
                  </a:lnTo>
                  <a:lnTo>
                    <a:pt x="7487798" y="2628043"/>
                  </a:lnTo>
                  <a:lnTo>
                    <a:pt x="7488432" y="2628043"/>
                  </a:lnTo>
                  <a:lnTo>
                    <a:pt x="7489067" y="2628043"/>
                  </a:lnTo>
                  <a:lnTo>
                    <a:pt x="7489702" y="2628043"/>
                  </a:lnTo>
                  <a:lnTo>
                    <a:pt x="7490337" y="2628043"/>
                  </a:lnTo>
                  <a:lnTo>
                    <a:pt x="7490972" y="2628043"/>
                  </a:lnTo>
                  <a:lnTo>
                    <a:pt x="7491607" y="2627782"/>
                  </a:lnTo>
                  <a:lnTo>
                    <a:pt x="7492242" y="2627497"/>
                  </a:lnTo>
                  <a:lnTo>
                    <a:pt x="7492876" y="2627188"/>
                  </a:lnTo>
                  <a:lnTo>
                    <a:pt x="7493511" y="2626728"/>
                  </a:lnTo>
                  <a:lnTo>
                    <a:pt x="7494146" y="2626242"/>
                  </a:lnTo>
                  <a:lnTo>
                    <a:pt x="7494781" y="2625763"/>
                  </a:lnTo>
                  <a:lnTo>
                    <a:pt x="7495416" y="2625546"/>
                  </a:lnTo>
                  <a:lnTo>
                    <a:pt x="7496051" y="2625352"/>
                  </a:lnTo>
                  <a:lnTo>
                    <a:pt x="7496685" y="2625183"/>
                  </a:lnTo>
                  <a:lnTo>
                    <a:pt x="7497320" y="2624882"/>
                  </a:lnTo>
                  <a:lnTo>
                    <a:pt x="7497955" y="2624450"/>
                  </a:lnTo>
                  <a:lnTo>
                    <a:pt x="7498590" y="2624004"/>
                  </a:lnTo>
                  <a:lnTo>
                    <a:pt x="7499225" y="2623558"/>
                  </a:lnTo>
                  <a:lnTo>
                    <a:pt x="7499860" y="2623134"/>
                  </a:lnTo>
                  <a:lnTo>
                    <a:pt x="7500495" y="2622798"/>
                  </a:lnTo>
                  <a:lnTo>
                    <a:pt x="7501129" y="2622552"/>
                  </a:lnTo>
                  <a:lnTo>
                    <a:pt x="7501764" y="2622220"/>
                  </a:lnTo>
                  <a:lnTo>
                    <a:pt x="7502399" y="2621943"/>
                  </a:lnTo>
                  <a:lnTo>
                    <a:pt x="7503034" y="2621576"/>
                  </a:lnTo>
                  <a:lnTo>
                    <a:pt x="7503669" y="2621121"/>
                  </a:lnTo>
                  <a:lnTo>
                    <a:pt x="7504304" y="2620870"/>
                  </a:lnTo>
                  <a:lnTo>
                    <a:pt x="7504938" y="2620584"/>
                  </a:lnTo>
                  <a:lnTo>
                    <a:pt x="7505573" y="2620331"/>
                  </a:lnTo>
                  <a:lnTo>
                    <a:pt x="7506208" y="2619345"/>
                  </a:lnTo>
                  <a:lnTo>
                    <a:pt x="7506843" y="2618348"/>
                  </a:lnTo>
                  <a:lnTo>
                    <a:pt x="7507478" y="2617342"/>
                  </a:lnTo>
                  <a:lnTo>
                    <a:pt x="7508113" y="2616270"/>
                  </a:lnTo>
                  <a:lnTo>
                    <a:pt x="7508748" y="2615207"/>
                  </a:lnTo>
                  <a:lnTo>
                    <a:pt x="7509382" y="2614031"/>
                  </a:lnTo>
                  <a:lnTo>
                    <a:pt x="7510017" y="2612522"/>
                  </a:lnTo>
                  <a:lnTo>
                    <a:pt x="7510652" y="2610719"/>
                  </a:lnTo>
                  <a:lnTo>
                    <a:pt x="7511287" y="2608859"/>
                  </a:lnTo>
                  <a:lnTo>
                    <a:pt x="7511922" y="2607151"/>
                  </a:lnTo>
                  <a:lnTo>
                    <a:pt x="7512557" y="2605804"/>
                  </a:lnTo>
                  <a:lnTo>
                    <a:pt x="7513191" y="2604532"/>
                  </a:lnTo>
                  <a:lnTo>
                    <a:pt x="7513826" y="2603470"/>
                  </a:lnTo>
                  <a:lnTo>
                    <a:pt x="7514461" y="2602350"/>
                  </a:lnTo>
                  <a:lnTo>
                    <a:pt x="7515096" y="2601316"/>
                  </a:lnTo>
                  <a:lnTo>
                    <a:pt x="7515731" y="2600329"/>
                  </a:lnTo>
                  <a:lnTo>
                    <a:pt x="7516366" y="2599541"/>
                  </a:lnTo>
                  <a:lnTo>
                    <a:pt x="7517001" y="2598886"/>
                  </a:lnTo>
                  <a:lnTo>
                    <a:pt x="7517635" y="2598251"/>
                  </a:lnTo>
                  <a:lnTo>
                    <a:pt x="7518270" y="2597605"/>
                  </a:lnTo>
                  <a:lnTo>
                    <a:pt x="7518905" y="2596979"/>
                  </a:lnTo>
                  <a:lnTo>
                    <a:pt x="7519540" y="2596457"/>
                  </a:lnTo>
                  <a:lnTo>
                    <a:pt x="7520175" y="2596068"/>
                  </a:lnTo>
                  <a:lnTo>
                    <a:pt x="7520810" y="2595784"/>
                  </a:lnTo>
                  <a:lnTo>
                    <a:pt x="7521444" y="2595556"/>
                  </a:lnTo>
                  <a:lnTo>
                    <a:pt x="7522079" y="2594987"/>
                  </a:lnTo>
                  <a:lnTo>
                    <a:pt x="7522714" y="2594493"/>
                  </a:lnTo>
                  <a:lnTo>
                    <a:pt x="7523349" y="2593819"/>
                  </a:lnTo>
                  <a:lnTo>
                    <a:pt x="7523984" y="2593231"/>
                  </a:lnTo>
                  <a:lnTo>
                    <a:pt x="7524619" y="2592472"/>
                  </a:lnTo>
                  <a:lnTo>
                    <a:pt x="7525254" y="2591646"/>
                  </a:lnTo>
                  <a:lnTo>
                    <a:pt x="7525888" y="2590764"/>
                  </a:lnTo>
                  <a:lnTo>
                    <a:pt x="7526523" y="2589938"/>
                  </a:lnTo>
                  <a:lnTo>
                    <a:pt x="7527158" y="2589179"/>
                  </a:lnTo>
                  <a:lnTo>
                    <a:pt x="7527793" y="2588420"/>
                  </a:lnTo>
                  <a:lnTo>
                    <a:pt x="7528428" y="2587423"/>
                  </a:lnTo>
                  <a:lnTo>
                    <a:pt x="7529063" y="2586586"/>
                  </a:lnTo>
                  <a:lnTo>
                    <a:pt x="7529697" y="2585805"/>
                  </a:lnTo>
                  <a:lnTo>
                    <a:pt x="7530332" y="2585203"/>
                  </a:lnTo>
                  <a:lnTo>
                    <a:pt x="7530967" y="2584639"/>
                  </a:lnTo>
                  <a:lnTo>
                    <a:pt x="7531602" y="2584227"/>
                  </a:lnTo>
                  <a:lnTo>
                    <a:pt x="7532237" y="2583824"/>
                  </a:lnTo>
                  <a:lnTo>
                    <a:pt x="7532872" y="2583602"/>
                  </a:lnTo>
                  <a:lnTo>
                    <a:pt x="7533506" y="2583379"/>
                  </a:lnTo>
                  <a:lnTo>
                    <a:pt x="7534141" y="2583456"/>
                  </a:lnTo>
                  <a:lnTo>
                    <a:pt x="7534776" y="2583672"/>
                  </a:lnTo>
                  <a:lnTo>
                    <a:pt x="7535411" y="2583923"/>
                  </a:lnTo>
                  <a:lnTo>
                    <a:pt x="7536046" y="2584200"/>
                  </a:lnTo>
                  <a:lnTo>
                    <a:pt x="7536681" y="2584476"/>
                  </a:lnTo>
                  <a:lnTo>
                    <a:pt x="7537316" y="2584753"/>
                  </a:lnTo>
                  <a:lnTo>
                    <a:pt x="7537950" y="2585035"/>
                  </a:lnTo>
                  <a:lnTo>
                    <a:pt x="7538585" y="2585107"/>
                  </a:lnTo>
                  <a:lnTo>
                    <a:pt x="7539220" y="2585150"/>
                  </a:lnTo>
                  <a:lnTo>
                    <a:pt x="7539855" y="2585321"/>
                  </a:lnTo>
                  <a:lnTo>
                    <a:pt x="7540490" y="2585682"/>
                  </a:lnTo>
                  <a:lnTo>
                    <a:pt x="7541125" y="2586043"/>
                  </a:lnTo>
                  <a:lnTo>
                    <a:pt x="7541759" y="2586536"/>
                  </a:lnTo>
                  <a:lnTo>
                    <a:pt x="7542394" y="2587024"/>
                  </a:lnTo>
                  <a:lnTo>
                    <a:pt x="7543029" y="2587402"/>
                  </a:lnTo>
                  <a:lnTo>
                    <a:pt x="7543664" y="2587669"/>
                  </a:lnTo>
                  <a:lnTo>
                    <a:pt x="7544299" y="2587906"/>
                  </a:lnTo>
                  <a:lnTo>
                    <a:pt x="7544934" y="2588049"/>
                  </a:lnTo>
                  <a:lnTo>
                    <a:pt x="7545569" y="2587669"/>
                  </a:lnTo>
                  <a:lnTo>
                    <a:pt x="7546203" y="2587290"/>
                  </a:lnTo>
                  <a:lnTo>
                    <a:pt x="7546838" y="2586910"/>
                  </a:lnTo>
                  <a:lnTo>
                    <a:pt x="7547473" y="2586930"/>
                  </a:lnTo>
                  <a:lnTo>
                    <a:pt x="7548108" y="2586675"/>
                  </a:lnTo>
                  <a:lnTo>
                    <a:pt x="7548743" y="2586421"/>
                  </a:lnTo>
                  <a:lnTo>
                    <a:pt x="7549378" y="2586182"/>
                  </a:lnTo>
                  <a:lnTo>
                    <a:pt x="7550012" y="2585800"/>
                  </a:lnTo>
                  <a:lnTo>
                    <a:pt x="7550647" y="2585288"/>
                  </a:lnTo>
                  <a:lnTo>
                    <a:pt x="7551282" y="2584326"/>
                  </a:lnTo>
                  <a:lnTo>
                    <a:pt x="7551917" y="2583241"/>
                  </a:lnTo>
                  <a:lnTo>
                    <a:pt x="7552552" y="2582267"/>
                  </a:lnTo>
                  <a:lnTo>
                    <a:pt x="7553187" y="2581270"/>
                  </a:lnTo>
                  <a:lnTo>
                    <a:pt x="7553822" y="2580329"/>
                  </a:lnTo>
                  <a:lnTo>
                    <a:pt x="7554456" y="2579475"/>
                  </a:lnTo>
                  <a:lnTo>
                    <a:pt x="7555091" y="2578710"/>
                  </a:lnTo>
                  <a:lnTo>
                    <a:pt x="7555726" y="2577945"/>
                  </a:lnTo>
                  <a:lnTo>
                    <a:pt x="7556361" y="2577181"/>
                  </a:lnTo>
                  <a:lnTo>
                    <a:pt x="7556996" y="2576406"/>
                  </a:lnTo>
                  <a:lnTo>
                    <a:pt x="7557631" y="2575724"/>
                  </a:lnTo>
                  <a:lnTo>
                    <a:pt x="7558265" y="2575047"/>
                  </a:lnTo>
                  <a:lnTo>
                    <a:pt x="7558900" y="2573989"/>
                  </a:lnTo>
                  <a:lnTo>
                    <a:pt x="7559535" y="2572931"/>
                  </a:lnTo>
                  <a:lnTo>
                    <a:pt x="7560170" y="2572054"/>
                  </a:lnTo>
                  <a:lnTo>
                    <a:pt x="7560805" y="2571459"/>
                  </a:lnTo>
                  <a:lnTo>
                    <a:pt x="7561440" y="2571128"/>
                  </a:lnTo>
                  <a:lnTo>
                    <a:pt x="7562075" y="2570720"/>
                  </a:lnTo>
                  <a:lnTo>
                    <a:pt x="7562709" y="2570724"/>
                  </a:lnTo>
                  <a:lnTo>
                    <a:pt x="7563344" y="2570942"/>
                  </a:lnTo>
                  <a:lnTo>
                    <a:pt x="7563979" y="2571107"/>
                  </a:lnTo>
                  <a:lnTo>
                    <a:pt x="7564614" y="2571278"/>
                  </a:lnTo>
                  <a:lnTo>
                    <a:pt x="7565249" y="2571449"/>
                  </a:lnTo>
                  <a:lnTo>
                    <a:pt x="7565884" y="2571606"/>
                  </a:lnTo>
                  <a:lnTo>
                    <a:pt x="7566518" y="2571480"/>
                  </a:lnTo>
                  <a:lnTo>
                    <a:pt x="7567153" y="2571236"/>
                  </a:lnTo>
                  <a:lnTo>
                    <a:pt x="7567788" y="2570847"/>
                  </a:lnTo>
                  <a:lnTo>
                    <a:pt x="7568423" y="2570585"/>
                  </a:lnTo>
                  <a:lnTo>
                    <a:pt x="7569058" y="2570437"/>
                  </a:lnTo>
                  <a:lnTo>
                    <a:pt x="7569693" y="2570416"/>
                  </a:lnTo>
                  <a:lnTo>
                    <a:pt x="7570328" y="2570375"/>
                  </a:lnTo>
                  <a:lnTo>
                    <a:pt x="7570962" y="2570079"/>
                  </a:lnTo>
                  <a:lnTo>
                    <a:pt x="7571597" y="2570014"/>
                  </a:lnTo>
                  <a:lnTo>
                    <a:pt x="7572232" y="2569973"/>
                  </a:lnTo>
                  <a:lnTo>
                    <a:pt x="7572867" y="2569827"/>
                  </a:lnTo>
                  <a:lnTo>
                    <a:pt x="7573502" y="2569539"/>
                  </a:lnTo>
                  <a:lnTo>
                    <a:pt x="7574137" y="2569073"/>
                  </a:lnTo>
                  <a:lnTo>
                    <a:pt x="7574771" y="2568702"/>
                  </a:lnTo>
                  <a:lnTo>
                    <a:pt x="7575406" y="2568307"/>
                  </a:lnTo>
                  <a:lnTo>
                    <a:pt x="7576041" y="2567886"/>
                  </a:lnTo>
                  <a:lnTo>
                    <a:pt x="7576676" y="2567360"/>
                  </a:lnTo>
                  <a:lnTo>
                    <a:pt x="7577311" y="2566794"/>
                  </a:lnTo>
                  <a:lnTo>
                    <a:pt x="7577946" y="2566228"/>
                  </a:lnTo>
                  <a:lnTo>
                    <a:pt x="7578581" y="2565610"/>
                  </a:lnTo>
                  <a:lnTo>
                    <a:pt x="7579215" y="2564861"/>
                  </a:lnTo>
                  <a:lnTo>
                    <a:pt x="7579850" y="2564208"/>
                  </a:lnTo>
                  <a:lnTo>
                    <a:pt x="7580485" y="2563675"/>
                  </a:lnTo>
                  <a:lnTo>
                    <a:pt x="7581120" y="2563109"/>
                  </a:lnTo>
                  <a:lnTo>
                    <a:pt x="7581755" y="2562518"/>
                  </a:lnTo>
                  <a:lnTo>
                    <a:pt x="7582390" y="2561937"/>
                  </a:lnTo>
                  <a:lnTo>
                    <a:pt x="7583024" y="2561422"/>
                  </a:lnTo>
                  <a:lnTo>
                    <a:pt x="7583659" y="2560960"/>
                  </a:lnTo>
                  <a:lnTo>
                    <a:pt x="7584294" y="2560165"/>
                  </a:lnTo>
                  <a:lnTo>
                    <a:pt x="7584929" y="2559297"/>
                  </a:lnTo>
                  <a:lnTo>
                    <a:pt x="7585564" y="2558593"/>
                  </a:lnTo>
                  <a:lnTo>
                    <a:pt x="7586199" y="2558218"/>
                  </a:lnTo>
                  <a:lnTo>
                    <a:pt x="7586833" y="2557993"/>
                  </a:lnTo>
                  <a:lnTo>
                    <a:pt x="7587468" y="2557720"/>
                  </a:lnTo>
                  <a:lnTo>
                    <a:pt x="7588103" y="2557432"/>
                  </a:lnTo>
                  <a:lnTo>
                    <a:pt x="7588738" y="2557093"/>
                  </a:lnTo>
                  <a:lnTo>
                    <a:pt x="7589373" y="2556628"/>
                  </a:lnTo>
                  <a:lnTo>
                    <a:pt x="7590008" y="2556053"/>
                  </a:lnTo>
                  <a:lnTo>
                    <a:pt x="7590643" y="2555429"/>
                  </a:lnTo>
                  <a:lnTo>
                    <a:pt x="7591277" y="2554845"/>
                  </a:lnTo>
                  <a:lnTo>
                    <a:pt x="7591912" y="2554362"/>
                  </a:lnTo>
                  <a:lnTo>
                    <a:pt x="7592547" y="2553952"/>
                  </a:lnTo>
                  <a:lnTo>
                    <a:pt x="7593182" y="2553543"/>
                  </a:lnTo>
                  <a:lnTo>
                    <a:pt x="7593817" y="2553186"/>
                  </a:lnTo>
                  <a:lnTo>
                    <a:pt x="7594452" y="2552871"/>
                  </a:lnTo>
                  <a:lnTo>
                    <a:pt x="7595086" y="2552661"/>
                  </a:lnTo>
                  <a:lnTo>
                    <a:pt x="7595721" y="2552338"/>
                  </a:lnTo>
                  <a:lnTo>
                    <a:pt x="7596356" y="2551945"/>
                  </a:lnTo>
                  <a:lnTo>
                    <a:pt x="7596991" y="2551535"/>
                  </a:lnTo>
                  <a:lnTo>
                    <a:pt x="7597626" y="2551069"/>
                  </a:lnTo>
                  <a:lnTo>
                    <a:pt x="7598261" y="2550748"/>
                  </a:lnTo>
                  <a:lnTo>
                    <a:pt x="7598896" y="2550475"/>
                  </a:lnTo>
                  <a:lnTo>
                    <a:pt x="7599530" y="2550269"/>
                  </a:lnTo>
                  <a:lnTo>
                    <a:pt x="7600165" y="2550090"/>
                  </a:lnTo>
                  <a:lnTo>
                    <a:pt x="7600800" y="2550067"/>
                  </a:lnTo>
                  <a:lnTo>
                    <a:pt x="7601435" y="2549877"/>
                  </a:lnTo>
                  <a:lnTo>
                    <a:pt x="7602070" y="2549688"/>
                  </a:lnTo>
                  <a:lnTo>
                    <a:pt x="7602705" y="2549244"/>
                  </a:lnTo>
                  <a:lnTo>
                    <a:pt x="7603339" y="2548771"/>
                  </a:lnTo>
                  <a:lnTo>
                    <a:pt x="7603974" y="2548297"/>
                  </a:lnTo>
                  <a:lnTo>
                    <a:pt x="7604609" y="2547798"/>
                  </a:lnTo>
                  <a:lnTo>
                    <a:pt x="7605244" y="2547489"/>
                  </a:lnTo>
                  <a:lnTo>
                    <a:pt x="7605879" y="2547179"/>
                  </a:lnTo>
                  <a:lnTo>
                    <a:pt x="7606514" y="2546870"/>
                  </a:lnTo>
                  <a:lnTo>
                    <a:pt x="7607149" y="2546561"/>
                  </a:lnTo>
                  <a:lnTo>
                    <a:pt x="7607783" y="2546252"/>
                  </a:lnTo>
                  <a:lnTo>
                    <a:pt x="7608418" y="2545943"/>
                  </a:lnTo>
                  <a:lnTo>
                    <a:pt x="7609053" y="2545634"/>
                  </a:lnTo>
                  <a:lnTo>
                    <a:pt x="7609688" y="2545324"/>
                  </a:lnTo>
                  <a:lnTo>
                    <a:pt x="7610323" y="2545015"/>
                  </a:lnTo>
                  <a:lnTo>
                    <a:pt x="7610958" y="2544706"/>
                  </a:lnTo>
                  <a:lnTo>
                    <a:pt x="7611592" y="2544397"/>
                  </a:lnTo>
                  <a:lnTo>
                    <a:pt x="7612227" y="2544092"/>
                  </a:lnTo>
                  <a:lnTo>
                    <a:pt x="7612862" y="2543808"/>
                  </a:lnTo>
                  <a:lnTo>
                    <a:pt x="7613497" y="2543546"/>
                  </a:lnTo>
                  <a:lnTo>
                    <a:pt x="7614132" y="2543546"/>
                  </a:lnTo>
                  <a:lnTo>
                    <a:pt x="7614767" y="2543546"/>
                  </a:lnTo>
                  <a:lnTo>
                    <a:pt x="7615402" y="2543546"/>
                  </a:lnTo>
                  <a:lnTo>
                    <a:pt x="7616036" y="2543546"/>
                  </a:lnTo>
                  <a:lnTo>
                    <a:pt x="7616671" y="2543546"/>
                  </a:lnTo>
                  <a:lnTo>
                    <a:pt x="7617306" y="2543546"/>
                  </a:lnTo>
                  <a:lnTo>
                    <a:pt x="7617941" y="2543546"/>
                  </a:lnTo>
                  <a:lnTo>
                    <a:pt x="7618576" y="2543546"/>
                  </a:lnTo>
                  <a:lnTo>
                    <a:pt x="7619211" y="2543546"/>
                  </a:lnTo>
                  <a:lnTo>
                    <a:pt x="7619845" y="2543546"/>
                  </a:lnTo>
                  <a:lnTo>
                    <a:pt x="7620480" y="2543546"/>
                  </a:lnTo>
                  <a:lnTo>
                    <a:pt x="7621115" y="2543546"/>
                  </a:lnTo>
                  <a:lnTo>
                    <a:pt x="7621750" y="2543546"/>
                  </a:lnTo>
                  <a:lnTo>
                    <a:pt x="7622385" y="2543285"/>
                  </a:lnTo>
                  <a:lnTo>
                    <a:pt x="7623020" y="2543001"/>
                  </a:lnTo>
                  <a:lnTo>
                    <a:pt x="7623655" y="2542691"/>
                  </a:lnTo>
                  <a:lnTo>
                    <a:pt x="7624289" y="2542514"/>
                  </a:lnTo>
                  <a:lnTo>
                    <a:pt x="7624924" y="2542467"/>
                  </a:lnTo>
                  <a:lnTo>
                    <a:pt x="7625559" y="2542434"/>
                  </a:lnTo>
                  <a:lnTo>
                    <a:pt x="7626194" y="2542402"/>
                  </a:lnTo>
                  <a:lnTo>
                    <a:pt x="7626829" y="2542369"/>
                  </a:lnTo>
                  <a:lnTo>
                    <a:pt x="7627464" y="2542336"/>
                  </a:lnTo>
                  <a:lnTo>
                    <a:pt x="7628098" y="2542304"/>
                  </a:lnTo>
                  <a:lnTo>
                    <a:pt x="7628733" y="2542368"/>
                  </a:lnTo>
                  <a:lnTo>
                    <a:pt x="7629368" y="2542611"/>
                  </a:lnTo>
                  <a:lnTo>
                    <a:pt x="7630003" y="2542980"/>
                  </a:lnTo>
                  <a:lnTo>
                    <a:pt x="7630638" y="2543465"/>
                  </a:lnTo>
                  <a:lnTo>
                    <a:pt x="7631273" y="2544124"/>
                  </a:lnTo>
                  <a:lnTo>
                    <a:pt x="7631908" y="2544979"/>
                  </a:lnTo>
                  <a:lnTo>
                    <a:pt x="7632542" y="2545887"/>
                  </a:lnTo>
                  <a:lnTo>
                    <a:pt x="7633177" y="2547633"/>
                  </a:lnTo>
                  <a:lnTo>
                    <a:pt x="7633812" y="2549388"/>
                  </a:lnTo>
                  <a:lnTo>
                    <a:pt x="7634447" y="2551495"/>
                  </a:lnTo>
                  <a:lnTo>
                    <a:pt x="7635082" y="2553980"/>
                  </a:lnTo>
                  <a:lnTo>
                    <a:pt x="7635717" y="2556627"/>
                  </a:lnTo>
                  <a:lnTo>
                    <a:pt x="7636351" y="2559378"/>
                  </a:lnTo>
                  <a:lnTo>
                    <a:pt x="7636986" y="2562310"/>
                  </a:lnTo>
                  <a:lnTo>
                    <a:pt x="7637621" y="2565365"/>
                  </a:lnTo>
                  <a:lnTo>
                    <a:pt x="7638256" y="2568478"/>
                  </a:lnTo>
                  <a:lnTo>
                    <a:pt x="7638891" y="2571700"/>
                  </a:lnTo>
                  <a:lnTo>
                    <a:pt x="7639526" y="2574875"/>
                  </a:lnTo>
                  <a:lnTo>
                    <a:pt x="7640160" y="2578069"/>
                  </a:lnTo>
                  <a:lnTo>
                    <a:pt x="7640795" y="2581120"/>
                  </a:lnTo>
                  <a:lnTo>
                    <a:pt x="7641430" y="2584086"/>
                  </a:lnTo>
                  <a:lnTo>
                    <a:pt x="7642065" y="2587053"/>
                  </a:lnTo>
                  <a:lnTo>
                    <a:pt x="7642700" y="2589867"/>
                  </a:lnTo>
                  <a:lnTo>
                    <a:pt x="7643335" y="2592795"/>
                  </a:lnTo>
                  <a:lnTo>
                    <a:pt x="7643970" y="2595567"/>
                  </a:lnTo>
                  <a:lnTo>
                    <a:pt x="7644604" y="2598014"/>
                  </a:lnTo>
                  <a:lnTo>
                    <a:pt x="7645239" y="2600481"/>
                  </a:lnTo>
                  <a:lnTo>
                    <a:pt x="7645874" y="2602909"/>
                  </a:lnTo>
                  <a:lnTo>
                    <a:pt x="7646509" y="2605290"/>
                  </a:lnTo>
                  <a:lnTo>
                    <a:pt x="7647144" y="2607671"/>
                  </a:lnTo>
                  <a:lnTo>
                    <a:pt x="7647779" y="2609921"/>
                  </a:lnTo>
                  <a:lnTo>
                    <a:pt x="7648413" y="2611600"/>
                  </a:lnTo>
                  <a:lnTo>
                    <a:pt x="7649048" y="2613308"/>
                  </a:lnTo>
                  <a:lnTo>
                    <a:pt x="7649683" y="2614845"/>
                  </a:lnTo>
                  <a:lnTo>
                    <a:pt x="7650318" y="2616468"/>
                  </a:lnTo>
                  <a:lnTo>
                    <a:pt x="7650953" y="2617986"/>
                  </a:lnTo>
                  <a:lnTo>
                    <a:pt x="7651588" y="2619504"/>
                  </a:lnTo>
                  <a:lnTo>
                    <a:pt x="7652223" y="2621089"/>
                  </a:lnTo>
                  <a:lnTo>
                    <a:pt x="7652857" y="2622417"/>
                  </a:lnTo>
                  <a:lnTo>
                    <a:pt x="7653492" y="2623622"/>
                  </a:lnTo>
                  <a:lnTo>
                    <a:pt x="7654127" y="2624761"/>
                  </a:lnTo>
                  <a:lnTo>
                    <a:pt x="7654762" y="2625719"/>
                  </a:lnTo>
                  <a:lnTo>
                    <a:pt x="7655397" y="2626611"/>
                  </a:lnTo>
                  <a:lnTo>
                    <a:pt x="7656032" y="2627371"/>
                  </a:lnTo>
                  <a:lnTo>
                    <a:pt x="7656666" y="2628006"/>
                  </a:lnTo>
                  <a:lnTo>
                    <a:pt x="7657301" y="2628576"/>
                  </a:lnTo>
                  <a:lnTo>
                    <a:pt x="7657936" y="2629107"/>
                  </a:lnTo>
                  <a:lnTo>
                    <a:pt x="7658571" y="2629487"/>
                  </a:lnTo>
                  <a:lnTo>
                    <a:pt x="7659206" y="2629857"/>
                  </a:lnTo>
                  <a:lnTo>
                    <a:pt x="7659841" y="2630046"/>
                  </a:lnTo>
                  <a:lnTo>
                    <a:pt x="7660476" y="2630236"/>
                  </a:lnTo>
                  <a:lnTo>
                    <a:pt x="7661110" y="2630127"/>
                  </a:lnTo>
                  <a:lnTo>
                    <a:pt x="7661745" y="2629878"/>
                  </a:lnTo>
                  <a:lnTo>
                    <a:pt x="7662380" y="2629594"/>
                  </a:lnTo>
                  <a:lnTo>
                    <a:pt x="7663015" y="2629285"/>
                  </a:lnTo>
                  <a:lnTo>
                    <a:pt x="7663650" y="2628976"/>
                  </a:lnTo>
                  <a:lnTo>
                    <a:pt x="7664285" y="2628667"/>
                  </a:lnTo>
                  <a:lnTo>
                    <a:pt x="7664919" y="2628358"/>
                  </a:lnTo>
                  <a:lnTo>
                    <a:pt x="7665554" y="2628180"/>
                  </a:lnTo>
                  <a:lnTo>
                    <a:pt x="7666189" y="2628009"/>
                  </a:lnTo>
                  <a:lnTo>
                    <a:pt x="7666824" y="2627838"/>
                  </a:lnTo>
                  <a:lnTo>
                    <a:pt x="7667459" y="2627667"/>
                  </a:lnTo>
                  <a:lnTo>
                    <a:pt x="7668094" y="2627496"/>
                  </a:lnTo>
                  <a:lnTo>
                    <a:pt x="7668729" y="2627325"/>
                  </a:lnTo>
                  <a:lnTo>
                    <a:pt x="7669363" y="2627216"/>
                  </a:lnTo>
                  <a:lnTo>
                    <a:pt x="7669998" y="2627218"/>
                  </a:lnTo>
                  <a:lnTo>
                    <a:pt x="7670633" y="2627331"/>
                  </a:lnTo>
                  <a:lnTo>
                    <a:pt x="7671268" y="2627474"/>
                  </a:lnTo>
                  <a:lnTo>
                    <a:pt x="7671903" y="2627710"/>
                  </a:lnTo>
                  <a:lnTo>
                    <a:pt x="7672538" y="2628469"/>
                  </a:lnTo>
                  <a:lnTo>
                    <a:pt x="7673172" y="2629228"/>
                  </a:lnTo>
                  <a:lnTo>
                    <a:pt x="7673807" y="2629987"/>
                  </a:lnTo>
                  <a:lnTo>
                    <a:pt x="7674442" y="2630347"/>
                  </a:lnTo>
                  <a:lnTo>
                    <a:pt x="7675077" y="2630640"/>
                  </a:lnTo>
                  <a:lnTo>
                    <a:pt x="7675712" y="2631009"/>
                  </a:lnTo>
                  <a:lnTo>
                    <a:pt x="7676347" y="2631391"/>
                  </a:lnTo>
                  <a:lnTo>
                    <a:pt x="7676982" y="2631773"/>
                  </a:lnTo>
                  <a:lnTo>
                    <a:pt x="7677616" y="2632163"/>
                  </a:lnTo>
                  <a:lnTo>
                    <a:pt x="7678251" y="2632591"/>
                  </a:lnTo>
                  <a:lnTo>
                    <a:pt x="7678886" y="2632997"/>
                  </a:lnTo>
                  <a:lnTo>
                    <a:pt x="7679521" y="2633293"/>
                  </a:lnTo>
                  <a:lnTo>
                    <a:pt x="7680156" y="2633624"/>
                  </a:lnTo>
                  <a:lnTo>
                    <a:pt x="7680791" y="2633954"/>
                  </a:lnTo>
                  <a:lnTo>
                    <a:pt x="7681425" y="2634236"/>
                  </a:lnTo>
                  <a:lnTo>
                    <a:pt x="7682060" y="2634429"/>
                  </a:lnTo>
                  <a:lnTo>
                    <a:pt x="7682695" y="2634621"/>
                  </a:lnTo>
                  <a:lnTo>
                    <a:pt x="7683330" y="2634813"/>
                  </a:lnTo>
                  <a:lnTo>
                    <a:pt x="7683965" y="2634940"/>
                  </a:lnTo>
                  <a:lnTo>
                    <a:pt x="7684600" y="2634846"/>
                  </a:lnTo>
                  <a:lnTo>
                    <a:pt x="7685235" y="2634673"/>
                  </a:lnTo>
                  <a:lnTo>
                    <a:pt x="7685869" y="2634863"/>
                  </a:lnTo>
                  <a:lnTo>
                    <a:pt x="7686504" y="2635053"/>
                  </a:lnTo>
                  <a:lnTo>
                    <a:pt x="7687139" y="2635186"/>
                  </a:lnTo>
                  <a:lnTo>
                    <a:pt x="7687774" y="2635243"/>
                  </a:lnTo>
                  <a:lnTo>
                    <a:pt x="7688409" y="2635243"/>
                  </a:lnTo>
                  <a:lnTo>
                    <a:pt x="7689044" y="2635319"/>
                  </a:lnTo>
                  <a:lnTo>
                    <a:pt x="7689678" y="2635019"/>
                  </a:lnTo>
                  <a:lnTo>
                    <a:pt x="7690313" y="2634688"/>
                  </a:lnTo>
                  <a:lnTo>
                    <a:pt x="7690948" y="2634333"/>
                  </a:lnTo>
                  <a:lnTo>
                    <a:pt x="7691583" y="2633972"/>
                  </a:lnTo>
                  <a:lnTo>
                    <a:pt x="7692218" y="2633611"/>
                  </a:lnTo>
                  <a:lnTo>
                    <a:pt x="7692853" y="2633264"/>
                  </a:lnTo>
                  <a:lnTo>
                    <a:pt x="7693488" y="2633277"/>
                  </a:lnTo>
                  <a:lnTo>
                    <a:pt x="7694122" y="2633521"/>
                  </a:lnTo>
                  <a:lnTo>
                    <a:pt x="7694757" y="2633910"/>
                  </a:lnTo>
                  <a:lnTo>
                    <a:pt x="7695392" y="2634172"/>
                  </a:lnTo>
                  <a:lnTo>
                    <a:pt x="7696027" y="2634319"/>
                  </a:lnTo>
                  <a:lnTo>
                    <a:pt x="7696662" y="2634521"/>
                  </a:lnTo>
                  <a:lnTo>
                    <a:pt x="7697297" y="2634752"/>
                  </a:lnTo>
                  <a:lnTo>
                    <a:pt x="7697931" y="2635238"/>
                  </a:lnTo>
                  <a:lnTo>
                    <a:pt x="7698566" y="2635492"/>
                  </a:lnTo>
                  <a:lnTo>
                    <a:pt x="7699201" y="2635723"/>
                  </a:lnTo>
                  <a:lnTo>
                    <a:pt x="7699836" y="2636059"/>
                  </a:lnTo>
                  <a:lnTo>
                    <a:pt x="7700471" y="2636537"/>
                  </a:lnTo>
                  <a:lnTo>
                    <a:pt x="7701106" y="2637192"/>
                  </a:lnTo>
                  <a:lnTo>
                    <a:pt x="7701740" y="2637848"/>
                  </a:lnTo>
                  <a:lnTo>
                    <a:pt x="7702375" y="2638623"/>
                  </a:lnTo>
                  <a:lnTo>
                    <a:pt x="7703010" y="2639423"/>
                  </a:lnTo>
                  <a:lnTo>
                    <a:pt x="7703645" y="2640328"/>
                  </a:lnTo>
                  <a:lnTo>
                    <a:pt x="7704280" y="2641274"/>
                  </a:lnTo>
                  <a:lnTo>
                    <a:pt x="7704915" y="2642220"/>
                  </a:lnTo>
                  <a:lnTo>
                    <a:pt x="7705550" y="2643218"/>
                  </a:lnTo>
                  <a:lnTo>
                    <a:pt x="7706184" y="2644165"/>
                  </a:lnTo>
                  <a:lnTo>
                    <a:pt x="7706819" y="2645008"/>
                  </a:lnTo>
                  <a:lnTo>
                    <a:pt x="7707454" y="2645731"/>
                  </a:lnTo>
                  <a:lnTo>
                    <a:pt x="7708089" y="2646487"/>
                  </a:lnTo>
                  <a:lnTo>
                    <a:pt x="7708724" y="2647268"/>
                  </a:lnTo>
                  <a:lnTo>
                    <a:pt x="7709359" y="2648039"/>
                  </a:lnTo>
                  <a:lnTo>
                    <a:pt x="7709993" y="2648744"/>
                  </a:lnTo>
                  <a:lnTo>
                    <a:pt x="7710628" y="2649395"/>
                  </a:lnTo>
                  <a:lnTo>
                    <a:pt x="7711263" y="2650285"/>
                  </a:lnTo>
                  <a:lnTo>
                    <a:pt x="7711898" y="2651153"/>
                  </a:lnTo>
                  <a:lnTo>
                    <a:pt x="7712533" y="2651857"/>
                  </a:lnTo>
                  <a:lnTo>
                    <a:pt x="7713168" y="2652232"/>
                  </a:lnTo>
                  <a:lnTo>
                    <a:pt x="7713803" y="2652457"/>
                  </a:lnTo>
                  <a:lnTo>
                    <a:pt x="7714437" y="2652730"/>
                  </a:lnTo>
                  <a:lnTo>
                    <a:pt x="7715072" y="2653018"/>
                  </a:lnTo>
                  <a:lnTo>
                    <a:pt x="7715707" y="2653357"/>
                  </a:lnTo>
                  <a:lnTo>
                    <a:pt x="7716342" y="2653822"/>
                  </a:lnTo>
                  <a:lnTo>
                    <a:pt x="7716977" y="2654397"/>
                  </a:lnTo>
                  <a:lnTo>
                    <a:pt x="7717612" y="2655021"/>
                  </a:lnTo>
                  <a:lnTo>
                    <a:pt x="7718246" y="2655605"/>
                  </a:lnTo>
                  <a:lnTo>
                    <a:pt x="7718881" y="2656088"/>
                  </a:lnTo>
                  <a:lnTo>
                    <a:pt x="7719516" y="2656498"/>
                  </a:lnTo>
                  <a:lnTo>
                    <a:pt x="7720151" y="2656907"/>
                  </a:lnTo>
                  <a:lnTo>
                    <a:pt x="7720786" y="2657264"/>
                  </a:lnTo>
                  <a:lnTo>
                    <a:pt x="7721421" y="2657579"/>
                  </a:lnTo>
                  <a:lnTo>
                    <a:pt x="7722056" y="2657789"/>
                  </a:lnTo>
                  <a:lnTo>
                    <a:pt x="7722690" y="2658112"/>
                  </a:lnTo>
                  <a:lnTo>
                    <a:pt x="7723325" y="2658505"/>
                  </a:lnTo>
                  <a:lnTo>
                    <a:pt x="7723960" y="2658915"/>
                  </a:lnTo>
                  <a:lnTo>
                    <a:pt x="7724595" y="2659381"/>
                  </a:lnTo>
                  <a:lnTo>
                    <a:pt x="7725230" y="2659702"/>
                  </a:lnTo>
                  <a:lnTo>
                    <a:pt x="7725865" y="2659975"/>
                  </a:lnTo>
                  <a:lnTo>
                    <a:pt x="7726499" y="2660181"/>
                  </a:lnTo>
                  <a:lnTo>
                    <a:pt x="7727134" y="2660360"/>
                  </a:lnTo>
                  <a:lnTo>
                    <a:pt x="7727769" y="2660250"/>
                  </a:lnTo>
                  <a:lnTo>
                    <a:pt x="7728404" y="2660250"/>
                  </a:lnTo>
                  <a:lnTo>
                    <a:pt x="7729039" y="2660250"/>
                  </a:lnTo>
                  <a:lnTo>
                    <a:pt x="7729674" y="2660250"/>
                  </a:lnTo>
                  <a:lnTo>
                    <a:pt x="7730309" y="2660250"/>
                  </a:lnTo>
                  <a:lnTo>
                    <a:pt x="7730943" y="2660250"/>
                  </a:lnTo>
                  <a:lnTo>
                    <a:pt x="7731578" y="2660250"/>
                  </a:lnTo>
                  <a:lnTo>
                    <a:pt x="7732213" y="2660060"/>
                  </a:lnTo>
                  <a:lnTo>
                    <a:pt x="7732848" y="2659709"/>
                  </a:lnTo>
                  <a:lnTo>
                    <a:pt x="7733483" y="2659330"/>
                  </a:lnTo>
                  <a:lnTo>
                    <a:pt x="7734118" y="2658950"/>
                  </a:lnTo>
                  <a:lnTo>
                    <a:pt x="7734752" y="2658571"/>
                  </a:lnTo>
                  <a:lnTo>
                    <a:pt x="7735387" y="2658191"/>
                  </a:lnTo>
                  <a:lnTo>
                    <a:pt x="7736022" y="2657812"/>
                  </a:lnTo>
                  <a:lnTo>
                    <a:pt x="7736657" y="2657432"/>
                  </a:lnTo>
                  <a:lnTo>
                    <a:pt x="7737292" y="2657043"/>
                  </a:lnTo>
                  <a:lnTo>
                    <a:pt x="7737927" y="2656663"/>
                  </a:lnTo>
                  <a:lnTo>
                    <a:pt x="7738562" y="2656284"/>
                  </a:lnTo>
                  <a:lnTo>
                    <a:pt x="7739196" y="2655904"/>
                  </a:lnTo>
                  <a:lnTo>
                    <a:pt x="7739831" y="2655525"/>
                  </a:lnTo>
                  <a:lnTo>
                    <a:pt x="7740466" y="2655145"/>
                  </a:lnTo>
                  <a:lnTo>
                    <a:pt x="7741101" y="2654766"/>
                  </a:lnTo>
                  <a:lnTo>
                    <a:pt x="7741736" y="2654386"/>
                  </a:lnTo>
                  <a:lnTo>
                    <a:pt x="7742371" y="2654130"/>
                  </a:lnTo>
                  <a:lnTo>
                    <a:pt x="7743005" y="2653750"/>
                  </a:lnTo>
                  <a:lnTo>
                    <a:pt x="7743640" y="2653371"/>
                  </a:lnTo>
                  <a:lnTo>
                    <a:pt x="7744275" y="2652991"/>
                  </a:lnTo>
                  <a:lnTo>
                    <a:pt x="7744910" y="2652612"/>
                  </a:lnTo>
                  <a:lnTo>
                    <a:pt x="7745545" y="2652232"/>
                  </a:lnTo>
                  <a:lnTo>
                    <a:pt x="7746180" y="2651853"/>
                  </a:lnTo>
                  <a:lnTo>
                    <a:pt x="7746815" y="2651615"/>
                  </a:lnTo>
                  <a:lnTo>
                    <a:pt x="7747449" y="2651426"/>
                  </a:lnTo>
                  <a:lnTo>
                    <a:pt x="7748084" y="2651236"/>
                  </a:lnTo>
                  <a:lnTo>
                    <a:pt x="7748719" y="2651046"/>
                  </a:lnTo>
                  <a:lnTo>
                    <a:pt x="7749354" y="2650856"/>
                  </a:lnTo>
                  <a:lnTo>
                    <a:pt x="7749989" y="2650666"/>
                  </a:lnTo>
                  <a:lnTo>
                    <a:pt x="7750624" y="2650477"/>
                  </a:lnTo>
                  <a:lnTo>
                    <a:pt x="7751258" y="2650287"/>
                  </a:lnTo>
                  <a:lnTo>
                    <a:pt x="7751893" y="2650135"/>
                  </a:lnTo>
                  <a:lnTo>
                    <a:pt x="7752528" y="2650135"/>
                  </a:lnTo>
                  <a:lnTo>
                    <a:pt x="7753163" y="2650135"/>
                  </a:lnTo>
                  <a:lnTo>
                    <a:pt x="7753798" y="2650135"/>
                  </a:lnTo>
                  <a:lnTo>
                    <a:pt x="7754433" y="2650135"/>
                  </a:lnTo>
                  <a:lnTo>
                    <a:pt x="7755067" y="2650135"/>
                  </a:lnTo>
                  <a:lnTo>
                    <a:pt x="7755702" y="2650135"/>
                  </a:lnTo>
                  <a:lnTo>
                    <a:pt x="7756337" y="2650135"/>
                  </a:lnTo>
                  <a:lnTo>
                    <a:pt x="7756972" y="2650135"/>
                  </a:lnTo>
                  <a:lnTo>
                    <a:pt x="7757607" y="2650135"/>
                  </a:lnTo>
                  <a:lnTo>
                    <a:pt x="7758242" y="2650135"/>
                  </a:lnTo>
                  <a:lnTo>
                    <a:pt x="7758877" y="2650135"/>
                  </a:lnTo>
                  <a:lnTo>
                    <a:pt x="7759511" y="2650135"/>
                  </a:lnTo>
                  <a:lnTo>
                    <a:pt x="7760146" y="2650135"/>
                  </a:lnTo>
                  <a:lnTo>
                    <a:pt x="7760781" y="2650135"/>
                  </a:lnTo>
                  <a:lnTo>
                    <a:pt x="7761416" y="2649879"/>
                  </a:lnTo>
                  <a:lnTo>
                    <a:pt x="7762051" y="2649595"/>
                  </a:lnTo>
                  <a:lnTo>
                    <a:pt x="7762686" y="2649311"/>
                  </a:lnTo>
                  <a:lnTo>
                    <a:pt x="7763320" y="2649026"/>
                  </a:lnTo>
                  <a:lnTo>
                    <a:pt x="7763955" y="2648742"/>
                  </a:lnTo>
                  <a:lnTo>
                    <a:pt x="7764590" y="2648458"/>
                  </a:lnTo>
                  <a:lnTo>
                    <a:pt x="7765225" y="2648154"/>
                  </a:lnTo>
                  <a:lnTo>
                    <a:pt x="7765860" y="2647844"/>
                  </a:lnTo>
                  <a:lnTo>
                    <a:pt x="7766495" y="2647535"/>
                  </a:lnTo>
                  <a:lnTo>
                    <a:pt x="7767130" y="2647226"/>
                  </a:lnTo>
                  <a:lnTo>
                    <a:pt x="7767764" y="2646917"/>
                  </a:lnTo>
                  <a:lnTo>
                    <a:pt x="7768399" y="2646608"/>
                  </a:lnTo>
                  <a:lnTo>
                    <a:pt x="7769034" y="2646299"/>
                  </a:lnTo>
                  <a:lnTo>
                    <a:pt x="7769669" y="2645989"/>
                  </a:lnTo>
                  <a:lnTo>
                    <a:pt x="7770304" y="2645680"/>
                  </a:lnTo>
                  <a:lnTo>
                    <a:pt x="7770939" y="2645376"/>
                  </a:lnTo>
                  <a:lnTo>
                    <a:pt x="7771573" y="2645092"/>
                  </a:lnTo>
                  <a:lnTo>
                    <a:pt x="7772208" y="2644807"/>
                  </a:lnTo>
                  <a:lnTo>
                    <a:pt x="7772843" y="2644523"/>
                  </a:lnTo>
                  <a:lnTo>
                    <a:pt x="7773478" y="2644239"/>
                  </a:lnTo>
                  <a:lnTo>
                    <a:pt x="7774113" y="2643955"/>
                  </a:lnTo>
                  <a:lnTo>
                    <a:pt x="7774748" y="2643699"/>
                  </a:lnTo>
                  <a:lnTo>
                    <a:pt x="7775383" y="2643699"/>
                  </a:lnTo>
                  <a:lnTo>
                    <a:pt x="7776017" y="2643699"/>
                  </a:lnTo>
                  <a:lnTo>
                    <a:pt x="7776652" y="2643699"/>
                  </a:lnTo>
                  <a:lnTo>
                    <a:pt x="7777287" y="2643699"/>
                  </a:lnTo>
                  <a:lnTo>
                    <a:pt x="7777922" y="2643699"/>
                  </a:lnTo>
                  <a:lnTo>
                    <a:pt x="7778557" y="2643699"/>
                  </a:lnTo>
                  <a:lnTo>
                    <a:pt x="7779192" y="2643699"/>
                  </a:lnTo>
                  <a:lnTo>
                    <a:pt x="7779826" y="2643699"/>
                  </a:lnTo>
                  <a:lnTo>
                    <a:pt x="7780461" y="2643699"/>
                  </a:lnTo>
                  <a:lnTo>
                    <a:pt x="7781096" y="2643699"/>
                  </a:lnTo>
                  <a:lnTo>
                    <a:pt x="7781731" y="2643699"/>
                  </a:lnTo>
                  <a:lnTo>
                    <a:pt x="7782366" y="2643699"/>
                  </a:lnTo>
                  <a:lnTo>
                    <a:pt x="7783001" y="2643699"/>
                  </a:lnTo>
                  <a:lnTo>
                    <a:pt x="7783636" y="2643699"/>
                  </a:lnTo>
                  <a:lnTo>
                    <a:pt x="7784270" y="2643699"/>
                  </a:lnTo>
                  <a:lnTo>
                    <a:pt x="7784905" y="2643699"/>
                  </a:lnTo>
                  <a:lnTo>
                    <a:pt x="7785540" y="2643699"/>
                  </a:lnTo>
                  <a:lnTo>
                    <a:pt x="7786175" y="2643699"/>
                  </a:lnTo>
                  <a:lnTo>
                    <a:pt x="7786810" y="2643699"/>
                  </a:lnTo>
                  <a:lnTo>
                    <a:pt x="7787445" y="2643699"/>
                  </a:lnTo>
                  <a:lnTo>
                    <a:pt x="7788079" y="2643699"/>
                  </a:lnTo>
                  <a:lnTo>
                    <a:pt x="7788714" y="2643699"/>
                  </a:lnTo>
                  <a:lnTo>
                    <a:pt x="7789349" y="2643699"/>
                  </a:lnTo>
                  <a:lnTo>
                    <a:pt x="7789984" y="2643699"/>
                  </a:lnTo>
                  <a:lnTo>
                    <a:pt x="7790619" y="2643699"/>
                  </a:lnTo>
                  <a:lnTo>
                    <a:pt x="7791254" y="2643699"/>
                  </a:lnTo>
                  <a:lnTo>
                    <a:pt x="7791889" y="2643699"/>
                  </a:lnTo>
                  <a:lnTo>
                    <a:pt x="7792523" y="2643699"/>
                  </a:lnTo>
                  <a:lnTo>
                    <a:pt x="7793158" y="2643699"/>
                  </a:lnTo>
                  <a:lnTo>
                    <a:pt x="7793793" y="2643699"/>
                  </a:lnTo>
                  <a:lnTo>
                    <a:pt x="7794428" y="2643699"/>
                  </a:lnTo>
                  <a:lnTo>
                    <a:pt x="7795063" y="2643699"/>
                  </a:lnTo>
                  <a:lnTo>
                    <a:pt x="7795698" y="2643699"/>
                  </a:lnTo>
                  <a:lnTo>
                    <a:pt x="7796332" y="2643699"/>
                  </a:lnTo>
                  <a:lnTo>
                    <a:pt x="7796967" y="2643699"/>
                  </a:lnTo>
                  <a:lnTo>
                    <a:pt x="7797602" y="2643699"/>
                  </a:lnTo>
                  <a:lnTo>
                    <a:pt x="7798237" y="2643699"/>
                  </a:lnTo>
                  <a:lnTo>
                    <a:pt x="7798872" y="2643699"/>
                  </a:lnTo>
                  <a:lnTo>
                    <a:pt x="7799507" y="2643699"/>
                  </a:lnTo>
                  <a:lnTo>
                    <a:pt x="7800142" y="2643699"/>
                  </a:lnTo>
                  <a:lnTo>
                    <a:pt x="7800776" y="2643699"/>
                  </a:lnTo>
                  <a:lnTo>
                    <a:pt x="7801411" y="2643699"/>
                  </a:lnTo>
                  <a:lnTo>
                    <a:pt x="7802046" y="2643699"/>
                  </a:lnTo>
                  <a:lnTo>
                    <a:pt x="7802681" y="2643699"/>
                  </a:lnTo>
                  <a:lnTo>
                    <a:pt x="7803316" y="2643699"/>
                  </a:lnTo>
                  <a:lnTo>
                    <a:pt x="7803951" y="2643699"/>
                  </a:lnTo>
                  <a:lnTo>
                    <a:pt x="7804585" y="2643822"/>
                  </a:lnTo>
                  <a:lnTo>
                    <a:pt x="7805220" y="2644012"/>
                  </a:lnTo>
                  <a:lnTo>
                    <a:pt x="7805855" y="2644202"/>
                  </a:lnTo>
                  <a:lnTo>
                    <a:pt x="7806490" y="2644392"/>
                  </a:lnTo>
                  <a:lnTo>
                    <a:pt x="7807125" y="2644581"/>
                  </a:lnTo>
                  <a:lnTo>
                    <a:pt x="7807760" y="2644771"/>
                  </a:lnTo>
                  <a:lnTo>
                    <a:pt x="7808394" y="2644961"/>
                  </a:lnTo>
                  <a:lnTo>
                    <a:pt x="7809029" y="2645151"/>
                  </a:lnTo>
                  <a:lnTo>
                    <a:pt x="7809664" y="2645340"/>
                  </a:lnTo>
                  <a:lnTo>
                    <a:pt x="7810299" y="2645530"/>
                  </a:lnTo>
                  <a:lnTo>
                    <a:pt x="7810934" y="2645796"/>
                  </a:lnTo>
                  <a:lnTo>
                    <a:pt x="7811569" y="2646175"/>
                  </a:lnTo>
                  <a:lnTo>
                    <a:pt x="7812204" y="2646555"/>
                  </a:lnTo>
                  <a:lnTo>
                    <a:pt x="7812838" y="2646935"/>
                  </a:lnTo>
                  <a:lnTo>
                    <a:pt x="7813473" y="2647314"/>
                  </a:lnTo>
                  <a:lnTo>
                    <a:pt x="7814108" y="2647570"/>
                  </a:lnTo>
                  <a:lnTo>
                    <a:pt x="7814743" y="2647760"/>
                  </a:lnTo>
                  <a:lnTo>
                    <a:pt x="7815378" y="2647950"/>
                  </a:lnTo>
                  <a:lnTo>
                    <a:pt x="7815414" y="266151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49601" y="3692626"/>
              <a:ext cx="8285445" cy="2661518"/>
            </a:xfrm>
            <a:custGeom>
              <a:avLst/>
              <a:pathLst>
                <a:path w="8285445" h="2661518">
                  <a:moveTo>
                    <a:pt x="0" y="2661518"/>
                  </a:moveTo>
                  <a:lnTo>
                    <a:pt x="44" y="2644565"/>
                  </a:lnTo>
                  <a:lnTo>
                    <a:pt x="678" y="2645306"/>
                  </a:lnTo>
                  <a:lnTo>
                    <a:pt x="1313" y="2645714"/>
                  </a:lnTo>
                  <a:lnTo>
                    <a:pt x="1948" y="2646075"/>
                  </a:lnTo>
                  <a:lnTo>
                    <a:pt x="2583" y="2646435"/>
                  </a:lnTo>
                  <a:lnTo>
                    <a:pt x="3218" y="2646803"/>
                  </a:lnTo>
                  <a:lnTo>
                    <a:pt x="3853" y="2647302"/>
                  </a:lnTo>
                  <a:lnTo>
                    <a:pt x="4488" y="2647801"/>
                  </a:lnTo>
                  <a:lnTo>
                    <a:pt x="5122" y="2648300"/>
                  </a:lnTo>
                  <a:lnTo>
                    <a:pt x="5757" y="2648732"/>
                  </a:lnTo>
                  <a:lnTo>
                    <a:pt x="6392" y="2649041"/>
                  </a:lnTo>
                  <a:lnTo>
                    <a:pt x="7027" y="2649326"/>
                  </a:lnTo>
                  <a:lnTo>
                    <a:pt x="7662" y="2649610"/>
                  </a:lnTo>
                  <a:lnTo>
                    <a:pt x="8297" y="2649894"/>
                  </a:lnTo>
                  <a:lnTo>
                    <a:pt x="8931" y="2650178"/>
                  </a:lnTo>
                  <a:lnTo>
                    <a:pt x="9566" y="2650431"/>
                  </a:lnTo>
                  <a:lnTo>
                    <a:pt x="10201" y="2650431"/>
                  </a:lnTo>
                  <a:lnTo>
                    <a:pt x="10836" y="2650431"/>
                  </a:lnTo>
                  <a:lnTo>
                    <a:pt x="11471" y="2650431"/>
                  </a:lnTo>
                  <a:lnTo>
                    <a:pt x="12106" y="2650431"/>
                  </a:lnTo>
                  <a:lnTo>
                    <a:pt x="12741" y="2650431"/>
                  </a:lnTo>
                  <a:lnTo>
                    <a:pt x="13375" y="2650431"/>
                  </a:lnTo>
                  <a:lnTo>
                    <a:pt x="14010" y="2650431"/>
                  </a:lnTo>
                  <a:lnTo>
                    <a:pt x="14645" y="2650431"/>
                  </a:lnTo>
                  <a:lnTo>
                    <a:pt x="15280" y="2650431"/>
                  </a:lnTo>
                  <a:lnTo>
                    <a:pt x="15915" y="2650431"/>
                  </a:lnTo>
                  <a:lnTo>
                    <a:pt x="16550" y="2650431"/>
                  </a:lnTo>
                  <a:lnTo>
                    <a:pt x="17184" y="2650431"/>
                  </a:lnTo>
                  <a:lnTo>
                    <a:pt x="17819" y="2650431"/>
                  </a:lnTo>
                  <a:lnTo>
                    <a:pt x="18454" y="2650431"/>
                  </a:lnTo>
                  <a:lnTo>
                    <a:pt x="19089" y="2650431"/>
                  </a:lnTo>
                  <a:lnTo>
                    <a:pt x="19724" y="2650431"/>
                  </a:lnTo>
                  <a:lnTo>
                    <a:pt x="20359" y="2650431"/>
                  </a:lnTo>
                  <a:lnTo>
                    <a:pt x="20994" y="2650431"/>
                  </a:lnTo>
                  <a:lnTo>
                    <a:pt x="21628" y="2650431"/>
                  </a:lnTo>
                  <a:lnTo>
                    <a:pt x="22263" y="2650431"/>
                  </a:lnTo>
                  <a:lnTo>
                    <a:pt x="22898" y="2650431"/>
                  </a:lnTo>
                  <a:lnTo>
                    <a:pt x="23533" y="2650431"/>
                  </a:lnTo>
                  <a:lnTo>
                    <a:pt x="24168" y="2650431"/>
                  </a:lnTo>
                  <a:lnTo>
                    <a:pt x="24803" y="2650431"/>
                  </a:lnTo>
                  <a:lnTo>
                    <a:pt x="25437" y="2650431"/>
                  </a:lnTo>
                  <a:lnTo>
                    <a:pt x="26072" y="2650431"/>
                  </a:lnTo>
                  <a:lnTo>
                    <a:pt x="26707" y="2650431"/>
                  </a:lnTo>
                  <a:lnTo>
                    <a:pt x="27342" y="2650431"/>
                  </a:lnTo>
                  <a:lnTo>
                    <a:pt x="27977" y="2650431"/>
                  </a:lnTo>
                  <a:lnTo>
                    <a:pt x="28612" y="2650431"/>
                  </a:lnTo>
                  <a:lnTo>
                    <a:pt x="29247" y="2650431"/>
                  </a:lnTo>
                  <a:lnTo>
                    <a:pt x="29881" y="2650431"/>
                  </a:lnTo>
                  <a:lnTo>
                    <a:pt x="30516" y="2650431"/>
                  </a:lnTo>
                  <a:lnTo>
                    <a:pt x="31151" y="2650431"/>
                  </a:lnTo>
                  <a:lnTo>
                    <a:pt x="31786" y="2650431"/>
                  </a:lnTo>
                  <a:lnTo>
                    <a:pt x="32421" y="2650431"/>
                  </a:lnTo>
                  <a:lnTo>
                    <a:pt x="33056" y="2650431"/>
                  </a:lnTo>
                  <a:lnTo>
                    <a:pt x="33690" y="2650431"/>
                  </a:lnTo>
                  <a:lnTo>
                    <a:pt x="34325" y="2650431"/>
                  </a:lnTo>
                  <a:lnTo>
                    <a:pt x="34960" y="2650431"/>
                  </a:lnTo>
                  <a:lnTo>
                    <a:pt x="35595" y="2650431"/>
                  </a:lnTo>
                  <a:lnTo>
                    <a:pt x="36230" y="2650431"/>
                  </a:lnTo>
                  <a:lnTo>
                    <a:pt x="36865" y="2650431"/>
                  </a:lnTo>
                  <a:lnTo>
                    <a:pt x="37499" y="2650431"/>
                  </a:lnTo>
                  <a:lnTo>
                    <a:pt x="38134" y="2650431"/>
                  </a:lnTo>
                  <a:lnTo>
                    <a:pt x="38769" y="2650431"/>
                  </a:lnTo>
                  <a:lnTo>
                    <a:pt x="39404" y="2650431"/>
                  </a:lnTo>
                  <a:lnTo>
                    <a:pt x="40039" y="2650431"/>
                  </a:lnTo>
                  <a:lnTo>
                    <a:pt x="40674" y="2650431"/>
                  </a:lnTo>
                  <a:lnTo>
                    <a:pt x="41309" y="2650431"/>
                  </a:lnTo>
                  <a:lnTo>
                    <a:pt x="41943" y="2650431"/>
                  </a:lnTo>
                  <a:lnTo>
                    <a:pt x="42578" y="2650431"/>
                  </a:lnTo>
                  <a:lnTo>
                    <a:pt x="43213" y="2650431"/>
                  </a:lnTo>
                  <a:lnTo>
                    <a:pt x="43848" y="2650431"/>
                  </a:lnTo>
                  <a:lnTo>
                    <a:pt x="44483" y="2650431"/>
                  </a:lnTo>
                  <a:lnTo>
                    <a:pt x="45118" y="2650431"/>
                  </a:lnTo>
                  <a:lnTo>
                    <a:pt x="45752" y="2650431"/>
                  </a:lnTo>
                  <a:lnTo>
                    <a:pt x="46387" y="2650431"/>
                  </a:lnTo>
                  <a:lnTo>
                    <a:pt x="47022" y="2650431"/>
                  </a:lnTo>
                  <a:lnTo>
                    <a:pt x="47657" y="2650431"/>
                  </a:lnTo>
                  <a:lnTo>
                    <a:pt x="48292" y="2650431"/>
                  </a:lnTo>
                  <a:lnTo>
                    <a:pt x="48927" y="2650431"/>
                  </a:lnTo>
                  <a:lnTo>
                    <a:pt x="49562" y="2650431"/>
                  </a:lnTo>
                  <a:lnTo>
                    <a:pt x="50196" y="2650431"/>
                  </a:lnTo>
                  <a:lnTo>
                    <a:pt x="50831" y="2650431"/>
                  </a:lnTo>
                  <a:lnTo>
                    <a:pt x="51466" y="2650431"/>
                  </a:lnTo>
                  <a:lnTo>
                    <a:pt x="52101" y="2650431"/>
                  </a:lnTo>
                  <a:lnTo>
                    <a:pt x="52736" y="2650431"/>
                  </a:lnTo>
                  <a:lnTo>
                    <a:pt x="53371" y="2650431"/>
                  </a:lnTo>
                  <a:lnTo>
                    <a:pt x="54005" y="2650431"/>
                  </a:lnTo>
                  <a:lnTo>
                    <a:pt x="54640" y="2650431"/>
                  </a:lnTo>
                  <a:lnTo>
                    <a:pt x="55275" y="2650431"/>
                  </a:lnTo>
                  <a:lnTo>
                    <a:pt x="55910" y="2650431"/>
                  </a:lnTo>
                  <a:lnTo>
                    <a:pt x="56545" y="2650431"/>
                  </a:lnTo>
                  <a:lnTo>
                    <a:pt x="57180" y="2650431"/>
                  </a:lnTo>
                  <a:lnTo>
                    <a:pt x="57815" y="2650431"/>
                  </a:lnTo>
                  <a:lnTo>
                    <a:pt x="58449" y="2650431"/>
                  </a:lnTo>
                  <a:lnTo>
                    <a:pt x="59084" y="2650431"/>
                  </a:lnTo>
                  <a:lnTo>
                    <a:pt x="59719" y="2650431"/>
                  </a:lnTo>
                  <a:lnTo>
                    <a:pt x="60354" y="2650431"/>
                  </a:lnTo>
                  <a:lnTo>
                    <a:pt x="60989" y="2650431"/>
                  </a:lnTo>
                  <a:lnTo>
                    <a:pt x="61624" y="2650526"/>
                  </a:lnTo>
                  <a:lnTo>
                    <a:pt x="62258" y="2650820"/>
                  </a:lnTo>
                  <a:lnTo>
                    <a:pt x="62893" y="2651200"/>
                  </a:lnTo>
                  <a:lnTo>
                    <a:pt x="63528" y="2651579"/>
                  </a:lnTo>
                  <a:lnTo>
                    <a:pt x="64163" y="2651959"/>
                  </a:lnTo>
                  <a:lnTo>
                    <a:pt x="64798" y="2652338"/>
                  </a:lnTo>
                  <a:lnTo>
                    <a:pt x="65433" y="2652718"/>
                  </a:lnTo>
                  <a:lnTo>
                    <a:pt x="66068" y="2653097"/>
                  </a:lnTo>
                  <a:lnTo>
                    <a:pt x="66702" y="2653581"/>
                  </a:lnTo>
                  <a:lnTo>
                    <a:pt x="67337" y="2654151"/>
                  </a:lnTo>
                  <a:lnTo>
                    <a:pt x="67972" y="2654720"/>
                  </a:lnTo>
                  <a:lnTo>
                    <a:pt x="68607" y="2655289"/>
                  </a:lnTo>
                  <a:lnTo>
                    <a:pt x="69242" y="2655859"/>
                  </a:lnTo>
                  <a:lnTo>
                    <a:pt x="69877" y="2656428"/>
                  </a:lnTo>
                  <a:lnTo>
                    <a:pt x="70511" y="2656997"/>
                  </a:lnTo>
                  <a:lnTo>
                    <a:pt x="71146" y="2657472"/>
                  </a:lnTo>
                  <a:lnTo>
                    <a:pt x="71781" y="2657747"/>
                  </a:lnTo>
                  <a:lnTo>
                    <a:pt x="72416" y="2657937"/>
                  </a:lnTo>
                  <a:lnTo>
                    <a:pt x="73051" y="2658126"/>
                  </a:lnTo>
                  <a:lnTo>
                    <a:pt x="73686" y="2658364"/>
                  </a:lnTo>
                  <a:lnTo>
                    <a:pt x="74321" y="2658743"/>
                  </a:lnTo>
                  <a:lnTo>
                    <a:pt x="74955" y="2659123"/>
                  </a:lnTo>
                  <a:lnTo>
                    <a:pt x="75590" y="2659502"/>
                  </a:lnTo>
                  <a:lnTo>
                    <a:pt x="76225" y="2659778"/>
                  </a:lnTo>
                  <a:lnTo>
                    <a:pt x="76860" y="2659967"/>
                  </a:lnTo>
                  <a:lnTo>
                    <a:pt x="77495" y="2660157"/>
                  </a:lnTo>
                  <a:lnTo>
                    <a:pt x="78130" y="2660347"/>
                  </a:lnTo>
                  <a:lnTo>
                    <a:pt x="78764" y="2660537"/>
                  </a:lnTo>
                  <a:lnTo>
                    <a:pt x="79399" y="2660726"/>
                  </a:lnTo>
                  <a:lnTo>
                    <a:pt x="80034" y="2660916"/>
                  </a:lnTo>
                  <a:lnTo>
                    <a:pt x="80669" y="2661106"/>
                  </a:lnTo>
                  <a:lnTo>
                    <a:pt x="81304" y="2661296"/>
                  </a:lnTo>
                  <a:lnTo>
                    <a:pt x="82049" y="2661518"/>
                  </a:lnTo>
                  <a:lnTo>
                    <a:pt x="101340" y="2661518"/>
                  </a:lnTo>
                  <a:lnTo>
                    <a:pt x="101619" y="2661331"/>
                  </a:lnTo>
                  <a:lnTo>
                    <a:pt x="102254" y="2660904"/>
                  </a:lnTo>
                  <a:lnTo>
                    <a:pt x="102889" y="2660477"/>
                  </a:lnTo>
                  <a:lnTo>
                    <a:pt x="103523" y="2660051"/>
                  </a:lnTo>
                  <a:lnTo>
                    <a:pt x="104158" y="2659624"/>
                  </a:lnTo>
                  <a:lnTo>
                    <a:pt x="104793" y="2659197"/>
                  </a:lnTo>
                  <a:lnTo>
                    <a:pt x="105428" y="2658719"/>
                  </a:lnTo>
                  <a:lnTo>
                    <a:pt x="106063" y="2658207"/>
                  </a:lnTo>
                  <a:lnTo>
                    <a:pt x="106698" y="2657725"/>
                  </a:lnTo>
                  <a:lnTo>
                    <a:pt x="107332" y="2657246"/>
                  </a:lnTo>
                  <a:lnTo>
                    <a:pt x="107967" y="2656761"/>
                  </a:lnTo>
                  <a:lnTo>
                    <a:pt x="108602" y="2656456"/>
                  </a:lnTo>
                  <a:lnTo>
                    <a:pt x="109237" y="2656172"/>
                  </a:lnTo>
                  <a:lnTo>
                    <a:pt x="109872" y="2655910"/>
                  </a:lnTo>
                  <a:lnTo>
                    <a:pt x="110507" y="2655910"/>
                  </a:lnTo>
                  <a:lnTo>
                    <a:pt x="111142" y="2655910"/>
                  </a:lnTo>
                  <a:lnTo>
                    <a:pt x="111776" y="2655910"/>
                  </a:lnTo>
                  <a:lnTo>
                    <a:pt x="112411" y="2655910"/>
                  </a:lnTo>
                  <a:lnTo>
                    <a:pt x="113046" y="2655910"/>
                  </a:lnTo>
                  <a:lnTo>
                    <a:pt x="113681" y="2655910"/>
                  </a:lnTo>
                  <a:lnTo>
                    <a:pt x="114316" y="2655910"/>
                  </a:lnTo>
                  <a:lnTo>
                    <a:pt x="114951" y="2656100"/>
                  </a:lnTo>
                  <a:lnTo>
                    <a:pt x="115585" y="2656479"/>
                  </a:lnTo>
                  <a:lnTo>
                    <a:pt x="116220" y="2657049"/>
                  </a:lnTo>
                  <a:lnTo>
                    <a:pt x="116855" y="2657618"/>
                  </a:lnTo>
                  <a:lnTo>
                    <a:pt x="117490" y="2658187"/>
                  </a:lnTo>
                  <a:lnTo>
                    <a:pt x="118125" y="2658757"/>
                  </a:lnTo>
                  <a:lnTo>
                    <a:pt x="118760" y="2659326"/>
                  </a:lnTo>
                  <a:lnTo>
                    <a:pt x="119395" y="2659895"/>
                  </a:lnTo>
                  <a:lnTo>
                    <a:pt x="120029" y="2660465"/>
                  </a:lnTo>
                  <a:lnTo>
                    <a:pt x="120664" y="2661044"/>
                  </a:lnTo>
                  <a:lnTo>
                    <a:pt x="121061" y="2661518"/>
                  </a:lnTo>
                  <a:lnTo>
                    <a:pt x="134814" y="2661518"/>
                  </a:lnTo>
                  <a:lnTo>
                    <a:pt x="135266" y="2661316"/>
                  </a:lnTo>
                  <a:lnTo>
                    <a:pt x="135901" y="2661032"/>
                  </a:lnTo>
                  <a:lnTo>
                    <a:pt x="136535" y="2660779"/>
                  </a:lnTo>
                  <a:lnTo>
                    <a:pt x="137170" y="2660779"/>
                  </a:lnTo>
                  <a:lnTo>
                    <a:pt x="137805" y="2660779"/>
                  </a:lnTo>
                  <a:lnTo>
                    <a:pt x="138440" y="2660779"/>
                  </a:lnTo>
                  <a:lnTo>
                    <a:pt x="139075" y="2660779"/>
                  </a:lnTo>
                  <a:lnTo>
                    <a:pt x="139710" y="2660779"/>
                  </a:lnTo>
                  <a:lnTo>
                    <a:pt x="140344" y="2660779"/>
                  </a:lnTo>
                  <a:lnTo>
                    <a:pt x="140979" y="2660779"/>
                  </a:lnTo>
                  <a:lnTo>
                    <a:pt x="141614" y="2660779"/>
                  </a:lnTo>
                  <a:lnTo>
                    <a:pt x="142249" y="2660779"/>
                  </a:lnTo>
                  <a:lnTo>
                    <a:pt x="142884" y="2660779"/>
                  </a:lnTo>
                  <a:lnTo>
                    <a:pt x="143519" y="2660779"/>
                  </a:lnTo>
                  <a:lnTo>
                    <a:pt x="144153" y="2660779"/>
                  </a:lnTo>
                  <a:lnTo>
                    <a:pt x="144788" y="2660779"/>
                  </a:lnTo>
                  <a:lnTo>
                    <a:pt x="145423" y="2660779"/>
                  </a:lnTo>
                  <a:lnTo>
                    <a:pt x="146058" y="2660779"/>
                  </a:lnTo>
                  <a:lnTo>
                    <a:pt x="146693" y="2660779"/>
                  </a:lnTo>
                  <a:lnTo>
                    <a:pt x="147328" y="2660779"/>
                  </a:lnTo>
                  <a:lnTo>
                    <a:pt x="147963" y="2660779"/>
                  </a:lnTo>
                  <a:lnTo>
                    <a:pt x="148597" y="2660779"/>
                  </a:lnTo>
                  <a:lnTo>
                    <a:pt x="149232" y="2660779"/>
                  </a:lnTo>
                  <a:lnTo>
                    <a:pt x="149867" y="2660779"/>
                  </a:lnTo>
                  <a:lnTo>
                    <a:pt x="150502" y="2660779"/>
                  </a:lnTo>
                  <a:lnTo>
                    <a:pt x="151137" y="2660779"/>
                  </a:lnTo>
                  <a:lnTo>
                    <a:pt x="151772" y="2660779"/>
                  </a:lnTo>
                  <a:lnTo>
                    <a:pt x="152406" y="2660779"/>
                  </a:lnTo>
                  <a:lnTo>
                    <a:pt x="153041" y="2660779"/>
                  </a:lnTo>
                  <a:lnTo>
                    <a:pt x="153676" y="2660779"/>
                  </a:lnTo>
                  <a:lnTo>
                    <a:pt x="154311" y="2660779"/>
                  </a:lnTo>
                  <a:lnTo>
                    <a:pt x="154946" y="2660779"/>
                  </a:lnTo>
                  <a:lnTo>
                    <a:pt x="155581" y="2660779"/>
                  </a:lnTo>
                  <a:lnTo>
                    <a:pt x="156216" y="2660779"/>
                  </a:lnTo>
                  <a:lnTo>
                    <a:pt x="156850" y="2660779"/>
                  </a:lnTo>
                  <a:lnTo>
                    <a:pt x="157485" y="2660779"/>
                  </a:lnTo>
                  <a:lnTo>
                    <a:pt x="158120" y="2660779"/>
                  </a:lnTo>
                  <a:lnTo>
                    <a:pt x="158755" y="2660779"/>
                  </a:lnTo>
                  <a:lnTo>
                    <a:pt x="159390" y="2660779"/>
                  </a:lnTo>
                  <a:lnTo>
                    <a:pt x="160025" y="2660779"/>
                  </a:lnTo>
                  <a:lnTo>
                    <a:pt x="160659" y="2660779"/>
                  </a:lnTo>
                  <a:lnTo>
                    <a:pt x="161294" y="2660779"/>
                  </a:lnTo>
                  <a:lnTo>
                    <a:pt x="161929" y="2660779"/>
                  </a:lnTo>
                  <a:lnTo>
                    <a:pt x="162564" y="2660779"/>
                  </a:lnTo>
                  <a:lnTo>
                    <a:pt x="163199" y="2660779"/>
                  </a:lnTo>
                  <a:lnTo>
                    <a:pt x="163834" y="2660779"/>
                  </a:lnTo>
                  <a:lnTo>
                    <a:pt x="164469" y="2660779"/>
                  </a:lnTo>
                  <a:lnTo>
                    <a:pt x="165103" y="2660779"/>
                  </a:lnTo>
                  <a:lnTo>
                    <a:pt x="165738" y="2660779"/>
                  </a:lnTo>
                  <a:lnTo>
                    <a:pt x="166373" y="2660779"/>
                  </a:lnTo>
                  <a:lnTo>
                    <a:pt x="167008" y="2660779"/>
                  </a:lnTo>
                  <a:lnTo>
                    <a:pt x="167643" y="2660779"/>
                  </a:lnTo>
                  <a:lnTo>
                    <a:pt x="168278" y="2660779"/>
                  </a:lnTo>
                  <a:lnTo>
                    <a:pt x="168912" y="2660779"/>
                  </a:lnTo>
                  <a:lnTo>
                    <a:pt x="169547" y="2660779"/>
                  </a:lnTo>
                  <a:lnTo>
                    <a:pt x="170182" y="2660779"/>
                  </a:lnTo>
                  <a:lnTo>
                    <a:pt x="170817" y="2660779"/>
                  </a:lnTo>
                  <a:lnTo>
                    <a:pt x="171452" y="2660779"/>
                  </a:lnTo>
                  <a:lnTo>
                    <a:pt x="172087" y="2660779"/>
                  </a:lnTo>
                  <a:lnTo>
                    <a:pt x="172722" y="2660779"/>
                  </a:lnTo>
                  <a:lnTo>
                    <a:pt x="173356" y="2660779"/>
                  </a:lnTo>
                  <a:lnTo>
                    <a:pt x="173991" y="2660779"/>
                  </a:lnTo>
                  <a:lnTo>
                    <a:pt x="174626" y="2660731"/>
                  </a:lnTo>
                  <a:lnTo>
                    <a:pt x="175261" y="2660456"/>
                  </a:lnTo>
                  <a:lnTo>
                    <a:pt x="175896" y="2660077"/>
                  </a:lnTo>
                  <a:lnTo>
                    <a:pt x="176531" y="2659659"/>
                  </a:lnTo>
                  <a:lnTo>
                    <a:pt x="177165" y="2659090"/>
                  </a:lnTo>
                  <a:lnTo>
                    <a:pt x="177800" y="2658520"/>
                  </a:lnTo>
                  <a:lnTo>
                    <a:pt x="178435" y="2657866"/>
                  </a:lnTo>
                  <a:lnTo>
                    <a:pt x="179070" y="2657107"/>
                  </a:lnTo>
                  <a:lnTo>
                    <a:pt x="179705" y="2656338"/>
                  </a:lnTo>
                  <a:lnTo>
                    <a:pt x="180340" y="2655389"/>
                  </a:lnTo>
                  <a:lnTo>
                    <a:pt x="180975" y="2654440"/>
                  </a:lnTo>
                  <a:lnTo>
                    <a:pt x="181609" y="2653349"/>
                  </a:lnTo>
                  <a:lnTo>
                    <a:pt x="182244" y="2651916"/>
                  </a:lnTo>
                  <a:lnTo>
                    <a:pt x="182879" y="2651001"/>
                  </a:lnTo>
                  <a:lnTo>
                    <a:pt x="183514" y="2650440"/>
                  </a:lnTo>
                  <a:lnTo>
                    <a:pt x="184149" y="2650047"/>
                  </a:lnTo>
                  <a:lnTo>
                    <a:pt x="184784" y="2649865"/>
                  </a:lnTo>
                  <a:lnTo>
                    <a:pt x="185418" y="2649672"/>
                  </a:lnTo>
                  <a:lnTo>
                    <a:pt x="186053" y="2649480"/>
                  </a:lnTo>
                  <a:lnTo>
                    <a:pt x="186688" y="2649250"/>
                  </a:lnTo>
                  <a:lnTo>
                    <a:pt x="187323" y="2648982"/>
                  </a:lnTo>
                  <a:lnTo>
                    <a:pt x="187958" y="2648664"/>
                  </a:lnTo>
                  <a:lnTo>
                    <a:pt x="188593" y="2648331"/>
                  </a:lnTo>
                  <a:lnTo>
                    <a:pt x="189228" y="2648030"/>
                  </a:lnTo>
                  <a:lnTo>
                    <a:pt x="189862" y="2647677"/>
                  </a:lnTo>
                  <a:lnTo>
                    <a:pt x="190497" y="2647270"/>
                  </a:lnTo>
                  <a:lnTo>
                    <a:pt x="191132" y="2646663"/>
                  </a:lnTo>
                  <a:lnTo>
                    <a:pt x="191767" y="2646037"/>
                  </a:lnTo>
                  <a:lnTo>
                    <a:pt x="192402" y="2645291"/>
                  </a:lnTo>
                  <a:lnTo>
                    <a:pt x="193037" y="2644354"/>
                  </a:lnTo>
                  <a:lnTo>
                    <a:pt x="193671" y="2643364"/>
                  </a:lnTo>
                  <a:lnTo>
                    <a:pt x="194306" y="2642164"/>
                  </a:lnTo>
                  <a:lnTo>
                    <a:pt x="194941" y="2640996"/>
                  </a:lnTo>
                  <a:lnTo>
                    <a:pt x="195576" y="2639851"/>
                  </a:lnTo>
                  <a:lnTo>
                    <a:pt x="196211" y="2638747"/>
                  </a:lnTo>
                  <a:lnTo>
                    <a:pt x="196846" y="2637816"/>
                  </a:lnTo>
                  <a:lnTo>
                    <a:pt x="197480" y="2636887"/>
                  </a:lnTo>
                  <a:lnTo>
                    <a:pt x="198115" y="2635871"/>
                  </a:lnTo>
                  <a:lnTo>
                    <a:pt x="198750" y="2634965"/>
                  </a:lnTo>
                  <a:lnTo>
                    <a:pt x="199385" y="2634046"/>
                  </a:lnTo>
                  <a:lnTo>
                    <a:pt x="200020" y="2633143"/>
                  </a:lnTo>
                  <a:lnTo>
                    <a:pt x="200655" y="2632460"/>
                  </a:lnTo>
                  <a:lnTo>
                    <a:pt x="201290" y="2631807"/>
                  </a:lnTo>
                  <a:lnTo>
                    <a:pt x="201924" y="2631184"/>
                  </a:lnTo>
                  <a:lnTo>
                    <a:pt x="202559" y="2630637"/>
                  </a:lnTo>
                  <a:lnTo>
                    <a:pt x="203194" y="2630111"/>
                  </a:lnTo>
                  <a:lnTo>
                    <a:pt x="203829" y="2629441"/>
                  </a:lnTo>
                  <a:lnTo>
                    <a:pt x="204464" y="2628714"/>
                  </a:lnTo>
                  <a:lnTo>
                    <a:pt x="205099" y="2627950"/>
                  </a:lnTo>
                  <a:lnTo>
                    <a:pt x="205733" y="2627270"/>
                  </a:lnTo>
                  <a:lnTo>
                    <a:pt x="206368" y="2626507"/>
                  </a:lnTo>
                  <a:lnTo>
                    <a:pt x="207003" y="2625670"/>
                  </a:lnTo>
                  <a:lnTo>
                    <a:pt x="207638" y="2624757"/>
                  </a:lnTo>
                  <a:lnTo>
                    <a:pt x="208273" y="2623886"/>
                  </a:lnTo>
                  <a:lnTo>
                    <a:pt x="208908" y="2622891"/>
                  </a:lnTo>
                  <a:lnTo>
                    <a:pt x="209543" y="2622003"/>
                  </a:lnTo>
                  <a:lnTo>
                    <a:pt x="210177" y="2621038"/>
                  </a:lnTo>
                  <a:lnTo>
                    <a:pt x="210812" y="2620107"/>
                  </a:lnTo>
                  <a:lnTo>
                    <a:pt x="211447" y="2619158"/>
                  </a:lnTo>
                  <a:lnTo>
                    <a:pt x="212082" y="2618255"/>
                  </a:lnTo>
                  <a:lnTo>
                    <a:pt x="212717" y="2617428"/>
                  </a:lnTo>
                  <a:lnTo>
                    <a:pt x="213352" y="2616655"/>
                  </a:lnTo>
                  <a:lnTo>
                    <a:pt x="213986" y="2615898"/>
                  </a:lnTo>
                  <a:lnTo>
                    <a:pt x="214621" y="2615273"/>
                  </a:lnTo>
                  <a:lnTo>
                    <a:pt x="215256" y="2614650"/>
                  </a:lnTo>
                  <a:lnTo>
                    <a:pt x="215891" y="2613993"/>
                  </a:lnTo>
                  <a:lnTo>
                    <a:pt x="216526" y="2613376"/>
                  </a:lnTo>
                  <a:lnTo>
                    <a:pt x="217161" y="2612772"/>
                  </a:lnTo>
                  <a:lnTo>
                    <a:pt x="217796" y="2612287"/>
                  </a:lnTo>
                  <a:lnTo>
                    <a:pt x="218430" y="2611879"/>
                  </a:lnTo>
                  <a:lnTo>
                    <a:pt x="219065" y="2611514"/>
                  </a:lnTo>
                  <a:lnTo>
                    <a:pt x="219700" y="2611070"/>
                  </a:lnTo>
                  <a:lnTo>
                    <a:pt x="220335" y="2610382"/>
                  </a:lnTo>
                  <a:lnTo>
                    <a:pt x="220970" y="2609336"/>
                  </a:lnTo>
                  <a:lnTo>
                    <a:pt x="221605" y="2608112"/>
                  </a:lnTo>
                  <a:lnTo>
                    <a:pt x="222239" y="2607039"/>
                  </a:lnTo>
                  <a:lnTo>
                    <a:pt x="222874" y="2606098"/>
                  </a:lnTo>
                  <a:lnTo>
                    <a:pt x="223509" y="2605196"/>
                  </a:lnTo>
                  <a:lnTo>
                    <a:pt x="224144" y="2604430"/>
                  </a:lnTo>
                  <a:lnTo>
                    <a:pt x="224779" y="2603759"/>
                  </a:lnTo>
                  <a:lnTo>
                    <a:pt x="225414" y="2603393"/>
                  </a:lnTo>
                  <a:lnTo>
                    <a:pt x="226049" y="2603074"/>
                  </a:lnTo>
                  <a:lnTo>
                    <a:pt x="226683" y="2602953"/>
                  </a:lnTo>
                  <a:lnTo>
                    <a:pt x="227318" y="2602571"/>
                  </a:lnTo>
                  <a:lnTo>
                    <a:pt x="227953" y="2602223"/>
                  </a:lnTo>
                  <a:lnTo>
                    <a:pt x="228588" y="2602001"/>
                  </a:lnTo>
                  <a:lnTo>
                    <a:pt x="229223" y="2601846"/>
                  </a:lnTo>
                  <a:lnTo>
                    <a:pt x="229858" y="2601476"/>
                  </a:lnTo>
                  <a:lnTo>
                    <a:pt x="230492" y="2601419"/>
                  </a:lnTo>
                  <a:lnTo>
                    <a:pt x="231127" y="2601277"/>
                  </a:lnTo>
                  <a:lnTo>
                    <a:pt x="231762" y="2601087"/>
                  </a:lnTo>
                  <a:lnTo>
                    <a:pt x="232397" y="2600897"/>
                  </a:lnTo>
                  <a:lnTo>
                    <a:pt x="233032" y="2600707"/>
                  </a:lnTo>
                  <a:lnTo>
                    <a:pt x="233667" y="2600518"/>
                  </a:lnTo>
                  <a:lnTo>
                    <a:pt x="234302" y="2600328"/>
                  </a:lnTo>
                  <a:lnTo>
                    <a:pt x="234936" y="2600138"/>
                  </a:lnTo>
                  <a:lnTo>
                    <a:pt x="235571" y="2599948"/>
                  </a:lnTo>
                  <a:lnTo>
                    <a:pt x="236206" y="2599635"/>
                  </a:lnTo>
                  <a:lnTo>
                    <a:pt x="236841" y="2599256"/>
                  </a:lnTo>
                  <a:lnTo>
                    <a:pt x="237476" y="2598876"/>
                  </a:lnTo>
                  <a:lnTo>
                    <a:pt x="238111" y="2598497"/>
                  </a:lnTo>
                  <a:lnTo>
                    <a:pt x="238745" y="2598117"/>
                  </a:lnTo>
                  <a:lnTo>
                    <a:pt x="239380" y="2597737"/>
                  </a:lnTo>
                  <a:lnTo>
                    <a:pt x="240015" y="2597358"/>
                  </a:lnTo>
                  <a:lnTo>
                    <a:pt x="240650" y="2597121"/>
                  </a:lnTo>
                  <a:lnTo>
                    <a:pt x="241285" y="2596931"/>
                  </a:lnTo>
                  <a:lnTo>
                    <a:pt x="241920" y="2596741"/>
                  </a:lnTo>
                  <a:lnTo>
                    <a:pt x="242555" y="2596551"/>
                  </a:lnTo>
                  <a:lnTo>
                    <a:pt x="243189" y="2596362"/>
                  </a:lnTo>
                  <a:lnTo>
                    <a:pt x="243824" y="2596172"/>
                  </a:lnTo>
                  <a:lnTo>
                    <a:pt x="244459" y="2595982"/>
                  </a:lnTo>
                  <a:lnTo>
                    <a:pt x="245094" y="2595792"/>
                  </a:lnTo>
                  <a:lnTo>
                    <a:pt x="245729" y="2595726"/>
                  </a:lnTo>
                  <a:lnTo>
                    <a:pt x="246364" y="2595726"/>
                  </a:lnTo>
                  <a:lnTo>
                    <a:pt x="246998" y="2595726"/>
                  </a:lnTo>
                  <a:lnTo>
                    <a:pt x="247633" y="2595726"/>
                  </a:lnTo>
                  <a:lnTo>
                    <a:pt x="248268" y="2595726"/>
                  </a:lnTo>
                  <a:lnTo>
                    <a:pt x="248903" y="2595726"/>
                  </a:lnTo>
                  <a:lnTo>
                    <a:pt x="249538" y="2595726"/>
                  </a:lnTo>
                  <a:lnTo>
                    <a:pt x="250173" y="2595726"/>
                  </a:lnTo>
                  <a:lnTo>
                    <a:pt x="250808" y="2595726"/>
                  </a:lnTo>
                  <a:lnTo>
                    <a:pt x="251442" y="2595726"/>
                  </a:lnTo>
                  <a:lnTo>
                    <a:pt x="252077" y="2595726"/>
                  </a:lnTo>
                  <a:lnTo>
                    <a:pt x="252712" y="2595726"/>
                  </a:lnTo>
                  <a:lnTo>
                    <a:pt x="253347" y="2595726"/>
                  </a:lnTo>
                  <a:lnTo>
                    <a:pt x="253982" y="2595726"/>
                  </a:lnTo>
                  <a:lnTo>
                    <a:pt x="254617" y="2595726"/>
                  </a:lnTo>
                  <a:lnTo>
                    <a:pt x="255251" y="2595726"/>
                  </a:lnTo>
                  <a:lnTo>
                    <a:pt x="255886" y="2595726"/>
                  </a:lnTo>
                  <a:lnTo>
                    <a:pt x="256521" y="2595726"/>
                  </a:lnTo>
                  <a:lnTo>
                    <a:pt x="257156" y="2595726"/>
                  </a:lnTo>
                  <a:lnTo>
                    <a:pt x="257791" y="2595726"/>
                  </a:lnTo>
                  <a:lnTo>
                    <a:pt x="258426" y="2595726"/>
                  </a:lnTo>
                  <a:lnTo>
                    <a:pt x="259060" y="2595726"/>
                  </a:lnTo>
                  <a:lnTo>
                    <a:pt x="259695" y="2595726"/>
                  </a:lnTo>
                  <a:lnTo>
                    <a:pt x="260330" y="2595726"/>
                  </a:lnTo>
                  <a:lnTo>
                    <a:pt x="260965" y="2595726"/>
                  </a:lnTo>
                  <a:lnTo>
                    <a:pt x="261600" y="2595726"/>
                  </a:lnTo>
                  <a:lnTo>
                    <a:pt x="262235" y="2595726"/>
                  </a:lnTo>
                  <a:lnTo>
                    <a:pt x="262870" y="2595726"/>
                  </a:lnTo>
                  <a:lnTo>
                    <a:pt x="263504" y="2595726"/>
                  </a:lnTo>
                  <a:lnTo>
                    <a:pt x="264139" y="2595726"/>
                  </a:lnTo>
                  <a:lnTo>
                    <a:pt x="264774" y="2595726"/>
                  </a:lnTo>
                  <a:lnTo>
                    <a:pt x="265409" y="2595726"/>
                  </a:lnTo>
                  <a:lnTo>
                    <a:pt x="266044" y="2595726"/>
                  </a:lnTo>
                  <a:lnTo>
                    <a:pt x="266679" y="2595726"/>
                  </a:lnTo>
                  <a:lnTo>
                    <a:pt x="267313" y="2595726"/>
                  </a:lnTo>
                  <a:lnTo>
                    <a:pt x="267948" y="2595726"/>
                  </a:lnTo>
                  <a:lnTo>
                    <a:pt x="268583" y="2595726"/>
                  </a:lnTo>
                  <a:lnTo>
                    <a:pt x="269218" y="2595726"/>
                  </a:lnTo>
                  <a:lnTo>
                    <a:pt x="269853" y="2595726"/>
                  </a:lnTo>
                  <a:lnTo>
                    <a:pt x="270488" y="2595726"/>
                  </a:lnTo>
                  <a:lnTo>
                    <a:pt x="271123" y="2595726"/>
                  </a:lnTo>
                  <a:lnTo>
                    <a:pt x="271757" y="2595726"/>
                  </a:lnTo>
                  <a:lnTo>
                    <a:pt x="272392" y="2595726"/>
                  </a:lnTo>
                  <a:lnTo>
                    <a:pt x="273027" y="2595726"/>
                  </a:lnTo>
                  <a:lnTo>
                    <a:pt x="273662" y="2595726"/>
                  </a:lnTo>
                  <a:lnTo>
                    <a:pt x="274297" y="2595583"/>
                  </a:lnTo>
                  <a:lnTo>
                    <a:pt x="274932" y="2595394"/>
                  </a:lnTo>
                  <a:lnTo>
                    <a:pt x="275566" y="2595204"/>
                  </a:lnTo>
                  <a:lnTo>
                    <a:pt x="276201" y="2595014"/>
                  </a:lnTo>
                  <a:lnTo>
                    <a:pt x="276836" y="2594824"/>
                  </a:lnTo>
                  <a:lnTo>
                    <a:pt x="277471" y="2594635"/>
                  </a:lnTo>
                  <a:lnTo>
                    <a:pt x="278106" y="2594445"/>
                  </a:lnTo>
                  <a:lnTo>
                    <a:pt x="278741" y="2594255"/>
                  </a:lnTo>
                  <a:lnTo>
                    <a:pt x="279376" y="2593894"/>
                  </a:lnTo>
                  <a:lnTo>
                    <a:pt x="280010" y="2593515"/>
                  </a:lnTo>
                  <a:lnTo>
                    <a:pt x="280645" y="2593135"/>
                  </a:lnTo>
                  <a:lnTo>
                    <a:pt x="281280" y="2592756"/>
                  </a:lnTo>
                  <a:lnTo>
                    <a:pt x="281915" y="2592376"/>
                  </a:lnTo>
                  <a:lnTo>
                    <a:pt x="282550" y="2591997"/>
                  </a:lnTo>
                  <a:lnTo>
                    <a:pt x="283185" y="2591617"/>
                  </a:lnTo>
                  <a:lnTo>
                    <a:pt x="283819" y="2591380"/>
                  </a:lnTo>
                  <a:lnTo>
                    <a:pt x="284454" y="2591086"/>
                  </a:lnTo>
                  <a:lnTo>
                    <a:pt x="285089" y="2590706"/>
                  </a:lnTo>
                  <a:lnTo>
                    <a:pt x="285724" y="2590327"/>
                  </a:lnTo>
                  <a:lnTo>
                    <a:pt x="286359" y="2589947"/>
                  </a:lnTo>
                  <a:lnTo>
                    <a:pt x="286994" y="2589567"/>
                  </a:lnTo>
                  <a:lnTo>
                    <a:pt x="287629" y="2589188"/>
                  </a:lnTo>
                  <a:lnTo>
                    <a:pt x="288263" y="2588808"/>
                  </a:lnTo>
                  <a:lnTo>
                    <a:pt x="288898" y="2588600"/>
                  </a:lnTo>
                  <a:lnTo>
                    <a:pt x="289533" y="2588239"/>
                  </a:lnTo>
                  <a:lnTo>
                    <a:pt x="290168" y="2587641"/>
                  </a:lnTo>
                  <a:lnTo>
                    <a:pt x="290803" y="2586882"/>
                  </a:lnTo>
                  <a:lnTo>
                    <a:pt x="291438" y="2586123"/>
                  </a:lnTo>
                  <a:lnTo>
                    <a:pt x="292072" y="2585364"/>
                  </a:lnTo>
                  <a:lnTo>
                    <a:pt x="292707" y="2584605"/>
                  </a:lnTo>
                  <a:lnTo>
                    <a:pt x="293342" y="2583846"/>
                  </a:lnTo>
                  <a:lnTo>
                    <a:pt x="293977" y="2583191"/>
                  </a:lnTo>
                  <a:lnTo>
                    <a:pt x="294612" y="2582622"/>
                  </a:lnTo>
                  <a:lnTo>
                    <a:pt x="295247" y="2582052"/>
                  </a:lnTo>
                  <a:lnTo>
                    <a:pt x="295882" y="2581483"/>
                  </a:lnTo>
                  <a:lnTo>
                    <a:pt x="296516" y="2580914"/>
                  </a:lnTo>
                  <a:lnTo>
                    <a:pt x="297151" y="2580344"/>
                  </a:lnTo>
                  <a:lnTo>
                    <a:pt x="297786" y="2579775"/>
                  </a:lnTo>
                  <a:lnTo>
                    <a:pt x="298421" y="2579206"/>
                  </a:lnTo>
                  <a:lnTo>
                    <a:pt x="299056" y="2578807"/>
                  </a:lnTo>
                  <a:lnTo>
                    <a:pt x="299691" y="2578646"/>
                  </a:lnTo>
                  <a:lnTo>
                    <a:pt x="300325" y="2578646"/>
                  </a:lnTo>
                  <a:lnTo>
                    <a:pt x="300960" y="2578646"/>
                  </a:lnTo>
                  <a:lnTo>
                    <a:pt x="301595" y="2578693"/>
                  </a:lnTo>
                  <a:lnTo>
                    <a:pt x="302230" y="2578968"/>
                  </a:lnTo>
                  <a:lnTo>
                    <a:pt x="302865" y="2579348"/>
                  </a:lnTo>
                  <a:lnTo>
                    <a:pt x="303500" y="2579765"/>
                  </a:lnTo>
                  <a:lnTo>
                    <a:pt x="304135" y="2580335"/>
                  </a:lnTo>
                  <a:lnTo>
                    <a:pt x="304769" y="2580904"/>
                  </a:lnTo>
                  <a:lnTo>
                    <a:pt x="305404" y="2581559"/>
                  </a:lnTo>
                  <a:lnTo>
                    <a:pt x="306039" y="2582318"/>
                  </a:lnTo>
                  <a:lnTo>
                    <a:pt x="306674" y="2583087"/>
                  </a:lnTo>
                  <a:lnTo>
                    <a:pt x="307309" y="2584035"/>
                  </a:lnTo>
                  <a:lnTo>
                    <a:pt x="307944" y="2584984"/>
                  </a:lnTo>
                  <a:lnTo>
                    <a:pt x="308578" y="2586076"/>
                  </a:lnTo>
                  <a:lnTo>
                    <a:pt x="309213" y="2587508"/>
                  </a:lnTo>
                  <a:lnTo>
                    <a:pt x="309848" y="2588423"/>
                  </a:lnTo>
                  <a:lnTo>
                    <a:pt x="310483" y="2588984"/>
                  </a:lnTo>
                  <a:lnTo>
                    <a:pt x="311118" y="2589378"/>
                  </a:lnTo>
                  <a:lnTo>
                    <a:pt x="311753" y="2589560"/>
                  </a:lnTo>
                  <a:lnTo>
                    <a:pt x="312387" y="2589753"/>
                  </a:lnTo>
                  <a:lnTo>
                    <a:pt x="313022" y="2589945"/>
                  </a:lnTo>
                  <a:lnTo>
                    <a:pt x="313657" y="2590174"/>
                  </a:lnTo>
                  <a:lnTo>
                    <a:pt x="314292" y="2590443"/>
                  </a:lnTo>
                  <a:lnTo>
                    <a:pt x="314927" y="2590761"/>
                  </a:lnTo>
                  <a:lnTo>
                    <a:pt x="315562" y="2591094"/>
                  </a:lnTo>
                  <a:lnTo>
                    <a:pt x="316197" y="2591395"/>
                  </a:lnTo>
                  <a:lnTo>
                    <a:pt x="316831" y="2591748"/>
                  </a:lnTo>
                  <a:lnTo>
                    <a:pt x="317466" y="2592155"/>
                  </a:lnTo>
                  <a:lnTo>
                    <a:pt x="318101" y="2592761"/>
                  </a:lnTo>
                  <a:lnTo>
                    <a:pt x="318736" y="2593387"/>
                  </a:lnTo>
                  <a:lnTo>
                    <a:pt x="319371" y="2594134"/>
                  </a:lnTo>
                  <a:lnTo>
                    <a:pt x="320006" y="2595070"/>
                  </a:lnTo>
                  <a:lnTo>
                    <a:pt x="320640" y="2596061"/>
                  </a:lnTo>
                  <a:lnTo>
                    <a:pt x="321275" y="2597261"/>
                  </a:lnTo>
                  <a:lnTo>
                    <a:pt x="321910" y="2598258"/>
                  </a:lnTo>
                  <a:lnTo>
                    <a:pt x="322545" y="2599147"/>
                  </a:lnTo>
                  <a:lnTo>
                    <a:pt x="323180" y="2599871"/>
                  </a:lnTo>
                  <a:lnTo>
                    <a:pt x="323815" y="2600423"/>
                  </a:lnTo>
                  <a:lnTo>
                    <a:pt x="324450" y="2600972"/>
                  </a:lnTo>
                  <a:lnTo>
                    <a:pt x="325084" y="2601609"/>
                  </a:lnTo>
                  <a:lnTo>
                    <a:pt x="325719" y="2602135"/>
                  </a:lnTo>
                  <a:lnTo>
                    <a:pt x="326354" y="2602674"/>
                  </a:lnTo>
                  <a:lnTo>
                    <a:pt x="326989" y="2603197"/>
                  </a:lnTo>
                  <a:lnTo>
                    <a:pt x="327624" y="2603502"/>
                  </a:lnTo>
                  <a:lnTo>
                    <a:pt x="328259" y="2603775"/>
                  </a:lnTo>
                  <a:lnTo>
                    <a:pt x="328893" y="2604018"/>
                  </a:lnTo>
                  <a:lnTo>
                    <a:pt x="329528" y="2604185"/>
                  </a:lnTo>
                  <a:lnTo>
                    <a:pt x="330163" y="2604332"/>
                  </a:lnTo>
                  <a:lnTo>
                    <a:pt x="330798" y="2604623"/>
                  </a:lnTo>
                  <a:lnTo>
                    <a:pt x="331433" y="2605140"/>
                  </a:lnTo>
                  <a:lnTo>
                    <a:pt x="332068" y="2605782"/>
                  </a:lnTo>
                  <a:lnTo>
                    <a:pt x="332703" y="2606462"/>
                  </a:lnTo>
                  <a:lnTo>
                    <a:pt x="333337" y="2607224"/>
                  </a:lnTo>
                  <a:lnTo>
                    <a:pt x="333972" y="2608346"/>
                  </a:lnTo>
                  <a:lnTo>
                    <a:pt x="334607" y="2609543"/>
                  </a:lnTo>
                  <a:lnTo>
                    <a:pt x="335242" y="2610698"/>
                  </a:lnTo>
                  <a:lnTo>
                    <a:pt x="335877" y="2612002"/>
                  </a:lnTo>
                  <a:lnTo>
                    <a:pt x="336512" y="2613199"/>
                  </a:lnTo>
                  <a:lnTo>
                    <a:pt x="337146" y="2614474"/>
                  </a:lnTo>
                  <a:lnTo>
                    <a:pt x="337781" y="2615713"/>
                  </a:lnTo>
                  <a:lnTo>
                    <a:pt x="338416" y="2616971"/>
                  </a:lnTo>
                  <a:lnTo>
                    <a:pt x="339051" y="2618183"/>
                  </a:lnTo>
                  <a:lnTo>
                    <a:pt x="339686" y="2619320"/>
                  </a:lnTo>
                  <a:lnTo>
                    <a:pt x="340321" y="2620402"/>
                  </a:lnTo>
                  <a:lnTo>
                    <a:pt x="340956" y="2621468"/>
                  </a:lnTo>
                  <a:lnTo>
                    <a:pt x="341590" y="2622402"/>
                  </a:lnTo>
                  <a:lnTo>
                    <a:pt x="342225" y="2623335"/>
                  </a:lnTo>
                  <a:lnTo>
                    <a:pt x="342860" y="2624300"/>
                  </a:lnTo>
                  <a:lnTo>
                    <a:pt x="343495" y="2625202"/>
                  </a:lnTo>
                  <a:lnTo>
                    <a:pt x="344130" y="2626090"/>
                  </a:lnTo>
                  <a:lnTo>
                    <a:pt x="344765" y="2626836"/>
                  </a:lnTo>
                  <a:lnTo>
                    <a:pt x="345399" y="2627244"/>
                  </a:lnTo>
                  <a:lnTo>
                    <a:pt x="346034" y="2627609"/>
                  </a:lnTo>
                  <a:lnTo>
                    <a:pt x="346669" y="2628054"/>
                  </a:lnTo>
                  <a:lnTo>
                    <a:pt x="347304" y="2628742"/>
                  </a:lnTo>
                  <a:lnTo>
                    <a:pt x="347939" y="2629788"/>
                  </a:lnTo>
                  <a:lnTo>
                    <a:pt x="348574" y="2631012"/>
                  </a:lnTo>
                  <a:lnTo>
                    <a:pt x="349209" y="2632085"/>
                  </a:lnTo>
                  <a:lnTo>
                    <a:pt x="349843" y="2633025"/>
                  </a:lnTo>
                  <a:lnTo>
                    <a:pt x="350478" y="2633928"/>
                  </a:lnTo>
                  <a:lnTo>
                    <a:pt x="351113" y="2634694"/>
                  </a:lnTo>
                  <a:lnTo>
                    <a:pt x="351748" y="2635365"/>
                  </a:lnTo>
                  <a:lnTo>
                    <a:pt x="352383" y="2635731"/>
                  </a:lnTo>
                  <a:lnTo>
                    <a:pt x="353018" y="2636050"/>
                  </a:lnTo>
                  <a:lnTo>
                    <a:pt x="353652" y="2636171"/>
                  </a:lnTo>
                  <a:lnTo>
                    <a:pt x="354287" y="2636553"/>
                  </a:lnTo>
                  <a:lnTo>
                    <a:pt x="354922" y="2636901"/>
                  </a:lnTo>
                  <a:lnTo>
                    <a:pt x="355557" y="2637122"/>
                  </a:lnTo>
                  <a:lnTo>
                    <a:pt x="356192" y="2637277"/>
                  </a:lnTo>
                  <a:lnTo>
                    <a:pt x="356827" y="2637648"/>
                  </a:lnTo>
                  <a:lnTo>
                    <a:pt x="357462" y="2637704"/>
                  </a:lnTo>
                  <a:lnTo>
                    <a:pt x="358096" y="2637847"/>
                  </a:lnTo>
                  <a:lnTo>
                    <a:pt x="358731" y="2638037"/>
                  </a:lnTo>
                  <a:lnTo>
                    <a:pt x="359366" y="2638226"/>
                  </a:lnTo>
                  <a:lnTo>
                    <a:pt x="360001" y="2638416"/>
                  </a:lnTo>
                  <a:lnTo>
                    <a:pt x="360636" y="2638606"/>
                  </a:lnTo>
                  <a:lnTo>
                    <a:pt x="361271" y="2638796"/>
                  </a:lnTo>
                  <a:lnTo>
                    <a:pt x="361905" y="2638985"/>
                  </a:lnTo>
                  <a:lnTo>
                    <a:pt x="362540" y="2639175"/>
                  </a:lnTo>
                  <a:lnTo>
                    <a:pt x="363175" y="2639488"/>
                  </a:lnTo>
                  <a:lnTo>
                    <a:pt x="363810" y="2639868"/>
                  </a:lnTo>
                  <a:lnTo>
                    <a:pt x="364445" y="2640248"/>
                  </a:lnTo>
                  <a:lnTo>
                    <a:pt x="365080" y="2640627"/>
                  </a:lnTo>
                  <a:lnTo>
                    <a:pt x="365714" y="2641007"/>
                  </a:lnTo>
                  <a:lnTo>
                    <a:pt x="366349" y="2641386"/>
                  </a:lnTo>
                  <a:lnTo>
                    <a:pt x="366984" y="2641766"/>
                  </a:lnTo>
                  <a:lnTo>
                    <a:pt x="367619" y="2642003"/>
                  </a:lnTo>
                  <a:lnTo>
                    <a:pt x="368254" y="2642193"/>
                  </a:lnTo>
                  <a:lnTo>
                    <a:pt x="368889" y="2642383"/>
                  </a:lnTo>
                  <a:lnTo>
                    <a:pt x="369524" y="2642572"/>
                  </a:lnTo>
                  <a:lnTo>
                    <a:pt x="370158" y="2642762"/>
                  </a:lnTo>
                  <a:lnTo>
                    <a:pt x="370793" y="2642952"/>
                  </a:lnTo>
                  <a:lnTo>
                    <a:pt x="371428" y="2643142"/>
                  </a:lnTo>
                  <a:lnTo>
                    <a:pt x="372063" y="2643331"/>
                  </a:lnTo>
                  <a:lnTo>
                    <a:pt x="372698" y="2643398"/>
                  </a:lnTo>
                  <a:lnTo>
                    <a:pt x="373333" y="2643398"/>
                  </a:lnTo>
                  <a:lnTo>
                    <a:pt x="373967" y="2643398"/>
                  </a:lnTo>
                  <a:lnTo>
                    <a:pt x="374602" y="2643398"/>
                  </a:lnTo>
                  <a:lnTo>
                    <a:pt x="375237" y="2643398"/>
                  </a:lnTo>
                  <a:lnTo>
                    <a:pt x="375872" y="2643398"/>
                  </a:lnTo>
                  <a:lnTo>
                    <a:pt x="376507" y="2643398"/>
                  </a:lnTo>
                  <a:lnTo>
                    <a:pt x="377142" y="2643398"/>
                  </a:lnTo>
                  <a:lnTo>
                    <a:pt x="377777" y="2643398"/>
                  </a:lnTo>
                  <a:lnTo>
                    <a:pt x="378411" y="2643398"/>
                  </a:lnTo>
                  <a:lnTo>
                    <a:pt x="379046" y="2643398"/>
                  </a:lnTo>
                  <a:lnTo>
                    <a:pt x="379681" y="2643398"/>
                  </a:lnTo>
                  <a:lnTo>
                    <a:pt x="380316" y="2643398"/>
                  </a:lnTo>
                  <a:lnTo>
                    <a:pt x="380951" y="2643398"/>
                  </a:lnTo>
                  <a:lnTo>
                    <a:pt x="381586" y="2643398"/>
                  </a:lnTo>
                  <a:lnTo>
                    <a:pt x="382220" y="2643398"/>
                  </a:lnTo>
                  <a:lnTo>
                    <a:pt x="382855" y="2643398"/>
                  </a:lnTo>
                  <a:lnTo>
                    <a:pt x="383490" y="2643398"/>
                  </a:lnTo>
                  <a:lnTo>
                    <a:pt x="384125" y="2643398"/>
                  </a:lnTo>
                  <a:lnTo>
                    <a:pt x="384760" y="2643398"/>
                  </a:lnTo>
                  <a:lnTo>
                    <a:pt x="385395" y="2643398"/>
                  </a:lnTo>
                  <a:lnTo>
                    <a:pt x="386030" y="2643398"/>
                  </a:lnTo>
                  <a:lnTo>
                    <a:pt x="386664" y="2643398"/>
                  </a:lnTo>
                  <a:lnTo>
                    <a:pt x="387299" y="2643398"/>
                  </a:lnTo>
                  <a:lnTo>
                    <a:pt x="387934" y="2643398"/>
                  </a:lnTo>
                  <a:lnTo>
                    <a:pt x="388569" y="2643398"/>
                  </a:lnTo>
                  <a:lnTo>
                    <a:pt x="389204" y="2643398"/>
                  </a:lnTo>
                  <a:lnTo>
                    <a:pt x="389839" y="2643398"/>
                  </a:lnTo>
                  <a:lnTo>
                    <a:pt x="390473" y="2643398"/>
                  </a:lnTo>
                  <a:lnTo>
                    <a:pt x="391108" y="2643398"/>
                  </a:lnTo>
                  <a:lnTo>
                    <a:pt x="391743" y="2643398"/>
                  </a:lnTo>
                  <a:lnTo>
                    <a:pt x="392378" y="2643398"/>
                  </a:lnTo>
                  <a:lnTo>
                    <a:pt x="393013" y="2643398"/>
                  </a:lnTo>
                  <a:lnTo>
                    <a:pt x="393648" y="2643398"/>
                  </a:lnTo>
                  <a:lnTo>
                    <a:pt x="394283" y="2643398"/>
                  </a:lnTo>
                  <a:lnTo>
                    <a:pt x="394917" y="2643398"/>
                  </a:lnTo>
                  <a:lnTo>
                    <a:pt x="395552" y="2643398"/>
                  </a:lnTo>
                  <a:lnTo>
                    <a:pt x="396187" y="2643398"/>
                  </a:lnTo>
                  <a:lnTo>
                    <a:pt x="396822" y="2643398"/>
                  </a:lnTo>
                  <a:lnTo>
                    <a:pt x="397457" y="2643398"/>
                  </a:lnTo>
                  <a:lnTo>
                    <a:pt x="398092" y="2643398"/>
                  </a:lnTo>
                  <a:lnTo>
                    <a:pt x="398726" y="2643398"/>
                  </a:lnTo>
                  <a:lnTo>
                    <a:pt x="399361" y="2643398"/>
                  </a:lnTo>
                  <a:lnTo>
                    <a:pt x="399996" y="2643398"/>
                  </a:lnTo>
                  <a:lnTo>
                    <a:pt x="400631" y="2643398"/>
                  </a:lnTo>
                  <a:lnTo>
                    <a:pt x="401266" y="2643540"/>
                  </a:lnTo>
                  <a:lnTo>
                    <a:pt x="401901" y="2643730"/>
                  </a:lnTo>
                  <a:lnTo>
                    <a:pt x="402536" y="2643920"/>
                  </a:lnTo>
                  <a:lnTo>
                    <a:pt x="403170" y="2644109"/>
                  </a:lnTo>
                  <a:lnTo>
                    <a:pt x="403805" y="2644299"/>
                  </a:lnTo>
                  <a:lnTo>
                    <a:pt x="404440" y="2644489"/>
                  </a:lnTo>
                  <a:lnTo>
                    <a:pt x="405075" y="2644679"/>
                  </a:lnTo>
                  <a:lnTo>
                    <a:pt x="405710" y="2644869"/>
                  </a:lnTo>
                  <a:lnTo>
                    <a:pt x="406345" y="2645229"/>
                  </a:lnTo>
                  <a:lnTo>
                    <a:pt x="406979" y="2645609"/>
                  </a:lnTo>
                  <a:lnTo>
                    <a:pt x="407614" y="2645988"/>
                  </a:lnTo>
                  <a:lnTo>
                    <a:pt x="408249" y="2646368"/>
                  </a:lnTo>
                  <a:lnTo>
                    <a:pt x="408884" y="2646747"/>
                  </a:lnTo>
                  <a:lnTo>
                    <a:pt x="409519" y="2647127"/>
                  </a:lnTo>
                  <a:lnTo>
                    <a:pt x="410154" y="2647507"/>
                  </a:lnTo>
                  <a:lnTo>
                    <a:pt x="410789" y="2647744"/>
                  </a:lnTo>
                  <a:lnTo>
                    <a:pt x="411423" y="2648038"/>
                  </a:lnTo>
                  <a:lnTo>
                    <a:pt x="412058" y="2648417"/>
                  </a:lnTo>
                  <a:lnTo>
                    <a:pt x="412693" y="2648797"/>
                  </a:lnTo>
                  <a:lnTo>
                    <a:pt x="413328" y="2649177"/>
                  </a:lnTo>
                  <a:lnTo>
                    <a:pt x="413963" y="2649556"/>
                  </a:lnTo>
                  <a:lnTo>
                    <a:pt x="414598" y="2649936"/>
                  </a:lnTo>
                  <a:lnTo>
                    <a:pt x="415232" y="2650315"/>
                  </a:lnTo>
                  <a:lnTo>
                    <a:pt x="415867" y="2650524"/>
                  </a:lnTo>
                  <a:lnTo>
                    <a:pt x="416502" y="2650885"/>
                  </a:lnTo>
                  <a:lnTo>
                    <a:pt x="417137" y="2651482"/>
                  </a:lnTo>
                  <a:lnTo>
                    <a:pt x="417772" y="2652241"/>
                  </a:lnTo>
                  <a:lnTo>
                    <a:pt x="418407" y="2653001"/>
                  </a:lnTo>
                  <a:lnTo>
                    <a:pt x="419042" y="2653760"/>
                  </a:lnTo>
                  <a:lnTo>
                    <a:pt x="419676" y="2654519"/>
                  </a:lnTo>
                  <a:lnTo>
                    <a:pt x="420311" y="2655278"/>
                  </a:lnTo>
                  <a:lnTo>
                    <a:pt x="420946" y="2655933"/>
                  </a:lnTo>
                  <a:lnTo>
                    <a:pt x="421581" y="2656502"/>
                  </a:lnTo>
                  <a:lnTo>
                    <a:pt x="422216" y="2657071"/>
                  </a:lnTo>
                  <a:lnTo>
                    <a:pt x="422851" y="2657641"/>
                  </a:lnTo>
                  <a:lnTo>
                    <a:pt x="423485" y="2658210"/>
                  </a:lnTo>
                  <a:lnTo>
                    <a:pt x="424120" y="2658779"/>
                  </a:lnTo>
                  <a:lnTo>
                    <a:pt x="424755" y="2659349"/>
                  </a:lnTo>
                  <a:lnTo>
                    <a:pt x="425390" y="2659918"/>
                  </a:lnTo>
                  <a:lnTo>
                    <a:pt x="426025" y="2660316"/>
                  </a:lnTo>
                  <a:lnTo>
                    <a:pt x="426660" y="2660478"/>
                  </a:lnTo>
                  <a:lnTo>
                    <a:pt x="427294" y="2660478"/>
                  </a:lnTo>
                  <a:lnTo>
                    <a:pt x="427929" y="2660478"/>
                  </a:lnTo>
                  <a:lnTo>
                    <a:pt x="428564" y="2660478"/>
                  </a:lnTo>
                  <a:lnTo>
                    <a:pt x="429199" y="2660478"/>
                  </a:lnTo>
                  <a:lnTo>
                    <a:pt x="429834" y="2660478"/>
                  </a:lnTo>
                  <a:lnTo>
                    <a:pt x="430469" y="2660478"/>
                  </a:lnTo>
                  <a:lnTo>
                    <a:pt x="431104" y="2660478"/>
                  </a:lnTo>
                  <a:lnTo>
                    <a:pt x="431738" y="2660478"/>
                  </a:lnTo>
                  <a:lnTo>
                    <a:pt x="432373" y="2660478"/>
                  </a:lnTo>
                  <a:lnTo>
                    <a:pt x="433008" y="2660478"/>
                  </a:lnTo>
                  <a:lnTo>
                    <a:pt x="433643" y="2660478"/>
                  </a:lnTo>
                  <a:lnTo>
                    <a:pt x="434278" y="2660478"/>
                  </a:lnTo>
                  <a:lnTo>
                    <a:pt x="434913" y="2660478"/>
                  </a:lnTo>
                  <a:lnTo>
                    <a:pt x="435547" y="2660478"/>
                  </a:lnTo>
                  <a:lnTo>
                    <a:pt x="436182" y="2660478"/>
                  </a:lnTo>
                  <a:lnTo>
                    <a:pt x="436817" y="2660478"/>
                  </a:lnTo>
                  <a:lnTo>
                    <a:pt x="437452" y="2660478"/>
                  </a:lnTo>
                  <a:lnTo>
                    <a:pt x="438087" y="2660478"/>
                  </a:lnTo>
                  <a:lnTo>
                    <a:pt x="438722" y="2660478"/>
                  </a:lnTo>
                  <a:lnTo>
                    <a:pt x="439357" y="2660478"/>
                  </a:lnTo>
                  <a:lnTo>
                    <a:pt x="439991" y="2660478"/>
                  </a:lnTo>
                  <a:lnTo>
                    <a:pt x="440626" y="2660478"/>
                  </a:lnTo>
                  <a:lnTo>
                    <a:pt x="441261" y="2660478"/>
                  </a:lnTo>
                  <a:lnTo>
                    <a:pt x="441896" y="2660478"/>
                  </a:lnTo>
                  <a:lnTo>
                    <a:pt x="442531" y="2660478"/>
                  </a:lnTo>
                  <a:lnTo>
                    <a:pt x="443166" y="2660478"/>
                  </a:lnTo>
                  <a:lnTo>
                    <a:pt x="443800" y="2660478"/>
                  </a:lnTo>
                  <a:lnTo>
                    <a:pt x="444435" y="2660478"/>
                  </a:lnTo>
                  <a:lnTo>
                    <a:pt x="445070" y="2660478"/>
                  </a:lnTo>
                  <a:lnTo>
                    <a:pt x="445705" y="2660478"/>
                  </a:lnTo>
                  <a:lnTo>
                    <a:pt x="446340" y="2660478"/>
                  </a:lnTo>
                  <a:lnTo>
                    <a:pt x="446975" y="2660478"/>
                  </a:lnTo>
                  <a:lnTo>
                    <a:pt x="447610" y="2660478"/>
                  </a:lnTo>
                  <a:lnTo>
                    <a:pt x="448244" y="2660478"/>
                  </a:lnTo>
                  <a:lnTo>
                    <a:pt x="448879" y="2660649"/>
                  </a:lnTo>
                  <a:lnTo>
                    <a:pt x="449514" y="2660905"/>
                  </a:lnTo>
                  <a:lnTo>
                    <a:pt x="450149" y="2661284"/>
                  </a:lnTo>
                  <a:lnTo>
                    <a:pt x="450540" y="2661518"/>
                  </a:lnTo>
                  <a:lnTo>
                    <a:pt x="470031" y="2661518"/>
                  </a:lnTo>
                  <a:lnTo>
                    <a:pt x="470464" y="2661325"/>
                  </a:lnTo>
                  <a:lnTo>
                    <a:pt x="471099" y="2661041"/>
                  </a:lnTo>
                  <a:lnTo>
                    <a:pt x="471734" y="2660779"/>
                  </a:lnTo>
                  <a:lnTo>
                    <a:pt x="472369" y="2660779"/>
                  </a:lnTo>
                  <a:lnTo>
                    <a:pt x="473003" y="2660779"/>
                  </a:lnTo>
                  <a:lnTo>
                    <a:pt x="473638" y="2660779"/>
                  </a:lnTo>
                  <a:lnTo>
                    <a:pt x="474273" y="2660779"/>
                  </a:lnTo>
                  <a:lnTo>
                    <a:pt x="474908" y="2660779"/>
                  </a:lnTo>
                  <a:lnTo>
                    <a:pt x="475543" y="2660779"/>
                  </a:lnTo>
                  <a:lnTo>
                    <a:pt x="476178" y="2660779"/>
                  </a:lnTo>
                  <a:lnTo>
                    <a:pt x="476812" y="2660779"/>
                  </a:lnTo>
                  <a:lnTo>
                    <a:pt x="477447" y="2660779"/>
                  </a:lnTo>
                  <a:lnTo>
                    <a:pt x="478082" y="2660779"/>
                  </a:lnTo>
                  <a:lnTo>
                    <a:pt x="478717" y="2660779"/>
                  </a:lnTo>
                  <a:lnTo>
                    <a:pt x="479352" y="2660779"/>
                  </a:lnTo>
                  <a:lnTo>
                    <a:pt x="479987" y="2660779"/>
                  </a:lnTo>
                  <a:lnTo>
                    <a:pt x="480621" y="2660779"/>
                  </a:lnTo>
                  <a:lnTo>
                    <a:pt x="481256" y="2660779"/>
                  </a:lnTo>
                  <a:lnTo>
                    <a:pt x="481891" y="2660779"/>
                  </a:lnTo>
                  <a:lnTo>
                    <a:pt x="482526" y="2660779"/>
                  </a:lnTo>
                  <a:lnTo>
                    <a:pt x="483161" y="2660779"/>
                  </a:lnTo>
                  <a:lnTo>
                    <a:pt x="483796" y="2660779"/>
                  </a:lnTo>
                  <a:lnTo>
                    <a:pt x="484431" y="2660779"/>
                  </a:lnTo>
                  <a:lnTo>
                    <a:pt x="485065" y="2660779"/>
                  </a:lnTo>
                  <a:lnTo>
                    <a:pt x="485700" y="2660779"/>
                  </a:lnTo>
                  <a:lnTo>
                    <a:pt x="486335" y="2660779"/>
                  </a:lnTo>
                  <a:lnTo>
                    <a:pt x="486970" y="2660779"/>
                  </a:lnTo>
                  <a:lnTo>
                    <a:pt x="487605" y="2660779"/>
                  </a:lnTo>
                  <a:lnTo>
                    <a:pt x="488240" y="2660779"/>
                  </a:lnTo>
                  <a:lnTo>
                    <a:pt x="488874" y="2660779"/>
                  </a:lnTo>
                  <a:lnTo>
                    <a:pt x="489509" y="2660779"/>
                  </a:lnTo>
                  <a:lnTo>
                    <a:pt x="490144" y="2660779"/>
                  </a:lnTo>
                  <a:lnTo>
                    <a:pt x="490779" y="2660779"/>
                  </a:lnTo>
                  <a:lnTo>
                    <a:pt x="491414" y="2660779"/>
                  </a:lnTo>
                  <a:lnTo>
                    <a:pt x="492049" y="2660779"/>
                  </a:lnTo>
                  <a:lnTo>
                    <a:pt x="492684" y="2660779"/>
                  </a:lnTo>
                  <a:lnTo>
                    <a:pt x="493318" y="2660779"/>
                  </a:lnTo>
                  <a:lnTo>
                    <a:pt x="493953" y="2660779"/>
                  </a:lnTo>
                  <a:lnTo>
                    <a:pt x="494588" y="2660779"/>
                  </a:lnTo>
                  <a:lnTo>
                    <a:pt x="495223" y="2660779"/>
                  </a:lnTo>
                  <a:lnTo>
                    <a:pt x="495858" y="2660779"/>
                  </a:lnTo>
                  <a:lnTo>
                    <a:pt x="496493" y="2660779"/>
                  </a:lnTo>
                  <a:lnTo>
                    <a:pt x="497127" y="2660779"/>
                  </a:lnTo>
                  <a:lnTo>
                    <a:pt x="497762" y="2660779"/>
                  </a:lnTo>
                  <a:lnTo>
                    <a:pt x="498397" y="2660779"/>
                  </a:lnTo>
                  <a:lnTo>
                    <a:pt x="499032" y="2660779"/>
                  </a:lnTo>
                  <a:lnTo>
                    <a:pt x="499667" y="2660779"/>
                  </a:lnTo>
                  <a:lnTo>
                    <a:pt x="500302" y="2660779"/>
                  </a:lnTo>
                  <a:lnTo>
                    <a:pt x="500937" y="2660779"/>
                  </a:lnTo>
                  <a:lnTo>
                    <a:pt x="501571" y="2660779"/>
                  </a:lnTo>
                  <a:lnTo>
                    <a:pt x="502206" y="2660779"/>
                  </a:lnTo>
                  <a:lnTo>
                    <a:pt x="502841" y="2660779"/>
                  </a:lnTo>
                  <a:lnTo>
                    <a:pt x="503476" y="2660779"/>
                  </a:lnTo>
                  <a:lnTo>
                    <a:pt x="504111" y="2660779"/>
                  </a:lnTo>
                  <a:lnTo>
                    <a:pt x="504746" y="2660779"/>
                  </a:lnTo>
                  <a:lnTo>
                    <a:pt x="505380" y="2660779"/>
                  </a:lnTo>
                  <a:lnTo>
                    <a:pt x="506015" y="2660779"/>
                  </a:lnTo>
                  <a:lnTo>
                    <a:pt x="506650" y="2660779"/>
                  </a:lnTo>
                  <a:lnTo>
                    <a:pt x="507285" y="2660779"/>
                  </a:lnTo>
                  <a:lnTo>
                    <a:pt x="507920" y="2660779"/>
                  </a:lnTo>
                  <a:lnTo>
                    <a:pt x="508555" y="2660779"/>
                  </a:lnTo>
                  <a:lnTo>
                    <a:pt x="509190" y="2660779"/>
                  </a:lnTo>
                  <a:lnTo>
                    <a:pt x="509824" y="2660779"/>
                  </a:lnTo>
                  <a:lnTo>
                    <a:pt x="510459" y="2660779"/>
                  </a:lnTo>
                  <a:lnTo>
                    <a:pt x="511094" y="2660779"/>
                  </a:lnTo>
                  <a:lnTo>
                    <a:pt x="511729" y="2660779"/>
                  </a:lnTo>
                  <a:lnTo>
                    <a:pt x="512364" y="2660779"/>
                  </a:lnTo>
                  <a:lnTo>
                    <a:pt x="512999" y="2660779"/>
                  </a:lnTo>
                  <a:lnTo>
                    <a:pt x="513633" y="2660779"/>
                  </a:lnTo>
                  <a:lnTo>
                    <a:pt x="514268" y="2660779"/>
                  </a:lnTo>
                  <a:lnTo>
                    <a:pt x="514903" y="2660779"/>
                  </a:lnTo>
                  <a:lnTo>
                    <a:pt x="515538" y="2660779"/>
                  </a:lnTo>
                  <a:lnTo>
                    <a:pt x="516173" y="2660779"/>
                  </a:lnTo>
                  <a:lnTo>
                    <a:pt x="516808" y="2660779"/>
                  </a:lnTo>
                  <a:lnTo>
                    <a:pt x="517443" y="2660779"/>
                  </a:lnTo>
                  <a:lnTo>
                    <a:pt x="518077" y="2660779"/>
                  </a:lnTo>
                  <a:lnTo>
                    <a:pt x="518712" y="2660779"/>
                  </a:lnTo>
                  <a:lnTo>
                    <a:pt x="519347" y="2660779"/>
                  </a:lnTo>
                  <a:lnTo>
                    <a:pt x="519982" y="2660779"/>
                  </a:lnTo>
                  <a:lnTo>
                    <a:pt x="520617" y="2660779"/>
                  </a:lnTo>
                  <a:lnTo>
                    <a:pt x="521252" y="2660779"/>
                  </a:lnTo>
                  <a:lnTo>
                    <a:pt x="521886" y="2660779"/>
                  </a:lnTo>
                  <a:lnTo>
                    <a:pt x="522521" y="2660779"/>
                  </a:lnTo>
                  <a:lnTo>
                    <a:pt x="523156" y="2660779"/>
                  </a:lnTo>
                  <a:lnTo>
                    <a:pt x="523791" y="2660779"/>
                  </a:lnTo>
                  <a:lnTo>
                    <a:pt x="524426" y="2660779"/>
                  </a:lnTo>
                  <a:lnTo>
                    <a:pt x="525061" y="2660779"/>
                  </a:lnTo>
                  <a:lnTo>
                    <a:pt x="525696" y="2660779"/>
                  </a:lnTo>
                  <a:lnTo>
                    <a:pt x="526330" y="2660655"/>
                  </a:lnTo>
                  <a:lnTo>
                    <a:pt x="526965" y="2660466"/>
                  </a:lnTo>
                  <a:lnTo>
                    <a:pt x="527600" y="2660257"/>
                  </a:lnTo>
                  <a:lnTo>
                    <a:pt x="528235" y="2659877"/>
                  </a:lnTo>
                  <a:lnTo>
                    <a:pt x="528870" y="2659498"/>
                  </a:lnTo>
                  <a:lnTo>
                    <a:pt x="529505" y="2659118"/>
                  </a:lnTo>
                  <a:lnTo>
                    <a:pt x="530139" y="2658739"/>
                  </a:lnTo>
                  <a:lnTo>
                    <a:pt x="530774" y="2658359"/>
                  </a:lnTo>
                  <a:lnTo>
                    <a:pt x="531409" y="2657980"/>
                  </a:lnTo>
                  <a:lnTo>
                    <a:pt x="532044" y="2657600"/>
                  </a:lnTo>
                  <a:lnTo>
                    <a:pt x="532679" y="2657221"/>
                  </a:lnTo>
                  <a:lnTo>
                    <a:pt x="533314" y="2656841"/>
                  </a:lnTo>
                  <a:lnTo>
                    <a:pt x="533948" y="2656461"/>
                  </a:lnTo>
                  <a:lnTo>
                    <a:pt x="534583" y="2656082"/>
                  </a:lnTo>
                  <a:lnTo>
                    <a:pt x="535218" y="2655702"/>
                  </a:lnTo>
                  <a:lnTo>
                    <a:pt x="535853" y="2655446"/>
                  </a:lnTo>
                  <a:lnTo>
                    <a:pt x="536488" y="2655256"/>
                  </a:lnTo>
                  <a:lnTo>
                    <a:pt x="537123" y="2655086"/>
                  </a:lnTo>
                  <a:lnTo>
                    <a:pt x="537758" y="2655086"/>
                  </a:lnTo>
                  <a:lnTo>
                    <a:pt x="538392" y="2655086"/>
                  </a:lnTo>
                  <a:lnTo>
                    <a:pt x="539027" y="2655086"/>
                  </a:lnTo>
                  <a:lnTo>
                    <a:pt x="539662" y="2655086"/>
                  </a:lnTo>
                  <a:lnTo>
                    <a:pt x="540297" y="2655086"/>
                  </a:lnTo>
                  <a:lnTo>
                    <a:pt x="540932" y="2655086"/>
                  </a:lnTo>
                  <a:lnTo>
                    <a:pt x="541567" y="2655086"/>
                  </a:lnTo>
                  <a:lnTo>
                    <a:pt x="542201" y="2655086"/>
                  </a:lnTo>
                  <a:lnTo>
                    <a:pt x="542836" y="2655086"/>
                  </a:lnTo>
                  <a:lnTo>
                    <a:pt x="543471" y="2655086"/>
                  </a:lnTo>
                  <a:lnTo>
                    <a:pt x="544106" y="2655086"/>
                  </a:lnTo>
                  <a:lnTo>
                    <a:pt x="544741" y="2655086"/>
                  </a:lnTo>
                  <a:lnTo>
                    <a:pt x="545376" y="2655086"/>
                  </a:lnTo>
                  <a:lnTo>
                    <a:pt x="546011" y="2655086"/>
                  </a:lnTo>
                  <a:lnTo>
                    <a:pt x="546645" y="2655086"/>
                  </a:lnTo>
                  <a:lnTo>
                    <a:pt x="547280" y="2655086"/>
                  </a:lnTo>
                  <a:lnTo>
                    <a:pt x="547915" y="2655086"/>
                  </a:lnTo>
                  <a:lnTo>
                    <a:pt x="548550" y="2655086"/>
                  </a:lnTo>
                  <a:lnTo>
                    <a:pt x="549185" y="2655086"/>
                  </a:lnTo>
                  <a:lnTo>
                    <a:pt x="549820" y="2655086"/>
                  </a:lnTo>
                  <a:lnTo>
                    <a:pt x="550454" y="2655086"/>
                  </a:lnTo>
                  <a:lnTo>
                    <a:pt x="551089" y="2655086"/>
                  </a:lnTo>
                  <a:lnTo>
                    <a:pt x="551724" y="2655086"/>
                  </a:lnTo>
                  <a:lnTo>
                    <a:pt x="552359" y="2655086"/>
                  </a:lnTo>
                  <a:lnTo>
                    <a:pt x="552994" y="2655086"/>
                  </a:lnTo>
                  <a:lnTo>
                    <a:pt x="553629" y="2655086"/>
                  </a:lnTo>
                  <a:lnTo>
                    <a:pt x="554264" y="2655086"/>
                  </a:lnTo>
                  <a:lnTo>
                    <a:pt x="554898" y="2655086"/>
                  </a:lnTo>
                  <a:lnTo>
                    <a:pt x="555533" y="2655086"/>
                  </a:lnTo>
                  <a:lnTo>
                    <a:pt x="556168" y="2655086"/>
                  </a:lnTo>
                  <a:lnTo>
                    <a:pt x="556803" y="2655086"/>
                  </a:lnTo>
                  <a:lnTo>
                    <a:pt x="557438" y="2655086"/>
                  </a:lnTo>
                  <a:lnTo>
                    <a:pt x="558073" y="2655086"/>
                  </a:lnTo>
                  <a:lnTo>
                    <a:pt x="558707" y="2655086"/>
                  </a:lnTo>
                  <a:lnTo>
                    <a:pt x="559342" y="2655086"/>
                  </a:lnTo>
                  <a:lnTo>
                    <a:pt x="559977" y="2655086"/>
                  </a:lnTo>
                  <a:lnTo>
                    <a:pt x="560612" y="2655086"/>
                  </a:lnTo>
                  <a:lnTo>
                    <a:pt x="561247" y="2655086"/>
                  </a:lnTo>
                  <a:lnTo>
                    <a:pt x="561882" y="2655086"/>
                  </a:lnTo>
                  <a:lnTo>
                    <a:pt x="562517" y="2655086"/>
                  </a:lnTo>
                  <a:lnTo>
                    <a:pt x="563151" y="2655342"/>
                  </a:lnTo>
                  <a:lnTo>
                    <a:pt x="563786" y="2655626"/>
                  </a:lnTo>
                  <a:lnTo>
                    <a:pt x="564421" y="2655931"/>
                  </a:lnTo>
                  <a:lnTo>
                    <a:pt x="565056" y="2656240"/>
                  </a:lnTo>
                  <a:lnTo>
                    <a:pt x="565691" y="2656549"/>
                  </a:lnTo>
                  <a:lnTo>
                    <a:pt x="566326" y="2656858"/>
                  </a:lnTo>
                  <a:lnTo>
                    <a:pt x="566960" y="2657167"/>
                  </a:lnTo>
                  <a:lnTo>
                    <a:pt x="567595" y="2657477"/>
                  </a:lnTo>
                  <a:lnTo>
                    <a:pt x="568230" y="2657786"/>
                  </a:lnTo>
                  <a:lnTo>
                    <a:pt x="568865" y="2658095"/>
                  </a:lnTo>
                  <a:lnTo>
                    <a:pt x="569500" y="2658404"/>
                  </a:lnTo>
                  <a:lnTo>
                    <a:pt x="570135" y="2658713"/>
                  </a:lnTo>
                  <a:lnTo>
                    <a:pt x="570770" y="2659022"/>
                  </a:lnTo>
                  <a:lnTo>
                    <a:pt x="571404" y="2659269"/>
                  </a:lnTo>
                  <a:lnTo>
                    <a:pt x="572039" y="2659440"/>
                  </a:lnTo>
                  <a:lnTo>
                    <a:pt x="572674" y="2659606"/>
                  </a:lnTo>
                  <a:lnTo>
                    <a:pt x="573309" y="2659748"/>
                  </a:lnTo>
                  <a:lnTo>
                    <a:pt x="573944" y="2659853"/>
                  </a:lnTo>
                  <a:lnTo>
                    <a:pt x="574579" y="2659663"/>
                  </a:lnTo>
                  <a:lnTo>
                    <a:pt x="575213" y="2659388"/>
                  </a:lnTo>
                  <a:lnTo>
                    <a:pt x="575848" y="2659009"/>
                  </a:lnTo>
                  <a:lnTo>
                    <a:pt x="576483" y="2658515"/>
                  </a:lnTo>
                  <a:lnTo>
                    <a:pt x="577118" y="2657946"/>
                  </a:lnTo>
                  <a:lnTo>
                    <a:pt x="577753" y="2657225"/>
                  </a:lnTo>
                  <a:lnTo>
                    <a:pt x="578388" y="2656447"/>
                  </a:lnTo>
                  <a:lnTo>
                    <a:pt x="579023" y="2655346"/>
                  </a:lnTo>
                  <a:lnTo>
                    <a:pt x="579657" y="2654207"/>
                  </a:lnTo>
                  <a:lnTo>
                    <a:pt x="580292" y="2652945"/>
                  </a:lnTo>
                  <a:lnTo>
                    <a:pt x="580927" y="2651702"/>
                  </a:lnTo>
                  <a:lnTo>
                    <a:pt x="581562" y="2650564"/>
                  </a:lnTo>
                  <a:lnTo>
                    <a:pt x="582197" y="2649425"/>
                  </a:lnTo>
                  <a:lnTo>
                    <a:pt x="582832" y="2648286"/>
                  </a:lnTo>
                  <a:lnTo>
                    <a:pt x="583466" y="2647148"/>
                  </a:lnTo>
                  <a:lnTo>
                    <a:pt x="584101" y="2646009"/>
                  </a:lnTo>
                  <a:lnTo>
                    <a:pt x="584736" y="2644956"/>
                  </a:lnTo>
                  <a:lnTo>
                    <a:pt x="585371" y="2644007"/>
                  </a:lnTo>
                  <a:lnTo>
                    <a:pt x="586006" y="2643172"/>
                  </a:lnTo>
                  <a:lnTo>
                    <a:pt x="586641" y="2642413"/>
                  </a:lnTo>
                  <a:lnTo>
                    <a:pt x="587275" y="2641805"/>
                  </a:lnTo>
                  <a:lnTo>
                    <a:pt x="587910" y="2641255"/>
                  </a:lnTo>
                  <a:lnTo>
                    <a:pt x="588545" y="2641027"/>
                  </a:lnTo>
                  <a:lnTo>
                    <a:pt x="589180" y="2640838"/>
                  </a:lnTo>
                  <a:lnTo>
                    <a:pt x="589815" y="2640771"/>
                  </a:lnTo>
                  <a:lnTo>
                    <a:pt x="590450" y="2640771"/>
                  </a:lnTo>
                  <a:lnTo>
                    <a:pt x="591085" y="2640771"/>
                  </a:lnTo>
                  <a:lnTo>
                    <a:pt x="591719" y="2640771"/>
                  </a:lnTo>
                  <a:lnTo>
                    <a:pt x="592354" y="2640771"/>
                  </a:lnTo>
                  <a:lnTo>
                    <a:pt x="592989" y="2640771"/>
                  </a:lnTo>
                  <a:lnTo>
                    <a:pt x="593624" y="2640771"/>
                  </a:lnTo>
                  <a:lnTo>
                    <a:pt x="594259" y="2640771"/>
                  </a:lnTo>
                  <a:lnTo>
                    <a:pt x="594894" y="2640581"/>
                  </a:lnTo>
                  <a:lnTo>
                    <a:pt x="595528" y="2640325"/>
                  </a:lnTo>
                  <a:lnTo>
                    <a:pt x="596163" y="2639946"/>
                  </a:lnTo>
                  <a:lnTo>
                    <a:pt x="596798" y="2639566"/>
                  </a:lnTo>
                  <a:lnTo>
                    <a:pt x="597433" y="2639186"/>
                  </a:lnTo>
                  <a:lnTo>
                    <a:pt x="598068" y="2638807"/>
                  </a:lnTo>
                  <a:lnTo>
                    <a:pt x="598703" y="2638427"/>
                  </a:lnTo>
                  <a:lnTo>
                    <a:pt x="599338" y="2638048"/>
                  </a:lnTo>
                  <a:lnTo>
                    <a:pt x="599972" y="2637668"/>
                  </a:lnTo>
                  <a:lnTo>
                    <a:pt x="600607" y="2637289"/>
                  </a:lnTo>
                  <a:lnTo>
                    <a:pt x="601242" y="2636909"/>
                  </a:lnTo>
                  <a:lnTo>
                    <a:pt x="601877" y="2636530"/>
                  </a:lnTo>
                  <a:lnTo>
                    <a:pt x="602512" y="2636150"/>
                  </a:lnTo>
                  <a:lnTo>
                    <a:pt x="603147" y="2635770"/>
                  </a:lnTo>
                  <a:lnTo>
                    <a:pt x="603781" y="2635391"/>
                  </a:lnTo>
                  <a:lnTo>
                    <a:pt x="604416" y="2635201"/>
                  </a:lnTo>
                  <a:lnTo>
                    <a:pt x="605051" y="2635078"/>
                  </a:lnTo>
                  <a:lnTo>
                    <a:pt x="605686" y="2635078"/>
                  </a:lnTo>
                  <a:lnTo>
                    <a:pt x="606321" y="2635078"/>
                  </a:lnTo>
                  <a:lnTo>
                    <a:pt x="606956" y="2635078"/>
                  </a:lnTo>
                  <a:lnTo>
                    <a:pt x="607591" y="2635078"/>
                  </a:lnTo>
                  <a:lnTo>
                    <a:pt x="608225" y="2635078"/>
                  </a:lnTo>
                  <a:lnTo>
                    <a:pt x="608860" y="2635078"/>
                  </a:lnTo>
                  <a:lnTo>
                    <a:pt x="609495" y="2635078"/>
                  </a:lnTo>
                  <a:lnTo>
                    <a:pt x="610130" y="2635078"/>
                  </a:lnTo>
                  <a:lnTo>
                    <a:pt x="610765" y="2635078"/>
                  </a:lnTo>
                  <a:lnTo>
                    <a:pt x="611400" y="2635078"/>
                  </a:lnTo>
                  <a:lnTo>
                    <a:pt x="612034" y="2635078"/>
                  </a:lnTo>
                  <a:lnTo>
                    <a:pt x="612669" y="2635078"/>
                  </a:lnTo>
                  <a:lnTo>
                    <a:pt x="613304" y="2635078"/>
                  </a:lnTo>
                  <a:lnTo>
                    <a:pt x="613939" y="2635078"/>
                  </a:lnTo>
                  <a:lnTo>
                    <a:pt x="614574" y="2635078"/>
                  </a:lnTo>
                  <a:lnTo>
                    <a:pt x="615209" y="2635078"/>
                  </a:lnTo>
                  <a:lnTo>
                    <a:pt x="615844" y="2635078"/>
                  </a:lnTo>
                  <a:lnTo>
                    <a:pt x="616478" y="2635078"/>
                  </a:lnTo>
                  <a:lnTo>
                    <a:pt x="617113" y="2635078"/>
                  </a:lnTo>
                  <a:lnTo>
                    <a:pt x="617748" y="2635078"/>
                  </a:lnTo>
                  <a:lnTo>
                    <a:pt x="618383" y="2635078"/>
                  </a:lnTo>
                  <a:lnTo>
                    <a:pt x="619018" y="2635078"/>
                  </a:lnTo>
                  <a:lnTo>
                    <a:pt x="619653" y="2635078"/>
                  </a:lnTo>
                  <a:lnTo>
                    <a:pt x="620287" y="2635078"/>
                  </a:lnTo>
                  <a:lnTo>
                    <a:pt x="620922" y="2635078"/>
                  </a:lnTo>
                  <a:lnTo>
                    <a:pt x="621557" y="2635078"/>
                  </a:lnTo>
                  <a:lnTo>
                    <a:pt x="622192" y="2635078"/>
                  </a:lnTo>
                  <a:lnTo>
                    <a:pt x="622827" y="2635078"/>
                  </a:lnTo>
                  <a:lnTo>
                    <a:pt x="623462" y="2635078"/>
                  </a:lnTo>
                  <a:lnTo>
                    <a:pt x="624097" y="2635078"/>
                  </a:lnTo>
                  <a:lnTo>
                    <a:pt x="624731" y="2635078"/>
                  </a:lnTo>
                  <a:lnTo>
                    <a:pt x="625366" y="2635078"/>
                  </a:lnTo>
                  <a:lnTo>
                    <a:pt x="626001" y="2635078"/>
                  </a:lnTo>
                  <a:lnTo>
                    <a:pt x="626636" y="2635078"/>
                  </a:lnTo>
                  <a:lnTo>
                    <a:pt x="627271" y="2635078"/>
                  </a:lnTo>
                  <a:lnTo>
                    <a:pt x="627906" y="2635078"/>
                  </a:lnTo>
                  <a:lnTo>
                    <a:pt x="628540" y="2635078"/>
                  </a:lnTo>
                  <a:lnTo>
                    <a:pt x="629175" y="2635078"/>
                  </a:lnTo>
                  <a:lnTo>
                    <a:pt x="629810" y="2635078"/>
                  </a:lnTo>
                  <a:lnTo>
                    <a:pt x="630445" y="2635078"/>
                  </a:lnTo>
                  <a:lnTo>
                    <a:pt x="631080" y="2635078"/>
                  </a:lnTo>
                  <a:lnTo>
                    <a:pt x="631715" y="2635078"/>
                  </a:lnTo>
                  <a:lnTo>
                    <a:pt x="632350" y="2635078"/>
                  </a:lnTo>
                  <a:lnTo>
                    <a:pt x="632984" y="2635078"/>
                  </a:lnTo>
                  <a:lnTo>
                    <a:pt x="633619" y="2635078"/>
                  </a:lnTo>
                  <a:lnTo>
                    <a:pt x="634254" y="2635078"/>
                  </a:lnTo>
                  <a:lnTo>
                    <a:pt x="634889" y="2635078"/>
                  </a:lnTo>
                  <a:lnTo>
                    <a:pt x="635524" y="2635078"/>
                  </a:lnTo>
                  <a:lnTo>
                    <a:pt x="636159" y="2635078"/>
                  </a:lnTo>
                  <a:lnTo>
                    <a:pt x="636793" y="2635078"/>
                  </a:lnTo>
                  <a:lnTo>
                    <a:pt x="637428" y="2635078"/>
                  </a:lnTo>
                  <a:lnTo>
                    <a:pt x="638063" y="2635078"/>
                  </a:lnTo>
                  <a:lnTo>
                    <a:pt x="638698" y="2635078"/>
                  </a:lnTo>
                  <a:lnTo>
                    <a:pt x="639333" y="2635078"/>
                  </a:lnTo>
                  <a:lnTo>
                    <a:pt x="639968" y="2635078"/>
                  </a:lnTo>
                  <a:lnTo>
                    <a:pt x="640603" y="2635078"/>
                  </a:lnTo>
                  <a:lnTo>
                    <a:pt x="641237" y="2635078"/>
                  </a:lnTo>
                  <a:lnTo>
                    <a:pt x="641872" y="2635078"/>
                  </a:lnTo>
                  <a:lnTo>
                    <a:pt x="642507" y="2635078"/>
                  </a:lnTo>
                  <a:lnTo>
                    <a:pt x="643142" y="2635078"/>
                  </a:lnTo>
                  <a:lnTo>
                    <a:pt x="643777" y="2635078"/>
                  </a:lnTo>
                  <a:lnTo>
                    <a:pt x="644412" y="2635078"/>
                  </a:lnTo>
                  <a:lnTo>
                    <a:pt x="645046" y="2635078"/>
                  </a:lnTo>
                  <a:lnTo>
                    <a:pt x="645681" y="2635078"/>
                  </a:lnTo>
                  <a:lnTo>
                    <a:pt x="646316" y="2635078"/>
                  </a:lnTo>
                  <a:lnTo>
                    <a:pt x="646951" y="2635078"/>
                  </a:lnTo>
                  <a:lnTo>
                    <a:pt x="647586" y="2635078"/>
                  </a:lnTo>
                  <a:lnTo>
                    <a:pt x="648221" y="2635078"/>
                  </a:lnTo>
                  <a:lnTo>
                    <a:pt x="648855" y="2635078"/>
                  </a:lnTo>
                  <a:lnTo>
                    <a:pt x="649490" y="2635078"/>
                  </a:lnTo>
                  <a:lnTo>
                    <a:pt x="650125" y="2634992"/>
                  </a:lnTo>
                  <a:lnTo>
                    <a:pt x="650760" y="2634803"/>
                  </a:lnTo>
                  <a:lnTo>
                    <a:pt x="651395" y="2634613"/>
                  </a:lnTo>
                  <a:lnTo>
                    <a:pt x="652030" y="2634423"/>
                  </a:lnTo>
                  <a:lnTo>
                    <a:pt x="652665" y="2634233"/>
                  </a:lnTo>
                  <a:lnTo>
                    <a:pt x="653299" y="2634167"/>
                  </a:lnTo>
                  <a:lnTo>
                    <a:pt x="653934" y="2634167"/>
                  </a:lnTo>
                  <a:lnTo>
                    <a:pt x="654569" y="2634186"/>
                  </a:lnTo>
                  <a:lnTo>
                    <a:pt x="655204" y="2634281"/>
                  </a:lnTo>
                  <a:lnTo>
                    <a:pt x="655839" y="2634281"/>
                  </a:lnTo>
                  <a:lnTo>
                    <a:pt x="656474" y="2634281"/>
                  </a:lnTo>
                  <a:lnTo>
                    <a:pt x="657108" y="2634281"/>
                  </a:lnTo>
                  <a:lnTo>
                    <a:pt x="657743" y="2634281"/>
                  </a:lnTo>
                  <a:lnTo>
                    <a:pt x="658378" y="2634281"/>
                  </a:lnTo>
                  <a:lnTo>
                    <a:pt x="659013" y="2634281"/>
                  </a:lnTo>
                  <a:lnTo>
                    <a:pt x="659648" y="2634366"/>
                  </a:lnTo>
                  <a:lnTo>
                    <a:pt x="660283" y="2634556"/>
                  </a:lnTo>
                  <a:lnTo>
                    <a:pt x="660918" y="2634746"/>
                  </a:lnTo>
                  <a:lnTo>
                    <a:pt x="661552" y="2634935"/>
                  </a:lnTo>
                  <a:lnTo>
                    <a:pt x="662187" y="2635125"/>
                  </a:lnTo>
                  <a:lnTo>
                    <a:pt x="662822" y="2635068"/>
                  </a:lnTo>
                  <a:lnTo>
                    <a:pt x="663457" y="2634879"/>
                  </a:lnTo>
                  <a:lnTo>
                    <a:pt x="664092" y="2634670"/>
                  </a:lnTo>
                  <a:lnTo>
                    <a:pt x="664727" y="2634385"/>
                  </a:lnTo>
                  <a:lnTo>
                    <a:pt x="665361" y="2634195"/>
                  </a:lnTo>
                  <a:lnTo>
                    <a:pt x="665996" y="2634006"/>
                  </a:lnTo>
                  <a:lnTo>
                    <a:pt x="666631" y="2633816"/>
                  </a:lnTo>
                  <a:lnTo>
                    <a:pt x="667266" y="2633569"/>
                  </a:lnTo>
                  <a:lnTo>
                    <a:pt x="667901" y="2633190"/>
                  </a:lnTo>
                  <a:lnTo>
                    <a:pt x="668536" y="2632810"/>
                  </a:lnTo>
                  <a:lnTo>
                    <a:pt x="669171" y="2632430"/>
                  </a:lnTo>
                  <a:lnTo>
                    <a:pt x="669805" y="2632051"/>
                  </a:lnTo>
                  <a:lnTo>
                    <a:pt x="670440" y="2631671"/>
                  </a:lnTo>
                  <a:lnTo>
                    <a:pt x="671075" y="2631292"/>
                  </a:lnTo>
                  <a:lnTo>
                    <a:pt x="671710" y="2630912"/>
                  </a:lnTo>
                  <a:lnTo>
                    <a:pt x="672345" y="2630656"/>
                  </a:lnTo>
                  <a:lnTo>
                    <a:pt x="672980" y="2630466"/>
                  </a:lnTo>
                  <a:lnTo>
                    <a:pt x="673614" y="2630210"/>
                  </a:lnTo>
                  <a:lnTo>
                    <a:pt x="674249" y="2629830"/>
                  </a:lnTo>
                  <a:lnTo>
                    <a:pt x="674884" y="2629451"/>
                  </a:lnTo>
                  <a:lnTo>
                    <a:pt x="675519" y="2629071"/>
                  </a:lnTo>
                  <a:lnTo>
                    <a:pt x="676154" y="2628682"/>
                  </a:lnTo>
                  <a:lnTo>
                    <a:pt x="676789" y="2628170"/>
                  </a:lnTo>
                  <a:lnTo>
                    <a:pt x="677424" y="2627790"/>
                  </a:lnTo>
                  <a:lnTo>
                    <a:pt x="678058" y="2627411"/>
                  </a:lnTo>
                  <a:lnTo>
                    <a:pt x="678693" y="2627031"/>
                  </a:lnTo>
                  <a:lnTo>
                    <a:pt x="679328" y="2626652"/>
                  </a:lnTo>
                  <a:lnTo>
                    <a:pt x="679963" y="2626272"/>
                  </a:lnTo>
                  <a:lnTo>
                    <a:pt x="680598" y="2625893"/>
                  </a:lnTo>
                  <a:lnTo>
                    <a:pt x="681233" y="2625513"/>
                  </a:lnTo>
                  <a:lnTo>
                    <a:pt x="681867" y="2625133"/>
                  </a:lnTo>
                  <a:lnTo>
                    <a:pt x="682502" y="2624754"/>
                  </a:lnTo>
                  <a:lnTo>
                    <a:pt x="683137" y="2624441"/>
                  </a:lnTo>
                  <a:lnTo>
                    <a:pt x="683772" y="2624251"/>
                  </a:lnTo>
                  <a:lnTo>
                    <a:pt x="684407" y="2624061"/>
                  </a:lnTo>
                  <a:lnTo>
                    <a:pt x="685042" y="2623871"/>
                  </a:lnTo>
                  <a:lnTo>
                    <a:pt x="685677" y="2623530"/>
                  </a:lnTo>
                  <a:lnTo>
                    <a:pt x="686311" y="2623340"/>
                  </a:lnTo>
                  <a:lnTo>
                    <a:pt x="686946" y="2623150"/>
                  </a:lnTo>
                  <a:lnTo>
                    <a:pt x="687581" y="2622960"/>
                  </a:lnTo>
                  <a:lnTo>
                    <a:pt x="688216" y="2622771"/>
                  </a:lnTo>
                  <a:lnTo>
                    <a:pt x="688851" y="2622581"/>
                  </a:lnTo>
                  <a:lnTo>
                    <a:pt x="689486" y="2622391"/>
                  </a:lnTo>
                  <a:lnTo>
                    <a:pt x="690120" y="2621945"/>
                  </a:lnTo>
                  <a:lnTo>
                    <a:pt x="690755" y="2621471"/>
                  </a:lnTo>
                  <a:lnTo>
                    <a:pt x="691390" y="2620834"/>
                  </a:lnTo>
                  <a:lnTo>
                    <a:pt x="692025" y="2620013"/>
                  </a:lnTo>
                  <a:lnTo>
                    <a:pt x="692660" y="2619134"/>
                  </a:lnTo>
                  <a:lnTo>
                    <a:pt x="693295" y="2618256"/>
                  </a:lnTo>
                  <a:lnTo>
                    <a:pt x="693930" y="2617377"/>
                  </a:lnTo>
                  <a:lnTo>
                    <a:pt x="694564" y="2616891"/>
                  </a:lnTo>
                  <a:lnTo>
                    <a:pt x="695199" y="2616560"/>
                  </a:lnTo>
                  <a:lnTo>
                    <a:pt x="695834" y="2616270"/>
                  </a:lnTo>
                  <a:lnTo>
                    <a:pt x="696469" y="2615848"/>
                  </a:lnTo>
                  <a:lnTo>
                    <a:pt x="697104" y="2615295"/>
                  </a:lnTo>
                  <a:lnTo>
                    <a:pt x="697739" y="2614742"/>
                  </a:lnTo>
                  <a:lnTo>
                    <a:pt x="698373" y="2614251"/>
                  </a:lnTo>
                  <a:lnTo>
                    <a:pt x="699008" y="2613837"/>
                  </a:lnTo>
                  <a:lnTo>
                    <a:pt x="699643" y="2613427"/>
                  </a:lnTo>
                  <a:lnTo>
                    <a:pt x="700278" y="2613042"/>
                  </a:lnTo>
                  <a:lnTo>
                    <a:pt x="700913" y="2612796"/>
                  </a:lnTo>
                  <a:lnTo>
                    <a:pt x="701548" y="2612977"/>
                  </a:lnTo>
                  <a:lnTo>
                    <a:pt x="702182" y="2613181"/>
                  </a:lnTo>
                  <a:lnTo>
                    <a:pt x="702817" y="2613455"/>
                  </a:lnTo>
                  <a:lnTo>
                    <a:pt x="703452" y="2613843"/>
                  </a:lnTo>
                  <a:lnTo>
                    <a:pt x="704087" y="2614269"/>
                  </a:lnTo>
                  <a:lnTo>
                    <a:pt x="704722" y="2614813"/>
                  </a:lnTo>
                  <a:lnTo>
                    <a:pt x="705357" y="2615041"/>
                  </a:lnTo>
                  <a:lnTo>
                    <a:pt x="705992" y="2615772"/>
                  </a:lnTo>
                  <a:lnTo>
                    <a:pt x="706626" y="2616721"/>
                  </a:lnTo>
                  <a:lnTo>
                    <a:pt x="707261" y="2617793"/>
                  </a:lnTo>
                  <a:lnTo>
                    <a:pt x="707896" y="2618846"/>
                  </a:lnTo>
                  <a:lnTo>
                    <a:pt x="708531" y="2619795"/>
                  </a:lnTo>
                  <a:lnTo>
                    <a:pt x="709166" y="2620744"/>
                  </a:lnTo>
                  <a:lnTo>
                    <a:pt x="709801" y="2621693"/>
                  </a:lnTo>
                  <a:lnTo>
                    <a:pt x="710435" y="2622642"/>
                  </a:lnTo>
                  <a:lnTo>
                    <a:pt x="711070" y="2623591"/>
                  </a:lnTo>
                  <a:lnTo>
                    <a:pt x="711705" y="2624597"/>
                  </a:lnTo>
                  <a:lnTo>
                    <a:pt x="712340" y="2625517"/>
                  </a:lnTo>
                  <a:lnTo>
                    <a:pt x="712975" y="2626162"/>
                  </a:lnTo>
                  <a:lnTo>
                    <a:pt x="713610" y="2626732"/>
                  </a:lnTo>
                  <a:lnTo>
                    <a:pt x="714245" y="2627149"/>
                  </a:lnTo>
                  <a:lnTo>
                    <a:pt x="714879" y="2627510"/>
                  </a:lnTo>
                  <a:lnTo>
                    <a:pt x="715514" y="2627548"/>
                  </a:lnTo>
                  <a:lnTo>
                    <a:pt x="716149" y="2627548"/>
                  </a:lnTo>
                  <a:lnTo>
                    <a:pt x="716784" y="2627424"/>
                  </a:lnTo>
                  <a:lnTo>
                    <a:pt x="717419" y="2627234"/>
                  </a:lnTo>
                  <a:lnTo>
                    <a:pt x="718054" y="2627016"/>
                  </a:lnTo>
                  <a:lnTo>
                    <a:pt x="718688" y="2626637"/>
                  </a:lnTo>
                  <a:lnTo>
                    <a:pt x="719323" y="2626257"/>
                  </a:lnTo>
                  <a:lnTo>
                    <a:pt x="719958" y="2625878"/>
                  </a:lnTo>
                  <a:lnTo>
                    <a:pt x="720593" y="2625498"/>
                  </a:lnTo>
                  <a:lnTo>
                    <a:pt x="721228" y="2625118"/>
                  </a:lnTo>
                  <a:lnTo>
                    <a:pt x="721863" y="2624957"/>
                  </a:lnTo>
                  <a:lnTo>
                    <a:pt x="722498" y="2625024"/>
                  </a:lnTo>
                  <a:lnTo>
                    <a:pt x="723132" y="2625213"/>
                  </a:lnTo>
                  <a:lnTo>
                    <a:pt x="723767" y="2625403"/>
                  </a:lnTo>
                  <a:lnTo>
                    <a:pt x="724402" y="2625593"/>
                  </a:lnTo>
                  <a:lnTo>
                    <a:pt x="725037" y="2625783"/>
                  </a:lnTo>
                  <a:lnTo>
                    <a:pt x="725672" y="2625972"/>
                  </a:lnTo>
                  <a:lnTo>
                    <a:pt x="726307" y="2626162"/>
                  </a:lnTo>
                  <a:lnTo>
                    <a:pt x="726941" y="2626352"/>
                  </a:lnTo>
                  <a:lnTo>
                    <a:pt x="727576" y="2626570"/>
                  </a:lnTo>
                  <a:lnTo>
                    <a:pt x="728211" y="2626950"/>
                  </a:lnTo>
                  <a:lnTo>
                    <a:pt x="728846" y="2627329"/>
                  </a:lnTo>
                  <a:lnTo>
                    <a:pt x="729481" y="2627709"/>
                  </a:lnTo>
                  <a:lnTo>
                    <a:pt x="730116" y="2628088"/>
                  </a:lnTo>
                  <a:lnTo>
                    <a:pt x="730751" y="2628468"/>
                  </a:lnTo>
                  <a:lnTo>
                    <a:pt x="731385" y="2628658"/>
                  </a:lnTo>
                  <a:lnTo>
                    <a:pt x="732020" y="2628781"/>
                  </a:lnTo>
                  <a:lnTo>
                    <a:pt x="732655" y="2628781"/>
                  </a:lnTo>
                  <a:lnTo>
                    <a:pt x="733290" y="2628781"/>
                  </a:lnTo>
                  <a:lnTo>
                    <a:pt x="733925" y="2628781"/>
                  </a:lnTo>
                  <a:lnTo>
                    <a:pt x="734560" y="2628781"/>
                  </a:lnTo>
                  <a:lnTo>
                    <a:pt x="735194" y="2628781"/>
                  </a:lnTo>
                  <a:lnTo>
                    <a:pt x="735829" y="2628648"/>
                  </a:lnTo>
                  <a:lnTo>
                    <a:pt x="736464" y="2628458"/>
                  </a:lnTo>
                  <a:lnTo>
                    <a:pt x="737099" y="2628269"/>
                  </a:lnTo>
                  <a:lnTo>
                    <a:pt x="737734" y="2628079"/>
                  </a:lnTo>
                  <a:lnTo>
                    <a:pt x="738369" y="2627728"/>
                  </a:lnTo>
                  <a:lnTo>
                    <a:pt x="739004" y="2627348"/>
                  </a:lnTo>
                  <a:lnTo>
                    <a:pt x="739638" y="2626969"/>
                  </a:lnTo>
                  <a:lnTo>
                    <a:pt x="740273" y="2626589"/>
                  </a:lnTo>
                  <a:lnTo>
                    <a:pt x="740908" y="2626210"/>
                  </a:lnTo>
                  <a:lnTo>
                    <a:pt x="741543" y="2625830"/>
                  </a:lnTo>
                  <a:lnTo>
                    <a:pt x="742178" y="2625451"/>
                  </a:lnTo>
                  <a:lnTo>
                    <a:pt x="742813" y="2625043"/>
                  </a:lnTo>
                  <a:lnTo>
                    <a:pt x="743447" y="2624473"/>
                  </a:lnTo>
                  <a:lnTo>
                    <a:pt x="744082" y="2623904"/>
                  </a:lnTo>
                  <a:lnTo>
                    <a:pt x="744717" y="2623240"/>
                  </a:lnTo>
                  <a:lnTo>
                    <a:pt x="745352" y="2622433"/>
                  </a:lnTo>
                  <a:lnTo>
                    <a:pt x="745987" y="2621674"/>
                  </a:lnTo>
                  <a:lnTo>
                    <a:pt x="746622" y="2620915"/>
                  </a:lnTo>
                  <a:lnTo>
                    <a:pt x="747257" y="2620156"/>
                  </a:lnTo>
                  <a:lnTo>
                    <a:pt x="747891" y="2619558"/>
                  </a:lnTo>
                  <a:lnTo>
                    <a:pt x="748526" y="2618989"/>
                  </a:lnTo>
                  <a:lnTo>
                    <a:pt x="749161" y="2618419"/>
                  </a:lnTo>
                  <a:lnTo>
                    <a:pt x="749796" y="2617850"/>
                  </a:lnTo>
                  <a:lnTo>
                    <a:pt x="750431" y="2617281"/>
                  </a:lnTo>
                  <a:lnTo>
                    <a:pt x="751066" y="2616531"/>
                  </a:lnTo>
                  <a:lnTo>
                    <a:pt x="751700" y="2615772"/>
                  </a:lnTo>
                  <a:lnTo>
                    <a:pt x="752335" y="2615041"/>
                  </a:lnTo>
                  <a:lnTo>
                    <a:pt x="752970" y="2614472"/>
                  </a:lnTo>
                  <a:lnTo>
                    <a:pt x="753605" y="2613903"/>
                  </a:lnTo>
                  <a:lnTo>
                    <a:pt x="754240" y="2613428"/>
                  </a:lnTo>
                  <a:lnTo>
                    <a:pt x="754875" y="2613229"/>
                  </a:lnTo>
                  <a:lnTo>
                    <a:pt x="755509" y="2613039"/>
                  </a:lnTo>
                  <a:lnTo>
                    <a:pt x="756144" y="2612849"/>
                  </a:lnTo>
                  <a:lnTo>
                    <a:pt x="756779" y="2612660"/>
                  </a:lnTo>
                  <a:lnTo>
                    <a:pt x="757414" y="2612470"/>
                  </a:lnTo>
                  <a:lnTo>
                    <a:pt x="758049" y="2612280"/>
                  </a:lnTo>
                  <a:lnTo>
                    <a:pt x="758684" y="2612090"/>
                  </a:lnTo>
                  <a:lnTo>
                    <a:pt x="759319" y="2611900"/>
                  </a:lnTo>
                  <a:lnTo>
                    <a:pt x="759953" y="2611711"/>
                  </a:lnTo>
                  <a:lnTo>
                    <a:pt x="760588" y="2611701"/>
                  </a:lnTo>
                  <a:lnTo>
                    <a:pt x="761223" y="2611701"/>
                  </a:lnTo>
                  <a:lnTo>
                    <a:pt x="761858" y="2611701"/>
                  </a:lnTo>
                  <a:lnTo>
                    <a:pt x="762493" y="2611701"/>
                  </a:lnTo>
                  <a:lnTo>
                    <a:pt x="763128" y="2611701"/>
                  </a:lnTo>
                  <a:lnTo>
                    <a:pt x="763762" y="2611701"/>
                  </a:lnTo>
                  <a:lnTo>
                    <a:pt x="764397" y="2611701"/>
                  </a:lnTo>
                  <a:lnTo>
                    <a:pt x="765032" y="2611701"/>
                  </a:lnTo>
                  <a:lnTo>
                    <a:pt x="765667" y="2611701"/>
                  </a:lnTo>
                  <a:lnTo>
                    <a:pt x="766302" y="2611701"/>
                  </a:lnTo>
                  <a:lnTo>
                    <a:pt x="766937" y="2611701"/>
                  </a:lnTo>
                  <a:lnTo>
                    <a:pt x="767572" y="2611701"/>
                  </a:lnTo>
                  <a:lnTo>
                    <a:pt x="768206" y="2611701"/>
                  </a:lnTo>
                  <a:lnTo>
                    <a:pt x="768841" y="2611701"/>
                  </a:lnTo>
                  <a:lnTo>
                    <a:pt x="769476" y="2611985"/>
                  </a:lnTo>
                  <a:lnTo>
                    <a:pt x="770111" y="2612294"/>
                  </a:lnTo>
                  <a:lnTo>
                    <a:pt x="770746" y="2612604"/>
                  </a:lnTo>
                  <a:lnTo>
                    <a:pt x="771381" y="2612913"/>
                  </a:lnTo>
                  <a:lnTo>
                    <a:pt x="772015" y="2613222"/>
                  </a:lnTo>
                  <a:lnTo>
                    <a:pt x="772650" y="2613531"/>
                  </a:lnTo>
                  <a:lnTo>
                    <a:pt x="773285" y="2613840"/>
                  </a:lnTo>
                  <a:lnTo>
                    <a:pt x="773920" y="2614149"/>
                  </a:lnTo>
                  <a:lnTo>
                    <a:pt x="774555" y="2614459"/>
                  </a:lnTo>
                  <a:lnTo>
                    <a:pt x="775190" y="2614768"/>
                  </a:lnTo>
                  <a:lnTo>
                    <a:pt x="775825" y="2615077"/>
                  </a:lnTo>
                  <a:lnTo>
                    <a:pt x="776459" y="2615386"/>
                  </a:lnTo>
                  <a:lnTo>
                    <a:pt x="777094" y="2615781"/>
                  </a:lnTo>
                  <a:lnTo>
                    <a:pt x="777729" y="2616280"/>
                  </a:lnTo>
                  <a:lnTo>
                    <a:pt x="778364" y="2616779"/>
                  </a:lnTo>
                  <a:lnTo>
                    <a:pt x="778999" y="2617253"/>
                  </a:lnTo>
                  <a:lnTo>
                    <a:pt x="779634" y="2617442"/>
                  </a:lnTo>
                  <a:lnTo>
                    <a:pt x="780268" y="2617528"/>
                  </a:lnTo>
                  <a:lnTo>
                    <a:pt x="780903" y="2617528"/>
                  </a:lnTo>
                  <a:lnTo>
                    <a:pt x="781538" y="2617357"/>
                  </a:lnTo>
                  <a:lnTo>
                    <a:pt x="782173" y="2617262"/>
                  </a:lnTo>
                  <a:lnTo>
                    <a:pt x="782808" y="2617262"/>
                  </a:lnTo>
                  <a:lnTo>
                    <a:pt x="783443" y="2617262"/>
                  </a:lnTo>
                  <a:lnTo>
                    <a:pt x="784078" y="2617262"/>
                  </a:lnTo>
                  <a:lnTo>
                    <a:pt x="784712" y="2617262"/>
                  </a:lnTo>
                  <a:lnTo>
                    <a:pt x="785347" y="2617262"/>
                  </a:lnTo>
                  <a:lnTo>
                    <a:pt x="785982" y="2617262"/>
                  </a:lnTo>
                  <a:lnTo>
                    <a:pt x="786617" y="2617177"/>
                  </a:lnTo>
                  <a:lnTo>
                    <a:pt x="787252" y="2616987"/>
                  </a:lnTo>
                  <a:lnTo>
                    <a:pt x="787887" y="2616797"/>
                  </a:lnTo>
                  <a:lnTo>
                    <a:pt x="788521" y="2616607"/>
                  </a:lnTo>
                  <a:lnTo>
                    <a:pt x="789156" y="2616418"/>
                  </a:lnTo>
                  <a:lnTo>
                    <a:pt x="789791" y="2616781"/>
                  </a:lnTo>
                  <a:lnTo>
                    <a:pt x="790426" y="2617302"/>
                  </a:lnTo>
                  <a:lnTo>
                    <a:pt x="791061" y="2618055"/>
                  </a:lnTo>
                  <a:lnTo>
                    <a:pt x="791696" y="2618708"/>
                  </a:lnTo>
                  <a:lnTo>
                    <a:pt x="792331" y="2619387"/>
                  </a:lnTo>
                  <a:lnTo>
                    <a:pt x="792965" y="2620006"/>
                  </a:lnTo>
                  <a:lnTo>
                    <a:pt x="793600" y="2620579"/>
                  </a:lnTo>
                  <a:lnTo>
                    <a:pt x="794235" y="2621208"/>
                  </a:lnTo>
                  <a:lnTo>
                    <a:pt x="794870" y="2621970"/>
                  </a:lnTo>
                  <a:lnTo>
                    <a:pt x="795505" y="2622732"/>
                  </a:lnTo>
                  <a:lnTo>
                    <a:pt x="796140" y="2623495"/>
                  </a:lnTo>
                  <a:lnTo>
                    <a:pt x="796774" y="2624257"/>
                  </a:lnTo>
                  <a:lnTo>
                    <a:pt x="797409" y="2625019"/>
                  </a:lnTo>
                  <a:lnTo>
                    <a:pt x="798044" y="2625781"/>
                  </a:lnTo>
                  <a:lnTo>
                    <a:pt x="798679" y="2626543"/>
                  </a:lnTo>
                  <a:lnTo>
                    <a:pt x="799314" y="2627195"/>
                  </a:lnTo>
                  <a:lnTo>
                    <a:pt x="799949" y="2627781"/>
                  </a:lnTo>
                  <a:lnTo>
                    <a:pt x="800584" y="2628187"/>
                  </a:lnTo>
                  <a:lnTo>
                    <a:pt x="801218" y="2628737"/>
                  </a:lnTo>
                  <a:lnTo>
                    <a:pt x="801853" y="2629259"/>
                  </a:lnTo>
                  <a:lnTo>
                    <a:pt x="802488" y="2629543"/>
                  </a:lnTo>
                  <a:lnTo>
                    <a:pt x="803123" y="2629932"/>
                  </a:lnTo>
                  <a:lnTo>
                    <a:pt x="803758" y="2630445"/>
                  </a:lnTo>
                  <a:lnTo>
                    <a:pt x="804393" y="2630824"/>
                  </a:lnTo>
                  <a:lnTo>
                    <a:pt x="805027" y="2631204"/>
                  </a:lnTo>
                  <a:lnTo>
                    <a:pt x="805662" y="2631583"/>
                  </a:lnTo>
                  <a:lnTo>
                    <a:pt x="806297" y="2631963"/>
                  </a:lnTo>
                  <a:lnTo>
                    <a:pt x="806932" y="2632343"/>
                  </a:lnTo>
                  <a:lnTo>
                    <a:pt x="807567" y="2632722"/>
                  </a:lnTo>
                  <a:lnTo>
                    <a:pt x="808202" y="2633102"/>
                  </a:lnTo>
                  <a:lnTo>
                    <a:pt x="808836" y="2633481"/>
                  </a:lnTo>
                  <a:lnTo>
                    <a:pt x="809471" y="2633861"/>
                  </a:lnTo>
                  <a:lnTo>
                    <a:pt x="810106" y="2634174"/>
                  </a:lnTo>
                  <a:lnTo>
                    <a:pt x="810741" y="2634364"/>
                  </a:lnTo>
                  <a:lnTo>
                    <a:pt x="811376" y="2634553"/>
                  </a:lnTo>
                  <a:lnTo>
                    <a:pt x="812011" y="2634743"/>
                  </a:lnTo>
                  <a:lnTo>
                    <a:pt x="812646" y="2635085"/>
                  </a:lnTo>
                  <a:lnTo>
                    <a:pt x="813280" y="2635275"/>
                  </a:lnTo>
                  <a:lnTo>
                    <a:pt x="813915" y="2635464"/>
                  </a:lnTo>
                  <a:lnTo>
                    <a:pt x="814550" y="2635654"/>
                  </a:lnTo>
                  <a:lnTo>
                    <a:pt x="815185" y="2635844"/>
                  </a:lnTo>
                  <a:lnTo>
                    <a:pt x="815820" y="2636034"/>
                  </a:lnTo>
                  <a:lnTo>
                    <a:pt x="816455" y="2636223"/>
                  </a:lnTo>
                  <a:lnTo>
                    <a:pt x="817089" y="2636413"/>
                  </a:lnTo>
                  <a:lnTo>
                    <a:pt x="817724" y="2636603"/>
                  </a:lnTo>
                  <a:lnTo>
                    <a:pt x="818359" y="2636935"/>
                  </a:lnTo>
                  <a:lnTo>
                    <a:pt x="818994" y="2637448"/>
                  </a:lnTo>
                  <a:lnTo>
                    <a:pt x="819629" y="2638017"/>
                  </a:lnTo>
                  <a:lnTo>
                    <a:pt x="820264" y="2638586"/>
                  </a:lnTo>
                  <a:lnTo>
                    <a:pt x="820899" y="2639156"/>
                  </a:lnTo>
                  <a:lnTo>
                    <a:pt x="821533" y="2639332"/>
                  </a:lnTo>
                  <a:lnTo>
                    <a:pt x="822168" y="2639354"/>
                  </a:lnTo>
                  <a:lnTo>
                    <a:pt x="822803" y="2639336"/>
                  </a:lnTo>
                  <a:lnTo>
                    <a:pt x="823438" y="2639448"/>
                  </a:lnTo>
                  <a:lnTo>
                    <a:pt x="824073" y="2639692"/>
                  </a:lnTo>
                  <a:lnTo>
                    <a:pt x="824708" y="2639936"/>
                  </a:lnTo>
                  <a:lnTo>
                    <a:pt x="825342" y="2640179"/>
                  </a:lnTo>
                  <a:lnTo>
                    <a:pt x="825977" y="2640423"/>
                  </a:lnTo>
                  <a:lnTo>
                    <a:pt x="826612" y="2640667"/>
                  </a:lnTo>
                  <a:lnTo>
                    <a:pt x="827247" y="2640911"/>
                  </a:lnTo>
                  <a:lnTo>
                    <a:pt x="827882" y="2641051"/>
                  </a:lnTo>
                  <a:lnTo>
                    <a:pt x="828517" y="2641060"/>
                  </a:lnTo>
                  <a:lnTo>
                    <a:pt x="829152" y="2641131"/>
                  </a:lnTo>
                  <a:lnTo>
                    <a:pt x="829786" y="2641236"/>
                  </a:lnTo>
                  <a:lnTo>
                    <a:pt x="830421" y="2641342"/>
                  </a:lnTo>
                  <a:lnTo>
                    <a:pt x="831056" y="2641485"/>
                  </a:lnTo>
                  <a:lnTo>
                    <a:pt x="831691" y="2641662"/>
                  </a:lnTo>
                  <a:lnTo>
                    <a:pt x="832326" y="2642212"/>
                  </a:lnTo>
                  <a:lnTo>
                    <a:pt x="832961" y="2642582"/>
                  </a:lnTo>
                  <a:lnTo>
                    <a:pt x="833595" y="2642772"/>
                  </a:lnTo>
                  <a:lnTo>
                    <a:pt x="834230" y="2642962"/>
                  </a:lnTo>
                  <a:lnTo>
                    <a:pt x="834865" y="2643152"/>
                  </a:lnTo>
                  <a:lnTo>
                    <a:pt x="835500" y="2643341"/>
                  </a:lnTo>
                  <a:lnTo>
                    <a:pt x="836135" y="2643531"/>
                  </a:lnTo>
                  <a:lnTo>
                    <a:pt x="836770" y="2643721"/>
                  </a:lnTo>
                  <a:lnTo>
                    <a:pt x="837405" y="2643911"/>
                  </a:lnTo>
                  <a:lnTo>
                    <a:pt x="838039" y="2644100"/>
                  </a:lnTo>
                  <a:lnTo>
                    <a:pt x="838674" y="2644148"/>
                  </a:lnTo>
                  <a:lnTo>
                    <a:pt x="839309" y="2644176"/>
                  </a:lnTo>
                  <a:lnTo>
                    <a:pt x="839944" y="2644366"/>
                  </a:lnTo>
                  <a:lnTo>
                    <a:pt x="840579" y="2644556"/>
                  </a:lnTo>
                  <a:lnTo>
                    <a:pt x="841214" y="2644746"/>
                  </a:lnTo>
                  <a:lnTo>
                    <a:pt x="841848" y="2644935"/>
                  </a:lnTo>
                  <a:lnTo>
                    <a:pt x="842483" y="2645125"/>
                  </a:lnTo>
                  <a:lnTo>
                    <a:pt x="843118" y="2645315"/>
                  </a:lnTo>
                  <a:lnTo>
                    <a:pt x="843753" y="2645325"/>
                  </a:lnTo>
                  <a:lnTo>
                    <a:pt x="844388" y="2645325"/>
                  </a:lnTo>
                  <a:lnTo>
                    <a:pt x="845023" y="2645268"/>
                  </a:lnTo>
                  <a:lnTo>
                    <a:pt x="845658" y="2645230"/>
                  </a:lnTo>
                  <a:lnTo>
                    <a:pt x="846292" y="2644879"/>
                  </a:lnTo>
                  <a:lnTo>
                    <a:pt x="846927" y="2644423"/>
                  </a:lnTo>
                  <a:lnTo>
                    <a:pt x="847562" y="2643854"/>
                  </a:lnTo>
                  <a:lnTo>
                    <a:pt x="848197" y="2643284"/>
                  </a:lnTo>
                  <a:lnTo>
                    <a:pt x="848832" y="2642687"/>
                  </a:lnTo>
                  <a:lnTo>
                    <a:pt x="849467" y="2641928"/>
                  </a:lnTo>
                  <a:lnTo>
                    <a:pt x="850101" y="2641168"/>
                  </a:lnTo>
                  <a:lnTo>
                    <a:pt x="850736" y="2640409"/>
                  </a:lnTo>
                  <a:lnTo>
                    <a:pt x="851371" y="2639641"/>
                  </a:lnTo>
                  <a:lnTo>
                    <a:pt x="852006" y="2638549"/>
                  </a:lnTo>
                  <a:lnTo>
                    <a:pt x="852641" y="2637136"/>
                  </a:lnTo>
                  <a:lnTo>
                    <a:pt x="853276" y="2635798"/>
                  </a:lnTo>
                  <a:lnTo>
                    <a:pt x="853911" y="2634469"/>
                  </a:lnTo>
                  <a:lnTo>
                    <a:pt x="854545" y="2633198"/>
                  </a:lnTo>
                  <a:lnTo>
                    <a:pt x="855180" y="2631907"/>
                  </a:lnTo>
                  <a:lnTo>
                    <a:pt x="855815" y="2630930"/>
                  </a:lnTo>
                  <a:lnTo>
                    <a:pt x="856450" y="2630057"/>
                  </a:lnTo>
                  <a:lnTo>
                    <a:pt x="857085" y="2629298"/>
                  </a:lnTo>
                  <a:lnTo>
                    <a:pt x="857720" y="2628539"/>
                  </a:lnTo>
                  <a:lnTo>
                    <a:pt x="858354" y="2627780"/>
                  </a:lnTo>
                  <a:lnTo>
                    <a:pt x="858989" y="2627020"/>
                  </a:lnTo>
                  <a:lnTo>
                    <a:pt x="859624" y="2626261"/>
                  </a:lnTo>
                  <a:lnTo>
                    <a:pt x="860259" y="2625502"/>
                  </a:lnTo>
                  <a:lnTo>
                    <a:pt x="860894" y="2624753"/>
                  </a:lnTo>
                  <a:lnTo>
                    <a:pt x="861529" y="2624326"/>
                  </a:lnTo>
                  <a:lnTo>
                    <a:pt x="862164" y="2624221"/>
                  </a:lnTo>
                  <a:lnTo>
                    <a:pt x="862798" y="2624354"/>
                  </a:lnTo>
                  <a:lnTo>
                    <a:pt x="863433" y="2624544"/>
                  </a:lnTo>
                  <a:lnTo>
                    <a:pt x="864068" y="2624734"/>
                  </a:lnTo>
                  <a:lnTo>
                    <a:pt x="864703" y="2624923"/>
                  </a:lnTo>
                  <a:lnTo>
                    <a:pt x="865338" y="2625275"/>
                  </a:lnTo>
                  <a:lnTo>
                    <a:pt x="865973" y="2625654"/>
                  </a:lnTo>
                  <a:lnTo>
                    <a:pt x="866607" y="2626034"/>
                  </a:lnTo>
                  <a:lnTo>
                    <a:pt x="867242" y="2626413"/>
                  </a:lnTo>
                  <a:lnTo>
                    <a:pt x="867877" y="2626793"/>
                  </a:lnTo>
                  <a:lnTo>
                    <a:pt x="868512" y="2627172"/>
                  </a:lnTo>
                  <a:lnTo>
                    <a:pt x="869147" y="2627552"/>
                  </a:lnTo>
                  <a:lnTo>
                    <a:pt x="869782" y="2627960"/>
                  </a:lnTo>
                  <a:lnTo>
                    <a:pt x="870416" y="2628529"/>
                  </a:lnTo>
                  <a:lnTo>
                    <a:pt x="871051" y="2629099"/>
                  </a:lnTo>
                  <a:lnTo>
                    <a:pt x="871686" y="2629763"/>
                  </a:lnTo>
                  <a:lnTo>
                    <a:pt x="872321" y="2630569"/>
                  </a:lnTo>
                  <a:lnTo>
                    <a:pt x="872956" y="2631328"/>
                  </a:lnTo>
                  <a:lnTo>
                    <a:pt x="873591" y="2632088"/>
                  </a:lnTo>
                  <a:lnTo>
                    <a:pt x="874226" y="2632847"/>
                  </a:lnTo>
                  <a:lnTo>
                    <a:pt x="874860" y="2633444"/>
                  </a:lnTo>
                  <a:lnTo>
                    <a:pt x="875495" y="2634014"/>
                  </a:lnTo>
                  <a:lnTo>
                    <a:pt x="876130" y="2634536"/>
                  </a:lnTo>
                  <a:lnTo>
                    <a:pt x="876765" y="2634697"/>
                  </a:lnTo>
                  <a:lnTo>
                    <a:pt x="877400" y="2634697"/>
                  </a:lnTo>
                  <a:lnTo>
                    <a:pt x="878035" y="2634877"/>
                  </a:lnTo>
                  <a:lnTo>
                    <a:pt x="878669" y="2634887"/>
                  </a:lnTo>
                  <a:lnTo>
                    <a:pt x="879304" y="2634564"/>
                  </a:lnTo>
                  <a:lnTo>
                    <a:pt x="879939" y="2633995"/>
                  </a:lnTo>
                  <a:lnTo>
                    <a:pt x="880574" y="2633312"/>
                  </a:lnTo>
                  <a:lnTo>
                    <a:pt x="881209" y="2632458"/>
                  </a:lnTo>
                  <a:lnTo>
                    <a:pt x="881844" y="2631328"/>
                  </a:lnTo>
                  <a:lnTo>
                    <a:pt x="882479" y="2630190"/>
                  </a:lnTo>
                  <a:lnTo>
                    <a:pt x="883113" y="2629051"/>
                  </a:lnTo>
                  <a:lnTo>
                    <a:pt x="883748" y="2627912"/>
                  </a:lnTo>
                  <a:lnTo>
                    <a:pt x="884383" y="2626774"/>
                  </a:lnTo>
                  <a:lnTo>
                    <a:pt x="885018" y="2625502"/>
                  </a:lnTo>
                  <a:lnTo>
                    <a:pt x="885653" y="2624022"/>
                  </a:lnTo>
                  <a:lnTo>
                    <a:pt x="886288" y="2622722"/>
                  </a:lnTo>
                  <a:lnTo>
                    <a:pt x="886922" y="2621545"/>
                  </a:lnTo>
                  <a:lnTo>
                    <a:pt x="887557" y="2620037"/>
                  </a:lnTo>
                  <a:lnTo>
                    <a:pt x="888192" y="2618699"/>
                  </a:lnTo>
                  <a:lnTo>
                    <a:pt x="888827" y="2617664"/>
                  </a:lnTo>
                  <a:lnTo>
                    <a:pt x="889462" y="2616716"/>
                  </a:lnTo>
                  <a:lnTo>
                    <a:pt x="890097" y="2615814"/>
                  </a:lnTo>
                  <a:lnTo>
                    <a:pt x="890732" y="2614865"/>
                  </a:lnTo>
                  <a:lnTo>
                    <a:pt x="891366" y="2613916"/>
                  </a:lnTo>
                  <a:lnTo>
                    <a:pt x="892001" y="2612967"/>
                  </a:lnTo>
                  <a:lnTo>
                    <a:pt x="892636" y="2612019"/>
                  </a:lnTo>
                  <a:lnTo>
                    <a:pt x="893271" y="2611070"/>
                  </a:lnTo>
                  <a:lnTo>
                    <a:pt x="893906" y="2610121"/>
                  </a:lnTo>
                  <a:lnTo>
                    <a:pt x="894541" y="2609305"/>
                  </a:lnTo>
                  <a:lnTo>
                    <a:pt x="895175" y="2608745"/>
                  </a:lnTo>
                  <a:lnTo>
                    <a:pt x="895810" y="2608365"/>
                  </a:lnTo>
                  <a:lnTo>
                    <a:pt x="896445" y="2607740"/>
                  </a:lnTo>
                  <a:lnTo>
                    <a:pt x="897080" y="2607241"/>
                  </a:lnTo>
                  <a:lnTo>
                    <a:pt x="897715" y="2606742"/>
                  </a:lnTo>
                  <a:lnTo>
                    <a:pt x="898350" y="2606243"/>
                  </a:lnTo>
                  <a:lnTo>
                    <a:pt x="898985" y="2605469"/>
                  </a:lnTo>
                  <a:lnTo>
                    <a:pt x="899619" y="2604600"/>
                  </a:lnTo>
                  <a:lnTo>
                    <a:pt x="900254" y="2603607"/>
                  </a:lnTo>
                  <a:lnTo>
                    <a:pt x="900889" y="2602539"/>
                  </a:lnTo>
                  <a:lnTo>
                    <a:pt x="901524" y="2601471"/>
                  </a:lnTo>
                  <a:lnTo>
                    <a:pt x="902159" y="2600402"/>
                  </a:lnTo>
                  <a:lnTo>
                    <a:pt x="902794" y="2599334"/>
                  </a:lnTo>
                  <a:lnTo>
                    <a:pt x="903428" y="2598266"/>
                  </a:lnTo>
                  <a:lnTo>
                    <a:pt x="904063" y="2597197"/>
                  </a:lnTo>
                  <a:lnTo>
                    <a:pt x="904698" y="2596129"/>
                  </a:lnTo>
                  <a:lnTo>
                    <a:pt x="905333" y="2595061"/>
                  </a:lnTo>
                  <a:lnTo>
                    <a:pt x="905968" y="2594018"/>
                  </a:lnTo>
                  <a:lnTo>
                    <a:pt x="906603" y="2593259"/>
                  </a:lnTo>
                  <a:lnTo>
                    <a:pt x="907238" y="2592604"/>
                  </a:lnTo>
                  <a:lnTo>
                    <a:pt x="907872" y="2592035"/>
                  </a:lnTo>
                  <a:lnTo>
                    <a:pt x="908507" y="2591911"/>
                  </a:lnTo>
                  <a:lnTo>
                    <a:pt x="909142" y="2591968"/>
                  </a:lnTo>
                  <a:lnTo>
                    <a:pt x="909777" y="2592272"/>
                  </a:lnTo>
                  <a:lnTo>
                    <a:pt x="910412" y="2592651"/>
                  </a:lnTo>
                  <a:lnTo>
                    <a:pt x="911047" y="2593031"/>
                  </a:lnTo>
                  <a:lnTo>
                    <a:pt x="911681" y="2593391"/>
                  </a:lnTo>
                  <a:lnTo>
                    <a:pt x="912316" y="2593581"/>
                  </a:lnTo>
                  <a:lnTo>
                    <a:pt x="912951" y="2593771"/>
                  </a:lnTo>
                  <a:lnTo>
                    <a:pt x="913586" y="2593961"/>
                  </a:lnTo>
                  <a:lnTo>
                    <a:pt x="914221" y="2594151"/>
                  </a:lnTo>
                  <a:lnTo>
                    <a:pt x="914856" y="2594340"/>
                  </a:lnTo>
                  <a:lnTo>
                    <a:pt x="915491" y="2594530"/>
                  </a:lnTo>
                  <a:lnTo>
                    <a:pt x="916125" y="2594720"/>
                  </a:lnTo>
                  <a:lnTo>
                    <a:pt x="916760" y="2594328"/>
                  </a:lnTo>
                  <a:lnTo>
                    <a:pt x="917395" y="2593807"/>
                  </a:lnTo>
                  <a:lnTo>
                    <a:pt x="918030" y="2593054"/>
                  </a:lnTo>
                  <a:lnTo>
                    <a:pt x="918665" y="2592306"/>
                  </a:lnTo>
                  <a:lnTo>
                    <a:pt x="919300" y="2591437"/>
                  </a:lnTo>
                  <a:lnTo>
                    <a:pt x="919934" y="2590628"/>
                  </a:lnTo>
                  <a:lnTo>
                    <a:pt x="920569" y="2589866"/>
                  </a:lnTo>
                  <a:lnTo>
                    <a:pt x="921204" y="2589123"/>
                  </a:lnTo>
                  <a:lnTo>
                    <a:pt x="921839" y="2588550"/>
                  </a:lnTo>
                  <a:lnTo>
                    <a:pt x="922474" y="2587978"/>
                  </a:lnTo>
                  <a:lnTo>
                    <a:pt x="923109" y="2587406"/>
                  </a:lnTo>
                  <a:lnTo>
                    <a:pt x="923743" y="2586833"/>
                  </a:lnTo>
                  <a:lnTo>
                    <a:pt x="924378" y="2586261"/>
                  </a:lnTo>
                  <a:lnTo>
                    <a:pt x="925013" y="2585689"/>
                  </a:lnTo>
                  <a:lnTo>
                    <a:pt x="925648" y="2585116"/>
                  </a:lnTo>
                  <a:lnTo>
                    <a:pt x="926283" y="2584683"/>
                  </a:lnTo>
                  <a:lnTo>
                    <a:pt x="926918" y="2584287"/>
                  </a:lnTo>
                  <a:lnTo>
                    <a:pt x="927553" y="2584137"/>
                  </a:lnTo>
                  <a:lnTo>
                    <a:pt x="928187" y="2583966"/>
                  </a:lnTo>
                  <a:lnTo>
                    <a:pt x="928822" y="2583691"/>
                  </a:lnTo>
                  <a:lnTo>
                    <a:pt x="929457" y="2583454"/>
                  </a:lnTo>
                  <a:lnTo>
                    <a:pt x="930092" y="2583074"/>
                  </a:lnTo>
                  <a:lnTo>
                    <a:pt x="930727" y="2582695"/>
                  </a:lnTo>
                  <a:lnTo>
                    <a:pt x="931362" y="2582315"/>
                  </a:lnTo>
                  <a:lnTo>
                    <a:pt x="931996" y="2581936"/>
                  </a:lnTo>
                  <a:lnTo>
                    <a:pt x="932631" y="2581357"/>
                  </a:lnTo>
                  <a:lnTo>
                    <a:pt x="933266" y="2580598"/>
                  </a:lnTo>
                  <a:lnTo>
                    <a:pt x="933901" y="2579725"/>
                  </a:lnTo>
                  <a:lnTo>
                    <a:pt x="934536" y="2578776"/>
                  </a:lnTo>
                  <a:lnTo>
                    <a:pt x="935171" y="2577827"/>
                  </a:lnTo>
                  <a:lnTo>
                    <a:pt x="935806" y="2576878"/>
                  </a:lnTo>
                  <a:lnTo>
                    <a:pt x="936440" y="2575825"/>
                  </a:lnTo>
                  <a:lnTo>
                    <a:pt x="937075" y="2574468"/>
                  </a:lnTo>
                  <a:lnTo>
                    <a:pt x="937710" y="2572950"/>
                  </a:lnTo>
                  <a:lnTo>
                    <a:pt x="938345" y="2571564"/>
                  </a:lnTo>
                  <a:lnTo>
                    <a:pt x="938980" y="2570378"/>
                  </a:lnTo>
                  <a:lnTo>
                    <a:pt x="939615" y="2569240"/>
                  </a:lnTo>
                  <a:lnTo>
                    <a:pt x="940249" y="2568063"/>
                  </a:lnTo>
                  <a:lnTo>
                    <a:pt x="940884" y="2566735"/>
                  </a:lnTo>
                  <a:lnTo>
                    <a:pt x="941519" y="2565406"/>
                  </a:lnTo>
                  <a:lnTo>
                    <a:pt x="942154" y="2564277"/>
                  </a:lnTo>
                  <a:lnTo>
                    <a:pt x="942789" y="2563328"/>
                  </a:lnTo>
                  <a:lnTo>
                    <a:pt x="943424" y="2562493"/>
                  </a:lnTo>
                  <a:lnTo>
                    <a:pt x="944059" y="2561734"/>
                  </a:lnTo>
                  <a:lnTo>
                    <a:pt x="944693" y="2560975"/>
                  </a:lnTo>
                  <a:lnTo>
                    <a:pt x="945328" y="2559874"/>
                  </a:lnTo>
                  <a:lnTo>
                    <a:pt x="945963" y="2558840"/>
                  </a:lnTo>
                  <a:lnTo>
                    <a:pt x="946598" y="2558109"/>
                  </a:lnTo>
                  <a:lnTo>
                    <a:pt x="947233" y="2557407"/>
                  </a:lnTo>
                  <a:lnTo>
                    <a:pt x="947868" y="2556648"/>
                  </a:lnTo>
                  <a:lnTo>
                    <a:pt x="948502" y="2555889"/>
                  </a:lnTo>
                  <a:lnTo>
                    <a:pt x="949137" y="2555130"/>
                  </a:lnTo>
                  <a:lnTo>
                    <a:pt x="949772" y="2554409"/>
                  </a:lnTo>
                  <a:lnTo>
                    <a:pt x="950407" y="2553839"/>
                  </a:lnTo>
                  <a:lnTo>
                    <a:pt x="951042" y="2553270"/>
                  </a:lnTo>
                  <a:lnTo>
                    <a:pt x="951677" y="2552644"/>
                  </a:lnTo>
                  <a:lnTo>
                    <a:pt x="952312" y="2551884"/>
                  </a:lnTo>
                  <a:lnTo>
                    <a:pt x="952946" y="2551078"/>
                  </a:lnTo>
                  <a:lnTo>
                    <a:pt x="953581" y="2550129"/>
                  </a:lnTo>
                  <a:lnTo>
                    <a:pt x="954216" y="2549180"/>
                  </a:lnTo>
                  <a:lnTo>
                    <a:pt x="954851" y="2548573"/>
                  </a:lnTo>
                  <a:lnTo>
                    <a:pt x="955486" y="2548004"/>
                  </a:lnTo>
                  <a:lnTo>
                    <a:pt x="956121" y="2547434"/>
                  </a:lnTo>
                  <a:lnTo>
                    <a:pt x="956755" y="2546998"/>
                  </a:lnTo>
                  <a:lnTo>
                    <a:pt x="957390" y="2546618"/>
                  </a:lnTo>
                  <a:lnTo>
                    <a:pt x="958025" y="2546220"/>
                  </a:lnTo>
                  <a:lnTo>
                    <a:pt x="958660" y="2545546"/>
                  </a:lnTo>
                  <a:lnTo>
                    <a:pt x="959295" y="2545091"/>
                  </a:lnTo>
                  <a:lnTo>
                    <a:pt x="959930" y="2544663"/>
                  </a:lnTo>
                  <a:lnTo>
                    <a:pt x="960565" y="2544156"/>
                  </a:lnTo>
                  <a:lnTo>
                    <a:pt x="961199" y="2543677"/>
                  </a:lnTo>
                  <a:lnTo>
                    <a:pt x="961834" y="2543295"/>
                  </a:lnTo>
                  <a:lnTo>
                    <a:pt x="962469" y="2542948"/>
                  </a:lnTo>
                  <a:lnTo>
                    <a:pt x="963104" y="2542600"/>
                  </a:lnTo>
                  <a:lnTo>
                    <a:pt x="963739" y="2542218"/>
                  </a:lnTo>
                  <a:lnTo>
                    <a:pt x="964374" y="2541836"/>
                  </a:lnTo>
                  <a:lnTo>
                    <a:pt x="965008" y="2541392"/>
                  </a:lnTo>
                  <a:lnTo>
                    <a:pt x="965643" y="2540872"/>
                  </a:lnTo>
                  <a:lnTo>
                    <a:pt x="966278" y="2540351"/>
                  </a:lnTo>
                  <a:lnTo>
                    <a:pt x="966913" y="2539831"/>
                  </a:lnTo>
                  <a:lnTo>
                    <a:pt x="967548" y="2539325"/>
                  </a:lnTo>
                  <a:lnTo>
                    <a:pt x="968183" y="2539019"/>
                  </a:lnTo>
                  <a:lnTo>
                    <a:pt x="968818" y="2538878"/>
                  </a:lnTo>
                  <a:lnTo>
                    <a:pt x="969452" y="2538586"/>
                  </a:lnTo>
                  <a:lnTo>
                    <a:pt x="970087" y="2537808"/>
                  </a:lnTo>
                  <a:lnTo>
                    <a:pt x="970722" y="2537229"/>
                  </a:lnTo>
                  <a:lnTo>
                    <a:pt x="971357" y="2536574"/>
                  </a:lnTo>
                  <a:lnTo>
                    <a:pt x="971992" y="2535900"/>
                  </a:lnTo>
                  <a:lnTo>
                    <a:pt x="972627" y="2535511"/>
                  </a:lnTo>
                  <a:lnTo>
                    <a:pt x="973261" y="2535483"/>
                  </a:lnTo>
                  <a:lnTo>
                    <a:pt x="973896" y="2535559"/>
                  </a:lnTo>
                  <a:lnTo>
                    <a:pt x="974531" y="2535834"/>
                  </a:lnTo>
                  <a:lnTo>
                    <a:pt x="975166" y="2536147"/>
                  </a:lnTo>
                  <a:lnTo>
                    <a:pt x="975801" y="2536337"/>
                  </a:lnTo>
                  <a:lnTo>
                    <a:pt x="976436" y="2536527"/>
                  </a:lnTo>
                  <a:lnTo>
                    <a:pt x="977070" y="2536716"/>
                  </a:lnTo>
                  <a:lnTo>
                    <a:pt x="977705" y="2536849"/>
                  </a:lnTo>
                  <a:lnTo>
                    <a:pt x="978340" y="2536688"/>
                  </a:lnTo>
                  <a:lnTo>
                    <a:pt x="978975" y="2537029"/>
                  </a:lnTo>
                  <a:lnTo>
                    <a:pt x="979610" y="2537874"/>
                  </a:lnTo>
                  <a:lnTo>
                    <a:pt x="980245" y="2538643"/>
                  </a:lnTo>
                  <a:lnTo>
                    <a:pt x="980880" y="2539487"/>
                  </a:lnTo>
                  <a:lnTo>
                    <a:pt x="981514" y="2540313"/>
                  </a:lnTo>
                  <a:lnTo>
                    <a:pt x="982149" y="2540654"/>
                  </a:lnTo>
                  <a:lnTo>
                    <a:pt x="982784" y="2540683"/>
                  </a:lnTo>
                  <a:lnTo>
                    <a:pt x="983419" y="2540607"/>
                  </a:lnTo>
                  <a:lnTo>
                    <a:pt x="984054" y="2540417"/>
                  </a:lnTo>
                  <a:lnTo>
                    <a:pt x="984689" y="2540294"/>
                  </a:lnTo>
                  <a:lnTo>
                    <a:pt x="985323" y="2540294"/>
                  </a:lnTo>
                  <a:lnTo>
                    <a:pt x="985958" y="2540294"/>
                  </a:lnTo>
                  <a:lnTo>
                    <a:pt x="986593" y="2540294"/>
                  </a:lnTo>
                  <a:lnTo>
                    <a:pt x="987228" y="2540351"/>
                  </a:lnTo>
                  <a:lnTo>
                    <a:pt x="987863" y="2540702"/>
                  </a:lnTo>
                  <a:lnTo>
                    <a:pt x="988498" y="2540749"/>
                  </a:lnTo>
                  <a:lnTo>
                    <a:pt x="989133" y="2540474"/>
                  </a:lnTo>
                  <a:lnTo>
                    <a:pt x="989767" y="2540094"/>
                  </a:lnTo>
                  <a:lnTo>
                    <a:pt x="990402" y="2539715"/>
                  </a:lnTo>
                  <a:lnTo>
                    <a:pt x="991037" y="2539373"/>
                  </a:lnTo>
                  <a:lnTo>
                    <a:pt x="991672" y="2539373"/>
                  </a:lnTo>
                  <a:lnTo>
                    <a:pt x="992307" y="2539373"/>
                  </a:lnTo>
                  <a:lnTo>
                    <a:pt x="992942" y="2539373"/>
                  </a:lnTo>
                  <a:lnTo>
                    <a:pt x="993576" y="2539373"/>
                  </a:lnTo>
                  <a:lnTo>
                    <a:pt x="994211" y="2539373"/>
                  </a:lnTo>
                  <a:lnTo>
                    <a:pt x="994846" y="2539373"/>
                  </a:lnTo>
                  <a:lnTo>
                    <a:pt x="995481" y="2539373"/>
                  </a:lnTo>
                  <a:lnTo>
                    <a:pt x="996116" y="2539373"/>
                  </a:lnTo>
                  <a:lnTo>
                    <a:pt x="996751" y="2539373"/>
                  </a:lnTo>
                  <a:lnTo>
                    <a:pt x="997386" y="2539373"/>
                  </a:lnTo>
                  <a:lnTo>
                    <a:pt x="998020" y="2539373"/>
                  </a:lnTo>
                  <a:lnTo>
                    <a:pt x="998655" y="2539373"/>
                  </a:lnTo>
                  <a:lnTo>
                    <a:pt x="999290" y="2539373"/>
                  </a:lnTo>
                  <a:lnTo>
                    <a:pt x="999925" y="2539373"/>
                  </a:lnTo>
                  <a:lnTo>
                    <a:pt x="1000560" y="2539373"/>
                  </a:lnTo>
                  <a:lnTo>
                    <a:pt x="1001195" y="2539193"/>
                  </a:lnTo>
                  <a:lnTo>
                    <a:pt x="1001829" y="2539003"/>
                  </a:lnTo>
                  <a:lnTo>
                    <a:pt x="1002464" y="2538813"/>
                  </a:lnTo>
                  <a:lnTo>
                    <a:pt x="1003099" y="2538671"/>
                  </a:lnTo>
                  <a:lnTo>
                    <a:pt x="1003734" y="2538889"/>
                  </a:lnTo>
                  <a:lnTo>
                    <a:pt x="1004369" y="2539269"/>
                  </a:lnTo>
                  <a:lnTo>
                    <a:pt x="1005004" y="2539648"/>
                  </a:lnTo>
                  <a:lnTo>
                    <a:pt x="1005639" y="2540208"/>
                  </a:lnTo>
                  <a:lnTo>
                    <a:pt x="1006273" y="2540920"/>
                  </a:lnTo>
                  <a:lnTo>
                    <a:pt x="1006908" y="2541499"/>
                  </a:lnTo>
                  <a:lnTo>
                    <a:pt x="1007543" y="2542078"/>
                  </a:lnTo>
                  <a:lnTo>
                    <a:pt x="1008178" y="2542647"/>
                  </a:lnTo>
                  <a:lnTo>
                    <a:pt x="1008813" y="2543638"/>
                  </a:lnTo>
                  <a:lnTo>
                    <a:pt x="1009448" y="2544681"/>
                  </a:lnTo>
                  <a:lnTo>
                    <a:pt x="1010082" y="2545581"/>
                  </a:lnTo>
                  <a:lnTo>
                    <a:pt x="1010717" y="2546659"/>
                  </a:lnTo>
                  <a:lnTo>
                    <a:pt x="1011352" y="2547744"/>
                  </a:lnTo>
                  <a:lnTo>
                    <a:pt x="1011987" y="2548961"/>
                  </a:lnTo>
                  <a:lnTo>
                    <a:pt x="1012622" y="2550387"/>
                  </a:lnTo>
                  <a:lnTo>
                    <a:pt x="1013257" y="2551633"/>
                  </a:lnTo>
                  <a:lnTo>
                    <a:pt x="1013892" y="2552715"/>
                  </a:lnTo>
                  <a:lnTo>
                    <a:pt x="1014526" y="2553851"/>
                  </a:lnTo>
                  <a:lnTo>
                    <a:pt x="1015161" y="2554807"/>
                  </a:lnTo>
                  <a:lnTo>
                    <a:pt x="1015796" y="2555569"/>
                  </a:lnTo>
                  <a:lnTo>
                    <a:pt x="1016431" y="2556406"/>
                  </a:lnTo>
                  <a:lnTo>
                    <a:pt x="1017066" y="2557278"/>
                  </a:lnTo>
                  <a:lnTo>
                    <a:pt x="1017701" y="2558259"/>
                  </a:lnTo>
                  <a:lnTo>
                    <a:pt x="1018335" y="2559235"/>
                  </a:lnTo>
                  <a:lnTo>
                    <a:pt x="1018970" y="2560183"/>
                  </a:lnTo>
                  <a:lnTo>
                    <a:pt x="1019605" y="2561247"/>
                  </a:lnTo>
                  <a:lnTo>
                    <a:pt x="1020240" y="2562007"/>
                  </a:lnTo>
                  <a:lnTo>
                    <a:pt x="1020875" y="2562766"/>
                  </a:lnTo>
                  <a:lnTo>
                    <a:pt x="1021510" y="2563392"/>
                  </a:lnTo>
                  <a:lnTo>
                    <a:pt x="1022145" y="2563762"/>
                  </a:lnTo>
                  <a:lnTo>
                    <a:pt x="1022779" y="2563952"/>
                  </a:lnTo>
                  <a:lnTo>
                    <a:pt x="1023414" y="2564160"/>
                  </a:lnTo>
                  <a:lnTo>
                    <a:pt x="1024049" y="2564350"/>
                  </a:lnTo>
                  <a:lnTo>
                    <a:pt x="1024684" y="2564540"/>
                  </a:lnTo>
                  <a:lnTo>
                    <a:pt x="1025319" y="2564730"/>
                  </a:lnTo>
                  <a:lnTo>
                    <a:pt x="1025954" y="2565195"/>
                  </a:lnTo>
                  <a:lnTo>
                    <a:pt x="1026588" y="2565755"/>
                  </a:lnTo>
                  <a:lnTo>
                    <a:pt x="1027223" y="2566438"/>
                  </a:lnTo>
                  <a:lnTo>
                    <a:pt x="1027858" y="2567197"/>
                  </a:lnTo>
                  <a:lnTo>
                    <a:pt x="1028493" y="2567956"/>
                  </a:lnTo>
                  <a:lnTo>
                    <a:pt x="1029128" y="2568715"/>
                  </a:lnTo>
                  <a:lnTo>
                    <a:pt x="1029763" y="2569474"/>
                  </a:lnTo>
                  <a:lnTo>
                    <a:pt x="1030398" y="2570233"/>
                  </a:lnTo>
                  <a:lnTo>
                    <a:pt x="1031032" y="2570992"/>
                  </a:lnTo>
                  <a:lnTo>
                    <a:pt x="1031667" y="2571752"/>
                  </a:lnTo>
                  <a:lnTo>
                    <a:pt x="1032302" y="2572511"/>
                  </a:lnTo>
                  <a:lnTo>
                    <a:pt x="1032937" y="2573270"/>
                  </a:lnTo>
                  <a:lnTo>
                    <a:pt x="1033572" y="2574029"/>
                  </a:lnTo>
                  <a:lnTo>
                    <a:pt x="1034207" y="2574788"/>
                  </a:lnTo>
                  <a:lnTo>
                    <a:pt x="1034841" y="2575547"/>
                  </a:lnTo>
                  <a:lnTo>
                    <a:pt x="1035476" y="2576031"/>
                  </a:lnTo>
                  <a:lnTo>
                    <a:pt x="1036111" y="2576354"/>
                  </a:lnTo>
                  <a:lnTo>
                    <a:pt x="1036746" y="2576430"/>
                  </a:lnTo>
                  <a:lnTo>
                    <a:pt x="1037381" y="2576430"/>
                  </a:lnTo>
                  <a:lnTo>
                    <a:pt x="1038016" y="2576430"/>
                  </a:lnTo>
                  <a:lnTo>
                    <a:pt x="1038650" y="2576449"/>
                  </a:lnTo>
                  <a:lnTo>
                    <a:pt x="1039285" y="2576638"/>
                  </a:lnTo>
                  <a:lnTo>
                    <a:pt x="1039920" y="2576828"/>
                  </a:lnTo>
                  <a:lnTo>
                    <a:pt x="1040555" y="2577018"/>
                  </a:lnTo>
                  <a:lnTo>
                    <a:pt x="1041190" y="2577208"/>
                  </a:lnTo>
                  <a:lnTo>
                    <a:pt x="1041825" y="2577397"/>
                  </a:lnTo>
                  <a:lnTo>
                    <a:pt x="1042460" y="2577587"/>
                  </a:lnTo>
                  <a:lnTo>
                    <a:pt x="1043094" y="2577625"/>
                  </a:lnTo>
                  <a:lnTo>
                    <a:pt x="1043729" y="2577777"/>
                  </a:lnTo>
                  <a:lnTo>
                    <a:pt x="1044364" y="2577967"/>
                  </a:lnTo>
                  <a:lnTo>
                    <a:pt x="1044999" y="2578157"/>
                  </a:lnTo>
                  <a:lnTo>
                    <a:pt x="1045634" y="2578346"/>
                  </a:lnTo>
                  <a:lnTo>
                    <a:pt x="1046269" y="2578536"/>
                  </a:lnTo>
                  <a:lnTo>
                    <a:pt x="1046903" y="2578726"/>
                  </a:lnTo>
                  <a:lnTo>
                    <a:pt x="1047538" y="2578916"/>
                  </a:lnTo>
                  <a:lnTo>
                    <a:pt x="1048173" y="2579086"/>
                  </a:lnTo>
                  <a:lnTo>
                    <a:pt x="1048808" y="2579086"/>
                  </a:lnTo>
                  <a:lnTo>
                    <a:pt x="1049443" y="2578906"/>
                  </a:lnTo>
                  <a:lnTo>
                    <a:pt x="1050078" y="2578716"/>
                  </a:lnTo>
                  <a:lnTo>
                    <a:pt x="1050713" y="2578527"/>
                  </a:lnTo>
                  <a:lnTo>
                    <a:pt x="1051347" y="2578337"/>
                  </a:lnTo>
                  <a:lnTo>
                    <a:pt x="1051982" y="2578147"/>
                  </a:lnTo>
                  <a:lnTo>
                    <a:pt x="1052617" y="2578109"/>
                  </a:lnTo>
                  <a:lnTo>
                    <a:pt x="1053252" y="2577957"/>
                  </a:lnTo>
                  <a:lnTo>
                    <a:pt x="1053887" y="2577768"/>
                  </a:lnTo>
                  <a:lnTo>
                    <a:pt x="1054522" y="2577578"/>
                  </a:lnTo>
                  <a:lnTo>
                    <a:pt x="1055156" y="2577388"/>
                  </a:lnTo>
                  <a:lnTo>
                    <a:pt x="1055791" y="2577331"/>
                  </a:lnTo>
                  <a:lnTo>
                    <a:pt x="1056426" y="2577473"/>
                  </a:lnTo>
                  <a:lnTo>
                    <a:pt x="1057061" y="2577663"/>
                  </a:lnTo>
                  <a:lnTo>
                    <a:pt x="1057696" y="2577853"/>
                  </a:lnTo>
                  <a:lnTo>
                    <a:pt x="1058331" y="2578043"/>
                  </a:lnTo>
                  <a:lnTo>
                    <a:pt x="1058966" y="2578413"/>
                  </a:lnTo>
                  <a:lnTo>
                    <a:pt x="1059600" y="2578992"/>
                  </a:lnTo>
                  <a:lnTo>
                    <a:pt x="1060235" y="2579751"/>
                  </a:lnTo>
                  <a:lnTo>
                    <a:pt x="1060870" y="2580624"/>
                  </a:lnTo>
                  <a:lnTo>
                    <a:pt x="1061505" y="2581573"/>
                  </a:lnTo>
                  <a:lnTo>
                    <a:pt x="1062140" y="2582521"/>
                  </a:lnTo>
                  <a:lnTo>
                    <a:pt x="1062775" y="2583470"/>
                  </a:lnTo>
                  <a:lnTo>
                    <a:pt x="1063409" y="2584524"/>
                  </a:lnTo>
                  <a:lnTo>
                    <a:pt x="1064044" y="2585881"/>
                  </a:lnTo>
                  <a:lnTo>
                    <a:pt x="1064679" y="2587399"/>
                  </a:lnTo>
                  <a:lnTo>
                    <a:pt x="1065314" y="2589046"/>
                  </a:lnTo>
                  <a:lnTo>
                    <a:pt x="1065949" y="2590516"/>
                  </a:lnTo>
                  <a:lnTo>
                    <a:pt x="1066584" y="2591939"/>
                  </a:lnTo>
                  <a:lnTo>
                    <a:pt x="1067219" y="2593350"/>
                  </a:lnTo>
                  <a:lnTo>
                    <a:pt x="1067853" y="2594808"/>
                  </a:lnTo>
                  <a:lnTo>
                    <a:pt x="1068488" y="2596169"/>
                  </a:lnTo>
                  <a:lnTo>
                    <a:pt x="1069123" y="2597331"/>
                  </a:lnTo>
                  <a:lnTo>
                    <a:pt x="1069758" y="2598312"/>
                  </a:lnTo>
                  <a:lnTo>
                    <a:pt x="1070393" y="2599180"/>
                  </a:lnTo>
                  <a:lnTo>
                    <a:pt x="1071028" y="2599930"/>
                  </a:lnTo>
                  <a:lnTo>
                    <a:pt x="1071662" y="2600584"/>
                  </a:lnTo>
                  <a:lnTo>
                    <a:pt x="1072297" y="2601579"/>
                  </a:lnTo>
                  <a:lnTo>
                    <a:pt x="1072932" y="2602376"/>
                  </a:lnTo>
                  <a:lnTo>
                    <a:pt x="1073567" y="2602863"/>
                  </a:lnTo>
                  <a:lnTo>
                    <a:pt x="1074202" y="2603321"/>
                  </a:lnTo>
                  <a:lnTo>
                    <a:pt x="1074837" y="2603795"/>
                  </a:lnTo>
                  <a:lnTo>
                    <a:pt x="1075472" y="2604247"/>
                  </a:lnTo>
                  <a:lnTo>
                    <a:pt x="1076106" y="2604578"/>
                  </a:lnTo>
                  <a:lnTo>
                    <a:pt x="1076741" y="2604845"/>
                  </a:lnTo>
                  <a:lnTo>
                    <a:pt x="1077376" y="2604171"/>
                  </a:lnTo>
                  <a:lnTo>
                    <a:pt x="1078011" y="2603146"/>
                  </a:lnTo>
                  <a:lnTo>
                    <a:pt x="1078646" y="2602064"/>
                  </a:lnTo>
                  <a:lnTo>
                    <a:pt x="1079281" y="2601116"/>
                  </a:lnTo>
                  <a:lnTo>
                    <a:pt x="1079915" y="2600214"/>
                  </a:lnTo>
                  <a:lnTo>
                    <a:pt x="1080550" y="2599512"/>
                  </a:lnTo>
                  <a:lnTo>
                    <a:pt x="1081185" y="2598943"/>
                  </a:lnTo>
                  <a:lnTo>
                    <a:pt x="1081820" y="2598032"/>
                  </a:lnTo>
                  <a:lnTo>
                    <a:pt x="1082455" y="2597140"/>
                  </a:lnTo>
                  <a:lnTo>
                    <a:pt x="1083090" y="2596153"/>
                  </a:lnTo>
                  <a:lnTo>
                    <a:pt x="1083725" y="2594635"/>
                  </a:lnTo>
                  <a:lnTo>
                    <a:pt x="1084359" y="2592813"/>
                  </a:lnTo>
                  <a:lnTo>
                    <a:pt x="1084994" y="2590963"/>
                  </a:lnTo>
                  <a:lnTo>
                    <a:pt x="1085629" y="2589368"/>
                  </a:lnTo>
                  <a:lnTo>
                    <a:pt x="1086264" y="2587594"/>
                  </a:lnTo>
                  <a:lnTo>
                    <a:pt x="1086899" y="2586285"/>
                  </a:lnTo>
                  <a:lnTo>
                    <a:pt x="1087534" y="2585539"/>
                  </a:lnTo>
                  <a:lnTo>
                    <a:pt x="1088168" y="2584879"/>
                  </a:lnTo>
                  <a:lnTo>
                    <a:pt x="1088803" y="2584123"/>
                  </a:lnTo>
                  <a:lnTo>
                    <a:pt x="1089438" y="2583332"/>
                  </a:lnTo>
                  <a:lnTo>
                    <a:pt x="1090073" y="2582540"/>
                  </a:lnTo>
                  <a:lnTo>
                    <a:pt x="1090708" y="2581784"/>
                  </a:lnTo>
                  <a:lnTo>
                    <a:pt x="1091343" y="2581027"/>
                  </a:lnTo>
                  <a:lnTo>
                    <a:pt x="1091977" y="2580456"/>
                  </a:lnTo>
                  <a:lnTo>
                    <a:pt x="1092612" y="2580065"/>
                  </a:lnTo>
                  <a:lnTo>
                    <a:pt x="1093247" y="2580073"/>
                  </a:lnTo>
                  <a:lnTo>
                    <a:pt x="1093882" y="2580328"/>
                  </a:lnTo>
                  <a:lnTo>
                    <a:pt x="1094517" y="2580645"/>
                  </a:lnTo>
                  <a:lnTo>
                    <a:pt x="1095152" y="2580941"/>
                  </a:lnTo>
                  <a:lnTo>
                    <a:pt x="1095787" y="2581081"/>
                  </a:lnTo>
                  <a:lnTo>
                    <a:pt x="1096421" y="2581374"/>
                  </a:lnTo>
                  <a:lnTo>
                    <a:pt x="1097056" y="2582152"/>
                  </a:lnTo>
                  <a:lnTo>
                    <a:pt x="1097691" y="2582911"/>
                  </a:lnTo>
                  <a:lnTo>
                    <a:pt x="1098326" y="2583756"/>
                  </a:lnTo>
                  <a:lnTo>
                    <a:pt x="1098961" y="2584705"/>
                  </a:lnTo>
                  <a:lnTo>
                    <a:pt x="1099596" y="2585511"/>
                  </a:lnTo>
                  <a:lnTo>
                    <a:pt x="1100230" y="2586270"/>
                  </a:lnTo>
                  <a:lnTo>
                    <a:pt x="1100865" y="2587030"/>
                  </a:lnTo>
                  <a:lnTo>
                    <a:pt x="1101500" y="2587694"/>
                  </a:lnTo>
                  <a:lnTo>
                    <a:pt x="1102135" y="2588140"/>
                  </a:lnTo>
                  <a:lnTo>
                    <a:pt x="1102770" y="2588624"/>
                  </a:lnTo>
                  <a:lnTo>
                    <a:pt x="1103405" y="2588832"/>
                  </a:lnTo>
                  <a:lnTo>
                    <a:pt x="1104040" y="2589022"/>
                  </a:lnTo>
                  <a:lnTo>
                    <a:pt x="1104674" y="2589269"/>
                  </a:lnTo>
                  <a:lnTo>
                    <a:pt x="1105309" y="2589819"/>
                  </a:lnTo>
                  <a:lnTo>
                    <a:pt x="1105944" y="2590104"/>
                  </a:lnTo>
                  <a:lnTo>
                    <a:pt x="1106579" y="2590104"/>
                  </a:lnTo>
                  <a:lnTo>
                    <a:pt x="1107214" y="2590104"/>
                  </a:lnTo>
                  <a:lnTo>
                    <a:pt x="1107849" y="2590019"/>
                  </a:lnTo>
                  <a:lnTo>
                    <a:pt x="1108483" y="2589867"/>
                  </a:lnTo>
                  <a:lnTo>
                    <a:pt x="1109118" y="2589800"/>
                  </a:lnTo>
                  <a:lnTo>
                    <a:pt x="1109753" y="2589611"/>
                  </a:lnTo>
                  <a:lnTo>
                    <a:pt x="1110388" y="2589421"/>
                  </a:lnTo>
                  <a:lnTo>
                    <a:pt x="1111023" y="2589240"/>
                  </a:lnTo>
                  <a:lnTo>
                    <a:pt x="1111658" y="2589098"/>
                  </a:lnTo>
                  <a:lnTo>
                    <a:pt x="1112293" y="2588804"/>
                  </a:lnTo>
                  <a:lnTo>
                    <a:pt x="1112927" y="2588785"/>
                  </a:lnTo>
                  <a:lnTo>
                    <a:pt x="1113562" y="2588785"/>
                  </a:lnTo>
                  <a:lnTo>
                    <a:pt x="1114197" y="2588690"/>
                  </a:lnTo>
                  <a:lnTo>
                    <a:pt x="1114832" y="2588140"/>
                  </a:lnTo>
                  <a:lnTo>
                    <a:pt x="1115467" y="2587656"/>
                  </a:lnTo>
                  <a:lnTo>
                    <a:pt x="1116102" y="2587276"/>
                  </a:lnTo>
                  <a:lnTo>
                    <a:pt x="1116736" y="2586897"/>
                  </a:lnTo>
                  <a:lnTo>
                    <a:pt x="1117371" y="2586517"/>
                  </a:lnTo>
                  <a:lnTo>
                    <a:pt x="1118006" y="2586100"/>
                  </a:lnTo>
                  <a:lnTo>
                    <a:pt x="1118641" y="2585597"/>
                  </a:lnTo>
                  <a:lnTo>
                    <a:pt x="1119276" y="2585217"/>
                  </a:lnTo>
                  <a:lnTo>
                    <a:pt x="1119911" y="2584838"/>
                  </a:lnTo>
                  <a:lnTo>
                    <a:pt x="1120546" y="2584458"/>
                  </a:lnTo>
                  <a:lnTo>
                    <a:pt x="1121180" y="2584154"/>
                  </a:lnTo>
                  <a:lnTo>
                    <a:pt x="1121815" y="2583965"/>
                  </a:lnTo>
                  <a:lnTo>
                    <a:pt x="1122450" y="2583775"/>
                  </a:lnTo>
                  <a:lnTo>
                    <a:pt x="1123085" y="2583585"/>
                  </a:lnTo>
                  <a:lnTo>
                    <a:pt x="1123720" y="2583433"/>
                  </a:lnTo>
                  <a:lnTo>
                    <a:pt x="1124355" y="2583433"/>
                  </a:lnTo>
                  <a:lnTo>
                    <a:pt x="1124989" y="2583433"/>
                  </a:lnTo>
                  <a:lnTo>
                    <a:pt x="1125624" y="2583433"/>
                  </a:lnTo>
                  <a:lnTo>
                    <a:pt x="1126259" y="2583433"/>
                  </a:lnTo>
                  <a:lnTo>
                    <a:pt x="1126894" y="2583433"/>
                  </a:lnTo>
                  <a:lnTo>
                    <a:pt x="1127529" y="2583433"/>
                  </a:lnTo>
                  <a:lnTo>
                    <a:pt x="1128164" y="2583614"/>
                  </a:lnTo>
                  <a:lnTo>
                    <a:pt x="1128799" y="2583803"/>
                  </a:lnTo>
                  <a:lnTo>
                    <a:pt x="1129433" y="2583993"/>
                  </a:lnTo>
                  <a:lnTo>
                    <a:pt x="1130068" y="2584183"/>
                  </a:lnTo>
                  <a:lnTo>
                    <a:pt x="1130703" y="2584373"/>
                  </a:lnTo>
                  <a:lnTo>
                    <a:pt x="1131338" y="2584562"/>
                  </a:lnTo>
                  <a:lnTo>
                    <a:pt x="1131973" y="2584752"/>
                  </a:lnTo>
                  <a:lnTo>
                    <a:pt x="1132608" y="2584942"/>
                  </a:lnTo>
                  <a:lnTo>
                    <a:pt x="1133242" y="2585284"/>
                  </a:lnTo>
                  <a:lnTo>
                    <a:pt x="1133877" y="2585843"/>
                  </a:lnTo>
                  <a:lnTo>
                    <a:pt x="1134512" y="2586517"/>
                  </a:lnTo>
                  <a:lnTo>
                    <a:pt x="1135147" y="2587267"/>
                  </a:lnTo>
                  <a:lnTo>
                    <a:pt x="1135782" y="2587414"/>
                  </a:lnTo>
                  <a:lnTo>
                    <a:pt x="1136417" y="2587510"/>
                  </a:lnTo>
                  <a:lnTo>
                    <a:pt x="1137052" y="2587748"/>
                  </a:lnTo>
                  <a:lnTo>
                    <a:pt x="1137686" y="2587809"/>
                  </a:lnTo>
                  <a:lnTo>
                    <a:pt x="1138321" y="2587863"/>
                  </a:lnTo>
                  <a:lnTo>
                    <a:pt x="1138956" y="2587917"/>
                  </a:lnTo>
                  <a:lnTo>
                    <a:pt x="1139591" y="2587971"/>
                  </a:lnTo>
                  <a:lnTo>
                    <a:pt x="1140226" y="2587987"/>
                  </a:lnTo>
                  <a:lnTo>
                    <a:pt x="1140861" y="2587893"/>
                  </a:lnTo>
                  <a:lnTo>
                    <a:pt x="1141495" y="2587896"/>
                  </a:lnTo>
                  <a:lnTo>
                    <a:pt x="1142130" y="2587898"/>
                  </a:lnTo>
                  <a:lnTo>
                    <a:pt x="1142765" y="2587790"/>
                  </a:lnTo>
                  <a:lnTo>
                    <a:pt x="1143400" y="2587523"/>
                  </a:lnTo>
                  <a:lnTo>
                    <a:pt x="1144035" y="2587173"/>
                  </a:lnTo>
                  <a:lnTo>
                    <a:pt x="1144670" y="2586770"/>
                  </a:lnTo>
                  <a:lnTo>
                    <a:pt x="1145304" y="2586554"/>
                  </a:lnTo>
                  <a:lnTo>
                    <a:pt x="1145939" y="2586365"/>
                  </a:lnTo>
                  <a:lnTo>
                    <a:pt x="1146574" y="2586059"/>
                  </a:lnTo>
                  <a:lnTo>
                    <a:pt x="1147209" y="2586059"/>
                  </a:lnTo>
                  <a:lnTo>
                    <a:pt x="1147844" y="2586059"/>
                  </a:lnTo>
                  <a:lnTo>
                    <a:pt x="1148479" y="2586059"/>
                  </a:lnTo>
                  <a:lnTo>
                    <a:pt x="1149114" y="2586059"/>
                  </a:lnTo>
                  <a:lnTo>
                    <a:pt x="1149748" y="2586097"/>
                  </a:lnTo>
                  <a:lnTo>
                    <a:pt x="1150383" y="2586230"/>
                  </a:lnTo>
                  <a:lnTo>
                    <a:pt x="1151018" y="2586230"/>
                  </a:lnTo>
                  <a:lnTo>
                    <a:pt x="1151653" y="2586230"/>
                  </a:lnTo>
                  <a:lnTo>
                    <a:pt x="1152288" y="2586230"/>
                  </a:lnTo>
                  <a:lnTo>
                    <a:pt x="1152923" y="2586230"/>
                  </a:lnTo>
                  <a:lnTo>
                    <a:pt x="1153557" y="2586230"/>
                  </a:lnTo>
                  <a:lnTo>
                    <a:pt x="1154192" y="2586230"/>
                  </a:lnTo>
                  <a:lnTo>
                    <a:pt x="1154827" y="2586230"/>
                  </a:lnTo>
                  <a:lnTo>
                    <a:pt x="1155462" y="2586230"/>
                  </a:lnTo>
                  <a:lnTo>
                    <a:pt x="1156097" y="2586230"/>
                  </a:lnTo>
                  <a:lnTo>
                    <a:pt x="1156732" y="2586230"/>
                  </a:lnTo>
                  <a:lnTo>
                    <a:pt x="1157367" y="2586230"/>
                  </a:lnTo>
                  <a:lnTo>
                    <a:pt x="1158001" y="2586230"/>
                  </a:lnTo>
                  <a:lnTo>
                    <a:pt x="1158636" y="2586230"/>
                  </a:lnTo>
                  <a:lnTo>
                    <a:pt x="1159271" y="2586230"/>
                  </a:lnTo>
                  <a:lnTo>
                    <a:pt x="1159906" y="2586230"/>
                  </a:lnTo>
                  <a:lnTo>
                    <a:pt x="1160541" y="2586230"/>
                  </a:lnTo>
                  <a:lnTo>
                    <a:pt x="1161176" y="2586230"/>
                  </a:lnTo>
                  <a:lnTo>
                    <a:pt x="1161810" y="2586230"/>
                  </a:lnTo>
                  <a:lnTo>
                    <a:pt x="1162445" y="2586230"/>
                  </a:lnTo>
                  <a:lnTo>
                    <a:pt x="1163080" y="2586230"/>
                  </a:lnTo>
                  <a:lnTo>
                    <a:pt x="1163715" y="2586230"/>
                  </a:lnTo>
                  <a:lnTo>
                    <a:pt x="1164350" y="2586230"/>
                  </a:lnTo>
                  <a:lnTo>
                    <a:pt x="1164985" y="2586230"/>
                  </a:lnTo>
                  <a:lnTo>
                    <a:pt x="1165620" y="2586230"/>
                  </a:lnTo>
                  <a:lnTo>
                    <a:pt x="1166254" y="2586230"/>
                  </a:lnTo>
                  <a:lnTo>
                    <a:pt x="1166889" y="2586173"/>
                  </a:lnTo>
                  <a:lnTo>
                    <a:pt x="1167524" y="2585983"/>
                  </a:lnTo>
                  <a:lnTo>
                    <a:pt x="1168159" y="2585727"/>
                  </a:lnTo>
                  <a:lnTo>
                    <a:pt x="1168794" y="2585291"/>
                  </a:lnTo>
                  <a:lnTo>
                    <a:pt x="1169429" y="2584721"/>
                  </a:lnTo>
                  <a:lnTo>
                    <a:pt x="1170063" y="2584304"/>
                  </a:lnTo>
                  <a:lnTo>
                    <a:pt x="1170698" y="2583924"/>
                  </a:lnTo>
                  <a:lnTo>
                    <a:pt x="1171333" y="2583545"/>
                  </a:lnTo>
                  <a:lnTo>
                    <a:pt x="1171968" y="2583165"/>
                  </a:lnTo>
                  <a:lnTo>
                    <a:pt x="1172603" y="2582786"/>
                  </a:lnTo>
                  <a:lnTo>
                    <a:pt x="1173238" y="2582311"/>
                  </a:lnTo>
                  <a:lnTo>
                    <a:pt x="1173873" y="2581742"/>
                  </a:lnTo>
                  <a:lnTo>
                    <a:pt x="1174507" y="2581680"/>
                  </a:lnTo>
                  <a:lnTo>
                    <a:pt x="1175142" y="2581879"/>
                  </a:lnTo>
                  <a:lnTo>
                    <a:pt x="1175777" y="2582107"/>
                  </a:lnTo>
                  <a:lnTo>
                    <a:pt x="1176412" y="2582549"/>
                  </a:lnTo>
                  <a:lnTo>
                    <a:pt x="1177047" y="2583077"/>
                  </a:lnTo>
                  <a:lnTo>
                    <a:pt x="1177682" y="2583643"/>
                  </a:lnTo>
                  <a:lnTo>
                    <a:pt x="1178316" y="2584314"/>
                  </a:lnTo>
                  <a:lnTo>
                    <a:pt x="1178951" y="2585062"/>
                  </a:lnTo>
                  <a:lnTo>
                    <a:pt x="1179586" y="2585659"/>
                  </a:lnTo>
                  <a:lnTo>
                    <a:pt x="1180221" y="2586217"/>
                  </a:lnTo>
                  <a:lnTo>
                    <a:pt x="1180856" y="2586775"/>
                  </a:lnTo>
                  <a:lnTo>
                    <a:pt x="1181491" y="2587333"/>
                  </a:lnTo>
                  <a:lnTo>
                    <a:pt x="1182126" y="2587892"/>
                  </a:lnTo>
                  <a:lnTo>
                    <a:pt x="1182760" y="2588505"/>
                  </a:lnTo>
                  <a:lnTo>
                    <a:pt x="1183395" y="2589091"/>
                  </a:lnTo>
                  <a:lnTo>
                    <a:pt x="1184030" y="2589452"/>
                  </a:lnTo>
                  <a:lnTo>
                    <a:pt x="1184665" y="2589807"/>
                  </a:lnTo>
                  <a:lnTo>
                    <a:pt x="1185300" y="2589807"/>
                  </a:lnTo>
                  <a:lnTo>
                    <a:pt x="1185935" y="2589926"/>
                  </a:lnTo>
                  <a:lnTo>
                    <a:pt x="1186569" y="2590067"/>
                  </a:lnTo>
                  <a:lnTo>
                    <a:pt x="1187204" y="2590209"/>
                  </a:lnTo>
                  <a:lnTo>
                    <a:pt x="1187839" y="2590380"/>
                  </a:lnTo>
                  <a:lnTo>
                    <a:pt x="1188474" y="2590503"/>
                  </a:lnTo>
                  <a:lnTo>
                    <a:pt x="1189109" y="2590535"/>
                  </a:lnTo>
                  <a:lnTo>
                    <a:pt x="1189744" y="2590568"/>
                  </a:lnTo>
                  <a:lnTo>
                    <a:pt x="1190379" y="2590601"/>
                  </a:lnTo>
                  <a:lnTo>
                    <a:pt x="1191013" y="2590633"/>
                  </a:lnTo>
                  <a:lnTo>
                    <a:pt x="1191648" y="2590666"/>
                  </a:lnTo>
                  <a:lnTo>
                    <a:pt x="1192283" y="2590437"/>
                  </a:lnTo>
                  <a:lnTo>
                    <a:pt x="1192918" y="2590289"/>
                  </a:lnTo>
                  <a:lnTo>
                    <a:pt x="1193553" y="2590093"/>
                  </a:lnTo>
                  <a:lnTo>
                    <a:pt x="1194188" y="2589726"/>
                  </a:lnTo>
                  <a:lnTo>
                    <a:pt x="1194822" y="2589214"/>
                  </a:lnTo>
                  <a:lnTo>
                    <a:pt x="1195457" y="2588742"/>
                  </a:lnTo>
                  <a:lnTo>
                    <a:pt x="1196092" y="2588139"/>
                  </a:lnTo>
                  <a:lnTo>
                    <a:pt x="1196727" y="2587536"/>
                  </a:lnTo>
                  <a:lnTo>
                    <a:pt x="1197362" y="2586365"/>
                  </a:lnTo>
                  <a:lnTo>
                    <a:pt x="1197997" y="2585235"/>
                  </a:lnTo>
                  <a:lnTo>
                    <a:pt x="1198631" y="2584202"/>
                  </a:lnTo>
                  <a:lnTo>
                    <a:pt x="1199266" y="2583169"/>
                  </a:lnTo>
                  <a:lnTo>
                    <a:pt x="1199901" y="2582267"/>
                  </a:lnTo>
                  <a:lnTo>
                    <a:pt x="1200536" y="2581372"/>
                  </a:lnTo>
                  <a:lnTo>
                    <a:pt x="1201171" y="2580297"/>
                  </a:lnTo>
                  <a:lnTo>
                    <a:pt x="1201806" y="2579254"/>
                  </a:lnTo>
                  <a:lnTo>
                    <a:pt x="1202441" y="2578071"/>
                  </a:lnTo>
                  <a:lnTo>
                    <a:pt x="1203075" y="2577095"/>
                  </a:lnTo>
                  <a:lnTo>
                    <a:pt x="1203710" y="2576449"/>
                  </a:lnTo>
                  <a:lnTo>
                    <a:pt x="1204345" y="2576933"/>
                  </a:lnTo>
                  <a:lnTo>
                    <a:pt x="1204980" y="2577834"/>
                  </a:lnTo>
                  <a:lnTo>
                    <a:pt x="1205615" y="2578973"/>
                  </a:lnTo>
                  <a:lnTo>
                    <a:pt x="1206250" y="2580111"/>
                  </a:lnTo>
                  <a:lnTo>
                    <a:pt x="1206884" y="2581250"/>
                  </a:lnTo>
                  <a:lnTo>
                    <a:pt x="1207519" y="2582398"/>
                  </a:lnTo>
                  <a:lnTo>
                    <a:pt x="1208154" y="2583537"/>
                  </a:lnTo>
                  <a:lnTo>
                    <a:pt x="1208789" y="2584676"/>
                  </a:lnTo>
                  <a:lnTo>
                    <a:pt x="1209424" y="2585757"/>
                  </a:lnTo>
                  <a:lnTo>
                    <a:pt x="1210059" y="2586934"/>
                  </a:lnTo>
                  <a:lnTo>
                    <a:pt x="1210694" y="2588689"/>
                  </a:lnTo>
                  <a:lnTo>
                    <a:pt x="1211328" y="2590701"/>
                  </a:lnTo>
                  <a:lnTo>
                    <a:pt x="1211963" y="2592921"/>
                  </a:lnTo>
                  <a:lnTo>
                    <a:pt x="1212598" y="2595189"/>
                  </a:lnTo>
                  <a:lnTo>
                    <a:pt x="1213233" y="2597419"/>
                  </a:lnTo>
                  <a:lnTo>
                    <a:pt x="1213868" y="2599156"/>
                  </a:lnTo>
                  <a:lnTo>
                    <a:pt x="1214503" y="2600408"/>
                  </a:lnTo>
                  <a:lnTo>
                    <a:pt x="1215137" y="2601547"/>
                  </a:lnTo>
                  <a:lnTo>
                    <a:pt x="1215772" y="2602686"/>
                  </a:lnTo>
                  <a:lnTo>
                    <a:pt x="1216407" y="2603824"/>
                  </a:lnTo>
                  <a:lnTo>
                    <a:pt x="1217042" y="2604963"/>
                  </a:lnTo>
                  <a:lnTo>
                    <a:pt x="1217677" y="2606102"/>
                  </a:lnTo>
                  <a:lnTo>
                    <a:pt x="1218312" y="2607240"/>
                  </a:lnTo>
                  <a:lnTo>
                    <a:pt x="1218947" y="2608255"/>
                  </a:lnTo>
                  <a:lnTo>
                    <a:pt x="1219581" y="2609166"/>
                  </a:lnTo>
                  <a:lnTo>
                    <a:pt x="1220216" y="2609679"/>
                  </a:lnTo>
                  <a:lnTo>
                    <a:pt x="1220851" y="2609945"/>
                  </a:lnTo>
                  <a:lnTo>
                    <a:pt x="1221486" y="2610134"/>
                  </a:lnTo>
                  <a:lnTo>
                    <a:pt x="1222121" y="2610144"/>
                  </a:lnTo>
                  <a:lnTo>
                    <a:pt x="1222756" y="2610144"/>
                  </a:lnTo>
                  <a:lnTo>
                    <a:pt x="1223390" y="2610144"/>
                  </a:lnTo>
                  <a:lnTo>
                    <a:pt x="1224025" y="2610144"/>
                  </a:lnTo>
                  <a:lnTo>
                    <a:pt x="1224660" y="2610144"/>
                  </a:lnTo>
                  <a:lnTo>
                    <a:pt x="1225295" y="2610144"/>
                  </a:lnTo>
                  <a:lnTo>
                    <a:pt x="1225930" y="2610144"/>
                  </a:lnTo>
                  <a:lnTo>
                    <a:pt x="1226565" y="2610144"/>
                  </a:lnTo>
                  <a:lnTo>
                    <a:pt x="1227200" y="2610144"/>
                  </a:lnTo>
                  <a:lnTo>
                    <a:pt x="1227834" y="2610144"/>
                  </a:lnTo>
                  <a:lnTo>
                    <a:pt x="1228469" y="2610153"/>
                  </a:lnTo>
                  <a:lnTo>
                    <a:pt x="1229104" y="2610343"/>
                  </a:lnTo>
                  <a:lnTo>
                    <a:pt x="1229739" y="2610618"/>
                  </a:lnTo>
                  <a:lnTo>
                    <a:pt x="1230374" y="2611169"/>
                  </a:lnTo>
                  <a:lnTo>
                    <a:pt x="1231009" y="2611738"/>
                  </a:lnTo>
                  <a:lnTo>
                    <a:pt x="1231643" y="2612307"/>
                  </a:lnTo>
                  <a:lnTo>
                    <a:pt x="1232278" y="2612877"/>
                  </a:lnTo>
                  <a:lnTo>
                    <a:pt x="1232913" y="2613531"/>
                  </a:lnTo>
                  <a:lnTo>
                    <a:pt x="1233548" y="2614290"/>
                  </a:lnTo>
                  <a:lnTo>
                    <a:pt x="1234183" y="2615050"/>
                  </a:lnTo>
                  <a:lnTo>
                    <a:pt x="1234818" y="2615809"/>
                  </a:lnTo>
                  <a:lnTo>
                    <a:pt x="1235453" y="2616568"/>
                  </a:lnTo>
                  <a:lnTo>
                    <a:pt x="1236087" y="2617583"/>
                  </a:lnTo>
                  <a:lnTo>
                    <a:pt x="1236722" y="2618722"/>
                  </a:lnTo>
                  <a:lnTo>
                    <a:pt x="1237357" y="2619860"/>
                  </a:lnTo>
                  <a:lnTo>
                    <a:pt x="1237992" y="2620990"/>
                  </a:lnTo>
                  <a:lnTo>
                    <a:pt x="1238627" y="2622014"/>
                  </a:lnTo>
                  <a:lnTo>
                    <a:pt x="1239262" y="2623068"/>
                  </a:lnTo>
                  <a:lnTo>
                    <a:pt x="1239896" y="2623846"/>
                  </a:lnTo>
                  <a:lnTo>
                    <a:pt x="1240531" y="2624605"/>
                  </a:lnTo>
                  <a:lnTo>
                    <a:pt x="1241166" y="2625402"/>
                  </a:lnTo>
                  <a:lnTo>
                    <a:pt x="1241801" y="2626351"/>
                  </a:lnTo>
                  <a:lnTo>
                    <a:pt x="1242436" y="2627214"/>
                  </a:lnTo>
                  <a:lnTo>
                    <a:pt x="1243071" y="2627973"/>
                  </a:lnTo>
                  <a:lnTo>
                    <a:pt x="1243706" y="2628732"/>
                  </a:lnTo>
                  <a:lnTo>
                    <a:pt x="1244340" y="2629492"/>
                  </a:lnTo>
                  <a:lnTo>
                    <a:pt x="1244975" y="2630251"/>
                  </a:lnTo>
                  <a:lnTo>
                    <a:pt x="1245610" y="2630754"/>
                  </a:lnTo>
                  <a:lnTo>
                    <a:pt x="1246245" y="2631133"/>
                  </a:lnTo>
                  <a:lnTo>
                    <a:pt x="1246880" y="2631513"/>
                  </a:lnTo>
                  <a:lnTo>
                    <a:pt x="1247515" y="2631892"/>
                  </a:lnTo>
                  <a:lnTo>
                    <a:pt x="1248149" y="2632196"/>
                  </a:lnTo>
                  <a:lnTo>
                    <a:pt x="1248784" y="2632386"/>
                  </a:lnTo>
                  <a:lnTo>
                    <a:pt x="1249419" y="2632575"/>
                  </a:lnTo>
                  <a:lnTo>
                    <a:pt x="1250054" y="2632765"/>
                  </a:lnTo>
                  <a:lnTo>
                    <a:pt x="1250689" y="2632917"/>
                  </a:lnTo>
                  <a:lnTo>
                    <a:pt x="1251324" y="2632917"/>
                  </a:lnTo>
                  <a:lnTo>
                    <a:pt x="1251959" y="2632917"/>
                  </a:lnTo>
                  <a:lnTo>
                    <a:pt x="1252593" y="2632917"/>
                  </a:lnTo>
                  <a:lnTo>
                    <a:pt x="1253228" y="2632917"/>
                  </a:lnTo>
                  <a:lnTo>
                    <a:pt x="1253863" y="2632917"/>
                  </a:lnTo>
                  <a:lnTo>
                    <a:pt x="1254498" y="2632917"/>
                  </a:lnTo>
                  <a:lnTo>
                    <a:pt x="1255133" y="2632917"/>
                  </a:lnTo>
                  <a:lnTo>
                    <a:pt x="1255768" y="2632917"/>
                  </a:lnTo>
                  <a:lnTo>
                    <a:pt x="1256402" y="2632794"/>
                  </a:lnTo>
                  <a:lnTo>
                    <a:pt x="1257037" y="2632604"/>
                  </a:lnTo>
                  <a:lnTo>
                    <a:pt x="1257672" y="2632329"/>
                  </a:lnTo>
                  <a:lnTo>
                    <a:pt x="1258307" y="2631949"/>
                  </a:lnTo>
                  <a:lnTo>
                    <a:pt x="1258942" y="2631570"/>
                  </a:lnTo>
                  <a:lnTo>
                    <a:pt x="1259577" y="2631190"/>
                  </a:lnTo>
                  <a:lnTo>
                    <a:pt x="1260211" y="2630725"/>
                  </a:lnTo>
                  <a:lnTo>
                    <a:pt x="1260846" y="2629947"/>
                  </a:lnTo>
                  <a:lnTo>
                    <a:pt x="1261481" y="2628998"/>
                  </a:lnTo>
                  <a:lnTo>
                    <a:pt x="1262116" y="2628059"/>
                  </a:lnTo>
                  <a:lnTo>
                    <a:pt x="1262751" y="2627300"/>
                  </a:lnTo>
                  <a:lnTo>
                    <a:pt x="1263386" y="2626541"/>
                  </a:lnTo>
                  <a:lnTo>
                    <a:pt x="1264021" y="2625781"/>
                  </a:lnTo>
                  <a:lnTo>
                    <a:pt x="1264655" y="2625022"/>
                  </a:lnTo>
                  <a:lnTo>
                    <a:pt x="1265290" y="2624263"/>
                  </a:lnTo>
                  <a:lnTo>
                    <a:pt x="1265925" y="2623627"/>
                  </a:lnTo>
                  <a:lnTo>
                    <a:pt x="1266560" y="2623058"/>
                  </a:lnTo>
                  <a:lnTo>
                    <a:pt x="1267195" y="2622612"/>
                  </a:lnTo>
                  <a:lnTo>
                    <a:pt x="1267830" y="2622422"/>
                  </a:lnTo>
                  <a:lnTo>
                    <a:pt x="1268464" y="2622233"/>
                  </a:lnTo>
                  <a:lnTo>
                    <a:pt x="1269099" y="2622043"/>
                  </a:lnTo>
                  <a:lnTo>
                    <a:pt x="1269734" y="2621938"/>
                  </a:lnTo>
                  <a:lnTo>
                    <a:pt x="1270369" y="2622147"/>
                  </a:lnTo>
                  <a:lnTo>
                    <a:pt x="1271004" y="2622527"/>
                  </a:lnTo>
                  <a:lnTo>
                    <a:pt x="1271639" y="2622897"/>
                  </a:lnTo>
                  <a:lnTo>
                    <a:pt x="1272274" y="2623087"/>
                  </a:lnTo>
                  <a:lnTo>
                    <a:pt x="1272908" y="2623276"/>
                  </a:lnTo>
                  <a:lnTo>
                    <a:pt x="1273543" y="2623466"/>
                  </a:lnTo>
                  <a:lnTo>
                    <a:pt x="1274178" y="2623656"/>
                  </a:lnTo>
                  <a:lnTo>
                    <a:pt x="1274813" y="2623846"/>
                  </a:lnTo>
                  <a:lnTo>
                    <a:pt x="1275448" y="2624035"/>
                  </a:lnTo>
                  <a:lnTo>
                    <a:pt x="1276083" y="2624225"/>
                  </a:lnTo>
                  <a:lnTo>
                    <a:pt x="1276717" y="2624377"/>
                  </a:lnTo>
                  <a:lnTo>
                    <a:pt x="1277352" y="2624377"/>
                  </a:lnTo>
                  <a:lnTo>
                    <a:pt x="1277987" y="2624377"/>
                  </a:lnTo>
                  <a:lnTo>
                    <a:pt x="1278622" y="2624377"/>
                  </a:lnTo>
                  <a:lnTo>
                    <a:pt x="1279257" y="2624377"/>
                  </a:lnTo>
                  <a:lnTo>
                    <a:pt x="1279892" y="2624377"/>
                  </a:lnTo>
                  <a:lnTo>
                    <a:pt x="1280527" y="2624377"/>
                  </a:lnTo>
                  <a:lnTo>
                    <a:pt x="1281161" y="2624630"/>
                  </a:lnTo>
                  <a:lnTo>
                    <a:pt x="1281796" y="2624914"/>
                  </a:lnTo>
                  <a:lnTo>
                    <a:pt x="1282431" y="2625198"/>
                  </a:lnTo>
                  <a:lnTo>
                    <a:pt x="1283066" y="2625483"/>
                  </a:lnTo>
                  <a:lnTo>
                    <a:pt x="1283701" y="2625792"/>
                  </a:lnTo>
                  <a:lnTo>
                    <a:pt x="1284336" y="2626101"/>
                  </a:lnTo>
                  <a:lnTo>
                    <a:pt x="1284970" y="2626410"/>
                  </a:lnTo>
                  <a:lnTo>
                    <a:pt x="1285605" y="2626719"/>
                  </a:lnTo>
                  <a:lnTo>
                    <a:pt x="1286240" y="2627028"/>
                  </a:lnTo>
                  <a:lnTo>
                    <a:pt x="1286875" y="2627338"/>
                  </a:lnTo>
                  <a:lnTo>
                    <a:pt x="1287510" y="2627647"/>
                  </a:lnTo>
                  <a:lnTo>
                    <a:pt x="1288145" y="2627956"/>
                  </a:lnTo>
                  <a:lnTo>
                    <a:pt x="1288780" y="2628265"/>
                  </a:lnTo>
                  <a:lnTo>
                    <a:pt x="1289414" y="2628574"/>
                  </a:lnTo>
                  <a:lnTo>
                    <a:pt x="1290049" y="2628884"/>
                  </a:lnTo>
                  <a:lnTo>
                    <a:pt x="1290684" y="2629188"/>
                  </a:lnTo>
                  <a:lnTo>
                    <a:pt x="1291319" y="2629472"/>
                  </a:lnTo>
                  <a:lnTo>
                    <a:pt x="1291954" y="2629756"/>
                  </a:lnTo>
                  <a:lnTo>
                    <a:pt x="1292589" y="2630018"/>
                  </a:lnTo>
                  <a:lnTo>
                    <a:pt x="1293223" y="2630018"/>
                  </a:lnTo>
                  <a:lnTo>
                    <a:pt x="1293858" y="2630075"/>
                  </a:lnTo>
                  <a:lnTo>
                    <a:pt x="1294493" y="2630265"/>
                  </a:lnTo>
                  <a:lnTo>
                    <a:pt x="1295128" y="2630521"/>
                  </a:lnTo>
                  <a:lnTo>
                    <a:pt x="1295763" y="2630957"/>
                  </a:lnTo>
                  <a:lnTo>
                    <a:pt x="1296398" y="2631527"/>
                  </a:lnTo>
                  <a:lnTo>
                    <a:pt x="1297033" y="2632096"/>
                  </a:lnTo>
                  <a:lnTo>
                    <a:pt x="1297667" y="2632665"/>
                  </a:lnTo>
                  <a:lnTo>
                    <a:pt x="1298302" y="2633235"/>
                  </a:lnTo>
                  <a:lnTo>
                    <a:pt x="1298937" y="2633804"/>
                  </a:lnTo>
                  <a:lnTo>
                    <a:pt x="1299572" y="2634373"/>
                  </a:lnTo>
                  <a:lnTo>
                    <a:pt x="1300207" y="2635038"/>
                  </a:lnTo>
                  <a:lnTo>
                    <a:pt x="1300842" y="2635797"/>
                  </a:lnTo>
                  <a:lnTo>
                    <a:pt x="1301476" y="2636048"/>
                  </a:lnTo>
                  <a:lnTo>
                    <a:pt x="1302111" y="2636039"/>
                  </a:lnTo>
                  <a:lnTo>
                    <a:pt x="1302746" y="2636001"/>
                  </a:lnTo>
                  <a:lnTo>
                    <a:pt x="1303381" y="2635929"/>
                  </a:lnTo>
                  <a:lnTo>
                    <a:pt x="1304016" y="2635781"/>
                  </a:lnTo>
                  <a:lnTo>
                    <a:pt x="1304651" y="2635594"/>
                  </a:lnTo>
                  <a:lnTo>
                    <a:pt x="1305286" y="2635302"/>
                  </a:lnTo>
                  <a:lnTo>
                    <a:pt x="1305920" y="2634934"/>
                  </a:lnTo>
                  <a:lnTo>
                    <a:pt x="1306555" y="2634452"/>
                  </a:lnTo>
                  <a:lnTo>
                    <a:pt x="1307190" y="2633893"/>
                  </a:lnTo>
                  <a:lnTo>
                    <a:pt x="1307825" y="2633221"/>
                  </a:lnTo>
                  <a:lnTo>
                    <a:pt x="1308460" y="2632473"/>
                  </a:lnTo>
                  <a:lnTo>
                    <a:pt x="1309095" y="2632037"/>
                  </a:lnTo>
                  <a:lnTo>
                    <a:pt x="1309729" y="2631508"/>
                  </a:lnTo>
                  <a:lnTo>
                    <a:pt x="1310364" y="2631007"/>
                  </a:lnTo>
                  <a:lnTo>
                    <a:pt x="1310999" y="2630990"/>
                  </a:lnTo>
                  <a:lnTo>
                    <a:pt x="1311634" y="2630863"/>
                  </a:lnTo>
                  <a:lnTo>
                    <a:pt x="1312269" y="2631091"/>
                  </a:lnTo>
                  <a:lnTo>
                    <a:pt x="1312904" y="2631020"/>
                  </a:lnTo>
                  <a:lnTo>
                    <a:pt x="1313538" y="2630917"/>
                  </a:lnTo>
                  <a:lnTo>
                    <a:pt x="1314173" y="2630814"/>
                  </a:lnTo>
                  <a:lnTo>
                    <a:pt x="1314808" y="2630626"/>
                  </a:lnTo>
                  <a:lnTo>
                    <a:pt x="1315443" y="2630432"/>
                  </a:lnTo>
                  <a:lnTo>
                    <a:pt x="1316078" y="2630394"/>
                  </a:lnTo>
                  <a:lnTo>
                    <a:pt x="1316713" y="2630372"/>
                  </a:lnTo>
                  <a:lnTo>
                    <a:pt x="1317348" y="2630334"/>
                  </a:lnTo>
                  <a:lnTo>
                    <a:pt x="1317982" y="2630339"/>
                  </a:lnTo>
                  <a:lnTo>
                    <a:pt x="1318617" y="2630336"/>
                  </a:lnTo>
                  <a:lnTo>
                    <a:pt x="1319252" y="2630059"/>
                  </a:lnTo>
                  <a:lnTo>
                    <a:pt x="1319887" y="2629679"/>
                  </a:lnTo>
                  <a:lnTo>
                    <a:pt x="1320522" y="2629266"/>
                  </a:lnTo>
                  <a:lnTo>
                    <a:pt x="1321157" y="2628830"/>
                  </a:lnTo>
                  <a:lnTo>
                    <a:pt x="1321791" y="2628539"/>
                  </a:lnTo>
                  <a:lnTo>
                    <a:pt x="1322426" y="2628114"/>
                  </a:lnTo>
                  <a:lnTo>
                    <a:pt x="1323061" y="2627736"/>
                  </a:lnTo>
                  <a:lnTo>
                    <a:pt x="1323696" y="2627358"/>
                  </a:lnTo>
                  <a:lnTo>
                    <a:pt x="1324331" y="2627642"/>
                  </a:lnTo>
                  <a:lnTo>
                    <a:pt x="1324966" y="2628022"/>
                  </a:lnTo>
                  <a:lnTo>
                    <a:pt x="1325601" y="2628401"/>
                  </a:lnTo>
                  <a:lnTo>
                    <a:pt x="1326235" y="2628705"/>
                  </a:lnTo>
                  <a:lnTo>
                    <a:pt x="1326870" y="2629084"/>
                  </a:lnTo>
                  <a:lnTo>
                    <a:pt x="1327505" y="2629464"/>
                  </a:lnTo>
                  <a:lnTo>
                    <a:pt x="1328140" y="2630100"/>
                  </a:lnTo>
                  <a:lnTo>
                    <a:pt x="1328775" y="2630859"/>
                  </a:lnTo>
                  <a:lnTo>
                    <a:pt x="1329410" y="2631751"/>
                  </a:lnTo>
                  <a:lnTo>
                    <a:pt x="1330044" y="2632396"/>
                  </a:lnTo>
                  <a:lnTo>
                    <a:pt x="1330679" y="2632738"/>
                  </a:lnTo>
                  <a:lnTo>
                    <a:pt x="1331314" y="2632842"/>
                  </a:lnTo>
                  <a:lnTo>
                    <a:pt x="1331949" y="2632937"/>
                  </a:lnTo>
                  <a:lnTo>
                    <a:pt x="1332584" y="2632937"/>
                  </a:lnTo>
                  <a:lnTo>
                    <a:pt x="1333219" y="2632937"/>
                  </a:lnTo>
                  <a:lnTo>
                    <a:pt x="1333854" y="2632937"/>
                  </a:lnTo>
                  <a:lnTo>
                    <a:pt x="1334488" y="2632871"/>
                  </a:lnTo>
                  <a:lnTo>
                    <a:pt x="1335123" y="2632681"/>
                  </a:lnTo>
                  <a:lnTo>
                    <a:pt x="1335758" y="2632614"/>
                  </a:lnTo>
                  <a:lnTo>
                    <a:pt x="1336393" y="2632614"/>
                  </a:lnTo>
                  <a:lnTo>
                    <a:pt x="1337028" y="2632614"/>
                  </a:lnTo>
                  <a:lnTo>
                    <a:pt x="1337663" y="2632434"/>
                  </a:lnTo>
                  <a:lnTo>
                    <a:pt x="1338297" y="2632244"/>
                  </a:lnTo>
                  <a:lnTo>
                    <a:pt x="1338932" y="2631922"/>
                  </a:lnTo>
                  <a:lnTo>
                    <a:pt x="1339567" y="2631732"/>
                  </a:lnTo>
                  <a:lnTo>
                    <a:pt x="1340202" y="2631542"/>
                  </a:lnTo>
                  <a:lnTo>
                    <a:pt x="1340837" y="2631352"/>
                  </a:lnTo>
                  <a:lnTo>
                    <a:pt x="1341472" y="2631295"/>
                  </a:lnTo>
                  <a:lnTo>
                    <a:pt x="1342107" y="2631295"/>
                  </a:lnTo>
                  <a:lnTo>
                    <a:pt x="1342741" y="2631295"/>
                  </a:lnTo>
                  <a:lnTo>
                    <a:pt x="1343376" y="2631295"/>
                  </a:lnTo>
                  <a:lnTo>
                    <a:pt x="1344011" y="2631295"/>
                  </a:lnTo>
                  <a:lnTo>
                    <a:pt x="1344646" y="2631295"/>
                  </a:lnTo>
                  <a:lnTo>
                    <a:pt x="1345281" y="2631295"/>
                  </a:lnTo>
                  <a:lnTo>
                    <a:pt x="1345916" y="2631295"/>
                  </a:lnTo>
                  <a:lnTo>
                    <a:pt x="1346550" y="2631295"/>
                  </a:lnTo>
                  <a:lnTo>
                    <a:pt x="1347185" y="2631295"/>
                  </a:lnTo>
                  <a:lnTo>
                    <a:pt x="1347820" y="2631295"/>
                  </a:lnTo>
                  <a:lnTo>
                    <a:pt x="1348455" y="2631295"/>
                  </a:lnTo>
                  <a:lnTo>
                    <a:pt x="1349090" y="2631295"/>
                  </a:lnTo>
                  <a:lnTo>
                    <a:pt x="1349725" y="2631295"/>
                  </a:lnTo>
                  <a:lnTo>
                    <a:pt x="1350360" y="2631295"/>
                  </a:lnTo>
                  <a:lnTo>
                    <a:pt x="1350994" y="2631295"/>
                  </a:lnTo>
                  <a:lnTo>
                    <a:pt x="1351629" y="2631286"/>
                  </a:lnTo>
                  <a:lnTo>
                    <a:pt x="1352264" y="2631096"/>
                  </a:lnTo>
                  <a:lnTo>
                    <a:pt x="1352899" y="2630906"/>
                  </a:lnTo>
                  <a:lnTo>
                    <a:pt x="1353534" y="2630717"/>
                  </a:lnTo>
                  <a:lnTo>
                    <a:pt x="1354169" y="2630527"/>
                  </a:lnTo>
                  <a:lnTo>
                    <a:pt x="1354803" y="2630337"/>
                  </a:lnTo>
                  <a:lnTo>
                    <a:pt x="1355438" y="2630147"/>
                  </a:lnTo>
                  <a:lnTo>
                    <a:pt x="1356073" y="2629957"/>
                  </a:lnTo>
                  <a:lnTo>
                    <a:pt x="1356708" y="2629768"/>
                  </a:lnTo>
                  <a:lnTo>
                    <a:pt x="1357343" y="2629578"/>
                  </a:lnTo>
                  <a:lnTo>
                    <a:pt x="1357978" y="2629388"/>
                  </a:lnTo>
                  <a:lnTo>
                    <a:pt x="1358613" y="2629103"/>
                  </a:lnTo>
                  <a:lnTo>
                    <a:pt x="1359247" y="2628724"/>
                  </a:lnTo>
                  <a:lnTo>
                    <a:pt x="1359882" y="2628344"/>
                  </a:lnTo>
                  <a:lnTo>
                    <a:pt x="1360517" y="2627898"/>
                  </a:lnTo>
                  <a:lnTo>
                    <a:pt x="1361152" y="2627339"/>
                  </a:lnTo>
                  <a:lnTo>
                    <a:pt x="1361787" y="2626931"/>
                  </a:lnTo>
                  <a:lnTo>
                    <a:pt x="1362422" y="2626361"/>
                  </a:lnTo>
                  <a:lnTo>
                    <a:pt x="1363056" y="2625792"/>
                  </a:lnTo>
                  <a:lnTo>
                    <a:pt x="1363691" y="2625223"/>
                  </a:lnTo>
                  <a:lnTo>
                    <a:pt x="1364326" y="2624653"/>
                  </a:lnTo>
                  <a:lnTo>
                    <a:pt x="1364961" y="2624084"/>
                  </a:lnTo>
                  <a:lnTo>
                    <a:pt x="1365596" y="2623515"/>
                  </a:lnTo>
                  <a:lnTo>
                    <a:pt x="1366231" y="2622945"/>
                  </a:lnTo>
                  <a:lnTo>
                    <a:pt x="1366865" y="2622376"/>
                  </a:lnTo>
                  <a:lnTo>
                    <a:pt x="1367500" y="2621807"/>
                  </a:lnTo>
                  <a:lnTo>
                    <a:pt x="1368135" y="2621332"/>
                  </a:lnTo>
                  <a:lnTo>
                    <a:pt x="1368770" y="2620953"/>
                  </a:lnTo>
                  <a:lnTo>
                    <a:pt x="1369405" y="2620573"/>
                  </a:lnTo>
                  <a:lnTo>
                    <a:pt x="1370040" y="2620260"/>
                  </a:lnTo>
                  <a:lnTo>
                    <a:pt x="1370675" y="2620070"/>
                  </a:lnTo>
                  <a:lnTo>
                    <a:pt x="1371309" y="2619909"/>
                  </a:lnTo>
                  <a:lnTo>
                    <a:pt x="1371944" y="2619909"/>
                  </a:lnTo>
                  <a:lnTo>
                    <a:pt x="1372579" y="2619909"/>
                  </a:lnTo>
                  <a:lnTo>
                    <a:pt x="1373214" y="2619909"/>
                  </a:lnTo>
                  <a:lnTo>
                    <a:pt x="1373849" y="2619909"/>
                  </a:lnTo>
                  <a:lnTo>
                    <a:pt x="1374484" y="2619909"/>
                  </a:lnTo>
                  <a:lnTo>
                    <a:pt x="1375118" y="2619909"/>
                  </a:lnTo>
                  <a:lnTo>
                    <a:pt x="1375753" y="2619909"/>
                  </a:lnTo>
                  <a:lnTo>
                    <a:pt x="1376388" y="2619909"/>
                  </a:lnTo>
                  <a:lnTo>
                    <a:pt x="1377023" y="2619909"/>
                  </a:lnTo>
                  <a:lnTo>
                    <a:pt x="1377658" y="2619909"/>
                  </a:lnTo>
                  <a:lnTo>
                    <a:pt x="1378293" y="2619909"/>
                  </a:lnTo>
                  <a:lnTo>
                    <a:pt x="1378928" y="2619909"/>
                  </a:lnTo>
                  <a:lnTo>
                    <a:pt x="1379562" y="2619909"/>
                  </a:lnTo>
                  <a:lnTo>
                    <a:pt x="1380197" y="2619909"/>
                  </a:lnTo>
                  <a:lnTo>
                    <a:pt x="1380832" y="2619909"/>
                  </a:lnTo>
                  <a:lnTo>
                    <a:pt x="1381467" y="2619909"/>
                  </a:lnTo>
                  <a:lnTo>
                    <a:pt x="1382102" y="2620170"/>
                  </a:lnTo>
                  <a:lnTo>
                    <a:pt x="1382737" y="2620455"/>
                  </a:lnTo>
                  <a:lnTo>
                    <a:pt x="1383371" y="2620883"/>
                  </a:lnTo>
                  <a:lnTo>
                    <a:pt x="1384006" y="2621381"/>
                  </a:lnTo>
                  <a:lnTo>
                    <a:pt x="1384641" y="2621966"/>
                  </a:lnTo>
                  <a:lnTo>
                    <a:pt x="1385276" y="2622655"/>
                  </a:lnTo>
                  <a:lnTo>
                    <a:pt x="1385911" y="2623343"/>
                  </a:lnTo>
                  <a:lnTo>
                    <a:pt x="1386546" y="2624032"/>
                  </a:lnTo>
                  <a:lnTo>
                    <a:pt x="1387181" y="2624806"/>
                  </a:lnTo>
                  <a:lnTo>
                    <a:pt x="1387815" y="2625893"/>
                  </a:lnTo>
                  <a:lnTo>
                    <a:pt x="1388450" y="2627152"/>
                  </a:lnTo>
                  <a:lnTo>
                    <a:pt x="1389085" y="2628410"/>
                  </a:lnTo>
                  <a:lnTo>
                    <a:pt x="1389720" y="2629668"/>
                  </a:lnTo>
                  <a:lnTo>
                    <a:pt x="1390355" y="2630926"/>
                  </a:lnTo>
                  <a:lnTo>
                    <a:pt x="1390990" y="2632184"/>
                  </a:lnTo>
                  <a:lnTo>
                    <a:pt x="1391624" y="2633417"/>
                  </a:lnTo>
                  <a:lnTo>
                    <a:pt x="1392259" y="2634650"/>
                  </a:lnTo>
                  <a:lnTo>
                    <a:pt x="1392894" y="2635729"/>
                  </a:lnTo>
                  <a:lnTo>
                    <a:pt x="1393529" y="2636744"/>
                  </a:lnTo>
                  <a:lnTo>
                    <a:pt x="1394164" y="2637566"/>
                  </a:lnTo>
                  <a:lnTo>
                    <a:pt x="1394799" y="2638307"/>
                  </a:lnTo>
                  <a:lnTo>
                    <a:pt x="1395434" y="2639047"/>
                  </a:lnTo>
                  <a:lnTo>
                    <a:pt x="1396068" y="2639787"/>
                  </a:lnTo>
                  <a:lnTo>
                    <a:pt x="1396703" y="2640442"/>
                  </a:lnTo>
                  <a:lnTo>
                    <a:pt x="1397338" y="2640784"/>
                  </a:lnTo>
                  <a:lnTo>
                    <a:pt x="1397973" y="2640955"/>
                  </a:lnTo>
                  <a:lnTo>
                    <a:pt x="1398608" y="2641126"/>
                  </a:lnTo>
                  <a:lnTo>
                    <a:pt x="1399243" y="2641158"/>
                  </a:lnTo>
                  <a:lnTo>
                    <a:pt x="1399877" y="2641393"/>
                  </a:lnTo>
                  <a:lnTo>
                    <a:pt x="1400512" y="2641661"/>
                  </a:lnTo>
                  <a:lnTo>
                    <a:pt x="1401147" y="2641920"/>
                  </a:lnTo>
                  <a:lnTo>
                    <a:pt x="1401782" y="2642178"/>
                  </a:lnTo>
                  <a:lnTo>
                    <a:pt x="1402417" y="2642437"/>
                  </a:lnTo>
                  <a:lnTo>
                    <a:pt x="1403052" y="2642705"/>
                  </a:lnTo>
                  <a:lnTo>
                    <a:pt x="1403687" y="2643077"/>
                  </a:lnTo>
                  <a:lnTo>
                    <a:pt x="1404321" y="2643248"/>
                  </a:lnTo>
                  <a:lnTo>
                    <a:pt x="1404956" y="2643419"/>
                  </a:lnTo>
                  <a:lnTo>
                    <a:pt x="1405591" y="2643590"/>
                  </a:lnTo>
                  <a:lnTo>
                    <a:pt x="1406226" y="2643760"/>
                  </a:lnTo>
                  <a:lnTo>
                    <a:pt x="1406861" y="2643828"/>
                  </a:lnTo>
                  <a:lnTo>
                    <a:pt x="1407496" y="2643743"/>
                  </a:lnTo>
                  <a:lnTo>
                    <a:pt x="1408130" y="2643384"/>
                  </a:lnTo>
                  <a:lnTo>
                    <a:pt x="1408765" y="2643133"/>
                  </a:lnTo>
                  <a:lnTo>
                    <a:pt x="1409400" y="2642875"/>
                  </a:lnTo>
                  <a:lnTo>
                    <a:pt x="1410035" y="2642561"/>
                  </a:lnTo>
                  <a:lnTo>
                    <a:pt x="1410670" y="2641872"/>
                  </a:lnTo>
                  <a:lnTo>
                    <a:pt x="1411305" y="2641069"/>
                  </a:lnTo>
                  <a:lnTo>
                    <a:pt x="1411940" y="2639726"/>
                  </a:lnTo>
                  <a:lnTo>
                    <a:pt x="1412574" y="2638003"/>
                  </a:lnTo>
                  <a:lnTo>
                    <a:pt x="1413209" y="2636175"/>
                  </a:lnTo>
                  <a:lnTo>
                    <a:pt x="1413844" y="2634348"/>
                  </a:lnTo>
                  <a:lnTo>
                    <a:pt x="1414479" y="2632521"/>
                  </a:lnTo>
                  <a:lnTo>
                    <a:pt x="1415114" y="2630693"/>
                  </a:lnTo>
                  <a:lnTo>
                    <a:pt x="1415749" y="2628866"/>
                  </a:lnTo>
                  <a:lnTo>
                    <a:pt x="1416383" y="2627181"/>
                  </a:lnTo>
                  <a:lnTo>
                    <a:pt x="1417018" y="2625666"/>
                  </a:lnTo>
                  <a:lnTo>
                    <a:pt x="1417653" y="2623901"/>
                  </a:lnTo>
                  <a:lnTo>
                    <a:pt x="1418288" y="2622098"/>
                  </a:lnTo>
                  <a:lnTo>
                    <a:pt x="1418923" y="2620296"/>
                  </a:lnTo>
                  <a:lnTo>
                    <a:pt x="1419558" y="2618516"/>
                  </a:lnTo>
                  <a:lnTo>
                    <a:pt x="1420192" y="2616998"/>
                  </a:lnTo>
                  <a:lnTo>
                    <a:pt x="1420827" y="2615593"/>
                  </a:lnTo>
                  <a:lnTo>
                    <a:pt x="1421462" y="2614730"/>
                  </a:lnTo>
                  <a:lnTo>
                    <a:pt x="1422097" y="2614246"/>
                  </a:lnTo>
                  <a:lnTo>
                    <a:pt x="1422732" y="2613866"/>
                  </a:lnTo>
                  <a:lnTo>
                    <a:pt x="1423367" y="2613487"/>
                  </a:lnTo>
                  <a:lnTo>
                    <a:pt x="1424002" y="2613107"/>
                  </a:lnTo>
                  <a:lnTo>
                    <a:pt x="1424636" y="2612728"/>
                  </a:lnTo>
                  <a:lnTo>
                    <a:pt x="1425271" y="2612348"/>
                  </a:lnTo>
                  <a:lnTo>
                    <a:pt x="1425906" y="2611731"/>
                  </a:lnTo>
                  <a:lnTo>
                    <a:pt x="1426541" y="2610915"/>
                  </a:lnTo>
                  <a:lnTo>
                    <a:pt x="1427176" y="2609929"/>
                  </a:lnTo>
                  <a:lnTo>
                    <a:pt x="1427811" y="2608980"/>
                  </a:lnTo>
                  <a:lnTo>
                    <a:pt x="1428445" y="2608031"/>
                  </a:lnTo>
                  <a:lnTo>
                    <a:pt x="1429080" y="2607082"/>
                  </a:lnTo>
                  <a:lnTo>
                    <a:pt x="1429715" y="2606133"/>
                  </a:lnTo>
                  <a:lnTo>
                    <a:pt x="1430350" y="2605184"/>
                  </a:lnTo>
                  <a:lnTo>
                    <a:pt x="1430985" y="2604074"/>
                  </a:lnTo>
                  <a:lnTo>
                    <a:pt x="1431620" y="2602935"/>
                  </a:lnTo>
                  <a:lnTo>
                    <a:pt x="1432255" y="2601797"/>
                  </a:lnTo>
                  <a:lnTo>
                    <a:pt x="1432889" y="2600658"/>
                  </a:lnTo>
                  <a:lnTo>
                    <a:pt x="1433524" y="2599633"/>
                  </a:lnTo>
                  <a:lnTo>
                    <a:pt x="1434159" y="2598684"/>
                  </a:lnTo>
                  <a:lnTo>
                    <a:pt x="1434794" y="2597849"/>
                  </a:lnTo>
                  <a:lnTo>
                    <a:pt x="1435429" y="2597327"/>
                  </a:lnTo>
                  <a:lnTo>
                    <a:pt x="1436064" y="2596730"/>
                  </a:lnTo>
                  <a:lnTo>
                    <a:pt x="1436698" y="2596627"/>
                  </a:lnTo>
                  <a:lnTo>
                    <a:pt x="1437333" y="2596543"/>
                  </a:lnTo>
                  <a:lnTo>
                    <a:pt x="1437968" y="2596019"/>
                  </a:lnTo>
                  <a:lnTo>
                    <a:pt x="1438603" y="2595601"/>
                  </a:lnTo>
                  <a:lnTo>
                    <a:pt x="1439238" y="2595031"/>
                  </a:lnTo>
                  <a:lnTo>
                    <a:pt x="1439873" y="2594423"/>
                  </a:lnTo>
                  <a:lnTo>
                    <a:pt x="1440508" y="2593977"/>
                  </a:lnTo>
                  <a:lnTo>
                    <a:pt x="1441142" y="2593559"/>
                  </a:lnTo>
                  <a:lnTo>
                    <a:pt x="1441777" y="2593196"/>
                  </a:lnTo>
                  <a:lnTo>
                    <a:pt x="1442412" y="2592888"/>
                  </a:lnTo>
                  <a:lnTo>
                    <a:pt x="1443047" y="2592514"/>
                  </a:lnTo>
                  <a:lnTo>
                    <a:pt x="1443682" y="2592123"/>
                  </a:lnTo>
                  <a:lnTo>
                    <a:pt x="1444317" y="2591749"/>
                  </a:lnTo>
                  <a:lnTo>
                    <a:pt x="1444951" y="2591331"/>
                  </a:lnTo>
                  <a:lnTo>
                    <a:pt x="1445586" y="2590923"/>
                  </a:lnTo>
                  <a:lnTo>
                    <a:pt x="1446221" y="2590787"/>
                  </a:lnTo>
                  <a:lnTo>
                    <a:pt x="1446856" y="2590651"/>
                  </a:lnTo>
                  <a:lnTo>
                    <a:pt x="1447491" y="2590777"/>
                  </a:lnTo>
                  <a:lnTo>
                    <a:pt x="1448126" y="2591156"/>
                  </a:lnTo>
                  <a:lnTo>
                    <a:pt x="1448761" y="2591792"/>
                  </a:lnTo>
                  <a:lnTo>
                    <a:pt x="1449395" y="2592655"/>
                  </a:lnTo>
                  <a:lnTo>
                    <a:pt x="1450030" y="2593604"/>
                  </a:lnTo>
                  <a:lnTo>
                    <a:pt x="1450665" y="2594515"/>
                  </a:lnTo>
                  <a:lnTo>
                    <a:pt x="1451300" y="2595170"/>
                  </a:lnTo>
                  <a:lnTo>
                    <a:pt x="1451935" y="2595549"/>
                  </a:lnTo>
                  <a:lnTo>
                    <a:pt x="1452570" y="2595929"/>
                  </a:lnTo>
                  <a:lnTo>
                    <a:pt x="1453204" y="2596384"/>
                  </a:lnTo>
                  <a:lnTo>
                    <a:pt x="1453839" y="2596764"/>
                  </a:lnTo>
                  <a:lnTo>
                    <a:pt x="1454474" y="2597144"/>
                  </a:lnTo>
                  <a:lnTo>
                    <a:pt x="1455109" y="2597447"/>
                  </a:lnTo>
                  <a:lnTo>
                    <a:pt x="1455744" y="2597637"/>
                  </a:lnTo>
                  <a:lnTo>
                    <a:pt x="1456379" y="2597855"/>
                  </a:lnTo>
                  <a:lnTo>
                    <a:pt x="1457014" y="2598235"/>
                  </a:lnTo>
                  <a:lnTo>
                    <a:pt x="1457648" y="2598614"/>
                  </a:lnTo>
                  <a:lnTo>
                    <a:pt x="1458283" y="2598890"/>
                  </a:lnTo>
                  <a:lnTo>
                    <a:pt x="1458918" y="2599108"/>
                  </a:lnTo>
                  <a:lnTo>
                    <a:pt x="1459553" y="2599298"/>
                  </a:lnTo>
                  <a:lnTo>
                    <a:pt x="1460188" y="2599525"/>
                  </a:lnTo>
                  <a:lnTo>
                    <a:pt x="1460823" y="2599914"/>
                  </a:lnTo>
                  <a:lnTo>
                    <a:pt x="1461457" y="2600313"/>
                  </a:lnTo>
                  <a:lnTo>
                    <a:pt x="1462092" y="2600692"/>
                  </a:lnTo>
                  <a:lnTo>
                    <a:pt x="1462727" y="2600787"/>
                  </a:lnTo>
                  <a:lnTo>
                    <a:pt x="1463362" y="2600531"/>
                  </a:lnTo>
                  <a:lnTo>
                    <a:pt x="1463997" y="2600000"/>
                  </a:lnTo>
                  <a:lnTo>
                    <a:pt x="1464632" y="2599298"/>
                  </a:lnTo>
                  <a:lnTo>
                    <a:pt x="1465267" y="2598538"/>
                  </a:lnTo>
                  <a:lnTo>
                    <a:pt x="1465901" y="2597751"/>
                  </a:lnTo>
                  <a:lnTo>
                    <a:pt x="1466536" y="2596802"/>
                  </a:lnTo>
                  <a:lnTo>
                    <a:pt x="1467171" y="2595853"/>
                  </a:lnTo>
                  <a:lnTo>
                    <a:pt x="1467806" y="2594904"/>
                  </a:lnTo>
                  <a:lnTo>
                    <a:pt x="1468441" y="2593822"/>
                  </a:lnTo>
                  <a:lnTo>
                    <a:pt x="1469076" y="2592684"/>
                  </a:lnTo>
                  <a:lnTo>
                    <a:pt x="1469710" y="2591270"/>
                  </a:lnTo>
                  <a:lnTo>
                    <a:pt x="1470345" y="2589590"/>
                  </a:lnTo>
                  <a:lnTo>
                    <a:pt x="1470980" y="2588053"/>
                  </a:lnTo>
                  <a:lnTo>
                    <a:pt x="1471615" y="2586535"/>
                  </a:lnTo>
                  <a:lnTo>
                    <a:pt x="1472250" y="2585178"/>
                  </a:lnTo>
                  <a:lnTo>
                    <a:pt x="1472885" y="2584106"/>
                  </a:lnTo>
                  <a:lnTo>
                    <a:pt x="1473520" y="2583309"/>
                  </a:lnTo>
                  <a:lnTo>
                    <a:pt x="1474154" y="2582664"/>
                  </a:lnTo>
                  <a:lnTo>
                    <a:pt x="1474789" y="2581904"/>
                  </a:lnTo>
                  <a:lnTo>
                    <a:pt x="1475424" y="2581145"/>
                  </a:lnTo>
                  <a:lnTo>
                    <a:pt x="1476059" y="2580386"/>
                  </a:lnTo>
                  <a:lnTo>
                    <a:pt x="1476694" y="2579627"/>
                  </a:lnTo>
                  <a:lnTo>
                    <a:pt x="1477329" y="2578868"/>
                  </a:lnTo>
                  <a:lnTo>
                    <a:pt x="1477963" y="2578109"/>
                  </a:lnTo>
                  <a:lnTo>
                    <a:pt x="1478598" y="2577359"/>
                  </a:lnTo>
                  <a:lnTo>
                    <a:pt x="1479233" y="2577065"/>
                  </a:lnTo>
                  <a:lnTo>
                    <a:pt x="1479868" y="2577037"/>
                  </a:lnTo>
                  <a:lnTo>
                    <a:pt x="1480503" y="2577037"/>
                  </a:lnTo>
                  <a:lnTo>
                    <a:pt x="1481138" y="2577037"/>
                  </a:lnTo>
                  <a:lnTo>
                    <a:pt x="1481772" y="2577037"/>
                  </a:lnTo>
                  <a:lnTo>
                    <a:pt x="1482407" y="2577037"/>
                  </a:lnTo>
                  <a:lnTo>
                    <a:pt x="1483042" y="2577037"/>
                  </a:lnTo>
                  <a:lnTo>
                    <a:pt x="1483677" y="2577056"/>
                  </a:lnTo>
                  <a:lnTo>
                    <a:pt x="1484312" y="2577245"/>
                  </a:lnTo>
                  <a:lnTo>
                    <a:pt x="1484947" y="2577435"/>
                  </a:lnTo>
                  <a:lnTo>
                    <a:pt x="1485582" y="2577720"/>
                  </a:lnTo>
                  <a:lnTo>
                    <a:pt x="1486216" y="2578099"/>
                  </a:lnTo>
                  <a:lnTo>
                    <a:pt x="1486851" y="2578479"/>
                  </a:lnTo>
                  <a:lnTo>
                    <a:pt x="1487486" y="2578925"/>
                  </a:lnTo>
                  <a:lnTo>
                    <a:pt x="1488121" y="2579485"/>
                  </a:lnTo>
                  <a:lnTo>
                    <a:pt x="1488756" y="2579893"/>
                  </a:lnTo>
                  <a:lnTo>
                    <a:pt x="1489391" y="2580462"/>
                  </a:lnTo>
                  <a:lnTo>
                    <a:pt x="1490025" y="2581031"/>
                  </a:lnTo>
                  <a:lnTo>
                    <a:pt x="1490660" y="2581601"/>
                  </a:lnTo>
                  <a:lnTo>
                    <a:pt x="1491295" y="2582170"/>
                  </a:lnTo>
                  <a:lnTo>
                    <a:pt x="1491930" y="2582739"/>
                  </a:lnTo>
                  <a:lnTo>
                    <a:pt x="1492565" y="2583309"/>
                  </a:lnTo>
                  <a:lnTo>
                    <a:pt x="1493200" y="2583878"/>
                  </a:lnTo>
                  <a:lnTo>
                    <a:pt x="1493835" y="2584447"/>
                  </a:lnTo>
                  <a:lnTo>
                    <a:pt x="1494469" y="2585017"/>
                  </a:lnTo>
                  <a:lnTo>
                    <a:pt x="1495104" y="2585491"/>
                  </a:lnTo>
                  <a:lnTo>
                    <a:pt x="1495739" y="2585871"/>
                  </a:lnTo>
                  <a:lnTo>
                    <a:pt x="1496374" y="2586250"/>
                  </a:lnTo>
                  <a:lnTo>
                    <a:pt x="1497009" y="2586563"/>
                  </a:lnTo>
                  <a:lnTo>
                    <a:pt x="1497644" y="2586753"/>
                  </a:lnTo>
                  <a:lnTo>
                    <a:pt x="1498278" y="2586915"/>
                  </a:lnTo>
                  <a:lnTo>
                    <a:pt x="1498913" y="2586915"/>
                  </a:lnTo>
                  <a:lnTo>
                    <a:pt x="1499548" y="2586915"/>
                  </a:lnTo>
                  <a:lnTo>
                    <a:pt x="1500183" y="2586734"/>
                  </a:lnTo>
                  <a:lnTo>
                    <a:pt x="1500818" y="2586412"/>
                  </a:lnTo>
                  <a:lnTo>
                    <a:pt x="1501453" y="2586032"/>
                  </a:lnTo>
                  <a:lnTo>
                    <a:pt x="1502088" y="2585653"/>
                  </a:lnTo>
                  <a:lnTo>
                    <a:pt x="1502722" y="2585273"/>
                  </a:lnTo>
                  <a:lnTo>
                    <a:pt x="1503357" y="2584893"/>
                  </a:lnTo>
                  <a:lnTo>
                    <a:pt x="1503992" y="2584514"/>
                  </a:lnTo>
                  <a:lnTo>
                    <a:pt x="1504627" y="2584134"/>
                  </a:lnTo>
                  <a:lnTo>
                    <a:pt x="1505262" y="2583755"/>
                  </a:lnTo>
                  <a:lnTo>
                    <a:pt x="1505897" y="2583375"/>
                  </a:lnTo>
                  <a:lnTo>
                    <a:pt x="1506531" y="2582996"/>
                  </a:lnTo>
                  <a:lnTo>
                    <a:pt x="1507166" y="2582616"/>
                  </a:lnTo>
                  <a:lnTo>
                    <a:pt x="1507801" y="2582237"/>
                  </a:lnTo>
                  <a:lnTo>
                    <a:pt x="1508436" y="2581857"/>
                  </a:lnTo>
                  <a:lnTo>
                    <a:pt x="1509071" y="2581216"/>
                  </a:lnTo>
                  <a:lnTo>
                    <a:pt x="1509706" y="2580732"/>
                  </a:lnTo>
                  <a:lnTo>
                    <a:pt x="1510341" y="2580371"/>
                  </a:lnTo>
                  <a:lnTo>
                    <a:pt x="1510975" y="2580062"/>
                  </a:lnTo>
                  <a:lnTo>
                    <a:pt x="1511610" y="2579752"/>
                  </a:lnTo>
                  <a:lnTo>
                    <a:pt x="1512245" y="2579443"/>
                  </a:lnTo>
                  <a:lnTo>
                    <a:pt x="1512880" y="2579134"/>
                  </a:lnTo>
                  <a:lnTo>
                    <a:pt x="1513515" y="2578825"/>
                  </a:lnTo>
                  <a:lnTo>
                    <a:pt x="1514150" y="2578516"/>
                  </a:lnTo>
                  <a:lnTo>
                    <a:pt x="1514784" y="2578207"/>
                  </a:lnTo>
                  <a:lnTo>
                    <a:pt x="1515419" y="2577897"/>
                  </a:lnTo>
                  <a:lnTo>
                    <a:pt x="1516054" y="2577588"/>
                  </a:lnTo>
                  <a:lnTo>
                    <a:pt x="1516689" y="2577279"/>
                  </a:lnTo>
                  <a:lnTo>
                    <a:pt x="1517324" y="2576970"/>
                  </a:lnTo>
                  <a:lnTo>
                    <a:pt x="1517959" y="2576661"/>
                  </a:lnTo>
                  <a:lnTo>
                    <a:pt x="1518594" y="2576377"/>
                  </a:lnTo>
                  <a:lnTo>
                    <a:pt x="1519228" y="2576092"/>
                  </a:lnTo>
                  <a:lnTo>
                    <a:pt x="1519863" y="2575839"/>
                  </a:lnTo>
                  <a:lnTo>
                    <a:pt x="1520498" y="2575583"/>
                  </a:lnTo>
                  <a:lnTo>
                    <a:pt x="1521133" y="2575434"/>
                  </a:lnTo>
                  <a:lnTo>
                    <a:pt x="1521768" y="2575263"/>
                  </a:lnTo>
                  <a:lnTo>
                    <a:pt x="1522403" y="2574931"/>
                  </a:lnTo>
                  <a:lnTo>
                    <a:pt x="1523037" y="2574570"/>
                  </a:lnTo>
                  <a:lnTo>
                    <a:pt x="1523672" y="2574210"/>
                  </a:lnTo>
                  <a:lnTo>
                    <a:pt x="1524307" y="2573754"/>
                  </a:lnTo>
                  <a:lnTo>
                    <a:pt x="1524942" y="2573014"/>
                  </a:lnTo>
                  <a:lnTo>
                    <a:pt x="1525577" y="2571827"/>
                  </a:lnTo>
                  <a:lnTo>
                    <a:pt x="1526212" y="2571015"/>
                  </a:lnTo>
                  <a:lnTo>
                    <a:pt x="1526847" y="2569834"/>
                  </a:lnTo>
                  <a:lnTo>
                    <a:pt x="1527481" y="2569012"/>
                  </a:lnTo>
                  <a:lnTo>
                    <a:pt x="1528116" y="2568243"/>
                  </a:lnTo>
                  <a:lnTo>
                    <a:pt x="1528751" y="2567304"/>
                  </a:lnTo>
                  <a:lnTo>
                    <a:pt x="1529386" y="2566300"/>
                  </a:lnTo>
                  <a:lnTo>
                    <a:pt x="1530021" y="2565051"/>
                  </a:lnTo>
                  <a:lnTo>
                    <a:pt x="1530656" y="2563672"/>
                  </a:lnTo>
                  <a:lnTo>
                    <a:pt x="1531290" y="2562494"/>
                  </a:lnTo>
                  <a:lnTo>
                    <a:pt x="1531925" y="2561389"/>
                  </a:lnTo>
                  <a:lnTo>
                    <a:pt x="1532560" y="2560297"/>
                  </a:lnTo>
                  <a:lnTo>
                    <a:pt x="1533195" y="2559183"/>
                  </a:lnTo>
                  <a:lnTo>
                    <a:pt x="1533830" y="2558113"/>
                  </a:lnTo>
                  <a:lnTo>
                    <a:pt x="1534465" y="2557277"/>
                  </a:lnTo>
                  <a:lnTo>
                    <a:pt x="1535099" y="2556663"/>
                  </a:lnTo>
                  <a:lnTo>
                    <a:pt x="1535734" y="2556052"/>
                  </a:lnTo>
                  <a:lnTo>
                    <a:pt x="1536369" y="2555463"/>
                  </a:lnTo>
                  <a:lnTo>
                    <a:pt x="1537004" y="2554602"/>
                  </a:lnTo>
                  <a:lnTo>
                    <a:pt x="1537639" y="2553833"/>
                  </a:lnTo>
                  <a:lnTo>
                    <a:pt x="1538274" y="2553364"/>
                  </a:lnTo>
                  <a:lnTo>
                    <a:pt x="1538909" y="2553821"/>
                  </a:lnTo>
                  <a:lnTo>
                    <a:pt x="1539543" y="2555001"/>
                  </a:lnTo>
                  <a:lnTo>
                    <a:pt x="1540178" y="2555950"/>
                  </a:lnTo>
                  <a:lnTo>
                    <a:pt x="1540813" y="2556898"/>
                  </a:lnTo>
                  <a:lnTo>
                    <a:pt x="1541448" y="2557724"/>
                  </a:lnTo>
                  <a:lnTo>
                    <a:pt x="1542083" y="2558483"/>
                  </a:lnTo>
                  <a:lnTo>
                    <a:pt x="1542718" y="2559290"/>
                  </a:lnTo>
                  <a:lnTo>
                    <a:pt x="1543352" y="2560182"/>
                  </a:lnTo>
                  <a:lnTo>
                    <a:pt x="1543987" y="2561007"/>
                  </a:lnTo>
                  <a:lnTo>
                    <a:pt x="1544622" y="2562089"/>
                  </a:lnTo>
                  <a:lnTo>
                    <a:pt x="1545257" y="2563227"/>
                  </a:lnTo>
                  <a:lnTo>
                    <a:pt x="1545892" y="2564366"/>
                  </a:lnTo>
                  <a:lnTo>
                    <a:pt x="1546527" y="2565695"/>
                  </a:lnTo>
                  <a:lnTo>
                    <a:pt x="1547162" y="2567023"/>
                  </a:lnTo>
                  <a:lnTo>
                    <a:pt x="1547796" y="2568238"/>
                  </a:lnTo>
                  <a:lnTo>
                    <a:pt x="1548431" y="2568911"/>
                  </a:lnTo>
                  <a:lnTo>
                    <a:pt x="1549066" y="2569205"/>
                  </a:lnTo>
                  <a:lnTo>
                    <a:pt x="1549701" y="2569395"/>
                  </a:lnTo>
                  <a:lnTo>
                    <a:pt x="1550336" y="2569585"/>
                  </a:lnTo>
                  <a:lnTo>
                    <a:pt x="1550971" y="2569898"/>
                  </a:lnTo>
                  <a:lnTo>
                    <a:pt x="1551605" y="2570278"/>
                  </a:lnTo>
                  <a:lnTo>
                    <a:pt x="1552240" y="2570657"/>
                  </a:lnTo>
                  <a:lnTo>
                    <a:pt x="1552875" y="2571274"/>
                  </a:lnTo>
                  <a:lnTo>
                    <a:pt x="1553510" y="2572090"/>
                  </a:lnTo>
                  <a:lnTo>
                    <a:pt x="1554145" y="2573001"/>
                  </a:lnTo>
                  <a:lnTo>
                    <a:pt x="1554780" y="2573760"/>
                  </a:lnTo>
                  <a:lnTo>
                    <a:pt x="1555415" y="2574377"/>
                  </a:lnTo>
                  <a:lnTo>
                    <a:pt x="1556049" y="2574946"/>
                  </a:lnTo>
                  <a:lnTo>
                    <a:pt x="1556684" y="2575516"/>
                  </a:lnTo>
                  <a:lnTo>
                    <a:pt x="1557319" y="2576085"/>
                  </a:lnTo>
                  <a:lnTo>
                    <a:pt x="1557954" y="2576816"/>
                  </a:lnTo>
                  <a:lnTo>
                    <a:pt x="1558589" y="2577575"/>
                  </a:lnTo>
                  <a:lnTo>
                    <a:pt x="1559224" y="2578334"/>
                  </a:lnTo>
                  <a:lnTo>
                    <a:pt x="1559858" y="2579093"/>
                  </a:lnTo>
                  <a:lnTo>
                    <a:pt x="1560493" y="2579852"/>
                  </a:lnTo>
                  <a:lnTo>
                    <a:pt x="1561128" y="2580611"/>
                  </a:lnTo>
                  <a:lnTo>
                    <a:pt x="1561763" y="2581370"/>
                  </a:lnTo>
                  <a:lnTo>
                    <a:pt x="1562398" y="2581892"/>
                  </a:lnTo>
                  <a:lnTo>
                    <a:pt x="1563033" y="2582177"/>
                  </a:lnTo>
                  <a:lnTo>
                    <a:pt x="1563668" y="2582082"/>
                  </a:lnTo>
                  <a:lnTo>
                    <a:pt x="1564302" y="2582082"/>
                  </a:lnTo>
                  <a:lnTo>
                    <a:pt x="1564937" y="2582405"/>
                  </a:lnTo>
                  <a:lnTo>
                    <a:pt x="1565572" y="2582784"/>
                  </a:lnTo>
                  <a:lnTo>
                    <a:pt x="1566207" y="2583315"/>
                  </a:lnTo>
                  <a:lnTo>
                    <a:pt x="1566842" y="2583885"/>
                  </a:lnTo>
                  <a:lnTo>
                    <a:pt x="1567477" y="2584293"/>
                  </a:lnTo>
                  <a:lnTo>
                    <a:pt x="1568111" y="2584672"/>
                  </a:lnTo>
                  <a:lnTo>
                    <a:pt x="1568746" y="2585052"/>
                  </a:lnTo>
                  <a:lnTo>
                    <a:pt x="1569381" y="2585431"/>
                  </a:lnTo>
                  <a:lnTo>
                    <a:pt x="1570016" y="2585811"/>
                  </a:lnTo>
                  <a:lnTo>
                    <a:pt x="1570651" y="2586191"/>
                  </a:lnTo>
                  <a:lnTo>
                    <a:pt x="1571286" y="2586570"/>
                  </a:lnTo>
                  <a:lnTo>
                    <a:pt x="1571921" y="2586950"/>
                  </a:lnTo>
                  <a:lnTo>
                    <a:pt x="1572555" y="2587329"/>
                  </a:lnTo>
                  <a:lnTo>
                    <a:pt x="1573190" y="2587709"/>
                  </a:lnTo>
                  <a:lnTo>
                    <a:pt x="1573825" y="2588088"/>
                  </a:lnTo>
                  <a:lnTo>
                    <a:pt x="1574460" y="2588288"/>
                  </a:lnTo>
                  <a:lnTo>
                    <a:pt x="1575095" y="2588477"/>
                  </a:lnTo>
                  <a:lnTo>
                    <a:pt x="1575730" y="2588515"/>
                  </a:lnTo>
                  <a:lnTo>
                    <a:pt x="1576364" y="2588515"/>
                  </a:lnTo>
                  <a:lnTo>
                    <a:pt x="1576999" y="2588515"/>
                  </a:lnTo>
                  <a:lnTo>
                    <a:pt x="1577634" y="2588553"/>
                  </a:lnTo>
                  <a:lnTo>
                    <a:pt x="1578269" y="2588753"/>
                  </a:lnTo>
                  <a:lnTo>
                    <a:pt x="1578904" y="2589132"/>
                  </a:lnTo>
                  <a:lnTo>
                    <a:pt x="1579539" y="2589512"/>
                  </a:lnTo>
                  <a:lnTo>
                    <a:pt x="1580174" y="2589891"/>
                  </a:lnTo>
                  <a:lnTo>
                    <a:pt x="1580808" y="2590271"/>
                  </a:lnTo>
                  <a:lnTo>
                    <a:pt x="1581443" y="2590650"/>
                  </a:lnTo>
                  <a:lnTo>
                    <a:pt x="1582078" y="2591030"/>
                  </a:lnTo>
                  <a:lnTo>
                    <a:pt x="1582713" y="2591409"/>
                  </a:lnTo>
                  <a:lnTo>
                    <a:pt x="1583348" y="2591789"/>
                  </a:lnTo>
                  <a:lnTo>
                    <a:pt x="1583983" y="2592169"/>
                  </a:lnTo>
                  <a:lnTo>
                    <a:pt x="1584617" y="2592548"/>
                  </a:lnTo>
                  <a:lnTo>
                    <a:pt x="1585252" y="2592928"/>
                  </a:lnTo>
                  <a:lnTo>
                    <a:pt x="1585887" y="2593307"/>
                  </a:lnTo>
                  <a:lnTo>
                    <a:pt x="1586522" y="2593687"/>
                  </a:lnTo>
                  <a:lnTo>
                    <a:pt x="1587157" y="2594028"/>
                  </a:lnTo>
                  <a:lnTo>
                    <a:pt x="1587792" y="2594209"/>
                  </a:lnTo>
                  <a:lnTo>
                    <a:pt x="1588426" y="2594294"/>
                  </a:lnTo>
                  <a:lnTo>
                    <a:pt x="1589061" y="2594294"/>
                  </a:lnTo>
                  <a:lnTo>
                    <a:pt x="1589696" y="2594455"/>
                  </a:lnTo>
                  <a:lnTo>
                    <a:pt x="1590331" y="2594901"/>
                  </a:lnTo>
                  <a:lnTo>
                    <a:pt x="1590966" y="2595461"/>
                  </a:lnTo>
                  <a:lnTo>
                    <a:pt x="1591601" y="2596163"/>
                  </a:lnTo>
                  <a:lnTo>
                    <a:pt x="1592236" y="2597271"/>
                  </a:lnTo>
                  <a:lnTo>
                    <a:pt x="1592870" y="2598437"/>
                  </a:lnTo>
                  <a:lnTo>
                    <a:pt x="1593505" y="2599608"/>
                  </a:lnTo>
                  <a:lnTo>
                    <a:pt x="1594140" y="2600759"/>
                  </a:lnTo>
                  <a:lnTo>
                    <a:pt x="1594775" y="2601792"/>
                  </a:lnTo>
                  <a:lnTo>
                    <a:pt x="1595410" y="2602825"/>
                  </a:lnTo>
                  <a:lnTo>
                    <a:pt x="1596045" y="2603858"/>
                  </a:lnTo>
                  <a:lnTo>
                    <a:pt x="1596679" y="2605166"/>
                  </a:lnTo>
                  <a:lnTo>
                    <a:pt x="1597314" y="2606685"/>
                  </a:lnTo>
                  <a:lnTo>
                    <a:pt x="1597949" y="2608041"/>
                  </a:lnTo>
                  <a:lnTo>
                    <a:pt x="1598584" y="2609453"/>
                  </a:lnTo>
                  <a:lnTo>
                    <a:pt x="1599219" y="2610705"/>
                  </a:lnTo>
                  <a:lnTo>
                    <a:pt x="1599854" y="2611664"/>
                  </a:lnTo>
                  <a:lnTo>
                    <a:pt x="1600489" y="2612335"/>
                  </a:lnTo>
                  <a:lnTo>
                    <a:pt x="1601123" y="2612820"/>
                  </a:lnTo>
                  <a:lnTo>
                    <a:pt x="1601758" y="2613293"/>
                  </a:lnTo>
                  <a:lnTo>
                    <a:pt x="1602393" y="2613720"/>
                  </a:lnTo>
                  <a:lnTo>
                    <a:pt x="1603028" y="2613720"/>
                  </a:lnTo>
                  <a:lnTo>
                    <a:pt x="1603663" y="2613749"/>
                  </a:lnTo>
                  <a:lnTo>
                    <a:pt x="1604298" y="2613939"/>
                  </a:lnTo>
                  <a:lnTo>
                    <a:pt x="1604932" y="2614128"/>
                  </a:lnTo>
                  <a:lnTo>
                    <a:pt x="1605567" y="2614318"/>
                  </a:lnTo>
                  <a:lnTo>
                    <a:pt x="1606202" y="2614233"/>
                  </a:lnTo>
                  <a:lnTo>
                    <a:pt x="1606837" y="2613948"/>
                  </a:lnTo>
                  <a:lnTo>
                    <a:pt x="1607472" y="2613568"/>
                  </a:lnTo>
                  <a:lnTo>
                    <a:pt x="1608107" y="2613189"/>
                  </a:lnTo>
                  <a:lnTo>
                    <a:pt x="1608742" y="2612809"/>
                  </a:lnTo>
                  <a:lnTo>
                    <a:pt x="1609376" y="2612439"/>
                  </a:lnTo>
                  <a:lnTo>
                    <a:pt x="1610011" y="2612250"/>
                  </a:lnTo>
                  <a:lnTo>
                    <a:pt x="1610646" y="2612117"/>
                  </a:lnTo>
                  <a:lnTo>
                    <a:pt x="1611281" y="2611927"/>
                  </a:lnTo>
                  <a:lnTo>
                    <a:pt x="1611916" y="2611737"/>
                  </a:lnTo>
                  <a:lnTo>
                    <a:pt x="1612551" y="2611547"/>
                  </a:lnTo>
                  <a:lnTo>
                    <a:pt x="1613185" y="2611291"/>
                  </a:lnTo>
                  <a:lnTo>
                    <a:pt x="1613820" y="2610760"/>
                  </a:lnTo>
                  <a:lnTo>
                    <a:pt x="1614455" y="2610190"/>
                  </a:lnTo>
                  <a:lnTo>
                    <a:pt x="1615090" y="2609621"/>
                  </a:lnTo>
                  <a:lnTo>
                    <a:pt x="1615725" y="2609052"/>
                  </a:lnTo>
                  <a:lnTo>
                    <a:pt x="1616360" y="2608492"/>
                  </a:lnTo>
                  <a:lnTo>
                    <a:pt x="1616995" y="2608112"/>
                  </a:lnTo>
                  <a:lnTo>
                    <a:pt x="1617629" y="2607733"/>
                  </a:lnTo>
                  <a:lnTo>
                    <a:pt x="1618264" y="2607353"/>
                  </a:lnTo>
                  <a:lnTo>
                    <a:pt x="1618899" y="2606974"/>
                  </a:lnTo>
                  <a:lnTo>
                    <a:pt x="1619534" y="2606594"/>
                  </a:lnTo>
                  <a:lnTo>
                    <a:pt x="1620169" y="2606215"/>
                  </a:lnTo>
                  <a:lnTo>
                    <a:pt x="1620804" y="2605607"/>
                  </a:lnTo>
                  <a:lnTo>
                    <a:pt x="1621438" y="2604848"/>
                  </a:lnTo>
                  <a:lnTo>
                    <a:pt x="1622073" y="2603937"/>
                  </a:lnTo>
                  <a:lnTo>
                    <a:pt x="1622708" y="2603504"/>
                  </a:lnTo>
                  <a:lnTo>
                    <a:pt x="1623343" y="2603333"/>
                  </a:lnTo>
                  <a:lnTo>
                    <a:pt x="1623978" y="2603220"/>
                  </a:lnTo>
                  <a:lnTo>
                    <a:pt x="1624613" y="2603115"/>
                  </a:lnTo>
                  <a:lnTo>
                    <a:pt x="1625248" y="2603009"/>
                  </a:lnTo>
                  <a:lnTo>
                    <a:pt x="1625882" y="2602904"/>
                  </a:lnTo>
                  <a:lnTo>
                    <a:pt x="1626517" y="2602798"/>
                  </a:lnTo>
                  <a:lnTo>
                    <a:pt x="1627152" y="2602873"/>
                  </a:lnTo>
                  <a:lnTo>
                    <a:pt x="1627787" y="2603090"/>
                  </a:lnTo>
                  <a:lnTo>
                    <a:pt x="1628422" y="2603364"/>
                  </a:lnTo>
                  <a:lnTo>
                    <a:pt x="1629057" y="2603638"/>
                  </a:lnTo>
                  <a:lnTo>
                    <a:pt x="1629691" y="2603912"/>
                  </a:lnTo>
                  <a:lnTo>
                    <a:pt x="1630326" y="2604352"/>
                  </a:lnTo>
                  <a:lnTo>
                    <a:pt x="1630961" y="2604902"/>
                  </a:lnTo>
                  <a:lnTo>
                    <a:pt x="1631596" y="2605563"/>
                  </a:lnTo>
                  <a:lnTo>
                    <a:pt x="1632231" y="2606247"/>
                  </a:lnTo>
                  <a:lnTo>
                    <a:pt x="1632866" y="2606911"/>
                  </a:lnTo>
                  <a:lnTo>
                    <a:pt x="1633501" y="2607544"/>
                  </a:lnTo>
                  <a:lnTo>
                    <a:pt x="1634135" y="2607923"/>
                  </a:lnTo>
                  <a:lnTo>
                    <a:pt x="1634770" y="2608303"/>
                  </a:lnTo>
                  <a:lnTo>
                    <a:pt x="1635405" y="2608682"/>
                  </a:lnTo>
                  <a:lnTo>
                    <a:pt x="1636040" y="2609062"/>
                  </a:lnTo>
                  <a:lnTo>
                    <a:pt x="1636675" y="2609261"/>
                  </a:lnTo>
                  <a:lnTo>
                    <a:pt x="1637310" y="2609318"/>
                  </a:lnTo>
                  <a:lnTo>
                    <a:pt x="1637944" y="2609318"/>
                  </a:lnTo>
                  <a:lnTo>
                    <a:pt x="1638579" y="2609318"/>
                  </a:lnTo>
                  <a:lnTo>
                    <a:pt x="1639214" y="2609318"/>
                  </a:lnTo>
                  <a:lnTo>
                    <a:pt x="1639849" y="2609318"/>
                  </a:lnTo>
                  <a:lnTo>
                    <a:pt x="1640484" y="2609318"/>
                  </a:lnTo>
                  <a:lnTo>
                    <a:pt x="1641119" y="2609318"/>
                  </a:lnTo>
                  <a:lnTo>
                    <a:pt x="1641754" y="2609318"/>
                  </a:lnTo>
                  <a:lnTo>
                    <a:pt x="1642388" y="2609318"/>
                  </a:lnTo>
                  <a:lnTo>
                    <a:pt x="1643023" y="2609318"/>
                  </a:lnTo>
                  <a:lnTo>
                    <a:pt x="1643658" y="2609318"/>
                  </a:lnTo>
                  <a:lnTo>
                    <a:pt x="1644293" y="2609318"/>
                  </a:lnTo>
                  <a:lnTo>
                    <a:pt x="1644928" y="2609318"/>
                  </a:lnTo>
                  <a:lnTo>
                    <a:pt x="1645563" y="2609318"/>
                  </a:lnTo>
                  <a:lnTo>
                    <a:pt x="1646197" y="2609318"/>
                  </a:lnTo>
                  <a:lnTo>
                    <a:pt x="1646832" y="2609318"/>
                  </a:lnTo>
                  <a:lnTo>
                    <a:pt x="1647467" y="2609318"/>
                  </a:lnTo>
                  <a:lnTo>
                    <a:pt x="1648102" y="2609318"/>
                  </a:lnTo>
                  <a:lnTo>
                    <a:pt x="1648737" y="2609318"/>
                  </a:lnTo>
                  <a:lnTo>
                    <a:pt x="1649372" y="2609480"/>
                  </a:lnTo>
                  <a:lnTo>
                    <a:pt x="1650006" y="2609669"/>
                  </a:lnTo>
                  <a:lnTo>
                    <a:pt x="1650641" y="2609688"/>
                  </a:lnTo>
                  <a:lnTo>
                    <a:pt x="1651276" y="2609783"/>
                  </a:lnTo>
                  <a:lnTo>
                    <a:pt x="1651911" y="2610163"/>
                  </a:lnTo>
                  <a:lnTo>
                    <a:pt x="1652546" y="2610988"/>
                  </a:lnTo>
                  <a:lnTo>
                    <a:pt x="1653181" y="2611578"/>
                  </a:lnTo>
                  <a:lnTo>
                    <a:pt x="1653816" y="2612335"/>
                  </a:lnTo>
                  <a:lnTo>
                    <a:pt x="1654450" y="2612698"/>
                  </a:lnTo>
                  <a:lnTo>
                    <a:pt x="1655085" y="2613019"/>
                  </a:lnTo>
                  <a:lnTo>
                    <a:pt x="1655720" y="2613472"/>
                  </a:lnTo>
                  <a:lnTo>
                    <a:pt x="1656355" y="2613838"/>
                  </a:lnTo>
                  <a:lnTo>
                    <a:pt x="1656990" y="2614440"/>
                  </a:lnTo>
                  <a:lnTo>
                    <a:pt x="1657625" y="2615067"/>
                  </a:lnTo>
                  <a:lnTo>
                    <a:pt x="1658259" y="2615695"/>
                  </a:lnTo>
                  <a:lnTo>
                    <a:pt x="1658894" y="2616249"/>
                  </a:lnTo>
                  <a:lnTo>
                    <a:pt x="1659529" y="2616791"/>
                  </a:lnTo>
                  <a:lnTo>
                    <a:pt x="1660164" y="2617525"/>
                  </a:lnTo>
                  <a:lnTo>
                    <a:pt x="1660799" y="2618338"/>
                  </a:lnTo>
                  <a:lnTo>
                    <a:pt x="1661434" y="2619069"/>
                  </a:lnTo>
                  <a:lnTo>
                    <a:pt x="1662069" y="2619599"/>
                  </a:lnTo>
                  <a:lnTo>
                    <a:pt x="1662703" y="2619987"/>
                  </a:lnTo>
                  <a:lnTo>
                    <a:pt x="1663338" y="2620360"/>
                  </a:lnTo>
                  <a:lnTo>
                    <a:pt x="1663973" y="2621061"/>
                  </a:lnTo>
                  <a:lnTo>
                    <a:pt x="1664608" y="2622021"/>
                  </a:lnTo>
                  <a:lnTo>
                    <a:pt x="1665243" y="2622831"/>
                  </a:lnTo>
                  <a:lnTo>
                    <a:pt x="1665878" y="2623409"/>
                  </a:lnTo>
                  <a:lnTo>
                    <a:pt x="1666512" y="2623643"/>
                  </a:lnTo>
                  <a:lnTo>
                    <a:pt x="1667147" y="2624212"/>
                  </a:lnTo>
                  <a:lnTo>
                    <a:pt x="1667782" y="2624781"/>
                  </a:lnTo>
                  <a:lnTo>
                    <a:pt x="1668417" y="2625474"/>
                  </a:lnTo>
                  <a:lnTo>
                    <a:pt x="1669052" y="2626233"/>
                  </a:lnTo>
                  <a:lnTo>
                    <a:pt x="1669687" y="2626945"/>
                  </a:lnTo>
                  <a:lnTo>
                    <a:pt x="1670322" y="2627429"/>
                  </a:lnTo>
                  <a:lnTo>
                    <a:pt x="1670956" y="2627808"/>
                  </a:lnTo>
                  <a:lnTo>
                    <a:pt x="1671591" y="2628188"/>
                  </a:lnTo>
                  <a:lnTo>
                    <a:pt x="1672226" y="2628567"/>
                  </a:lnTo>
                  <a:lnTo>
                    <a:pt x="1672861" y="2628947"/>
                  </a:lnTo>
                  <a:lnTo>
                    <a:pt x="1673496" y="2629137"/>
                  </a:lnTo>
                  <a:lnTo>
                    <a:pt x="1674131" y="2629326"/>
                  </a:lnTo>
                  <a:lnTo>
                    <a:pt x="1674765" y="2629516"/>
                  </a:lnTo>
                  <a:lnTo>
                    <a:pt x="1675400" y="2629706"/>
                  </a:lnTo>
                  <a:lnTo>
                    <a:pt x="1676035" y="2629896"/>
                  </a:lnTo>
                  <a:lnTo>
                    <a:pt x="1676670" y="2630208"/>
                  </a:lnTo>
                  <a:lnTo>
                    <a:pt x="1677305" y="2630397"/>
                  </a:lnTo>
                  <a:lnTo>
                    <a:pt x="1677940" y="2630456"/>
                  </a:lnTo>
                  <a:lnTo>
                    <a:pt x="1678575" y="2630350"/>
                  </a:lnTo>
                  <a:lnTo>
                    <a:pt x="1679209" y="2630245"/>
                  </a:lnTo>
                  <a:lnTo>
                    <a:pt x="1679844" y="2630139"/>
                  </a:lnTo>
                  <a:lnTo>
                    <a:pt x="1680479" y="2629944"/>
                  </a:lnTo>
                  <a:lnTo>
                    <a:pt x="1681114" y="2629776"/>
                  </a:lnTo>
                  <a:lnTo>
                    <a:pt x="1681749" y="2629625"/>
                  </a:lnTo>
                  <a:lnTo>
                    <a:pt x="1682384" y="2629575"/>
                  </a:lnTo>
                  <a:lnTo>
                    <a:pt x="1683018" y="2629545"/>
                  </a:lnTo>
                  <a:lnTo>
                    <a:pt x="1683653" y="2629404"/>
                  </a:lnTo>
                  <a:lnTo>
                    <a:pt x="1684288" y="2629264"/>
                  </a:lnTo>
                  <a:lnTo>
                    <a:pt x="1684923" y="2629123"/>
                  </a:lnTo>
                  <a:lnTo>
                    <a:pt x="1685558" y="2628844"/>
                  </a:lnTo>
                  <a:lnTo>
                    <a:pt x="1686193" y="2628646"/>
                  </a:lnTo>
                  <a:lnTo>
                    <a:pt x="1686828" y="2628597"/>
                  </a:lnTo>
                  <a:lnTo>
                    <a:pt x="1687462" y="2628464"/>
                  </a:lnTo>
                  <a:lnTo>
                    <a:pt x="1688097" y="2627895"/>
                  </a:lnTo>
                  <a:lnTo>
                    <a:pt x="1688732" y="2627325"/>
                  </a:lnTo>
                  <a:lnTo>
                    <a:pt x="1689367" y="2626595"/>
                  </a:lnTo>
                  <a:lnTo>
                    <a:pt x="1690002" y="2625911"/>
                  </a:lnTo>
                  <a:lnTo>
                    <a:pt x="1690637" y="2625076"/>
                  </a:lnTo>
                  <a:lnTo>
                    <a:pt x="1691271" y="2624260"/>
                  </a:lnTo>
                  <a:lnTo>
                    <a:pt x="1691906" y="2623359"/>
                  </a:lnTo>
                  <a:lnTo>
                    <a:pt x="1692541" y="2622448"/>
                  </a:lnTo>
                  <a:lnTo>
                    <a:pt x="1693176" y="2621689"/>
                  </a:lnTo>
                  <a:lnTo>
                    <a:pt x="1693811" y="2620930"/>
                  </a:lnTo>
                  <a:lnTo>
                    <a:pt x="1694446" y="2620171"/>
                  </a:lnTo>
                  <a:lnTo>
                    <a:pt x="1695081" y="2619601"/>
                  </a:lnTo>
                  <a:lnTo>
                    <a:pt x="1695715" y="2619032"/>
                  </a:lnTo>
                  <a:lnTo>
                    <a:pt x="1696350" y="2618463"/>
                  </a:lnTo>
                  <a:lnTo>
                    <a:pt x="1696985" y="2617960"/>
                  </a:lnTo>
                  <a:lnTo>
                    <a:pt x="1697620" y="2617580"/>
                  </a:lnTo>
                  <a:lnTo>
                    <a:pt x="1698255" y="2617201"/>
                  </a:lnTo>
                  <a:lnTo>
                    <a:pt x="1698890" y="2616982"/>
                  </a:lnTo>
                  <a:lnTo>
                    <a:pt x="1699524" y="2616840"/>
                  </a:lnTo>
                  <a:lnTo>
                    <a:pt x="1700159" y="2616840"/>
                  </a:lnTo>
                  <a:lnTo>
                    <a:pt x="1700794" y="2616840"/>
                  </a:lnTo>
                  <a:lnTo>
                    <a:pt x="1701429" y="2616840"/>
                  </a:lnTo>
                  <a:lnTo>
                    <a:pt x="1702064" y="2616840"/>
                  </a:lnTo>
                  <a:lnTo>
                    <a:pt x="1702699" y="2616840"/>
                  </a:lnTo>
                  <a:lnTo>
                    <a:pt x="1703333" y="2616840"/>
                  </a:lnTo>
                  <a:lnTo>
                    <a:pt x="1703968" y="2616840"/>
                  </a:lnTo>
                  <a:lnTo>
                    <a:pt x="1704603" y="2616840"/>
                  </a:lnTo>
                  <a:lnTo>
                    <a:pt x="1705238" y="2616840"/>
                  </a:lnTo>
                  <a:lnTo>
                    <a:pt x="1705873" y="2616840"/>
                  </a:lnTo>
                  <a:lnTo>
                    <a:pt x="1706508" y="2616840"/>
                  </a:lnTo>
                  <a:lnTo>
                    <a:pt x="1707143" y="2616840"/>
                  </a:lnTo>
                  <a:lnTo>
                    <a:pt x="1707777" y="2616840"/>
                  </a:lnTo>
                  <a:lnTo>
                    <a:pt x="1708412" y="2616840"/>
                  </a:lnTo>
                  <a:lnTo>
                    <a:pt x="1709047" y="2616840"/>
                  </a:lnTo>
                  <a:lnTo>
                    <a:pt x="1709682" y="2616840"/>
                  </a:lnTo>
                  <a:lnTo>
                    <a:pt x="1710317" y="2616840"/>
                  </a:lnTo>
                  <a:lnTo>
                    <a:pt x="1710952" y="2616840"/>
                  </a:lnTo>
                  <a:lnTo>
                    <a:pt x="1711586" y="2616840"/>
                  </a:lnTo>
                  <a:lnTo>
                    <a:pt x="1712221" y="2616840"/>
                  </a:lnTo>
                  <a:lnTo>
                    <a:pt x="1712856" y="2616840"/>
                  </a:lnTo>
                  <a:lnTo>
                    <a:pt x="1713491" y="2616840"/>
                  </a:lnTo>
                  <a:lnTo>
                    <a:pt x="1714126" y="2616840"/>
                  </a:lnTo>
                  <a:lnTo>
                    <a:pt x="1714761" y="2616840"/>
                  </a:lnTo>
                  <a:lnTo>
                    <a:pt x="1715396" y="2616925"/>
                  </a:lnTo>
                  <a:lnTo>
                    <a:pt x="1716030" y="2617115"/>
                  </a:lnTo>
                  <a:lnTo>
                    <a:pt x="1716665" y="2617305"/>
                  </a:lnTo>
                  <a:lnTo>
                    <a:pt x="1717300" y="2617495"/>
                  </a:lnTo>
                  <a:lnTo>
                    <a:pt x="1717935" y="2617846"/>
                  </a:lnTo>
                  <a:lnTo>
                    <a:pt x="1718570" y="2618225"/>
                  </a:lnTo>
                  <a:lnTo>
                    <a:pt x="1719205" y="2618256"/>
                  </a:lnTo>
                  <a:lnTo>
                    <a:pt x="1719839" y="2618229"/>
                  </a:lnTo>
                  <a:lnTo>
                    <a:pt x="1720474" y="2618197"/>
                  </a:lnTo>
                  <a:lnTo>
                    <a:pt x="1721109" y="2618185"/>
                  </a:lnTo>
                  <a:lnTo>
                    <a:pt x="1721744" y="2618290"/>
                  </a:lnTo>
                  <a:lnTo>
                    <a:pt x="1722379" y="2618396"/>
                  </a:lnTo>
                  <a:lnTo>
                    <a:pt x="1723014" y="2618501"/>
                  </a:lnTo>
                  <a:lnTo>
                    <a:pt x="1723649" y="2618607"/>
                  </a:lnTo>
                  <a:lnTo>
                    <a:pt x="1724283" y="2618768"/>
                  </a:lnTo>
                  <a:lnTo>
                    <a:pt x="1724918" y="2618949"/>
                  </a:lnTo>
                  <a:lnTo>
                    <a:pt x="1725553" y="2619055"/>
                  </a:lnTo>
                  <a:lnTo>
                    <a:pt x="1726188" y="2619161"/>
                  </a:lnTo>
                  <a:lnTo>
                    <a:pt x="1726823" y="2619273"/>
                  </a:lnTo>
                  <a:lnTo>
                    <a:pt x="1727458" y="2619399"/>
                  </a:lnTo>
                  <a:lnTo>
                    <a:pt x="1728092" y="2619560"/>
                  </a:lnTo>
                  <a:lnTo>
                    <a:pt x="1728727" y="2619846"/>
                  </a:lnTo>
                  <a:lnTo>
                    <a:pt x="1729362" y="2620178"/>
                  </a:lnTo>
                  <a:lnTo>
                    <a:pt x="1729997" y="2620937"/>
                  </a:lnTo>
                  <a:lnTo>
                    <a:pt x="1730632" y="2621667"/>
                  </a:lnTo>
                  <a:lnTo>
                    <a:pt x="1731267" y="2622237"/>
                  </a:lnTo>
                  <a:lnTo>
                    <a:pt x="1731902" y="2622806"/>
                  </a:lnTo>
                  <a:lnTo>
                    <a:pt x="1732536" y="2623375"/>
                  </a:lnTo>
                  <a:lnTo>
                    <a:pt x="1733171" y="2623945"/>
                  </a:lnTo>
                  <a:lnTo>
                    <a:pt x="1733806" y="2624448"/>
                  </a:lnTo>
                  <a:lnTo>
                    <a:pt x="1734441" y="2625017"/>
                  </a:lnTo>
                  <a:lnTo>
                    <a:pt x="1735076" y="2625586"/>
                  </a:lnTo>
                  <a:lnTo>
                    <a:pt x="1735711" y="2626156"/>
                  </a:lnTo>
                  <a:lnTo>
                    <a:pt x="1736345" y="2626715"/>
                  </a:lnTo>
                  <a:lnTo>
                    <a:pt x="1736980" y="2627095"/>
                  </a:lnTo>
                  <a:lnTo>
                    <a:pt x="1737615" y="2627399"/>
                  </a:lnTo>
                  <a:lnTo>
                    <a:pt x="1738250" y="2627588"/>
                  </a:lnTo>
                  <a:lnTo>
                    <a:pt x="1738885" y="2627778"/>
                  </a:lnTo>
                  <a:lnTo>
                    <a:pt x="1739520" y="2627968"/>
                  </a:lnTo>
                  <a:lnTo>
                    <a:pt x="1740155" y="2628224"/>
                  </a:lnTo>
                  <a:lnTo>
                    <a:pt x="1740789" y="2628756"/>
                  </a:lnTo>
                  <a:lnTo>
                    <a:pt x="1741424" y="2629325"/>
                  </a:lnTo>
                  <a:lnTo>
                    <a:pt x="1742059" y="2629894"/>
                  </a:lnTo>
                  <a:lnTo>
                    <a:pt x="1742694" y="2630445"/>
                  </a:lnTo>
                  <a:lnTo>
                    <a:pt x="1743329" y="2630815"/>
                  </a:lnTo>
                  <a:lnTo>
                    <a:pt x="1743964" y="2631336"/>
                  </a:lnTo>
                  <a:lnTo>
                    <a:pt x="1744598" y="2631881"/>
                  </a:lnTo>
                  <a:lnTo>
                    <a:pt x="1745233" y="2632432"/>
                  </a:lnTo>
                  <a:lnTo>
                    <a:pt x="1745868" y="2632982"/>
                  </a:lnTo>
                  <a:lnTo>
                    <a:pt x="1746503" y="2633533"/>
                  </a:lnTo>
                  <a:lnTo>
                    <a:pt x="1747138" y="2634083"/>
                  </a:lnTo>
                  <a:lnTo>
                    <a:pt x="1747773" y="2634861"/>
                  </a:lnTo>
                  <a:lnTo>
                    <a:pt x="1748408" y="2635701"/>
                  </a:lnTo>
                  <a:lnTo>
                    <a:pt x="1749042" y="2636645"/>
                  </a:lnTo>
                  <a:lnTo>
                    <a:pt x="1749677" y="2637111"/>
                  </a:lnTo>
                  <a:lnTo>
                    <a:pt x="1750312" y="2637315"/>
                  </a:lnTo>
                  <a:lnTo>
                    <a:pt x="1750947" y="2637460"/>
                  </a:lnTo>
                  <a:lnTo>
                    <a:pt x="1751582" y="2637598"/>
                  </a:lnTo>
                  <a:lnTo>
                    <a:pt x="1752217" y="2637751"/>
                  </a:lnTo>
                  <a:lnTo>
                    <a:pt x="1752851" y="2638027"/>
                  </a:lnTo>
                  <a:lnTo>
                    <a:pt x="1753486" y="2638274"/>
                  </a:lnTo>
                  <a:lnTo>
                    <a:pt x="1754121" y="2638485"/>
                  </a:lnTo>
                  <a:lnTo>
                    <a:pt x="1754756" y="2638401"/>
                  </a:lnTo>
                  <a:lnTo>
                    <a:pt x="1755391" y="2638317"/>
                  </a:lnTo>
                  <a:lnTo>
                    <a:pt x="1756026" y="2638233"/>
                  </a:lnTo>
                  <a:lnTo>
                    <a:pt x="1756660" y="2638149"/>
                  </a:lnTo>
                  <a:lnTo>
                    <a:pt x="1757295" y="2637898"/>
                  </a:lnTo>
                  <a:lnTo>
                    <a:pt x="1757930" y="2637661"/>
                  </a:lnTo>
                  <a:lnTo>
                    <a:pt x="1758565" y="2637380"/>
                  </a:lnTo>
                  <a:lnTo>
                    <a:pt x="1759200" y="2637075"/>
                  </a:lnTo>
                  <a:lnTo>
                    <a:pt x="1759835" y="2636791"/>
                  </a:lnTo>
                  <a:lnTo>
                    <a:pt x="1760470" y="2636538"/>
                  </a:lnTo>
                  <a:lnTo>
                    <a:pt x="1761104" y="2636538"/>
                  </a:lnTo>
                  <a:lnTo>
                    <a:pt x="1761739" y="2636538"/>
                  </a:lnTo>
                  <a:lnTo>
                    <a:pt x="1762374" y="2636538"/>
                  </a:lnTo>
                  <a:lnTo>
                    <a:pt x="1763009" y="2636538"/>
                  </a:lnTo>
                  <a:lnTo>
                    <a:pt x="1763644" y="2636538"/>
                  </a:lnTo>
                  <a:lnTo>
                    <a:pt x="1764279" y="2636538"/>
                  </a:lnTo>
                  <a:lnTo>
                    <a:pt x="1764913" y="2636538"/>
                  </a:lnTo>
                  <a:lnTo>
                    <a:pt x="1765548" y="2636538"/>
                  </a:lnTo>
                  <a:lnTo>
                    <a:pt x="1766183" y="2636538"/>
                  </a:lnTo>
                  <a:lnTo>
                    <a:pt x="1766818" y="2636538"/>
                  </a:lnTo>
                  <a:lnTo>
                    <a:pt x="1767453" y="2636538"/>
                  </a:lnTo>
                  <a:lnTo>
                    <a:pt x="1768088" y="2636376"/>
                  </a:lnTo>
                  <a:lnTo>
                    <a:pt x="1768723" y="2636186"/>
                  </a:lnTo>
                  <a:lnTo>
                    <a:pt x="1769357" y="2635997"/>
                  </a:lnTo>
                  <a:lnTo>
                    <a:pt x="1769992" y="2635807"/>
                  </a:lnTo>
                  <a:lnTo>
                    <a:pt x="1770627" y="2635617"/>
                  </a:lnTo>
                  <a:lnTo>
                    <a:pt x="1771262" y="2635427"/>
                  </a:lnTo>
                  <a:lnTo>
                    <a:pt x="1771897" y="2635238"/>
                  </a:lnTo>
                  <a:lnTo>
                    <a:pt x="1772532" y="2635048"/>
                  </a:lnTo>
                  <a:lnTo>
                    <a:pt x="1773166" y="2634858"/>
                  </a:lnTo>
                  <a:lnTo>
                    <a:pt x="1773801" y="2634611"/>
                  </a:lnTo>
                  <a:lnTo>
                    <a:pt x="1774436" y="2634232"/>
                  </a:lnTo>
                  <a:lnTo>
                    <a:pt x="1775071" y="2633852"/>
                  </a:lnTo>
                  <a:lnTo>
                    <a:pt x="1775706" y="2633473"/>
                  </a:lnTo>
                  <a:lnTo>
                    <a:pt x="1776341" y="2633093"/>
                  </a:lnTo>
                  <a:lnTo>
                    <a:pt x="1776976" y="2632714"/>
                  </a:lnTo>
                  <a:lnTo>
                    <a:pt x="1777610" y="2632666"/>
                  </a:lnTo>
                  <a:lnTo>
                    <a:pt x="1778245" y="2632666"/>
                  </a:lnTo>
                  <a:lnTo>
                    <a:pt x="1778880" y="2632666"/>
                  </a:lnTo>
                  <a:lnTo>
                    <a:pt x="1779515" y="2632666"/>
                  </a:lnTo>
                  <a:lnTo>
                    <a:pt x="1780150" y="2632666"/>
                  </a:lnTo>
                  <a:lnTo>
                    <a:pt x="1780785" y="2632666"/>
                  </a:lnTo>
                  <a:lnTo>
                    <a:pt x="1781419" y="2632666"/>
                  </a:lnTo>
                  <a:lnTo>
                    <a:pt x="1782054" y="2632666"/>
                  </a:lnTo>
                  <a:lnTo>
                    <a:pt x="1782689" y="2632704"/>
                  </a:lnTo>
                  <a:lnTo>
                    <a:pt x="1783324" y="2632951"/>
                  </a:lnTo>
                  <a:lnTo>
                    <a:pt x="1783959" y="2633330"/>
                  </a:lnTo>
                  <a:lnTo>
                    <a:pt x="1784594" y="2633710"/>
                  </a:lnTo>
                  <a:lnTo>
                    <a:pt x="1785229" y="2634089"/>
                  </a:lnTo>
                  <a:lnTo>
                    <a:pt x="1785863" y="2634469"/>
                  </a:lnTo>
                  <a:lnTo>
                    <a:pt x="1786498" y="2634849"/>
                  </a:lnTo>
                  <a:lnTo>
                    <a:pt x="1787133" y="2635057"/>
                  </a:lnTo>
                  <a:lnTo>
                    <a:pt x="1787768" y="2635247"/>
                  </a:lnTo>
                  <a:lnTo>
                    <a:pt x="1788403" y="2635437"/>
                  </a:lnTo>
                  <a:lnTo>
                    <a:pt x="1789038" y="2635627"/>
                  </a:lnTo>
                  <a:lnTo>
                    <a:pt x="1789672" y="2635816"/>
                  </a:lnTo>
                  <a:lnTo>
                    <a:pt x="1790307" y="2635883"/>
                  </a:lnTo>
                  <a:lnTo>
                    <a:pt x="1790942" y="2635883"/>
                  </a:lnTo>
                  <a:lnTo>
                    <a:pt x="1791577" y="2636182"/>
                  </a:lnTo>
                  <a:lnTo>
                    <a:pt x="1792212" y="2636376"/>
                  </a:lnTo>
                  <a:lnTo>
                    <a:pt x="1792847" y="2636375"/>
                  </a:lnTo>
                  <a:lnTo>
                    <a:pt x="1793482" y="2636296"/>
                  </a:lnTo>
                  <a:lnTo>
                    <a:pt x="1794116" y="2636190"/>
                  </a:lnTo>
                  <a:lnTo>
                    <a:pt x="1794751" y="2636085"/>
                  </a:lnTo>
                  <a:lnTo>
                    <a:pt x="1795386" y="2635979"/>
                  </a:lnTo>
                  <a:lnTo>
                    <a:pt x="1796021" y="2635818"/>
                  </a:lnTo>
                  <a:lnTo>
                    <a:pt x="1796656" y="2635574"/>
                  </a:lnTo>
                  <a:lnTo>
                    <a:pt x="1797291" y="2635331"/>
                  </a:lnTo>
                  <a:lnTo>
                    <a:pt x="1797925" y="2635087"/>
                  </a:lnTo>
                  <a:lnTo>
                    <a:pt x="1798560" y="2634843"/>
                  </a:lnTo>
                  <a:lnTo>
                    <a:pt x="1799195" y="2634599"/>
                  </a:lnTo>
                  <a:lnTo>
                    <a:pt x="1799830" y="2634335"/>
                  </a:lnTo>
                  <a:lnTo>
                    <a:pt x="1800465" y="2634091"/>
                  </a:lnTo>
                  <a:lnTo>
                    <a:pt x="1801100" y="2633839"/>
                  </a:lnTo>
                  <a:lnTo>
                    <a:pt x="1801735" y="2633654"/>
                  </a:lnTo>
                  <a:lnTo>
                    <a:pt x="1802369" y="2633510"/>
                  </a:lnTo>
                  <a:lnTo>
                    <a:pt x="1803004" y="2633399"/>
                  </a:lnTo>
                  <a:lnTo>
                    <a:pt x="1803639" y="2632707"/>
                  </a:lnTo>
                  <a:lnTo>
                    <a:pt x="1804274" y="2632139"/>
                  </a:lnTo>
                  <a:lnTo>
                    <a:pt x="1804909" y="2631435"/>
                  </a:lnTo>
                  <a:lnTo>
                    <a:pt x="1805544" y="2630857"/>
                  </a:lnTo>
                  <a:lnTo>
                    <a:pt x="1806178" y="2630384"/>
                  </a:lnTo>
                  <a:lnTo>
                    <a:pt x="1806813" y="2629730"/>
                  </a:lnTo>
                  <a:lnTo>
                    <a:pt x="1807448" y="2628920"/>
                  </a:lnTo>
                  <a:lnTo>
                    <a:pt x="1808083" y="2628132"/>
                  </a:lnTo>
                  <a:lnTo>
                    <a:pt x="1808718" y="2627261"/>
                  </a:lnTo>
                  <a:lnTo>
                    <a:pt x="1809353" y="2626339"/>
                  </a:lnTo>
                  <a:lnTo>
                    <a:pt x="1809987" y="2625109"/>
                  </a:lnTo>
                  <a:lnTo>
                    <a:pt x="1810622" y="2623678"/>
                  </a:lnTo>
                  <a:lnTo>
                    <a:pt x="1811257" y="2622130"/>
                  </a:lnTo>
                  <a:lnTo>
                    <a:pt x="1811892" y="2620104"/>
                  </a:lnTo>
                  <a:lnTo>
                    <a:pt x="1812527" y="2618051"/>
                  </a:lnTo>
                  <a:lnTo>
                    <a:pt x="1813162" y="2615980"/>
                  </a:lnTo>
                  <a:lnTo>
                    <a:pt x="1813797" y="2613675"/>
                  </a:lnTo>
                  <a:lnTo>
                    <a:pt x="1814431" y="2611560"/>
                  </a:lnTo>
                  <a:lnTo>
                    <a:pt x="1815066" y="2609915"/>
                  </a:lnTo>
                  <a:lnTo>
                    <a:pt x="1815701" y="2608276"/>
                  </a:lnTo>
                  <a:lnTo>
                    <a:pt x="1816336" y="2606931"/>
                  </a:lnTo>
                  <a:lnTo>
                    <a:pt x="1816971" y="2605718"/>
                  </a:lnTo>
                  <a:lnTo>
                    <a:pt x="1817606" y="2604982"/>
                  </a:lnTo>
                  <a:lnTo>
                    <a:pt x="1818240" y="2604214"/>
                  </a:lnTo>
                  <a:lnTo>
                    <a:pt x="1818875" y="2603588"/>
                  </a:lnTo>
                  <a:lnTo>
                    <a:pt x="1819510" y="2602621"/>
                  </a:lnTo>
                  <a:lnTo>
                    <a:pt x="1820145" y="2601928"/>
                  </a:lnTo>
                  <a:lnTo>
                    <a:pt x="1820780" y="2601396"/>
                  </a:lnTo>
                  <a:lnTo>
                    <a:pt x="1821415" y="2601520"/>
                  </a:lnTo>
                  <a:lnTo>
                    <a:pt x="1822050" y="2601700"/>
                  </a:lnTo>
                  <a:lnTo>
                    <a:pt x="1822684" y="2601966"/>
                  </a:lnTo>
                  <a:lnTo>
                    <a:pt x="1823319" y="2602345"/>
                  </a:lnTo>
                  <a:lnTo>
                    <a:pt x="1823954" y="2602507"/>
                  </a:lnTo>
                  <a:lnTo>
                    <a:pt x="1824589" y="2602507"/>
                  </a:lnTo>
                  <a:lnTo>
                    <a:pt x="1825224" y="2602507"/>
                  </a:lnTo>
                  <a:lnTo>
                    <a:pt x="1825859" y="2602345"/>
                  </a:lnTo>
                  <a:lnTo>
                    <a:pt x="1826493" y="2602108"/>
                  </a:lnTo>
                  <a:lnTo>
                    <a:pt x="1827128" y="2601729"/>
                  </a:lnTo>
                  <a:lnTo>
                    <a:pt x="1827763" y="2601529"/>
                  </a:lnTo>
                  <a:lnTo>
                    <a:pt x="1828398" y="2601340"/>
                  </a:lnTo>
                  <a:lnTo>
                    <a:pt x="1829033" y="2601150"/>
                  </a:lnTo>
                  <a:lnTo>
                    <a:pt x="1829668" y="2600960"/>
                  </a:lnTo>
                  <a:lnTo>
                    <a:pt x="1830303" y="2600770"/>
                  </a:lnTo>
                  <a:lnTo>
                    <a:pt x="1830937" y="2600580"/>
                  </a:lnTo>
                  <a:lnTo>
                    <a:pt x="1831572" y="2600391"/>
                  </a:lnTo>
                  <a:lnTo>
                    <a:pt x="1832207" y="2600201"/>
                  </a:lnTo>
                  <a:lnTo>
                    <a:pt x="1832842" y="2600011"/>
                  </a:lnTo>
                  <a:lnTo>
                    <a:pt x="1833477" y="2599973"/>
                  </a:lnTo>
                  <a:lnTo>
                    <a:pt x="1834112" y="2599973"/>
                  </a:lnTo>
                  <a:lnTo>
                    <a:pt x="1834746" y="2599973"/>
                  </a:lnTo>
                  <a:lnTo>
                    <a:pt x="1835381" y="2599973"/>
                  </a:lnTo>
                  <a:lnTo>
                    <a:pt x="1836016" y="2599973"/>
                  </a:lnTo>
                  <a:lnTo>
                    <a:pt x="1836651" y="2599973"/>
                  </a:lnTo>
                  <a:lnTo>
                    <a:pt x="1837286" y="2599973"/>
                  </a:lnTo>
                  <a:lnTo>
                    <a:pt x="1837921" y="2599973"/>
                  </a:lnTo>
                  <a:lnTo>
                    <a:pt x="1838556" y="2599973"/>
                  </a:lnTo>
                  <a:lnTo>
                    <a:pt x="1839190" y="2599973"/>
                  </a:lnTo>
                  <a:lnTo>
                    <a:pt x="1839825" y="2599973"/>
                  </a:lnTo>
                  <a:lnTo>
                    <a:pt x="1840460" y="2599973"/>
                  </a:lnTo>
                  <a:lnTo>
                    <a:pt x="1841095" y="2599973"/>
                  </a:lnTo>
                  <a:lnTo>
                    <a:pt x="1841730" y="2599973"/>
                  </a:lnTo>
                  <a:lnTo>
                    <a:pt x="1842365" y="2599973"/>
                  </a:lnTo>
                  <a:lnTo>
                    <a:pt x="1842999" y="2599973"/>
                  </a:lnTo>
                  <a:lnTo>
                    <a:pt x="1843634" y="2599973"/>
                  </a:lnTo>
                  <a:lnTo>
                    <a:pt x="1844269" y="2599973"/>
                  </a:lnTo>
                  <a:lnTo>
                    <a:pt x="1844904" y="2599907"/>
                  </a:lnTo>
                  <a:lnTo>
                    <a:pt x="1845539" y="2599717"/>
                  </a:lnTo>
                  <a:lnTo>
                    <a:pt x="1846174" y="2599527"/>
                  </a:lnTo>
                  <a:lnTo>
                    <a:pt x="1846809" y="2599337"/>
                  </a:lnTo>
                  <a:lnTo>
                    <a:pt x="1847443" y="2599148"/>
                  </a:lnTo>
                  <a:lnTo>
                    <a:pt x="1848078" y="2598958"/>
                  </a:lnTo>
                  <a:lnTo>
                    <a:pt x="1848713" y="2598768"/>
                  </a:lnTo>
                  <a:lnTo>
                    <a:pt x="1849348" y="2598578"/>
                  </a:lnTo>
                  <a:lnTo>
                    <a:pt x="1849983" y="2598388"/>
                  </a:lnTo>
                  <a:lnTo>
                    <a:pt x="1850618" y="2598056"/>
                  </a:lnTo>
                  <a:lnTo>
                    <a:pt x="1851252" y="2597677"/>
                  </a:lnTo>
                  <a:lnTo>
                    <a:pt x="1851887" y="2597297"/>
                  </a:lnTo>
                  <a:lnTo>
                    <a:pt x="1852522" y="2596918"/>
                  </a:lnTo>
                  <a:lnTo>
                    <a:pt x="1853157" y="2596538"/>
                  </a:lnTo>
                  <a:lnTo>
                    <a:pt x="1853792" y="2596159"/>
                  </a:lnTo>
                  <a:lnTo>
                    <a:pt x="1854427" y="2595845"/>
                  </a:lnTo>
                  <a:lnTo>
                    <a:pt x="1855062" y="2595656"/>
                  </a:lnTo>
                  <a:lnTo>
                    <a:pt x="1855696" y="2595466"/>
                  </a:lnTo>
                  <a:lnTo>
                    <a:pt x="1856331" y="2595276"/>
                  </a:lnTo>
                  <a:lnTo>
                    <a:pt x="1856966" y="2595086"/>
                  </a:lnTo>
                  <a:lnTo>
                    <a:pt x="1857601" y="2594897"/>
                  </a:lnTo>
                  <a:lnTo>
                    <a:pt x="1858236" y="2594707"/>
                  </a:lnTo>
                  <a:lnTo>
                    <a:pt x="1858871" y="2594517"/>
                  </a:lnTo>
                  <a:lnTo>
                    <a:pt x="1859505" y="2594327"/>
                  </a:lnTo>
                  <a:lnTo>
                    <a:pt x="1860140" y="2594280"/>
                  </a:lnTo>
                  <a:lnTo>
                    <a:pt x="1860775" y="2594280"/>
                  </a:lnTo>
                  <a:lnTo>
                    <a:pt x="1861410" y="2594280"/>
                  </a:lnTo>
                  <a:lnTo>
                    <a:pt x="1862045" y="2594280"/>
                  </a:lnTo>
                  <a:lnTo>
                    <a:pt x="1862680" y="2594280"/>
                  </a:lnTo>
                  <a:lnTo>
                    <a:pt x="1863315" y="2594280"/>
                  </a:lnTo>
                  <a:lnTo>
                    <a:pt x="1863949" y="2594280"/>
                  </a:lnTo>
                  <a:lnTo>
                    <a:pt x="1864584" y="2594280"/>
                  </a:lnTo>
                  <a:lnTo>
                    <a:pt x="1865219" y="2594280"/>
                  </a:lnTo>
                  <a:lnTo>
                    <a:pt x="1865854" y="2594280"/>
                  </a:lnTo>
                  <a:lnTo>
                    <a:pt x="1866489" y="2594280"/>
                  </a:lnTo>
                  <a:lnTo>
                    <a:pt x="1867124" y="2594280"/>
                  </a:lnTo>
                  <a:lnTo>
                    <a:pt x="1867758" y="2594280"/>
                  </a:lnTo>
                  <a:lnTo>
                    <a:pt x="1868393" y="2594280"/>
                  </a:lnTo>
                  <a:lnTo>
                    <a:pt x="1869028" y="2594280"/>
                  </a:lnTo>
                  <a:lnTo>
                    <a:pt x="1869663" y="2594242"/>
                  </a:lnTo>
                  <a:lnTo>
                    <a:pt x="1870298" y="2594242"/>
                  </a:lnTo>
                  <a:lnTo>
                    <a:pt x="1870933" y="2593910"/>
                  </a:lnTo>
                  <a:lnTo>
                    <a:pt x="1871567" y="2593546"/>
                  </a:lnTo>
                  <a:lnTo>
                    <a:pt x="1872202" y="2592995"/>
                  </a:lnTo>
                  <a:lnTo>
                    <a:pt x="1872837" y="2592445"/>
                  </a:lnTo>
                  <a:lnTo>
                    <a:pt x="1873472" y="2591894"/>
                  </a:lnTo>
                  <a:lnTo>
                    <a:pt x="1874107" y="2591344"/>
                  </a:lnTo>
                  <a:lnTo>
                    <a:pt x="1874742" y="2590793"/>
                  </a:lnTo>
                  <a:lnTo>
                    <a:pt x="1875377" y="2590332"/>
                  </a:lnTo>
                  <a:lnTo>
                    <a:pt x="1876011" y="2589920"/>
                  </a:lnTo>
                  <a:lnTo>
                    <a:pt x="1876646" y="2589508"/>
                  </a:lnTo>
                  <a:lnTo>
                    <a:pt x="1877281" y="2589096"/>
                  </a:lnTo>
                  <a:lnTo>
                    <a:pt x="1877916" y="2588683"/>
                  </a:lnTo>
                  <a:lnTo>
                    <a:pt x="1878551" y="2588271"/>
                  </a:lnTo>
                  <a:lnTo>
                    <a:pt x="1879186" y="2587902"/>
                  </a:lnTo>
                  <a:lnTo>
                    <a:pt x="1879820" y="2587541"/>
                  </a:lnTo>
                  <a:lnTo>
                    <a:pt x="1880455" y="2587505"/>
                  </a:lnTo>
                  <a:lnTo>
                    <a:pt x="1881090" y="2587541"/>
                  </a:lnTo>
                  <a:lnTo>
                    <a:pt x="1881725" y="2587786"/>
                  </a:lnTo>
                  <a:lnTo>
                    <a:pt x="1882360" y="2588008"/>
                  </a:lnTo>
                  <a:lnTo>
                    <a:pt x="1882995" y="2588092"/>
                  </a:lnTo>
                  <a:lnTo>
                    <a:pt x="1883630" y="2588135"/>
                  </a:lnTo>
                  <a:lnTo>
                    <a:pt x="1884264" y="2588081"/>
                  </a:lnTo>
                  <a:lnTo>
                    <a:pt x="1884899" y="2587904"/>
                  </a:lnTo>
                  <a:lnTo>
                    <a:pt x="1885534" y="2587660"/>
                  </a:lnTo>
                  <a:lnTo>
                    <a:pt x="1886169" y="2587416"/>
                  </a:lnTo>
                  <a:lnTo>
                    <a:pt x="1886804" y="2587172"/>
                  </a:lnTo>
                  <a:lnTo>
                    <a:pt x="1887439" y="2586928"/>
                  </a:lnTo>
                  <a:lnTo>
                    <a:pt x="1888073" y="2586685"/>
                  </a:lnTo>
                  <a:lnTo>
                    <a:pt x="1888708" y="2586441"/>
                  </a:lnTo>
                  <a:lnTo>
                    <a:pt x="1889343" y="2586197"/>
                  </a:lnTo>
                  <a:lnTo>
                    <a:pt x="1889978" y="2585946"/>
                  </a:lnTo>
                  <a:lnTo>
                    <a:pt x="1890613" y="2585667"/>
                  </a:lnTo>
                  <a:lnTo>
                    <a:pt x="1891248" y="2585600"/>
                  </a:lnTo>
                  <a:lnTo>
                    <a:pt x="1891883" y="2585220"/>
                  </a:lnTo>
                  <a:lnTo>
                    <a:pt x="1892517" y="2584841"/>
                  </a:lnTo>
                  <a:lnTo>
                    <a:pt x="1893152" y="2584290"/>
                  </a:lnTo>
                  <a:lnTo>
                    <a:pt x="1893787" y="2583465"/>
                  </a:lnTo>
                  <a:lnTo>
                    <a:pt x="1894422" y="2582516"/>
                  </a:lnTo>
                  <a:lnTo>
                    <a:pt x="1895057" y="2581728"/>
                  </a:lnTo>
                  <a:lnTo>
                    <a:pt x="1895692" y="2580969"/>
                  </a:lnTo>
                  <a:lnTo>
                    <a:pt x="1896326" y="2580210"/>
                  </a:lnTo>
                  <a:lnTo>
                    <a:pt x="1896961" y="2579451"/>
                  </a:lnTo>
                  <a:lnTo>
                    <a:pt x="1897596" y="2578692"/>
                  </a:lnTo>
                  <a:lnTo>
                    <a:pt x="1898231" y="2577895"/>
                  </a:lnTo>
                  <a:lnTo>
                    <a:pt x="1898866" y="2576823"/>
                  </a:lnTo>
                  <a:lnTo>
                    <a:pt x="1899501" y="2575684"/>
                  </a:lnTo>
                  <a:lnTo>
                    <a:pt x="1900136" y="2574545"/>
                  </a:lnTo>
                  <a:lnTo>
                    <a:pt x="1900770" y="2573274"/>
                  </a:lnTo>
                  <a:lnTo>
                    <a:pt x="1901405" y="2572135"/>
                  </a:lnTo>
                  <a:lnTo>
                    <a:pt x="1902040" y="2571186"/>
                  </a:lnTo>
                  <a:lnTo>
                    <a:pt x="1902675" y="2570465"/>
                  </a:lnTo>
                  <a:lnTo>
                    <a:pt x="1903310" y="2570152"/>
                  </a:lnTo>
                  <a:lnTo>
                    <a:pt x="1903945" y="2569962"/>
                  </a:lnTo>
                  <a:lnTo>
                    <a:pt x="1904579" y="2569611"/>
                  </a:lnTo>
                  <a:lnTo>
                    <a:pt x="1905214" y="2569232"/>
                  </a:lnTo>
                  <a:lnTo>
                    <a:pt x="1905849" y="2568852"/>
                  </a:lnTo>
                  <a:lnTo>
                    <a:pt x="1906484" y="2568472"/>
                  </a:lnTo>
                  <a:lnTo>
                    <a:pt x="1907119" y="2568093"/>
                  </a:lnTo>
                  <a:lnTo>
                    <a:pt x="1907754" y="2567751"/>
                  </a:lnTo>
                  <a:lnTo>
                    <a:pt x="1908389" y="2567685"/>
                  </a:lnTo>
                  <a:lnTo>
                    <a:pt x="1909023" y="2567685"/>
                  </a:lnTo>
                  <a:lnTo>
                    <a:pt x="1909658" y="2567685"/>
                  </a:lnTo>
                  <a:lnTo>
                    <a:pt x="1910293" y="2567818"/>
                  </a:lnTo>
                  <a:lnTo>
                    <a:pt x="1910928" y="2567818"/>
                  </a:lnTo>
                  <a:lnTo>
                    <a:pt x="1911563" y="2567628"/>
                  </a:lnTo>
                  <a:lnTo>
                    <a:pt x="1912198" y="2567372"/>
                  </a:lnTo>
                  <a:lnTo>
                    <a:pt x="1912832" y="2566907"/>
                  </a:lnTo>
                  <a:lnTo>
                    <a:pt x="1913467" y="2566205"/>
                  </a:lnTo>
                  <a:lnTo>
                    <a:pt x="1914102" y="2565446"/>
                  </a:lnTo>
                  <a:lnTo>
                    <a:pt x="1914737" y="2564686"/>
                  </a:lnTo>
                  <a:lnTo>
                    <a:pt x="1915372" y="2563927"/>
                  </a:lnTo>
                  <a:lnTo>
                    <a:pt x="1916007" y="2563168"/>
                  </a:lnTo>
                  <a:lnTo>
                    <a:pt x="1916642" y="2562409"/>
                  </a:lnTo>
                  <a:lnTo>
                    <a:pt x="1917276" y="2561773"/>
                  </a:lnTo>
                  <a:lnTo>
                    <a:pt x="1917911" y="2561204"/>
                  </a:lnTo>
                  <a:lnTo>
                    <a:pt x="1918546" y="2560279"/>
                  </a:lnTo>
                  <a:lnTo>
                    <a:pt x="1919181" y="2559288"/>
                  </a:lnTo>
                  <a:lnTo>
                    <a:pt x="1919816" y="2558340"/>
                  </a:lnTo>
                  <a:lnTo>
                    <a:pt x="1920451" y="2557470"/>
                  </a:lnTo>
                  <a:lnTo>
                    <a:pt x="1921085" y="2556816"/>
                  </a:lnTo>
                  <a:lnTo>
                    <a:pt x="1921720" y="2556229"/>
                  </a:lnTo>
                  <a:lnTo>
                    <a:pt x="1922355" y="2555851"/>
                  </a:lnTo>
                  <a:lnTo>
                    <a:pt x="1922990" y="2555765"/>
                  </a:lnTo>
                  <a:lnTo>
                    <a:pt x="1923625" y="2555715"/>
                  </a:lnTo>
                  <a:lnTo>
                    <a:pt x="1924260" y="2555579"/>
                  </a:lnTo>
                  <a:lnTo>
                    <a:pt x="1924894" y="2555443"/>
                  </a:lnTo>
                  <a:lnTo>
                    <a:pt x="1925529" y="2555307"/>
                  </a:lnTo>
                  <a:lnTo>
                    <a:pt x="1926164" y="2555172"/>
                  </a:lnTo>
                  <a:lnTo>
                    <a:pt x="1926799" y="2555057"/>
                  </a:lnTo>
                  <a:lnTo>
                    <a:pt x="1927434" y="2554921"/>
                  </a:lnTo>
                  <a:lnTo>
                    <a:pt x="1928069" y="2554850"/>
                  </a:lnTo>
                  <a:lnTo>
                    <a:pt x="1928704" y="2554846"/>
                  </a:lnTo>
                  <a:lnTo>
                    <a:pt x="1929338" y="2554799"/>
                  </a:lnTo>
                  <a:lnTo>
                    <a:pt x="1929973" y="2554721"/>
                  </a:lnTo>
                  <a:lnTo>
                    <a:pt x="1930608" y="2555100"/>
                  </a:lnTo>
                  <a:lnTo>
                    <a:pt x="1931243" y="2555480"/>
                  </a:lnTo>
                  <a:lnTo>
                    <a:pt x="1931878" y="2556002"/>
                  </a:lnTo>
                  <a:lnTo>
                    <a:pt x="1932513" y="2556495"/>
                  </a:lnTo>
                  <a:lnTo>
                    <a:pt x="1933147" y="2556988"/>
                  </a:lnTo>
                  <a:lnTo>
                    <a:pt x="1933782" y="2557747"/>
                  </a:lnTo>
                  <a:lnTo>
                    <a:pt x="1934417" y="2558753"/>
                  </a:lnTo>
                  <a:lnTo>
                    <a:pt x="1935052" y="2559785"/>
                  </a:lnTo>
                  <a:lnTo>
                    <a:pt x="1935687" y="2560996"/>
                  </a:lnTo>
                  <a:lnTo>
                    <a:pt x="1936322" y="2562301"/>
                  </a:lnTo>
                  <a:lnTo>
                    <a:pt x="1936957" y="2563941"/>
                  </a:lnTo>
                  <a:lnTo>
                    <a:pt x="1937591" y="2565892"/>
                  </a:lnTo>
                  <a:lnTo>
                    <a:pt x="1938226" y="2567960"/>
                  </a:lnTo>
                  <a:lnTo>
                    <a:pt x="1938861" y="2570506"/>
                  </a:lnTo>
                  <a:lnTo>
                    <a:pt x="1939496" y="2573218"/>
                  </a:lnTo>
                  <a:lnTo>
                    <a:pt x="1940131" y="2575867"/>
                  </a:lnTo>
                  <a:lnTo>
                    <a:pt x="1940766" y="2578599"/>
                  </a:lnTo>
                  <a:lnTo>
                    <a:pt x="1941400" y="2581095"/>
                  </a:lnTo>
                  <a:lnTo>
                    <a:pt x="1942035" y="2583499"/>
                  </a:lnTo>
                  <a:lnTo>
                    <a:pt x="1942670" y="2585896"/>
                  </a:lnTo>
                  <a:lnTo>
                    <a:pt x="1943305" y="2588162"/>
                  </a:lnTo>
                  <a:lnTo>
                    <a:pt x="1943940" y="2590249"/>
                  </a:lnTo>
                  <a:lnTo>
                    <a:pt x="1944575" y="2591933"/>
                  </a:lnTo>
                  <a:lnTo>
                    <a:pt x="1945210" y="2593517"/>
                  </a:lnTo>
                  <a:lnTo>
                    <a:pt x="1945844" y="2594902"/>
                  </a:lnTo>
                  <a:lnTo>
                    <a:pt x="1946479" y="2596458"/>
                  </a:lnTo>
                  <a:lnTo>
                    <a:pt x="1947114" y="2597530"/>
                  </a:lnTo>
                  <a:lnTo>
                    <a:pt x="1947749" y="2598441"/>
                  </a:lnTo>
                  <a:lnTo>
                    <a:pt x="1948384" y="2598697"/>
                  </a:lnTo>
                  <a:lnTo>
                    <a:pt x="1949019" y="2598707"/>
                  </a:lnTo>
                  <a:lnTo>
                    <a:pt x="1949653" y="2598631"/>
                  </a:lnTo>
                  <a:lnTo>
                    <a:pt x="1950288" y="2598441"/>
                  </a:lnTo>
                  <a:lnTo>
                    <a:pt x="1950923" y="2598536"/>
                  </a:lnTo>
                  <a:lnTo>
                    <a:pt x="1951558" y="2598726"/>
                  </a:lnTo>
                  <a:lnTo>
                    <a:pt x="1952193" y="2598897"/>
                  </a:lnTo>
                  <a:lnTo>
                    <a:pt x="1952828" y="2598897"/>
                  </a:lnTo>
                  <a:lnTo>
                    <a:pt x="1953463" y="2598897"/>
                  </a:lnTo>
                  <a:lnTo>
                    <a:pt x="1954097" y="2598897"/>
                  </a:lnTo>
                  <a:lnTo>
                    <a:pt x="1954732" y="2598716"/>
                  </a:lnTo>
                  <a:lnTo>
                    <a:pt x="1955367" y="2598527"/>
                  </a:lnTo>
                  <a:lnTo>
                    <a:pt x="1956002" y="2598470"/>
                  </a:lnTo>
                  <a:lnTo>
                    <a:pt x="1956637" y="2598470"/>
                  </a:lnTo>
                  <a:lnTo>
                    <a:pt x="1957272" y="2598470"/>
                  </a:lnTo>
                  <a:lnTo>
                    <a:pt x="1957906" y="2598470"/>
                  </a:lnTo>
                  <a:lnTo>
                    <a:pt x="1958541" y="2598470"/>
                  </a:lnTo>
                  <a:lnTo>
                    <a:pt x="1959176" y="2598422"/>
                  </a:lnTo>
                  <a:lnTo>
                    <a:pt x="1959811" y="2598232"/>
                  </a:lnTo>
                  <a:lnTo>
                    <a:pt x="1960446" y="2597891"/>
                  </a:lnTo>
                  <a:lnTo>
                    <a:pt x="1961081" y="2597511"/>
                  </a:lnTo>
                  <a:lnTo>
                    <a:pt x="1961716" y="2597151"/>
                  </a:lnTo>
                  <a:lnTo>
                    <a:pt x="1962350" y="2596961"/>
                  </a:lnTo>
                  <a:lnTo>
                    <a:pt x="1962985" y="2596771"/>
                  </a:lnTo>
                  <a:lnTo>
                    <a:pt x="1963620" y="2596581"/>
                  </a:lnTo>
                  <a:lnTo>
                    <a:pt x="1964255" y="2596392"/>
                  </a:lnTo>
                  <a:lnTo>
                    <a:pt x="1964890" y="2596202"/>
                  </a:lnTo>
                  <a:lnTo>
                    <a:pt x="1965525" y="2596012"/>
                  </a:lnTo>
                  <a:lnTo>
                    <a:pt x="1966159" y="2595822"/>
                  </a:lnTo>
                  <a:lnTo>
                    <a:pt x="1966794" y="2595633"/>
                  </a:lnTo>
                  <a:lnTo>
                    <a:pt x="1967429" y="2595443"/>
                  </a:lnTo>
                  <a:lnTo>
                    <a:pt x="1968064" y="2595044"/>
                  </a:lnTo>
                  <a:lnTo>
                    <a:pt x="1968699" y="2594418"/>
                  </a:lnTo>
                  <a:lnTo>
                    <a:pt x="1969334" y="2593849"/>
                  </a:lnTo>
                  <a:lnTo>
                    <a:pt x="1969969" y="2593279"/>
                  </a:lnTo>
                  <a:lnTo>
                    <a:pt x="1970603" y="2592710"/>
                  </a:lnTo>
                  <a:lnTo>
                    <a:pt x="1971238" y="2592141"/>
                  </a:lnTo>
                  <a:lnTo>
                    <a:pt x="1971873" y="2591419"/>
                  </a:lnTo>
                  <a:lnTo>
                    <a:pt x="1972508" y="2590660"/>
                  </a:lnTo>
                  <a:lnTo>
                    <a:pt x="1973143" y="2589778"/>
                  </a:lnTo>
                  <a:lnTo>
                    <a:pt x="1973778" y="2588829"/>
                  </a:lnTo>
                  <a:lnTo>
                    <a:pt x="1974412" y="2587880"/>
                  </a:lnTo>
                  <a:lnTo>
                    <a:pt x="1975047" y="2586931"/>
                  </a:lnTo>
                  <a:lnTo>
                    <a:pt x="1975682" y="2585982"/>
                  </a:lnTo>
                  <a:lnTo>
                    <a:pt x="1976317" y="2585033"/>
                  </a:lnTo>
                  <a:lnTo>
                    <a:pt x="1976952" y="2584085"/>
                  </a:lnTo>
                  <a:lnTo>
                    <a:pt x="1977587" y="2583487"/>
                  </a:lnTo>
                  <a:lnTo>
                    <a:pt x="1978221" y="2583212"/>
                  </a:lnTo>
                  <a:lnTo>
                    <a:pt x="1978856" y="2583022"/>
                  </a:lnTo>
                  <a:lnTo>
                    <a:pt x="1979491" y="2582832"/>
                  </a:lnTo>
                  <a:lnTo>
                    <a:pt x="1980126" y="2582642"/>
                  </a:lnTo>
                  <a:lnTo>
                    <a:pt x="1980761" y="2582452"/>
                  </a:lnTo>
                  <a:lnTo>
                    <a:pt x="1981396" y="2582415"/>
                  </a:lnTo>
                  <a:lnTo>
                    <a:pt x="1982031" y="2582415"/>
                  </a:lnTo>
                  <a:lnTo>
                    <a:pt x="1982665" y="2582538"/>
                  </a:lnTo>
                  <a:lnTo>
                    <a:pt x="1983300" y="2582728"/>
                  </a:lnTo>
                  <a:lnTo>
                    <a:pt x="1983935" y="2582917"/>
                  </a:lnTo>
                  <a:lnTo>
                    <a:pt x="1984570" y="2583107"/>
                  </a:lnTo>
                  <a:lnTo>
                    <a:pt x="1985205" y="2583297"/>
                  </a:lnTo>
                  <a:lnTo>
                    <a:pt x="1985840" y="2583487"/>
                  </a:lnTo>
                  <a:lnTo>
                    <a:pt x="1986474" y="2583677"/>
                  </a:lnTo>
                  <a:lnTo>
                    <a:pt x="1987109" y="2583724"/>
                  </a:lnTo>
                  <a:lnTo>
                    <a:pt x="1987744" y="2583724"/>
                  </a:lnTo>
                  <a:lnTo>
                    <a:pt x="1988379" y="2583724"/>
                  </a:lnTo>
                  <a:lnTo>
                    <a:pt x="1989014" y="2583724"/>
                  </a:lnTo>
                  <a:lnTo>
                    <a:pt x="1989649" y="2583724"/>
                  </a:lnTo>
                  <a:lnTo>
                    <a:pt x="1990284" y="2583724"/>
                  </a:lnTo>
                  <a:lnTo>
                    <a:pt x="1990918" y="2583724"/>
                  </a:lnTo>
                  <a:lnTo>
                    <a:pt x="1991553" y="2583582"/>
                  </a:lnTo>
                  <a:lnTo>
                    <a:pt x="1992188" y="2583392"/>
                  </a:lnTo>
                  <a:lnTo>
                    <a:pt x="1992823" y="2583202"/>
                  </a:lnTo>
                  <a:lnTo>
                    <a:pt x="1993458" y="2583012"/>
                  </a:lnTo>
                  <a:lnTo>
                    <a:pt x="1994093" y="2582823"/>
                  </a:lnTo>
                  <a:lnTo>
                    <a:pt x="1994727" y="2582633"/>
                  </a:lnTo>
                  <a:lnTo>
                    <a:pt x="1995362" y="2582443"/>
                  </a:lnTo>
                  <a:lnTo>
                    <a:pt x="1995997" y="2582253"/>
                  </a:lnTo>
                  <a:lnTo>
                    <a:pt x="1996632" y="2581969"/>
                  </a:lnTo>
                  <a:lnTo>
                    <a:pt x="1997267" y="2581779"/>
                  </a:lnTo>
                  <a:lnTo>
                    <a:pt x="1997902" y="2581589"/>
                  </a:lnTo>
                  <a:lnTo>
                    <a:pt x="1998537" y="2581409"/>
                  </a:lnTo>
                  <a:lnTo>
                    <a:pt x="1999171" y="2581409"/>
                  </a:lnTo>
                  <a:lnTo>
                    <a:pt x="1999806" y="2581409"/>
                  </a:lnTo>
                  <a:lnTo>
                    <a:pt x="2000441" y="2581409"/>
                  </a:lnTo>
                  <a:lnTo>
                    <a:pt x="2001076" y="2581551"/>
                  </a:lnTo>
                  <a:lnTo>
                    <a:pt x="2001711" y="2581741"/>
                  </a:lnTo>
                  <a:lnTo>
                    <a:pt x="2002346" y="2581712"/>
                  </a:lnTo>
                  <a:lnTo>
                    <a:pt x="2002980" y="2581361"/>
                  </a:lnTo>
                  <a:lnTo>
                    <a:pt x="2003615" y="2580760"/>
                  </a:lnTo>
                  <a:lnTo>
                    <a:pt x="2004250" y="2579330"/>
                  </a:lnTo>
                  <a:lnTo>
                    <a:pt x="2004885" y="2577259"/>
                  </a:lnTo>
                  <a:lnTo>
                    <a:pt x="2005520" y="2574747"/>
                  </a:lnTo>
                  <a:lnTo>
                    <a:pt x="2006155" y="2572444"/>
                  </a:lnTo>
                  <a:lnTo>
                    <a:pt x="2006790" y="2569551"/>
                  </a:lnTo>
                  <a:lnTo>
                    <a:pt x="2007424" y="2565996"/>
                  </a:lnTo>
                  <a:lnTo>
                    <a:pt x="2008059" y="2562372"/>
                  </a:lnTo>
                  <a:lnTo>
                    <a:pt x="2008694" y="2558835"/>
                  </a:lnTo>
                  <a:lnTo>
                    <a:pt x="2009329" y="2555320"/>
                  </a:lnTo>
                  <a:lnTo>
                    <a:pt x="2009964" y="2551943"/>
                  </a:lnTo>
                  <a:lnTo>
                    <a:pt x="2010599" y="2548608"/>
                  </a:lnTo>
                  <a:lnTo>
                    <a:pt x="2011233" y="2545265"/>
                  </a:lnTo>
                  <a:lnTo>
                    <a:pt x="2011868" y="2541796"/>
                  </a:lnTo>
                  <a:lnTo>
                    <a:pt x="2012503" y="2538431"/>
                  </a:lnTo>
                  <a:lnTo>
                    <a:pt x="2013138" y="2535526"/>
                  </a:lnTo>
                  <a:lnTo>
                    <a:pt x="2013773" y="2533231"/>
                  </a:lnTo>
                  <a:lnTo>
                    <a:pt x="2014408" y="2531371"/>
                  </a:lnTo>
                  <a:lnTo>
                    <a:pt x="2015043" y="2529180"/>
                  </a:lnTo>
                  <a:lnTo>
                    <a:pt x="2015677" y="2527771"/>
                  </a:lnTo>
                  <a:lnTo>
                    <a:pt x="2016312" y="2526918"/>
                  </a:lnTo>
                  <a:lnTo>
                    <a:pt x="2016947" y="2525974"/>
                  </a:lnTo>
                  <a:lnTo>
                    <a:pt x="2017582" y="2525114"/>
                  </a:lnTo>
                  <a:lnTo>
                    <a:pt x="2018217" y="2524042"/>
                  </a:lnTo>
                  <a:lnTo>
                    <a:pt x="2018852" y="2523283"/>
                  </a:lnTo>
                  <a:lnTo>
                    <a:pt x="2019486" y="2522524"/>
                  </a:lnTo>
                  <a:lnTo>
                    <a:pt x="2020121" y="2521936"/>
                  </a:lnTo>
                  <a:lnTo>
                    <a:pt x="2020756" y="2521803"/>
                  </a:lnTo>
                  <a:lnTo>
                    <a:pt x="2021391" y="2522230"/>
                  </a:lnTo>
                  <a:lnTo>
                    <a:pt x="2022026" y="2522799"/>
                  </a:lnTo>
                  <a:lnTo>
                    <a:pt x="2022661" y="2523673"/>
                  </a:lnTo>
                  <a:lnTo>
                    <a:pt x="2023296" y="2524550"/>
                  </a:lnTo>
                  <a:lnTo>
                    <a:pt x="2023930" y="2525304"/>
                  </a:lnTo>
                  <a:lnTo>
                    <a:pt x="2024565" y="2525871"/>
                  </a:lnTo>
                  <a:lnTo>
                    <a:pt x="2025200" y="2526475"/>
                  </a:lnTo>
                  <a:lnTo>
                    <a:pt x="2025835" y="2527355"/>
                  </a:lnTo>
                  <a:lnTo>
                    <a:pt x="2026470" y="2528302"/>
                  </a:lnTo>
                  <a:lnTo>
                    <a:pt x="2027105" y="2529241"/>
                  </a:lnTo>
                  <a:lnTo>
                    <a:pt x="2027739" y="2530239"/>
                  </a:lnTo>
                  <a:lnTo>
                    <a:pt x="2028374" y="2531237"/>
                  </a:lnTo>
                  <a:lnTo>
                    <a:pt x="2029009" y="2531852"/>
                  </a:lnTo>
                  <a:lnTo>
                    <a:pt x="2029644" y="2532509"/>
                  </a:lnTo>
                  <a:lnTo>
                    <a:pt x="2030279" y="2532736"/>
                  </a:lnTo>
                  <a:lnTo>
                    <a:pt x="2030914" y="2532793"/>
                  </a:lnTo>
                  <a:lnTo>
                    <a:pt x="2031549" y="2532851"/>
                  </a:lnTo>
                  <a:lnTo>
                    <a:pt x="2032183" y="2533052"/>
                  </a:lnTo>
                  <a:lnTo>
                    <a:pt x="2032818" y="2533346"/>
                  </a:lnTo>
                  <a:lnTo>
                    <a:pt x="2033453" y="2533485"/>
                  </a:lnTo>
                  <a:lnTo>
                    <a:pt x="2034088" y="2533810"/>
                  </a:lnTo>
                  <a:lnTo>
                    <a:pt x="2034723" y="2533966"/>
                  </a:lnTo>
                  <a:lnTo>
                    <a:pt x="2035358" y="2533840"/>
                  </a:lnTo>
                  <a:lnTo>
                    <a:pt x="2035992" y="2533648"/>
                  </a:lnTo>
                  <a:lnTo>
                    <a:pt x="2036627" y="2533463"/>
                  </a:lnTo>
                  <a:lnTo>
                    <a:pt x="2037262" y="2533219"/>
                  </a:lnTo>
                  <a:lnTo>
                    <a:pt x="2037897" y="2532961"/>
                  </a:lnTo>
                  <a:lnTo>
                    <a:pt x="2038532" y="2532914"/>
                  </a:lnTo>
                  <a:lnTo>
                    <a:pt x="2039167" y="2532885"/>
                  </a:lnTo>
                  <a:lnTo>
                    <a:pt x="2039801" y="2533033"/>
                  </a:lnTo>
                  <a:lnTo>
                    <a:pt x="2040436" y="2532976"/>
                  </a:lnTo>
                  <a:lnTo>
                    <a:pt x="2041071" y="2532976"/>
                  </a:lnTo>
                  <a:lnTo>
                    <a:pt x="2041706" y="2532976"/>
                  </a:lnTo>
                  <a:lnTo>
                    <a:pt x="2042341" y="2532976"/>
                  </a:lnTo>
                  <a:lnTo>
                    <a:pt x="2042976" y="2532976"/>
                  </a:lnTo>
                  <a:lnTo>
                    <a:pt x="2043611" y="2532947"/>
                  </a:lnTo>
                  <a:lnTo>
                    <a:pt x="2044245" y="2532938"/>
                  </a:lnTo>
                  <a:lnTo>
                    <a:pt x="2044880" y="2532938"/>
                  </a:lnTo>
                  <a:lnTo>
                    <a:pt x="2045515" y="2532995"/>
                  </a:lnTo>
                  <a:lnTo>
                    <a:pt x="2046150" y="2533184"/>
                  </a:lnTo>
                  <a:lnTo>
                    <a:pt x="2046785" y="2533374"/>
                  </a:lnTo>
                  <a:lnTo>
                    <a:pt x="2047420" y="2533583"/>
                  </a:lnTo>
                  <a:lnTo>
                    <a:pt x="2048054" y="2533839"/>
                  </a:lnTo>
                  <a:lnTo>
                    <a:pt x="2048689" y="2534152"/>
                  </a:lnTo>
                  <a:lnTo>
                    <a:pt x="2049324" y="2534380"/>
                  </a:lnTo>
                  <a:lnTo>
                    <a:pt x="2049959" y="2534437"/>
                  </a:lnTo>
                  <a:lnTo>
                    <a:pt x="2050594" y="2534541"/>
                  </a:lnTo>
                  <a:lnTo>
                    <a:pt x="2051229" y="2534731"/>
                  </a:lnTo>
                  <a:lnTo>
                    <a:pt x="2051864" y="2534883"/>
                  </a:lnTo>
                  <a:lnTo>
                    <a:pt x="2052498" y="2534854"/>
                  </a:lnTo>
                  <a:lnTo>
                    <a:pt x="2053133" y="2534693"/>
                  </a:lnTo>
                  <a:lnTo>
                    <a:pt x="2053768" y="2534541"/>
                  </a:lnTo>
                  <a:lnTo>
                    <a:pt x="2054403" y="2534352"/>
                  </a:lnTo>
                  <a:lnTo>
                    <a:pt x="2055038" y="2534105"/>
                  </a:lnTo>
                  <a:lnTo>
                    <a:pt x="2055673" y="2533659"/>
                  </a:lnTo>
                  <a:lnTo>
                    <a:pt x="2056307" y="2532928"/>
                  </a:lnTo>
                  <a:lnTo>
                    <a:pt x="2056942" y="2531989"/>
                  </a:lnTo>
                  <a:lnTo>
                    <a:pt x="2057577" y="2530850"/>
                  </a:lnTo>
                  <a:lnTo>
                    <a:pt x="2058212" y="2529417"/>
                  </a:lnTo>
                  <a:lnTo>
                    <a:pt x="2058847" y="2527520"/>
                  </a:lnTo>
                  <a:lnTo>
                    <a:pt x="2059482" y="2525622"/>
                  </a:lnTo>
                  <a:lnTo>
                    <a:pt x="2060117" y="2523544"/>
                  </a:lnTo>
                  <a:lnTo>
                    <a:pt x="2060751" y="2521266"/>
                  </a:lnTo>
                  <a:lnTo>
                    <a:pt x="2061386" y="2519027"/>
                  </a:lnTo>
                  <a:lnTo>
                    <a:pt x="2062021" y="2516968"/>
                  </a:lnTo>
                  <a:lnTo>
                    <a:pt x="2062656" y="2514852"/>
                  </a:lnTo>
                  <a:lnTo>
                    <a:pt x="2063291" y="2512537"/>
                  </a:lnTo>
                  <a:lnTo>
                    <a:pt x="2063926" y="2510126"/>
                  </a:lnTo>
                  <a:lnTo>
                    <a:pt x="2064560" y="2507555"/>
                  </a:lnTo>
                  <a:lnTo>
                    <a:pt x="2065195" y="2504965"/>
                  </a:lnTo>
                  <a:lnTo>
                    <a:pt x="2065830" y="2502469"/>
                  </a:lnTo>
                  <a:lnTo>
                    <a:pt x="2066465" y="2500182"/>
                  </a:lnTo>
                  <a:lnTo>
                    <a:pt x="2067100" y="2498095"/>
                  </a:lnTo>
                  <a:lnTo>
                    <a:pt x="2067735" y="2496130"/>
                  </a:lnTo>
                  <a:lnTo>
                    <a:pt x="2068370" y="2494717"/>
                  </a:lnTo>
                  <a:lnTo>
                    <a:pt x="2069004" y="2493198"/>
                  </a:lnTo>
                  <a:lnTo>
                    <a:pt x="2069639" y="2491652"/>
                  </a:lnTo>
                  <a:lnTo>
                    <a:pt x="2070274" y="2490133"/>
                  </a:lnTo>
                  <a:lnTo>
                    <a:pt x="2070909" y="2488473"/>
                  </a:lnTo>
                  <a:lnTo>
                    <a:pt x="2071544" y="2486765"/>
                  </a:lnTo>
                  <a:lnTo>
                    <a:pt x="2072179" y="2485275"/>
                  </a:lnTo>
                  <a:lnTo>
                    <a:pt x="2072813" y="2484136"/>
                  </a:lnTo>
                  <a:lnTo>
                    <a:pt x="2073448" y="2483263"/>
                  </a:lnTo>
                  <a:lnTo>
                    <a:pt x="2074083" y="2482609"/>
                  </a:lnTo>
                  <a:lnTo>
                    <a:pt x="2074718" y="2482039"/>
                  </a:lnTo>
                  <a:lnTo>
                    <a:pt x="2075353" y="2481660"/>
                  </a:lnTo>
                  <a:lnTo>
                    <a:pt x="2075988" y="2481280"/>
                  </a:lnTo>
                  <a:lnTo>
                    <a:pt x="2076623" y="2480901"/>
                  </a:lnTo>
                  <a:lnTo>
                    <a:pt x="2077257" y="2480692"/>
                  </a:lnTo>
                  <a:lnTo>
                    <a:pt x="2077892" y="2480398"/>
                  </a:lnTo>
                  <a:lnTo>
                    <a:pt x="2078527" y="2480208"/>
                  </a:lnTo>
                  <a:lnTo>
                    <a:pt x="2079162" y="2480142"/>
                  </a:lnTo>
                  <a:lnTo>
                    <a:pt x="2079797" y="2480322"/>
                  </a:lnTo>
                  <a:lnTo>
                    <a:pt x="2080432" y="2480464"/>
                  </a:lnTo>
                  <a:lnTo>
                    <a:pt x="2081066" y="2480654"/>
                  </a:lnTo>
                  <a:lnTo>
                    <a:pt x="2081701" y="2480673"/>
                  </a:lnTo>
                  <a:lnTo>
                    <a:pt x="2082336" y="2480673"/>
                  </a:lnTo>
                  <a:lnTo>
                    <a:pt x="2082971" y="2480540"/>
                  </a:lnTo>
                  <a:lnTo>
                    <a:pt x="2083606" y="2480350"/>
                  </a:lnTo>
                  <a:lnTo>
                    <a:pt x="2084241" y="2480161"/>
                  </a:lnTo>
                  <a:lnTo>
                    <a:pt x="2084876" y="2479971"/>
                  </a:lnTo>
                  <a:lnTo>
                    <a:pt x="2085510" y="2479781"/>
                  </a:lnTo>
                  <a:lnTo>
                    <a:pt x="2086145" y="2479639"/>
                  </a:lnTo>
                  <a:lnTo>
                    <a:pt x="2086780" y="2479639"/>
                  </a:lnTo>
                  <a:lnTo>
                    <a:pt x="2087415" y="2479639"/>
                  </a:lnTo>
                  <a:lnTo>
                    <a:pt x="2088050" y="2479639"/>
                  </a:lnTo>
                  <a:lnTo>
                    <a:pt x="2088685" y="2479620"/>
                  </a:lnTo>
                  <a:lnTo>
                    <a:pt x="2089319" y="2479439"/>
                  </a:lnTo>
                  <a:lnTo>
                    <a:pt x="2089954" y="2479439"/>
                  </a:lnTo>
                  <a:lnTo>
                    <a:pt x="2090589" y="2479439"/>
                  </a:lnTo>
                  <a:lnTo>
                    <a:pt x="2091224" y="2479610"/>
                  </a:lnTo>
                  <a:lnTo>
                    <a:pt x="2091859" y="2479800"/>
                  </a:lnTo>
                  <a:lnTo>
                    <a:pt x="2092494" y="2480178"/>
                  </a:lnTo>
                  <a:lnTo>
                    <a:pt x="2093128" y="2480396"/>
                  </a:lnTo>
                  <a:lnTo>
                    <a:pt x="2093763" y="2480585"/>
                  </a:lnTo>
                  <a:lnTo>
                    <a:pt x="2094398" y="2480774"/>
                  </a:lnTo>
                  <a:lnTo>
                    <a:pt x="2095033" y="2481157"/>
                  </a:lnTo>
                  <a:lnTo>
                    <a:pt x="2095668" y="2481640"/>
                  </a:lnTo>
                  <a:lnTo>
                    <a:pt x="2096303" y="2482067"/>
                  </a:lnTo>
                  <a:lnTo>
                    <a:pt x="2096938" y="2482493"/>
                  </a:lnTo>
                  <a:lnTo>
                    <a:pt x="2097572" y="2482855"/>
                  </a:lnTo>
                  <a:lnTo>
                    <a:pt x="2098207" y="2482982"/>
                  </a:lnTo>
                  <a:lnTo>
                    <a:pt x="2098842" y="2483097"/>
                  </a:lnTo>
                  <a:lnTo>
                    <a:pt x="2099477" y="2483235"/>
                  </a:lnTo>
                  <a:lnTo>
                    <a:pt x="2100112" y="2483372"/>
                  </a:lnTo>
                  <a:lnTo>
                    <a:pt x="2100747" y="2483576"/>
                  </a:lnTo>
                  <a:lnTo>
                    <a:pt x="2101381" y="2483780"/>
                  </a:lnTo>
                  <a:lnTo>
                    <a:pt x="2102016" y="2483992"/>
                  </a:lnTo>
                  <a:lnTo>
                    <a:pt x="2102651" y="2484389"/>
                  </a:lnTo>
                  <a:lnTo>
                    <a:pt x="2103286" y="2484815"/>
                  </a:lnTo>
                  <a:lnTo>
                    <a:pt x="2103921" y="2485240"/>
                  </a:lnTo>
                  <a:lnTo>
                    <a:pt x="2104556" y="2485471"/>
                  </a:lnTo>
                  <a:lnTo>
                    <a:pt x="2105191" y="2485556"/>
                  </a:lnTo>
                  <a:lnTo>
                    <a:pt x="2105825" y="2485554"/>
                  </a:lnTo>
                  <a:lnTo>
                    <a:pt x="2106460" y="2485439"/>
                  </a:lnTo>
                  <a:lnTo>
                    <a:pt x="2107095" y="2485360"/>
                  </a:lnTo>
                  <a:lnTo>
                    <a:pt x="2107730" y="2485329"/>
                  </a:lnTo>
                  <a:lnTo>
                    <a:pt x="2108365" y="2484939"/>
                  </a:lnTo>
                  <a:lnTo>
                    <a:pt x="2109000" y="2484579"/>
                  </a:lnTo>
                  <a:lnTo>
                    <a:pt x="2109634" y="2484266"/>
                  </a:lnTo>
                  <a:lnTo>
                    <a:pt x="2110269" y="2483886"/>
                  </a:lnTo>
                  <a:lnTo>
                    <a:pt x="2110904" y="2483507"/>
                  </a:lnTo>
                  <a:lnTo>
                    <a:pt x="2111539" y="2482966"/>
                  </a:lnTo>
                  <a:lnTo>
                    <a:pt x="2112174" y="2482396"/>
                  </a:lnTo>
                  <a:lnTo>
                    <a:pt x="2112809" y="2481827"/>
                  </a:lnTo>
                  <a:lnTo>
                    <a:pt x="2113444" y="2481258"/>
                  </a:lnTo>
                  <a:lnTo>
                    <a:pt x="2114078" y="2480688"/>
                  </a:lnTo>
                  <a:lnTo>
                    <a:pt x="2114713" y="2480119"/>
                  </a:lnTo>
                  <a:lnTo>
                    <a:pt x="2115348" y="2479550"/>
                  </a:lnTo>
                  <a:lnTo>
                    <a:pt x="2115983" y="2478952"/>
                  </a:lnTo>
                  <a:lnTo>
                    <a:pt x="2116618" y="2478383"/>
                  </a:lnTo>
                  <a:lnTo>
                    <a:pt x="2117253" y="2478003"/>
                  </a:lnTo>
                  <a:lnTo>
                    <a:pt x="2117887" y="2477624"/>
                  </a:lnTo>
                  <a:lnTo>
                    <a:pt x="2118522" y="2477386"/>
                  </a:lnTo>
                  <a:lnTo>
                    <a:pt x="2119157" y="2477197"/>
                  </a:lnTo>
                  <a:lnTo>
                    <a:pt x="2119792" y="2477007"/>
                  </a:lnTo>
                  <a:lnTo>
                    <a:pt x="2120427" y="2476817"/>
                  </a:lnTo>
                  <a:lnTo>
                    <a:pt x="2121062" y="2476789"/>
                  </a:lnTo>
                  <a:lnTo>
                    <a:pt x="2121697" y="2476789"/>
                  </a:lnTo>
                  <a:lnTo>
                    <a:pt x="2122331" y="2476789"/>
                  </a:lnTo>
                  <a:lnTo>
                    <a:pt x="2122966" y="2476789"/>
                  </a:lnTo>
                  <a:lnTo>
                    <a:pt x="2123601" y="2476940"/>
                  </a:lnTo>
                  <a:lnTo>
                    <a:pt x="2124236" y="2477130"/>
                  </a:lnTo>
                  <a:lnTo>
                    <a:pt x="2124871" y="2477501"/>
                  </a:lnTo>
                  <a:lnTo>
                    <a:pt x="2125506" y="2477944"/>
                  </a:lnTo>
                  <a:lnTo>
                    <a:pt x="2126140" y="2478252"/>
                  </a:lnTo>
                  <a:lnTo>
                    <a:pt x="2126775" y="2478340"/>
                  </a:lnTo>
                  <a:lnTo>
                    <a:pt x="2127410" y="2478337"/>
                  </a:lnTo>
                  <a:lnTo>
                    <a:pt x="2128045" y="2478516"/>
                  </a:lnTo>
                  <a:lnTo>
                    <a:pt x="2128680" y="2478648"/>
                  </a:lnTo>
                  <a:lnTo>
                    <a:pt x="2129315" y="2478984"/>
                  </a:lnTo>
                  <a:lnTo>
                    <a:pt x="2129950" y="2479577"/>
                  </a:lnTo>
                  <a:lnTo>
                    <a:pt x="2130584" y="2480178"/>
                  </a:lnTo>
                  <a:lnTo>
                    <a:pt x="2131219" y="2481207"/>
                  </a:lnTo>
                  <a:lnTo>
                    <a:pt x="2131854" y="2482629"/>
                  </a:lnTo>
                  <a:lnTo>
                    <a:pt x="2132489" y="2484326"/>
                  </a:lnTo>
                  <a:lnTo>
                    <a:pt x="2133124" y="2485577"/>
                  </a:lnTo>
                  <a:lnTo>
                    <a:pt x="2133759" y="2487158"/>
                  </a:lnTo>
                  <a:lnTo>
                    <a:pt x="2134393" y="2489118"/>
                  </a:lnTo>
                  <a:lnTo>
                    <a:pt x="2135028" y="2491084"/>
                  </a:lnTo>
                  <a:lnTo>
                    <a:pt x="2135663" y="2492629"/>
                  </a:lnTo>
                  <a:lnTo>
                    <a:pt x="2136298" y="2494388"/>
                  </a:lnTo>
                  <a:lnTo>
                    <a:pt x="2136933" y="2496016"/>
                  </a:lnTo>
                  <a:lnTo>
                    <a:pt x="2137568" y="2497504"/>
                  </a:lnTo>
                  <a:lnTo>
                    <a:pt x="2138203" y="2499653"/>
                  </a:lnTo>
                  <a:lnTo>
                    <a:pt x="2138837" y="2501906"/>
                  </a:lnTo>
                  <a:lnTo>
                    <a:pt x="2139472" y="2504151"/>
                  </a:lnTo>
                  <a:lnTo>
                    <a:pt x="2140107" y="2506100"/>
                  </a:lnTo>
                  <a:lnTo>
                    <a:pt x="2140742" y="2507737"/>
                  </a:lnTo>
                  <a:lnTo>
                    <a:pt x="2141377" y="2509186"/>
                  </a:lnTo>
                  <a:lnTo>
                    <a:pt x="2142012" y="2511132"/>
                  </a:lnTo>
                  <a:lnTo>
                    <a:pt x="2142646" y="2512476"/>
                  </a:lnTo>
                  <a:lnTo>
                    <a:pt x="2143281" y="2513391"/>
                  </a:lnTo>
                  <a:lnTo>
                    <a:pt x="2143916" y="2514515"/>
                  </a:lnTo>
                  <a:lnTo>
                    <a:pt x="2144551" y="2515577"/>
                  </a:lnTo>
                  <a:lnTo>
                    <a:pt x="2145186" y="2516740"/>
                  </a:lnTo>
                  <a:lnTo>
                    <a:pt x="2145821" y="2517888"/>
                  </a:lnTo>
                  <a:lnTo>
                    <a:pt x="2146455" y="2519145"/>
                  </a:lnTo>
                  <a:lnTo>
                    <a:pt x="2147090" y="2520400"/>
                  </a:lnTo>
                  <a:lnTo>
                    <a:pt x="2147725" y="2521359"/>
                  </a:lnTo>
                  <a:lnTo>
                    <a:pt x="2148360" y="2521822"/>
                  </a:lnTo>
                  <a:lnTo>
                    <a:pt x="2148995" y="2522166"/>
                  </a:lnTo>
                  <a:lnTo>
                    <a:pt x="2149630" y="2521893"/>
                  </a:lnTo>
                  <a:lnTo>
                    <a:pt x="2150265" y="2521624"/>
                  </a:lnTo>
                  <a:lnTo>
                    <a:pt x="2150899" y="2521437"/>
                  </a:lnTo>
                  <a:lnTo>
                    <a:pt x="2151534" y="2521437"/>
                  </a:lnTo>
                  <a:lnTo>
                    <a:pt x="2152169" y="2521382"/>
                  </a:lnTo>
                  <a:lnTo>
                    <a:pt x="2152804" y="2521168"/>
                  </a:lnTo>
                  <a:lnTo>
                    <a:pt x="2153439" y="2520891"/>
                  </a:lnTo>
                  <a:lnTo>
                    <a:pt x="2154074" y="2520629"/>
                  </a:lnTo>
                  <a:lnTo>
                    <a:pt x="2154708" y="2520500"/>
                  </a:lnTo>
                  <a:lnTo>
                    <a:pt x="2155343" y="2520241"/>
                  </a:lnTo>
                  <a:lnTo>
                    <a:pt x="2155978" y="2519711"/>
                  </a:lnTo>
                  <a:lnTo>
                    <a:pt x="2156613" y="2518883"/>
                  </a:lnTo>
                  <a:lnTo>
                    <a:pt x="2157248" y="2518049"/>
                  </a:lnTo>
                  <a:lnTo>
                    <a:pt x="2157883" y="2517422"/>
                  </a:lnTo>
                  <a:lnTo>
                    <a:pt x="2158518" y="2516795"/>
                  </a:lnTo>
                  <a:lnTo>
                    <a:pt x="2159152" y="2516665"/>
                  </a:lnTo>
                  <a:lnTo>
                    <a:pt x="2159787" y="2516613"/>
                  </a:lnTo>
                  <a:lnTo>
                    <a:pt x="2160422" y="2516792"/>
                  </a:lnTo>
                  <a:lnTo>
                    <a:pt x="2161057" y="2516792"/>
                  </a:lnTo>
                  <a:lnTo>
                    <a:pt x="2161692" y="2516978"/>
                  </a:lnTo>
                  <a:lnTo>
                    <a:pt x="2162327" y="2517331"/>
                  </a:lnTo>
                  <a:lnTo>
                    <a:pt x="2162961" y="2517746"/>
                  </a:lnTo>
                  <a:lnTo>
                    <a:pt x="2163596" y="2518001"/>
                  </a:lnTo>
                  <a:lnTo>
                    <a:pt x="2164231" y="2518043"/>
                  </a:lnTo>
                  <a:lnTo>
                    <a:pt x="2164866" y="2517918"/>
                  </a:lnTo>
                  <a:lnTo>
                    <a:pt x="2165501" y="2517594"/>
                  </a:lnTo>
                  <a:lnTo>
                    <a:pt x="2166136" y="2517317"/>
                  </a:lnTo>
                  <a:lnTo>
                    <a:pt x="2166771" y="2517114"/>
                  </a:lnTo>
                  <a:lnTo>
                    <a:pt x="2167405" y="2517339"/>
                  </a:lnTo>
                  <a:lnTo>
                    <a:pt x="2168040" y="2517823"/>
                  </a:lnTo>
                  <a:lnTo>
                    <a:pt x="2168675" y="2518246"/>
                  </a:lnTo>
                  <a:lnTo>
                    <a:pt x="2169310" y="2518620"/>
                  </a:lnTo>
                  <a:lnTo>
                    <a:pt x="2169945" y="2518583"/>
                  </a:lnTo>
                  <a:lnTo>
                    <a:pt x="2170580" y="2518573"/>
                  </a:lnTo>
                  <a:lnTo>
                    <a:pt x="2171214" y="2518545"/>
                  </a:lnTo>
                  <a:lnTo>
                    <a:pt x="2171849" y="2518508"/>
                  </a:lnTo>
                  <a:lnTo>
                    <a:pt x="2172484" y="2518470"/>
                  </a:lnTo>
                  <a:lnTo>
                    <a:pt x="2173119" y="2518501"/>
                  </a:lnTo>
                  <a:lnTo>
                    <a:pt x="2173754" y="2518636"/>
                  </a:lnTo>
                  <a:lnTo>
                    <a:pt x="2174389" y="2518995"/>
                  </a:lnTo>
                  <a:lnTo>
                    <a:pt x="2175024" y="2519295"/>
                  </a:lnTo>
                  <a:lnTo>
                    <a:pt x="2175658" y="2519569"/>
                  </a:lnTo>
                  <a:lnTo>
                    <a:pt x="2176293" y="2519720"/>
                  </a:lnTo>
                  <a:lnTo>
                    <a:pt x="2176928" y="2519818"/>
                  </a:lnTo>
                  <a:lnTo>
                    <a:pt x="2177563" y="2520007"/>
                  </a:lnTo>
                  <a:lnTo>
                    <a:pt x="2178198" y="2520162"/>
                  </a:lnTo>
                  <a:lnTo>
                    <a:pt x="2178833" y="2520115"/>
                  </a:lnTo>
                  <a:lnTo>
                    <a:pt x="2179467" y="2519868"/>
                  </a:lnTo>
                  <a:lnTo>
                    <a:pt x="2180102" y="2519650"/>
                  </a:lnTo>
                  <a:lnTo>
                    <a:pt x="2180737" y="2519346"/>
                  </a:lnTo>
                  <a:lnTo>
                    <a:pt x="2181372" y="2518966"/>
                  </a:lnTo>
                  <a:lnTo>
                    <a:pt x="2182007" y="2518464"/>
                  </a:lnTo>
                  <a:lnTo>
                    <a:pt x="2182642" y="2518075"/>
                  </a:lnTo>
                  <a:lnTo>
                    <a:pt x="2183277" y="2518046"/>
                  </a:lnTo>
                  <a:lnTo>
                    <a:pt x="2183911" y="2518226"/>
                  </a:lnTo>
                  <a:lnTo>
                    <a:pt x="2184546" y="2518596"/>
                  </a:lnTo>
                  <a:lnTo>
                    <a:pt x="2185181" y="2519071"/>
                  </a:lnTo>
                  <a:lnTo>
                    <a:pt x="2185816" y="2519830"/>
                  </a:lnTo>
                  <a:lnTo>
                    <a:pt x="2186451" y="2520589"/>
                  </a:lnTo>
                  <a:lnTo>
                    <a:pt x="2187086" y="2521339"/>
                  </a:lnTo>
                  <a:lnTo>
                    <a:pt x="2187720" y="2521908"/>
                  </a:lnTo>
                  <a:lnTo>
                    <a:pt x="2188355" y="2522525"/>
                  </a:lnTo>
                  <a:lnTo>
                    <a:pt x="2188990" y="2523341"/>
                  </a:lnTo>
                  <a:lnTo>
                    <a:pt x="2189625" y="2524318"/>
                  </a:lnTo>
                  <a:lnTo>
                    <a:pt x="2190260" y="2525571"/>
                  </a:lnTo>
                  <a:lnTo>
                    <a:pt x="2190895" y="2527032"/>
                  </a:lnTo>
                  <a:lnTo>
                    <a:pt x="2191530" y="2528778"/>
                  </a:lnTo>
                  <a:lnTo>
                    <a:pt x="2192164" y="2530609"/>
                  </a:lnTo>
                  <a:lnTo>
                    <a:pt x="2192799" y="2532346"/>
                  </a:lnTo>
                  <a:lnTo>
                    <a:pt x="2193434" y="2533873"/>
                  </a:lnTo>
                  <a:lnTo>
                    <a:pt x="2194069" y="2535211"/>
                  </a:lnTo>
                  <a:lnTo>
                    <a:pt x="2194704" y="2536616"/>
                  </a:lnTo>
                  <a:lnTo>
                    <a:pt x="2195339" y="2537783"/>
                  </a:lnTo>
                  <a:lnTo>
                    <a:pt x="2195973" y="2539111"/>
                  </a:lnTo>
                  <a:lnTo>
                    <a:pt x="2196608" y="2540554"/>
                  </a:lnTo>
                  <a:lnTo>
                    <a:pt x="2197243" y="2542262"/>
                  </a:lnTo>
                  <a:lnTo>
                    <a:pt x="2197878" y="2544112"/>
                  </a:lnTo>
                  <a:lnTo>
                    <a:pt x="2198513" y="2546010"/>
                  </a:lnTo>
                  <a:lnTo>
                    <a:pt x="2199148" y="2547689"/>
                  </a:lnTo>
                  <a:lnTo>
                    <a:pt x="2199782" y="2549018"/>
                  </a:lnTo>
                  <a:lnTo>
                    <a:pt x="2200417" y="2550043"/>
                  </a:lnTo>
                  <a:lnTo>
                    <a:pt x="2201052" y="2550887"/>
                  </a:lnTo>
                  <a:lnTo>
                    <a:pt x="2201687" y="2551646"/>
                  </a:lnTo>
                  <a:lnTo>
                    <a:pt x="2202322" y="2552215"/>
                  </a:lnTo>
                  <a:lnTo>
                    <a:pt x="2202957" y="2552785"/>
                  </a:lnTo>
                  <a:lnTo>
                    <a:pt x="2203592" y="2553145"/>
                  </a:lnTo>
                  <a:lnTo>
                    <a:pt x="2204226" y="2553164"/>
                  </a:lnTo>
                  <a:lnTo>
                    <a:pt x="2204861" y="2553136"/>
                  </a:lnTo>
                  <a:lnTo>
                    <a:pt x="2205496" y="2552946"/>
                  </a:lnTo>
                  <a:lnTo>
                    <a:pt x="2206131" y="2552529"/>
                  </a:lnTo>
                  <a:lnTo>
                    <a:pt x="2206766" y="2551969"/>
                  </a:lnTo>
                  <a:lnTo>
                    <a:pt x="2207401" y="2551447"/>
                  </a:lnTo>
                  <a:lnTo>
                    <a:pt x="2208035" y="2550878"/>
                  </a:lnTo>
                  <a:lnTo>
                    <a:pt x="2208670" y="2550479"/>
                  </a:lnTo>
                  <a:lnTo>
                    <a:pt x="2209305" y="2550099"/>
                  </a:lnTo>
                  <a:lnTo>
                    <a:pt x="2209940" y="2549891"/>
                  </a:lnTo>
                  <a:lnTo>
                    <a:pt x="2210575" y="2549701"/>
                  </a:lnTo>
                  <a:lnTo>
                    <a:pt x="2211210" y="2549511"/>
                  </a:lnTo>
                  <a:lnTo>
                    <a:pt x="2211845" y="2549321"/>
                  </a:lnTo>
                  <a:lnTo>
                    <a:pt x="2212479" y="2549132"/>
                  </a:lnTo>
                  <a:lnTo>
                    <a:pt x="2213114" y="2549037"/>
                  </a:lnTo>
                  <a:lnTo>
                    <a:pt x="2213749" y="2549037"/>
                  </a:lnTo>
                  <a:lnTo>
                    <a:pt x="2214384" y="2549037"/>
                  </a:lnTo>
                  <a:lnTo>
                    <a:pt x="2215019" y="2549037"/>
                  </a:lnTo>
                  <a:lnTo>
                    <a:pt x="2215654" y="2548799"/>
                  </a:lnTo>
                  <a:lnTo>
                    <a:pt x="2216288" y="2548410"/>
                  </a:lnTo>
                  <a:lnTo>
                    <a:pt x="2216923" y="2547518"/>
                  </a:lnTo>
                  <a:lnTo>
                    <a:pt x="2217558" y="2546808"/>
                  </a:lnTo>
                  <a:lnTo>
                    <a:pt x="2218193" y="2545366"/>
                  </a:lnTo>
                  <a:lnTo>
                    <a:pt x="2218828" y="2543433"/>
                  </a:lnTo>
                  <a:lnTo>
                    <a:pt x="2219463" y="2541530"/>
                  </a:lnTo>
                  <a:lnTo>
                    <a:pt x="2220098" y="2539573"/>
                  </a:lnTo>
                  <a:lnTo>
                    <a:pt x="2220732" y="2537285"/>
                  </a:lnTo>
                  <a:lnTo>
                    <a:pt x="2221367" y="2534711"/>
                  </a:lnTo>
                  <a:lnTo>
                    <a:pt x="2222002" y="2531959"/>
                  </a:lnTo>
                  <a:lnTo>
                    <a:pt x="2222637" y="2529291"/>
                  </a:lnTo>
                  <a:lnTo>
                    <a:pt x="2223272" y="2526612"/>
                  </a:lnTo>
                  <a:lnTo>
                    <a:pt x="2223907" y="2523933"/>
                  </a:lnTo>
                  <a:lnTo>
                    <a:pt x="2224541" y="2521319"/>
                  </a:lnTo>
                  <a:lnTo>
                    <a:pt x="2225176" y="2519148"/>
                  </a:lnTo>
                  <a:lnTo>
                    <a:pt x="2225811" y="2517328"/>
                  </a:lnTo>
                  <a:lnTo>
                    <a:pt x="2226446" y="2515537"/>
                  </a:lnTo>
                  <a:lnTo>
                    <a:pt x="2227081" y="2514085"/>
                  </a:lnTo>
                  <a:lnTo>
                    <a:pt x="2227716" y="2512965"/>
                  </a:lnTo>
                  <a:lnTo>
                    <a:pt x="2228351" y="2511458"/>
                  </a:lnTo>
                  <a:lnTo>
                    <a:pt x="2228985" y="2510194"/>
                  </a:lnTo>
                  <a:lnTo>
                    <a:pt x="2229620" y="2508877"/>
                  </a:lnTo>
                  <a:lnTo>
                    <a:pt x="2230255" y="2507747"/>
                  </a:lnTo>
                  <a:lnTo>
                    <a:pt x="2230890" y="2505917"/>
                  </a:lnTo>
                  <a:lnTo>
                    <a:pt x="2231525" y="2504234"/>
                  </a:lnTo>
                  <a:lnTo>
                    <a:pt x="2232160" y="2502328"/>
                  </a:lnTo>
                  <a:lnTo>
                    <a:pt x="2232794" y="2500327"/>
                  </a:lnTo>
                  <a:lnTo>
                    <a:pt x="2233429" y="2498354"/>
                  </a:lnTo>
                  <a:lnTo>
                    <a:pt x="2234064" y="2496185"/>
                  </a:lnTo>
                  <a:lnTo>
                    <a:pt x="2234699" y="2493474"/>
                  </a:lnTo>
                  <a:lnTo>
                    <a:pt x="2235334" y="2490495"/>
                  </a:lnTo>
                  <a:lnTo>
                    <a:pt x="2235969" y="2487278"/>
                  </a:lnTo>
                  <a:lnTo>
                    <a:pt x="2236604" y="2483634"/>
                  </a:lnTo>
                  <a:lnTo>
                    <a:pt x="2237238" y="2479839"/>
                  </a:lnTo>
                  <a:lnTo>
                    <a:pt x="2237873" y="2475749"/>
                  </a:lnTo>
                  <a:lnTo>
                    <a:pt x="2238508" y="2471839"/>
                  </a:lnTo>
                  <a:lnTo>
                    <a:pt x="2239143" y="2468120"/>
                  </a:lnTo>
                  <a:lnTo>
                    <a:pt x="2239778" y="2464495"/>
                  </a:lnTo>
                  <a:lnTo>
                    <a:pt x="2240413" y="2461003"/>
                  </a:lnTo>
                  <a:lnTo>
                    <a:pt x="2241047" y="2457597"/>
                  </a:lnTo>
                  <a:lnTo>
                    <a:pt x="2241682" y="2454370"/>
                  </a:lnTo>
                  <a:lnTo>
                    <a:pt x="2242317" y="2451135"/>
                  </a:lnTo>
                  <a:lnTo>
                    <a:pt x="2242952" y="2447785"/>
                  </a:lnTo>
                  <a:lnTo>
                    <a:pt x="2243587" y="2444530"/>
                  </a:lnTo>
                  <a:lnTo>
                    <a:pt x="2244222" y="2441579"/>
                  </a:lnTo>
                  <a:lnTo>
                    <a:pt x="2244857" y="2439036"/>
                  </a:lnTo>
                  <a:lnTo>
                    <a:pt x="2245491" y="2437053"/>
                  </a:lnTo>
                  <a:lnTo>
                    <a:pt x="2246126" y="2435450"/>
                  </a:lnTo>
                  <a:lnTo>
                    <a:pt x="2246761" y="2434235"/>
                  </a:lnTo>
                  <a:lnTo>
                    <a:pt x="2247396" y="2433391"/>
                  </a:lnTo>
                  <a:lnTo>
                    <a:pt x="2248031" y="2432593"/>
                  </a:lnTo>
                  <a:lnTo>
                    <a:pt x="2248666" y="2431882"/>
                  </a:lnTo>
                  <a:lnTo>
                    <a:pt x="2249300" y="2431312"/>
                  </a:lnTo>
                  <a:lnTo>
                    <a:pt x="2249935" y="2430829"/>
                  </a:lnTo>
                  <a:lnTo>
                    <a:pt x="2250570" y="2430012"/>
                  </a:lnTo>
                  <a:lnTo>
                    <a:pt x="2251205" y="2428817"/>
                  </a:lnTo>
                  <a:lnTo>
                    <a:pt x="2251840" y="2427136"/>
                  </a:lnTo>
                  <a:lnTo>
                    <a:pt x="2252475" y="2425517"/>
                  </a:lnTo>
                  <a:lnTo>
                    <a:pt x="2253110" y="2424051"/>
                  </a:lnTo>
                  <a:lnTo>
                    <a:pt x="2253744" y="2422360"/>
                  </a:lnTo>
                  <a:lnTo>
                    <a:pt x="2254379" y="2420597"/>
                  </a:lnTo>
                  <a:lnTo>
                    <a:pt x="2255014" y="2418132"/>
                  </a:lnTo>
                  <a:lnTo>
                    <a:pt x="2255649" y="2415087"/>
                  </a:lnTo>
                  <a:lnTo>
                    <a:pt x="2256284" y="2412438"/>
                  </a:lnTo>
                  <a:lnTo>
                    <a:pt x="2256919" y="2409726"/>
                  </a:lnTo>
                  <a:lnTo>
                    <a:pt x="2257553" y="2407064"/>
                  </a:lnTo>
                  <a:lnTo>
                    <a:pt x="2258188" y="2404807"/>
                  </a:lnTo>
                  <a:lnTo>
                    <a:pt x="2258823" y="2402689"/>
                  </a:lnTo>
                  <a:lnTo>
                    <a:pt x="2259458" y="2400646"/>
                  </a:lnTo>
                  <a:lnTo>
                    <a:pt x="2260093" y="2398535"/>
                  </a:lnTo>
                  <a:lnTo>
                    <a:pt x="2260728" y="2396351"/>
                  </a:lnTo>
                  <a:lnTo>
                    <a:pt x="2261362" y="2394389"/>
                  </a:lnTo>
                  <a:lnTo>
                    <a:pt x="2261997" y="2392344"/>
                  </a:lnTo>
                  <a:lnTo>
                    <a:pt x="2262632" y="2390533"/>
                  </a:lnTo>
                  <a:lnTo>
                    <a:pt x="2263267" y="2388659"/>
                  </a:lnTo>
                  <a:lnTo>
                    <a:pt x="2263902" y="2386793"/>
                  </a:lnTo>
                  <a:lnTo>
                    <a:pt x="2264537" y="2385088"/>
                  </a:lnTo>
                  <a:lnTo>
                    <a:pt x="2265172" y="2382984"/>
                  </a:lnTo>
                  <a:lnTo>
                    <a:pt x="2265806" y="2380954"/>
                  </a:lnTo>
                  <a:lnTo>
                    <a:pt x="2266441" y="2378870"/>
                  </a:lnTo>
                  <a:lnTo>
                    <a:pt x="2267076" y="2376753"/>
                  </a:lnTo>
                  <a:lnTo>
                    <a:pt x="2267711" y="2374353"/>
                  </a:lnTo>
                  <a:lnTo>
                    <a:pt x="2268346" y="2371777"/>
                  </a:lnTo>
                  <a:lnTo>
                    <a:pt x="2268981" y="2368843"/>
                  </a:lnTo>
                  <a:lnTo>
                    <a:pt x="2269615" y="2365922"/>
                  </a:lnTo>
                  <a:lnTo>
                    <a:pt x="2270250" y="2363329"/>
                  </a:lnTo>
                  <a:lnTo>
                    <a:pt x="2270885" y="2360475"/>
                  </a:lnTo>
                  <a:lnTo>
                    <a:pt x="2271520" y="2357682"/>
                  </a:lnTo>
                  <a:lnTo>
                    <a:pt x="2272155" y="2354490"/>
                  </a:lnTo>
                  <a:lnTo>
                    <a:pt x="2272790" y="2351292"/>
                  </a:lnTo>
                  <a:lnTo>
                    <a:pt x="2273425" y="2348228"/>
                  </a:lnTo>
                  <a:lnTo>
                    <a:pt x="2274059" y="2345420"/>
                  </a:lnTo>
                  <a:lnTo>
                    <a:pt x="2274694" y="2342992"/>
                  </a:lnTo>
                  <a:lnTo>
                    <a:pt x="2275329" y="2341071"/>
                  </a:lnTo>
                  <a:lnTo>
                    <a:pt x="2275964" y="2339177"/>
                  </a:lnTo>
                  <a:lnTo>
                    <a:pt x="2276599" y="2337579"/>
                  </a:lnTo>
                  <a:lnTo>
                    <a:pt x="2277234" y="2335882"/>
                  </a:lnTo>
                  <a:lnTo>
                    <a:pt x="2277868" y="2332886"/>
                  </a:lnTo>
                  <a:lnTo>
                    <a:pt x="2278503" y="2330185"/>
                  </a:lnTo>
                  <a:lnTo>
                    <a:pt x="2279138" y="2328031"/>
                  </a:lnTo>
                  <a:lnTo>
                    <a:pt x="2279773" y="2326018"/>
                  </a:lnTo>
                  <a:lnTo>
                    <a:pt x="2280408" y="2325183"/>
                  </a:lnTo>
                  <a:lnTo>
                    <a:pt x="2281043" y="2324485"/>
                  </a:lnTo>
                  <a:lnTo>
                    <a:pt x="2281678" y="2324192"/>
                  </a:lnTo>
                  <a:lnTo>
                    <a:pt x="2282312" y="2323844"/>
                  </a:lnTo>
                  <a:lnTo>
                    <a:pt x="2282947" y="2323806"/>
                  </a:lnTo>
                  <a:lnTo>
                    <a:pt x="2283582" y="2323389"/>
                  </a:lnTo>
                  <a:lnTo>
                    <a:pt x="2284217" y="2322835"/>
                  </a:lnTo>
                  <a:lnTo>
                    <a:pt x="2284852" y="2322070"/>
                  </a:lnTo>
                  <a:lnTo>
                    <a:pt x="2285487" y="2321362"/>
                  </a:lnTo>
                  <a:lnTo>
                    <a:pt x="2286121" y="2320102"/>
                  </a:lnTo>
                  <a:lnTo>
                    <a:pt x="2286756" y="2318846"/>
                  </a:lnTo>
                  <a:lnTo>
                    <a:pt x="2287391" y="2317658"/>
                  </a:lnTo>
                  <a:lnTo>
                    <a:pt x="2288026" y="2316400"/>
                  </a:lnTo>
                  <a:lnTo>
                    <a:pt x="2288661" y="2314962"/>
                  </a:lnTo>
                  <a:lnTo>
                    <a:pt x="2289296" y="2313255"/>
                  </a:lnTo>
                  <a:lnTo>
                    <a:pt x="2289931" y="2311234"/>
                  </a:lnTo>
                  <a:lnTo>
                    <a:pt x="2290565" y="2309242"/>
                  </a:lnTo>
                  <a:lnTo>
                    <a:pt x="2291200" y="2306494"/>
                  </a:lnTo>
                  <a:lnTo>
                    <a:pt x="2291835" y="2304295"/>
                  </a:lnTo>
                  <a:lnTo>
                    <a:pt x="2292470" y="2302408"/>
                  </a:lnTo>
                  <a:lnTo>
                    <a:pt x="2293105" y="2300873"/>
                  </a:lnTo>
                  <a:lnTo>
                    <a:pt x="2293740" y="2299429"/>
                  </a:lnTo>
                  <a:lnTo>
                    <a:pt x="2294374" y="2298066"/>
                  </a:lnTo>
                  <a:lnTo>
                    <a:pt x="2295009" y="2296425"/>
                  </a:lnTo>
                  <a:lnTo>
                    <a:pt x="2295644" y="2294673"/>
                  </a:lnTo>
                  <a:lnTo>
                    <a:pt x="2296279" y="2292970"/>
                  </a:lnTo>
                  <a:lnTo>
                    <a:pt x="2296914" y="2291878"/>
                  </a:lnTo>
                  <a:lnTo>
                    <a:pt x="2297549" y="2290825"/>
                  </a:lnTo>
                  <a:lnTo>
                    <a:pt x="2298184" y="2289895"/>
                  </a:lnTo>
                  <a:lnTo>
                    <a:pt x="2298818" y="2289097"/>
                  </a:lnTo>
                  <a:lnTo>
                    <a:pt x="2299453" y="2288556"/>
                  </a:lnTo>
                  <a:lnTo>
                    <a:pt x="2300088" y="2288145"/>
                  </a:lnTo>
                  <a:lnTo>
                    <a:pt x="2300723" y="2287668"/>
                  </a:lnTo>
                  <a:lnTo>
                    <a:pt x="2301358" y="2287102"/>
                  </a:lnTo>
                  <a:lnTo>
                    <a:pt x="2301993" y="2286431"/>
                  </a:lnTo>
                  <a:lnTo>
                    <a:pt x="2302627" y="2285872"/>
                  </a:lnTo>
                  <a:lnTo>
                    <a:pt x="2303262" y="2285285"/>
                  </a:lnTo>
                  <a:lnTo>
                    <a:pt x="2303897" y="2284589"/>
                  </a:lnTo>
                  <a:lnTo>
                    <a:pt x="2304532" y="2283660"/>
                  </a:lnTo>
                  <a:lnTo>
                    <a:pt x="2305167" y="2282936"/>
                  </a:lnTo>
                  <a:lnTo>
                    <a:pt x="2305802" y="2282328"/>
                  </a:lnTo>
                  <a:lnTo>
                    <a:pt x="2306437" y="2281882"/>
                  </a:lnTo>
                  <a:lnTo>
                    <a:pt x="2307071" y="2281664"/>
                  </a:lnTo>
                  <a:lnTo>
                    <a:pt x="2307706" y="2281569"/>
                  </a:lnTo>
                  <a:lnTo>
                    <a:pt x="2308341" y="2281750"/>
                  </a:lnTo>
                  <a:lnTo>
                    <a:pt x="2308976" y="2281816"/>
                  </a:lnTo>
                  <a:lnTo>
                    <a:pt x="2309611" y="2281693"/>
                  </a:lnTo>
                  <a:lnTo>
                    <a:pt x="2310246" y="2281304"/>
                  </a:lnTo>
                  <a:lnTo>
                    <a:pt x="2310880" y="2280241"/>
                  </a:lnTo>
                  <a:lnTo>
                    <a:pt x="2311515" y="2278723"/>
                  </a:lnTo>
                  <a:lnTo>
                    <a:pt x="2312150" y="2277214"/>
                  </a:lnTo>
                  <a:lnTo>
                    <a:pt x="2312785" y="2275705"/>
                  </a:lnTo>
                  <a:lnTo>
                    <a:pt x="2313420" y="2274139"/>
                  </a:lnTo>
                  <a:lnTo>
                    <a:pt x="2314055" y="2272545"/>
                  </a:lnTo>
                  <a:lnTo>
                    <a:pt x="2314689" y="2271217"/>
                  </a:lnTo>
                  <a:lnTo>
                    <a:pt x="2315324" y="2269926"/>
                  </a:lnTo>
                  <a:lnTo>
                    <a:pt x="2315959" y="2268446"/>
                  </a:lnTo>
                  <a:lnTo>
                    <a:pt x="2316594" y="2266700"/>
                  </a:lnTo>
                  <a:lnTo>
                    <a:pt x="2317229" y="2264546"/>
                  </a:lnTo>
                  <a:lnTo>
                    <a:pt x="2317864" y="2262278"/>
                  </a:lnTo>
                  <a:lnTo>
                    <a:pt x="2318499" y="2260124"/>
                  </a:lnTo>
                  <a:lnTo>
                    <a:pt x="2319133" y="2257885"/>
                  </a:lnTo>
                  <a:lnTo>
                    <a:pt x="2319768" y="2255522"/>
                  </a:lnTo>
                  <a:lnTo>
                    <a:pt x="2320403" y="2253359"/>
                  </a:lnTo>
                  <a:lnTo>
                    <a:pt x="2321038" y="2251651"/>
                  </a:lnTo>
                  <a:lnTo>
                    <a:pt x="2321673" y="2249933"/>
                  </a:lnTo>
                  <a:lnTo>
                    <a:pt x="2322308" y="2248074"/>
                  </a:lnTo>
                  <a:lnTo>
                    <a:pt x="2322942" y="2245739"/>
                  </a:lnTo>
                  <a:lnTo>
                    <a:pt x="2323577" y="2243139"/>
                  </a:lnTo>
                  <a:lnTo>
                    <a:pt x="2324212" y="2239847"/>
                  </a:lnTo>
                  <a:lnTo>
                    <a:pt x="2324847" y="2235548"/>
                  </a:lnTo>
                  <a:lnTo>
                    <a:pt x="2325482" y="2230548"/>
                  </a:lnTo>
                  <a:lnTo>
                    <a:pt x="2326117" y="2225481"/>
                  </a:lnTo>
                  <a:lnTo>
                    <a:pt x="2326752" y="2221774"/>
                  </a:lnTo>
                  <a:lnTo>
                    <a:pt x="2327386" y="2217892"/>
                  </a:lnTo>
                  <a:lnTo>
                    <a:pt x="2328021" y="2213580"/>
                  </a:lnTo>
                  <a:lnTo>
                    <a:pt x="2328656" y="2208720"/>
                  </a:lnTo>
                  <a:lnTo>
                    <a:pt x="2329291" y="2203731"/>
                  </a:lnTo>
                  <a:lnTo>
                    <a:pt x="2329926" y="2198494"/>
                  </a:lnTo>
                  <a:lnTo>
                    <a:pt x="2330561" y="2192795"/>
                  </a:lnTo>
                  <a:lnTo>
                    <a:pt x="2331195" y="2186627"/>
                  </a:lnTo>
                  <a:lnTo>
                    <a:pt x="2331830" y="2180465"/>
                  </a:lnTo>
                  <a:lnTo>
                    <a:pt x="2332465" y="2174903"/>
                  </a:lnTo>
                  <a:lnTo>
                    <a:pt x="2333100" y="2169643"/>
                  </a:lnTo>
                  <a:lnTo>
                    <a:pt x="2333735" y="2164552"/>
                  </a:lnTo>
                  <a:lnTo>
                    <a:pt x="2334370" y="2159876"/>
                  </a:lnTo>
                  <a:lnTo>
                    <a:pt x="2335005" y="2155000"/>
                  </a:lnTo>
                  <a:lnTo>
                    <a:pt x="2335639" y="2150110"/>
                  </a:lnTo>
                  <a:lnTo>
                    <a:pt x="2336274" y="2144957"/>
                  </a:lnTo>
                  <a:lnTo>
                    <a:pt x="2336909" y="2139534"/>
                  </a:lnTo>
                  <a:lnTo>
                    <a:pt x="2337544" y="2134255"/>
                  </a:lnTo>
                  <a:lnTo>
                    <a:pt x="2338179" y="2129383"/>
                  </a:lnTo>
                  <a:lnTo>
                    <a:pt x="2338814" y="2124525"/>
                  </a:lnTo>
                  <a:lnTo>
                    <a:pt x="2339448" y="2120108"/>
                  </a:lnTo>
                  <a:lnTo>
                    <a:pt x="2340083" y="2115996"/>
                  </a:lnTo>
                  <a:lnTo>
                    <a:pt x="2340718" y="2112551"/>
                  </a:lnTo>
                  <a:lnTo>
                    <a:pt x="2341353" y="2109321"/>
                  </a:lnTo>
                  <a:lnTo>
                    <a:pt x="2341988" y="2105939"/>
                  </a:lnTo>
                  <a:lnTo>
                    <a:pt x="2342623" y="2102360"/>
                  </a:lnTo>
                  <a:lnTo>
                    <a:pt x="2343258" y="2099102"/>
                  </a:lnTo>
                  <a:lnTo>
                    <a:pt x="2343892" y="2096096"/>
                  </a:lnTo>
                  <a:lnTo>
                    <a:pt x="2344527" y="2093428"/>
                  </a:lnTo>
                  <a:lnTo>
                    <a:pt x="2345162" y="2091119"/>
                  </a:lnTo>
                  <a:lnTo>
                    <a:pt x="2345797" y="2089463"/>
                  </a:lnTo>
                  <a:lnTo>
                    <a:pt x="2346432" y="2087602"/>
                  </a:lnTo>
                  <a:lnTo>
                    <a:pt x="2347067" y="2085797"/>
                  </a:lnTo>
                  <a:lnTo>
                    <a:pt x="2347701" y="2084082"/>
                  </a:lnTo>
                  <a:lnTo>
                    <a:pt x="2348336" y="2082072"/>
                  </a:lnTo>
                  <a:lnTo>
                    <a:pt x="2348971" y="2079908"/>
                  </a:lnTo>
                  <a:lnTo>
                    <a:pt x="2349606" y="2078038"/>
                  </a:lnTo>
                  <a:lnTo>
                    <a:pt x="2350241" y="2075732"/>
                  </a:lnTo>
                  <a:lnTo>
                    <a:pt x="2350876" y="2073162"/>
                  </a:lnTo>
                  <a:lnTo>
                    <a:pt x="2351511" y="2070742"/>
                  </a:lnTo>
                  <a:lnTo>
                    <a:pt x="2352145" y="2068223"/>
                  </a:lnTo>
                  <a:lnTo>
                    <a:pt x="2352780" y="2063769"/>
                  </a:lnTo>
                  <a:lnTo>
                    <a:pt x="2353415" y="2059596"/>
                  </a:lnTo>
                  <a:lnTo>
                    <a:pt x="2354050" y="2054971"/>
                  </a:lnTo>
                  <a:lnTo>
                    <a:pt x="2354685" y="2049890"/>
                  </a:lnTo>
                  <a:lnTo>
                    <a:pt x="2355320" y="2044684"/>
                  </a:lnTo>
                  <a:lnTo>
                    <a:pt x="2355954" y="2039616"/>
                  </a:lnTo>
                  <a:lnTo>
                    <a:pt x="2356589" y="2034871"/>
                  </a:lnTo>
                  <a:lnTo>
                    <a:pt x="2357224" y="2029901"/>
                  </a:lnTo>
                  <a:lnTo>
                    <a:pt x="2357859" y="2026229"/>
                  </a:lnTo>
                  <a:lnTo>
                    <a:pt x="2358494" y="2023991"/>
                  </a:lnTo>
                  <a:lnTo>
                    <a:pt x="2359129" y="2021004"/>
                  </a:lnTo>
                  <a:lnTo>
                    <a:pt x="2359764" y="2017505"/>
                  </a:lnTo>
                  <a:lnTo>
                    <a:pt x="2360398" y="2013683"/>
                  </a:lnTo>
                  <a:lnTo>
                    <a:pt x="2361033" y="2009766"/>
                  </a:lnTo>
                  <a:lnTo>
                    <a:pt x="2361668" y="2006579"/>
                  </a:lnTo>
                  <a:lnTo>
                    <a:pt x="2362303" y="2003681"/>
                  </a:lnTo>
                  <a:lnTo>
                    <a:pt x="2362938" y="2000762"/>
                  </a:lnTo>
                  <a:lnTo>
                    <a:pt x="2363573" y="1998030"/>
                  </a:lnTo>
                  <a:lnTo>
                    <a:pt x="2364207" y="1995706"/>
                  </a:lnTo>
                  <a:lnTo>
                    <a:pt x="2364842" y="1993759"/>
                  </a:lnTo>
                  <a:lnTo>
                    <a:pt x="2365477" y="1991295"/>
                  </a:lnTo>
                  <a:lnTo>
                    <a:pt x="2366112" y="1988331"/>
                  </a:lnTo>
                  <a:lnTo>
                    <a:pt x="2366747" y="1985728"/>
                  </a:lnTo>
                  <a:lnTo>
                    <a:pt x="2367382" y="1983476"/>
                  </a:lnTo>
                  <a:lnTo>
                    <a:pt x="2368016" y="1981526"/>
                  </a:lnTo>
                  <a:lnTo>
                    <a:pt x="2368651" y="1980386"/>
                  </a:lnTo>
                  <a:lnTo>
                    <a:pt x="2369286" y="1978526"/>
                  </a:lnTo>
                  <a:lnTo>
                    <a:pt x="2369921" y="1977643"/>
                  </a:lnTo>
                  <a:lnTo>
                    <a:pt x="2370556" y="1976638"/>
                  </a:lnTo>
                  <a:lnTo>
                    <a:pt x="2371191" y="1974512"/>
                  </a:lnTo>
                  <a:lnTo>
                    <a:pt x="2371826" y="1972168"/>
                  </a:lnTo>
                  <a:lnTo>
                    <a:pt x="2372460" y="1971005"/>
                  </a:lnTo>
                  <a:lnTo>
                    <a:pt x="2373095" y="1969377"/>
                  </a:lnTo>
                  <a:lnTo>
                    <a:pt x="2373730" y="1967060"/>
                  </a:lnTo>
                  <a:lnTo>
                    <a:pt x="2374365" y="1963996"/>
                  </a:lnTo>
                  <a:lnTo>
                    <a:pt x="2375000" y="1960862"/>
                  </a:lnTo>
                  <a:lnTo>
                    <a:pt x="2375635" y="1957393"/>
                  </a:lnTo>
                  <a:lnTo>
                    <a:pt x="2376269" y="1953761"/>
                  </a:lnTo>
                  <a:lnTo>
                    <a:pt x="2376904" y="1949961"/>
                  </a:lnTo>
                  <a:lnTo>
                    <a:pt x="2377539" y="1945877"/>
                  </a:lnTo>
                  <a:lnTo>
                    <a:pt x="2378174" y="1942701"/>
                  </a:lnTo>
                  <a:lnTo>
                    <a:pt x="2378809" y="1939724"/>
                  </a:lnTo>
                  <a:lnTo>
                    <a:pt x="2379444" y="1936131"/>
                  </a:lnTo>
                  <a:lnTo>
                    <a:pt x="2380079" y="1932140"/>
                  </a:lnTo>
                  <a:lnTo>
                    <a:pt x="2380713" y="1928622"/>
                  </a:lnTo>
                  <a:lnTo>
                    <a:pt x="2381348" y="1925133"/>
                  </a:lnTo>
                  <a:lnTo>
                    <a:pt x="2381983" y="1921473"/>
                  </a:lnTo>
                  <a:lnTo>
                    <a:pt x="2382618" y="1918348"/>
                  </a:lnTo>
                  <a:lnTo>
                    <a:pt x="2383253" y="1914874"/>
                  </a:lnTo>
                  <a:lnTo>
                    <a:pt x="2383888" y="1911555"/>
                  </a:lnTo>
                  <a:lnTo>
                    <a:pt x="2384522" y="1908070"/>
                  </a:lnTo>
                  <a:lnTo>
                    <a:pt x="2385157" y="1904701"/>
                  </a:lnTo>
                  <a:lnTo>
                    <a:pt x="2385792" y="1901158"/>
                  </a:lnTo>
                  <a:lnTo>
                    <a:pt x="2386427" y="1896941"/>
                  </a:lnTo>
                  <a:lnTo>
                    <a:pt x="2387062" y="1892599"/>
                  </a:lnTo>
                  <a:lnTo>
                    <a:pt x="2387697" y="1888171"/>
                  </a:lnTo>
                  <a:lnTo>
                    <a:pt x="2388332" y="1884375"/>
                  </a:lnTo>
                  <a:lnTo>
                    <a:pt x="2388966" y="1880187"/>
                  </a:lnTo>
                  <a:lnTo>
                    <a:pt x="2389601" y="1876727"/>
                  </a:lnTo>
                  <a:lnTo>
                    <a:pt x="2390236" y="1872643"/>
                  </a:lnTo>
                  <a:lnTo>
                    <a:pt x="2390871" y="1868186"/>
                  </a:lnTo>
                  <a:lnTo>
                    <a:pt x="2391506" y="1863656"/>
                  </a:lnTo>
                  <a:lnTo>
                    <a:pt x="2392141" y="1858757"/>
                  </a:lnTo>
                  <a:lnTo>
                    <a:pt x="2392775" y="1854048"/>
                  </a:lnTo>
                  <a:lnTo>
                    <a:pt x="2393410" y="1849751"/>
                  </a:lnTo>
                  <a:lnTo>
                    <a:pt x="2394045" y="1845803"/>
                  </a:lnTo>
                  <a:lnTo>
                    <a:pt x="2394680" y="1841941"/>
                  </a:lnTo>
                  <a:lnTo>
                    <a:pt x="2395315" y="1836839"/>
                  </a:lnTo>
                  <a:lnTo>
                    <a:pt x="2395950" y="1832229"/>
                  </a:lnTo>
                  <a:lnTo>
                    <a:pt x="2396585" y="1827920"/>
                  </a:lnTo>
                  <a:lnTo>
                    <a:pt x="2397219" y="1823530"/>
                  </a:lnTo>
                  <a:lnTo>
                    <a:pt x="2397854" y="1818406"/>
                  </a:lnTo>
                  <a:lnTo>
                    <a:pt x="2398489" y="1811404"/>
                  </a:lnTo>
                  <a:lnTo>
                    <a:pt x="2399124" y="1804814"/>
                  </a:lnTo>
                  <a:lnTo>
                    <a:pt x="2399759" y="1795325"/>
                  </a:lnTo>
                  <a:lnTo>
                    <a:pt x="2400394" y="1789014"/>
                  </a:lnTo>
                  <a:lnTo>
                    <a:pt x="2401028" y="1783158"/>
                  </a:lnTo>
                  <a:lnTo>
                    <a:pt x="2401663" y="1777752"/>
                  </a:lnTo>
                  <a:lnTo>
                    <a:pt x="2402298" y="1771199"/>
                  </a:lnTo>
                  <a:lnTo>
                    <a:pt x="2402933" y="1766080"/>
                  </a:lnTo>
                  <a:lnTo>
                    <a:pt x="2403568" y="1760643"/>
                  </a:lnTo>
                  <a:lnTo>
                    <a:pt x="2404203" y="1755749"/>
                  </a:lnTo>
                  <a:lnTo>
                    <a:pt x="2404838" y="1752806"/>
                  </a:lnTo>
                  <a:lnTo>
                    <a:pt x="2405472" y="1749877"/>
                  </a:lnTo>
                  <a:lnTo>
                    <a:pt x="2406107" y="1746785"/>
                  </a:lnTo>
                  <a:lnTo>
                    <a:pt x="2406742" y="1744157"/>
                  </a:lnTo>
                  <a:lnTo>
                    <a:pt x="2407377" y="1740909"/>
                  </a:lnTo>
                  <a:lnTo>
                    <a:pt x="2408012" y="1737616"/>
                  </a:lnTo>
                  <a:lnTo>
                    <a:pt x="2408647" y="1734316"/>
                  </a:lnTo>
                  <a:lnTo>
                    <a:pt x="2409281" y="1731704"/>
                  </a:lnTo>
                  <a:lnTo>
                    <a:pt x="2409916" y="1729901"/>
                  </a:lnTo>
                  <a:lnTo>
                    <a:pt x="2410551" y="1728937"/>
                  </a:lnTo>
                  <a:lnTo>
                    <a:pt x="2411186" y="1727953"/>
                  </a:lnTo>
                  <a:lnTo>
                    <a:pt x="2411821" y="1726273"/>
                  </a:lnTo>
                  <a:lnTo>
                    <a:pt x="2412456" y="1724999"/>
                  </a:lnTo>
                  <a:lnTo>
                    <a:pt x="2413091" y="1723729"/>
                  </a:lnTo>
                  <a:lnTo>
                    <a:pt x="2413725" y="1721862"/>
                  </a:lnTo>
                  <a:lnTo>
                    <a:pt x="2414360" y="1719436"/>
                  </a:lnTo>
                  <a:lnTo>
                    <a:pt x="2414995" y="1716063"/>
                  </a:lnTo>
                  <a:lnTo>
                    <a:pt x="2415630" y="1712137"/>
                  </a:lnTo>
                  <a:lnTo>
                    <a:pt x="2416265" y="1707568"/>
                  </a:lnTo>
                  <a:lnTo>
                    <a:pt x="2416900" y="1703167"/>
                  </a:lnTo>
                  <a:lnTo>
                    <a:pt x="2417534" y="1698965"/>
                  </a:lnTo>
                  <a:lnTo>
                    <a:pt x="2418169" y="1695665"/>
                  </a:lnTo>
                  <a:lnTo>
                    <a:pt x="2418804" y="1691498"/>
                  </a:lnTo>
                  <a:lnTo>
                    <a:pt x="2419439" y="1686686"/>
                  </a:lnTo>
                  <a:lnTo>
                    <a:pt x="2420074" y="1681026"/>
                  </a:lnTo>
                  <a:lnTo>
                    <a:pt x="2420709" y="1675142"/>
                  </a:lnTo>
                  <a:lnTo>
                    <a:pt x="2421343" y="1669269"/>
                  </a:lnTo>
                  <a:lnTo>
                    <a:pt x="2421978" y="1662731"/>
                  </a:lnTo>
                  <a:lnTo>
                    <a:pt x="2422613" y="1655631"/>
                  </a:lnTo>
                  <a:lnTo>
                    <a:pt x="2423248" y="1648303"/>
                  </a:lnTo>
                  <a:lnTo>
                    <a:pt x="2423883" y="1640192"/>
                  </a:lnTo>
                  <a:lnTo>
                    <a:pt x="2424518" y="1634607"/>
                  </a:lnTo>
                  <a:lnTo>
                    <a:pt x="2425153" y="1629006"/>
                  </a:lnTo>
                  <a:lnTo>
                    <a:pt x="2425787" y="1624395"/>
                  </a:lnTo>
                  <a:lnTo>
                    <a:pt x="2426422" y="1619435"/>
                  </a:lnTo>
                  <a:lnTo>
                    <a:pt x="2427057" y="1614159"/>
                  </a:lnTo>
                  <a:lnTo>
                    <a:pt x="2427692" y="1609406"/>
                  </a:lnTo>
                  <a:lnTo>
                    <a:pt x="2428327" y="1604593"/>
                  </a:lnTo>
                  <a:lnTo>
                    <a:pt x="2428962" y="1599560"/>
                  </a:lnTo>
                  <a:lnTo>
                    <a:pt x="2429596" y="1594568"/>
                  </a:lnTo>
                  <a:lnTo>
                    <a:pt x="2430231" y="1589726"/>
                  </a:lnTo>
                  <a:lnTo>
                    <a:pt x="2430866" y="1585078"/>
                  </a:lnTo>
                  <a:lnTo>
                    <a:pt x="2431501" y="1580834"/>
                  </a:lnTo>
                  <a:lnTo>
                    <a:pt x="2432136" y="1576749"/>
                  </a:lnTo>
                  <a:lnTo>
                    <a:pt x="2432771" y="1572929"/>
                  </a:lnTo>
                  <a:lnTo>
                    <a:pt x="2433406" y="1569409"/>
                  </a:lnTo>
                  <a:lnTo>
                    <a:pt x="2434040" y="1566275"/>
                  </a:lnTo>
                  <a:lnTo>
                    <a:pt x="2434675" y="1562901"/>
                  </a:lnTo>
                  <a:lnTo>
                    <a:pt x="2435310" y="1559375"/>
                  </a:lnTo>
                  <a:lnTo>
                    <a:pt x="2435945" y="1556825"/>
                  </a:lnTo>
                  <a:lnTo>
                    <a:pt x="2436580" y="1554419"/>
                  </a:lnTo>
                  <a:lnTo>
                    <a:pt x="2437215" y="1552297"/>
                  </a:lnTo>
                  <a:lnTo>
                    <a:pt x="2437849" y="1549365"/>
                  </a:lnTo>
                  <a:lnTo>
                    <a:pt x="2438484" y="1548027"/>
                  </a:lnTo>
                  <a:lnTo>
                    <a:pt x="2439119" y="1546756"/>
                  </a:lnTo>
                  <a:lnTo>
                    <a:pt x="2439754" y="1546054"/>
                  </a:lnTo>
                  <a:lnTo>
                    <a:pt x="2440389" y="1545722"/>
                  </a:lnTo>
                  <a:lnTo>
                    <a:pt x="2441024" y="1545731"/>
                  </a:lnTo>
                  <a:lnTo>
                    <a:pt x="2441659" y="1545921"/>
                  </a:lnTo>
                  <a:lnTo>
                    <a:pt x="2442293" y="1546822"/>
                  </a:lnTo>
                  <a:lnTo>
                    <a:pt x="2442928" y="1547847"/>
                  </a:lnTo>
                  <a:lnTo>
                    <a:pt x="2443563" y="1548777"/>
                  </a:lnTo>
                  <a:lnTo>
                    <a:pt x="2444198" y="1549963"/>
                  </a:lnTo>
                  <a:lnTo>
                    <a:pt x="2444833" y="1550950"/>
                  </a:lnTo>
                  <a:lnTo>
                    <a:pt x="2445468" y="1551671"/>
                  </a:lnTo>
                  <a:lnTo>
                    <a:pt x="2446102" y="1552089"/>
                  </a:lnTo>
                  <a:lnTo>
                    <a:pt x="2446737" y="1552364"/>
                  </a:lnTo>
                  <a:lnTo>
                    <a:pt x="2447372" y="1552440"/>
                  </a:lnTo>
                  <a:lnTo>
                    <a:pt x="2448007" y="1551908"/>
                  </a:lnTo>
                  <a:lnTo>
                    <a:pt x="2448642" y="1551462"/>
                  </a:lnTo>
                  <a:lnTo>
                    <a:pt x="2449277" y="1551045"/>
                  </a:lnTo>
                  <a:lnTo>
                    <a:pt x="2449912" y="1551026"/>
                  </a:lnTo>
                  <a:lnTo>
                    <a:pt x="2450546" y="1550883"/>
                  </a:lnTo>
                  <a:lnTo>
                    <a:pt x="2451181" y="1550143"/>
                  </a:lnTo>
                  <a:lnTo>
                    <a:pt x="2451816" y="1550044"/>
                  </a:lnTo>
                  <a:lnTo>
                    <a:pt x="2452451" y="1549624"/>
                  </a:lnTo>
                  <a:lnTo>
                    <a:pt x="2453086" y="1547983"/>
                  </a:lnTo>
                  <a:lnTo>
                    <a:pt x="2453721" y="1544395"/>
                  </a:lnTo>
                  <a:lnTo>
                    <a:pt x="2454355" y="1540677"/>
                  </a:lnTo>
                  <a:lnTo>
                    <a:pt x="2454990" y="1537006"/>
                  </a:lnTo>
                  <a:lnTo>
                    <a:pt x="2455625" y="1534015"/>
                  </a:lnTo>
                  <a:lnTo>
                    <a:pt x="2456260" y="1531111"/>
                  </a:lnTo>
                  <a:lnTo>
                    <a:pt x="2456895" y="1527910"/>
                  </a:lnTo>
                  <a:lnTo>
                    <a:pt x="2457530" y="1524528"/>
                  </a:lnTo>
                  <a:lnTo>
                    <a:pt x="2458165" y="1520364"/>
                  </a:lnTo>
                  <a:lnTo>
                    <a:pt x="2458799" y="1515459"/>
                  </a:lnTo>
                  <a:lnTo>
                    <a:pt x="2459434" y="1509402"/>
                  </a:lnTo>
                  <a:lnTo>
                    <a:pt x="2460069" y="1502849"/>
                  </a:lnTo>
                  <a:lnTo>
                    <a:pt x="2460704" y="1496856"/>
                  </a:lnTo>
                  <a:lnTo>
                    <a:pt x="2461339" y="1491260"/>
                  </a:lnTo>
                  <a:lnTo>
                    <a:pt x="2461974" y="1486711"/>
                  </a:lnTo>
                  <a:lnTo>
                    <a:pt x="2462608" y="1483248"/>
                  </a:lnTo>
                  <a:lnTo>
                    <a:pt x="2463243" y="1480338"/>
                  </a:lnTo>
                  <a:lnTo>
                    <a:pt x="2463878" y="1477728"/>
                  </a:lnTo>
                  <a:lnTo>
                    <a:pt x="2464513" y="1475341"/>
                  </a:lnTo>
                  <a:lnTo>
                    <a:pt x="2465148" y="1472134"/>
                  </a:lnTo>
                  <a:lnTo>
                    <a:pt x="2465783" y="1468518"/>
                  </a:lnTo>
                  <a:lnTo>
                    <a:pt x="2466418" y="1464495"/>
                  </a:lnTo>
                  <a:lnTo>
                    <a:pt x="2467052" y="1460896"/>
                  </a:lnTo>
                  <a:lnTo>
                    <a:pt x="2467687" y="1457958"/>
                  </a:lnTo>
                  <a:lnTo>
                    <a:pt x="2468322" y="1455027"/>
                  </a:lnTo>
                  <a:lnTo>
                    <a:pt x="2468957" y="1452462"/>
                  </a:lnTo>
                  <a:lnTo>
                    <a:pt x="2469592" y="1450669"/>
                  </a:lnTo>
                  <a:lnTo>
                    <a:pt x="2470227" y="1448658"/>
                  </a:lnTo>
                  <a:lnTo>
                    <a:pt x="2470861" y="1447239"/>
                  </a:lnTo>
                  <a:lnTo>
                    <a:pt x="2471496" y="1445565"/>
                  </a:lnTo>
                  <a:lnTo>
                    <a:pt x="2472131" y="1442958"/>
                  </a:lnTo>
                  <a:lnTo>
                    <a:pt x="2472766" y="1440712"/>
                  </a:lnTo>
                  <a:lnTo>
                    <a:pt x="2473401" y="1438537"/>
                  </a:lnTo>
                  <a:lnTo>
                    <a:pt x="2474036" y="1436341"/>
                  </a:lnTo>
                  <a:lnTo>
                    <a:pt x="2474671" y="1433997"/>
                  </a:lnTo>
                  <a:lnTo>
                    <a:pt x="2475305" y="1432234"/>
                  </a:lnTo>
                  <a:lnTo>
                    <a:pt x="2475940" y="1431205"/>
                  </a:lnTo>
                  <a:lnTo>
                    <a:pt x="2476575" y="1429728"/>
                  </a:lnTo>
                  <a:lnTo>
                    <a:pt x="2477210" y="1428319"/>
                  </a:lnTo>
                  <a:lnTo>
                    <a:pt x="2477845" y="1427182"/>
                  </a:lnTo>
                  <a:lnTo>
                    <a:pt x="2478480" y="1425564"/>
                  </a:lnTo>
                  <a:lnTo>
                    <a:pt x="2479114" y="1423958"/>
                  </a:lnTo>
                  <a:lnTo>
                    <a:pt x="2479749" y="1424395"/>
                  </a:lnTo>
                  <a:lnTo>
                    <a:pt x="2480384" y="1423579"/>
                  </a:lnTo>
                  <a:lnTo>
                    <a:pt x="2481019" y="1421463"/>
                  </a:lnTo>
                  <a:lnTo>
                    <a:pt x="2481654" y="1418436"/>
                  </a:lnTo>
                  <a:lnTo>
                    <a:pt x="2482289" y="1415371"/>
                  </a:lnTo>
                  <a:lnTo>
                    <a:pt x="2482923" y="1411746"/>
                  </a:lnTo>
                  <a:lnTo>
                    <a:pt x="2483558" y="1407268"/>
                  </a:lnTo>
                  <a:lnTo>
                    <a:pt x="2484193" y="1403434"/>
                  </a:lnTo>
                  <a:lnTo>
                    <a:pt x="2484828" y="1399079"/>
                  </a:lnTo>
                  <a:lnTo>
                    <a:pt x="2485463" y="1392748"/>
                  </a:lnTo>
                  <a:lnTo>
                    <a:pt x="2486098" y="1387005"/>
                  </a:lnTo>
                  <a:lnTo>
                    <a:pt x="2486733" y="1382012"/>
                  </a:lnTo>
                  <a:lnTo>
                    <a:pt x="2487367" y="1378119"/>
                  </a:lnTo>
                  <a:lnTo>
                    <a:pt x="2488002" y="1375545"/>
                  </a:lnTo>
                  <a:lnTo>
                    <a:pt x="2488637" y="1372859"/>
                  </a:lnTo>
                  <a:lnTo>
                    <a:pt x="2489272" y="1370234"/>
                  </a:lnTo>
                  <a:lnTo>
                    <a:pt x="2489907" y="1368665"/>
                  </a:lnTo>
                  <a:lnTo>
                    <a:pt x="2490542" y="1367630"/>
                  </a:lnTo>
                  <a:lnTo>
                    <a:pt x="2491176" y="1366548"/>
                  </a:lnTo>
                  <a:lnTo>
                    <a:pt x="2491811" y="1365980"/>
                  </a:lnTo>
                  <a:lnTo>
                    <a:pt x="2492446" y="1366575"/>
                  </a:lnTo>
                  <a:lnTo>
                    <a:pt x="2493081" y="1368277"/>
                  </a:lnTo>
                  <a:lnTo>
                    <a:pt x="2493716" y="1370073"/>
                  </a:lnTo>
                  <a:lnTo>
                    <a:pt x="2494351" y="1373171"/>
                  </a:lnTo>
                  <a:lnTo>
                    <a:pt x="2494986" y="1376184"/>
                  </a:lnTo>
                  <a:lnTo>
                    <a:pt x="2495620" y="1377938"/>
                  </a:lnTo>
                  <a:lnTo>
                    <a:pt x="2496255" y="1380332"/>
                  </a:lnTo>
                  <a:lnTo>
                    <a:pt x="2496890" y="1381510"/>
                  </a:lnTo>
                  <a:lnTo>
                    <a:pt x="2497525" y="1382502"/>
                  </a:lnTo>
                  <a:lnTo>
                    <a:pt x="2498160" y="1384126"/>
                  </a:lnTo>
                  <a:lnTo>
                    <a:pt x="2498795" y="1385091"/>
                  </a:lnTo>
                  <a:lnTo>
                    <a:pt x="2499429" y="1384150"/>
                  </a:lnTo>
                  <a:lnTo>
                    <a:pt x="2500064" y="1383806"/>
                  </a:lnTo>
                  <a:lnTo>
                    <a:pt x="2500699" y="1384362"/>
                  </a:lnTo>
                  <a:lnTo>
                    <a:pt x="2501334" y="1385462"/>
                  </a:lnTo>
                  <a:lnTo>
                    <a:pt x="2501969" y="1386353"/>
                  </a:lnTo>
                  <a:lnTo>
                    <a:pt x="2502604" y="1387266"/>
                  </a:lnTo>
                  <a:lnTo>
                    <a:pt x="2503239" y="1388061"/>
                  </a:lnTo>
                  <a:lnTo>
                    <a:pt x="2503873" y="1388662"/>
                  </a:lnTo>
                  <a:lnTo>
                    <a:pt x="2504508" y="1389658"/>
                  </a:lnTo>
                  <a:lnTo>
                    <a:pt x="2505143" y="1389617"/>
                  </a:lnTo>
                  <a:lnTo>
                    <a:pt x="2505778" y="1390089"/>
                  </a:lnTo>
                  <a:lnTo>
                    <a:pt x="2506413" y="1391566"/>
                  </a:lnTo>
                  <a:lnTo>
                    <a:pt x="2507048" y="1393679"/>
                  </a:lnTo>
                  <a:lnTo>
                    <a:pt x="2507682" y="1395830"/>
                  </a:lnTo>
                  <a:lnTo>
                    <a:pt x="2508317" y="1398873"/>
                  </a:lnTo>
                  <a:lnTo>
                    <a:pt x="2508952" y="1402609"/>
                  </a:lnTo>
                  <a:lnTo>
                    <a:pt x="2509587" y="1406749"/>
                  </a:lnTo>
                  <a:lnTo>
                    <a:pt x="2510222" y="1410857"/>
                  </a:lnTo>
                  <a:lnTo>
                    <a:pt x="2510857" y="1414937"/>
                  </a:lnTo>
                  <a:lnTo>
                    <a:pt x="2511492" y="1419528"/>
                  </a:lnTo>
                  <a:lnTo>
                    <a:pt x="2512126" y="1424275"/>
                  </a:lnTo>
                  <a:lnTo>
                    <a:pt x="2512761" y="1429598"/>
                  </a:lnTo>
                  <a:lnTo>
                    <a:pt x="2513396" y="1436303"/>
                  </a:lnTo>
                  <a:lnTo>
                    <a:pt x="2514031" y="1443827"/>
                  </a:lnTo>
                  <a:lnTo>
                    <a:pt x="2514666" y="1451752"/>
                  </a:lnTo>
                  <a:lnTo>
                    <a:pt x="2515301" y="1458809"/>
                  </a:lnTo>
                  <a:lnTo>
                    <a:pt x="2515935" y="1466369"/>
                  </a:lnTo>
                  <a:lnTo>
                    <a:pt x="2516570" y="1473387"/>
                  </a:lnTo>
                  <a:lnTo>
                    <a:pt x="2517205" y="1480878"/>
                  </a:lnTo>
                  <a:lnTo>
                    <a:pt x="2517840" y="1488866"/>
                  </a:lnTo>
                  <a:lnTo>
                    <a:pt x="2518475" y="1497001"/>
                  </a:lnTo>
                  <a:lnTo>
                    <a:pt x="2519110" y="1505099"/>
                  </a:lnTo>
                  <a:lnTo>
                    <a:pt x="2519745" y="1512767"/>
                  </a:lnTo>
                  <a:lnTo>
                    <a:pt x="2520379" y="1519838"/>
                  </a:lnTo>
                  <a:lnTo>
                    <a:pt x="2521014" y="1525973"/>
                  </a:lnTo>
                  <a:lnTo>
                    <a:pt x="2521649" y="1532000"/>
                  </a:lnTo>
                  <a:lnTo>
                    <a:pt x="2522284" y="1539192"/>
                  </a:lnTo>
                  <a:lnTo>
                    <a:pt x="2522919" y="1546087"/>
                  </a:lnTo>
                  <a:lnTo>
                    <a:pt x="2523554" y="1552317"/>
                  </a:lnTo>
                  <a:lnTo>
                    <a:pt x="2524188" y="1557602"/>
                  </a:lnTo>
                  <a:lnTo>
                    <a:pt x="2524823" y="1563488"/>
                  </a:lnTo>
                  <a:lnTo>
                    <a:pt x="2525458" y="1570581"/>
                  </a:lnTo>
                  <a:lnTo>
                    <a:pt x="2526093" y="1577140"/>
                  </a:lnTo>
                  <a:lnTo>
                    <a:pt x="2526728" y="1586591"/>
                  </a:lnTo>
                  <a:lnTo>
                    <a:pt x="2527363" y="1592566"/>
                  </a:lnTo>
                  <a:lnTo>
                    <a:pt x="2527998" y="1597640"/>
                  </a:lnTo>
                  <a:lnTo>
                    <a:pt x="2528632" y="1602068"/>
                  </a:lnTo>
                  <a:lnTo>
                    <a:pt x="2529267" y="1607022"/>
                  </a:lnTo>
                  <a:lnTo>
                    <a:pt x="2529902" y="1610532"/>
                  </a:lnTo>
                  <a:lnTo>
                    <a:pt x="2530537" y="1614584"/>
                  </a:lnTo>
                  <a:lnTo>
                    <a:pt x="2531172" y="1617843"/>
                  </a:lnTo>
                  <a:lnTo>
                    <a:pt x="2531807" y="1620178"/>
                  </a:lnTo>
                  <a:lnTo>
                    <a:pt x="2532441" y="1622206"/>
                  </a:lnTo>
                  <a:lnTo>
                    <a:pt x="2533076" y="1624074"/>
                  </a:lnTo>
                  <a:lnTo>
                    <a:pt x="2533711" y="1625895"/>
                  </a:lnTo>
                  <a:lnTo>
                    <a:pt x="2534346" y="1627003"/>
                  </a:lnTo>
                  <a:lnTo>
                    <a:pt x="2534981" y="1628543"/>
                  </a:lnTo>
                  <a:lnTo>
                    <a:pt x="2535616" y="1630070"/>
                  </a:lnTo>
                  <a:lnTo>
                    <a:pt x="2536250" y="1630965"/>
                  </a:lnTo>
                  <a:lnTo>
                    <a:pt x="2536885" y="1631192"/>
                  </a:lnTo>
                  <a:lnTo>
                    <a:pt x="2537520" y="1631140"/>
                  </a:lnTo>
                  <a:lnTo>
                    <a:pt x="2538155" y="1631464"/>
                  </a:lnTo>
                  <a:lnTo>
                    <a:pt x="2538790" y="1632893"/>
                  </a:lnTo>
                  <a:lnTo>
                    <a:pt x="2539425" y="1633766"/>
                  </a:lnTo>
                  <a:lnTo>
                    <a:pt x="2540060" y="1634459"/>
                  </a:lnTo>
                  <a:lnTo>
                    <a:pt x="2540694" y="1635206"/>
                  </a:lnTo>
                  <a:lnTo>
                    <a:pt x="2541329" y="1636415"/>
                  </a:lnTo>
                  <a:lnTo>
                    <a:pt x="2541964" y="1638443"/>
                  </a:lnTo>
                  <a:lnTo>
                    <a:pt x="2542599" y="1641149"/>
                  </a:lnTo>
                  <a:lnTo>
                    <a:pt x="2543234" y="1644779"/>
                  </a:lnTo>
                  <a:lnTo>
                    <a:pt x="2543869" y="1648995"/>
                  </a:lnTo>
                  <a:lnTo>
                    <a:pt x="2544503" y="1653144"/>
                  </a:lnTo>
                  <a:lnTo>
                    <a:pt x="2545138" y="1656672"/>
                  </a:lnTo>
                  <a:lnTo>
                    <a:pt x="2545773" y="1660251"/>
                  </a:lnTo>
                  <a:lnTo>
                    <a:pt x="2546408" y="1663165"/>
                  </a:lnTo>
                  <a:lnTo>
                    <a:pt x="2547043" y="1665665"/>
                  </a:lnTo>
                  <a:lnTo>
                    <a:pt x="2547678" y="1667298"/>
                  </a:lnTo>
                  <a:lnTo>
                    <a:pt x="2548313" y="1668133"/>
                  </a:lnTo>
                  <a:lnTo>
                    <a:pt x="2548947" y="1669736"/>
                  </a:lnTo>
                  <a:lnTo>
                    <a:pt x="2549582" y="1672177"/>
                  </a:lnTo>
                  <a:lnTo>
                    <a:pt x="2550217" y="1675264"/>
                  </a:lnTo>
                  <a:lnTo>
                    <a:pt x="2550852" y="1679190"/>
                  </a:lnTo>
                  <a:lnTo>
                    <a:pt x="2551487" y="1680524"/>
                  </a:lnTo>
                  <a:lnTo>
                    <a:pt x="2552122" y="1681589"/>
                  </a:lnTo>
                  <a:lnTo>
                    <a:pt x="2552756" y="1681531"/>
                  </a:lnTo>
                  <a:lnTo>
                    <a:pt x="2553391" y="1681415"/>
                  </a:lnTo>
                  <a:lnTo>
                    <a:pt x="2554026" y="1681454"/>
                  </a:lnTo>
                  <a:lnTo>
                    <a:pt x="2554661" y="1681519"/>
                  </a:lnTo>
                  <a:lnTo>
                    <a:pt x="2555296" y="1682100"/>
                  </a:lnTo>
                  <a:lnTo>
                    <a:pt x="2555931" y="1684068"/>
                  </a:lnTo>
                  <a:lnTo>
                    <a:pt x="2556566" y="1686820"/>
                  </a:lnTo>
                  <a:lnTo>
                    <a:pt x="2557200" y="1690410"/>
                  </a:lnTo>
                  <a:lnTo>
                    <a:pt x="2557835" y="1694622"/>
                  </a:lnTo>
                  <a:lnTo>
                    <a:pt x="2558470" y="1698685"/>
                  </a:lnTo>
                  <a:lnTo>
                    <a:pt x="2559105" y="1702552"/>
                  </a:lnTo>
                  <a:lnTo>
                    <a:pt x="2559740" y="1706486"/>
                  </a:lnTo>
                  <a:lnTo>
                    <a:pt x="2560375" y="1710347"/>
                  </a:lnTo>
                  <a:lnTo>
                    <a:pt x="2561009" y="1713917"/>
                  </a:lnTo>
                  <a:lnTo>
                    <a:pt x="2561644" y="1717842"/>
                  </a:lnTo>
                  <a:lnTo>
                    <a:pt x="2562279" y="1721758"/>
                  </a:lnTo>
                  <a:lnTo>
                    <a:pt x="2562914" y="1724962"/>
                  </a:lnTo>
                  <a:lnTo>
                    <a:pt x="2563549" y="1727624"/>
                  </a:lnTo>
                  <a:lnTo>
                    <a:pt x="2564184" y="1729983"/>
                  </a:lnTo>
                  <a:lnTo>
                    <a:pt x="2564819" y="1733304"/>
                  </a:lnTo>
                  <a:lnTo>
                    <a:pt x="2565453" y="1735411"/>
                  </a:lnTo>
                  <a:lnTo>
                    <a:pt x="2566088" y="1737498"/>
                  </a:lnTo>
                  <a:lnTo>
                    <a:pt x="2566723" y="1739140"/>
                  </a:lnTo>
                  <a:lnTo>
                    <a:pt x="2567358" y="1740468"/>
                  </a:lnTo>
                  <a:lnTo>
                    <a:pt x="2567993" y="1741569"/>
                  </a:lnTo>
                  <a:lnTo>
                    <a:pt x="2568628" y="1742613"/>
                  </a:lnTo>
                  <a:lnTo>
                    <a:pt x="2569262" y="1742916"/>
                  </a:lnTo>
                  <a:lnTo>
                    <a:pt x="2569897" y="1742907"/>
                  </a:lnTo>
                  <a:lnTo>
                    <a:pt x="2570532" y="1743154"/>
                  </a:lnTo>
                  <a:lnTo>
                    <a:pt x="2571167" y="1743476"/>
                  </a:lnTo>
                  <a:lnTo>
                    <a:pt x="2571802" y="1743998"/>
                  </a:lnTo>
                  <a:lnTo>
                    <a:pt x="2572437" y="1744672"/>
                  </a:lnTo>
                  <a:lnTo>
                    <a:pt x="2573072" y="1746247"/>
                  </a:lnTo>
                  <a:lnTo>
                    <a:pt x="2573706" y="1748297"/>
                  </a:lnTo>
                  <a:lnTo>
                    <a:pt x="2574341" y="1750868"/>
                  </a:lnTo>
                  <a:lnTo>
                    <a:pt x="2574976" y="1753667"/>
                  </a:lnTo>
                  <a:lnTo>
                    <a:pt x="2575611" y="1756334"/>
                  </a:lnTo>
                  <a:lnTo>
                    <a:pt x="2576246" y="1758991"/>
                  </a:lnTo>
                  <a:lnTo>
                    <a:pt x="2576881" y="1761723"/>
                  </a:lnTo>
                  <a:lnTo>
                    <a:pt x="2577515" y="1764637"/>
                  </a:lnTo>
                  <a:lnTo>
                    <a:pt x="2578150" y="1768480"/>
                  </a:lnTo>
                  <a:lnTo>
                    <a:pt x="2578785" y="1772687"/>
                  </a:lnTo>
                  <a:lnTo>
                    <a:pt x="2579420" y="1777918"/>
                  </a:lnTo>
                  <a:lnTo>
                    <a:pt x="2580055" y="1784256"/>
                  </a:lnTo>
                  <a:lnTo>
                    <a:pt x="2580690" y="1791114"/>
                  </a:lnTo>
                  <a:lnTo>
                    <a:pt x="2581325" y="1798250"/>
                  </a:lnTo>
                  <a:lnTo>
                    <a:pt x="2581959" y="1805407"/>
                  </a:lnTo>
                  <a:lnTo>
                    <a:pt x="2582594" y="1811882"/>
                  </a:lnTo>
                  <a:lnTo>
                    <a:pt x="2583229" y="1817744"/>
                  </a:lnTo>
                  <a:lnTo>
                    <a:pt x="2583864" y="1823782"/>
                  </a:lnTo>
                  <a:lnTo>
                    <a:pt x="2584499" y="1830537"/>
                  </a:lnTo>
                  <a:lnTo>
                    <a:pt x="2585134" y="1838413"/>
                  </a:lnTo>
                  <a:lnTo>
                    <a:pt x="2585768" y="1847012"/>
                  </a:lnTo>
                  <a:lnTo>
                    <a:pt x="2586403" y="1855993"/>
                  </a:lnTo>
                  <a:lnTo>
                    <a:pt x="2587038" y="1865254"/>
                  </a:lnTo>
                  <a:lnTo>
                    <a:pt x="2587673" y="1873577"/>
                  </a:lnTo>
                  <a:lnTo>
                    <a:pt x="2588308" y="1880689"/>
                  </a:lnTo>
                  <a:lnTo>
                    <a:pt x="2588943" y="1886347"/>
                  </a:lnTo>
                  <a:lnTo>
                    <a:pt x="2589577" y="1891085"/>
                  </a:lnTo>
                  <a:lnTo>
                    <a:pt x="2590212" y="1895485"/>
                  </a:lnTo>
                  <a:lnTo>
                    <a:pt x="2590847" y="1899808"/>
                  </a:lnTo>
                  <a:lnTo>
                    <a:pt x="2591482" y="1904123"/>
                  </a:lnTo>
                  <a:lnTo>
                    <a:pt x="2592117" y="1909309"/>
                  </a:lnTo>
                  <a:lnTo>
                    <a:pt x="2592752" y="1915259"/>
                  </a:lnTo>
                  <a:lnTo>
                    <a:pt x="2593387" y="1921345"/>
                  </a:lnTo>
                  <a:lnTo>
                    <a:pt x="2594021" y="1926049"/>
                  </a:lnTo>
                  <a:lnTo>
                    <a:pt x="2594656" y="1928427"/>
                  </a:lnTo>
                  <a:lnTo>
                    <a:pt x="2595291" y="1929294"/>
                  </a:lnTo>
                  <a:lnTo>
                    <a:pt x="2595926" y="1929842"/>
                  </a:lnTo>
                  <a:lnTo>
                    <a:pt x="2596561" y="1929785"/>
                  </a:lnTo>
                  <a:lnTo>
                    <a:pt x="2597196" y="1930036"/>
                  </a:lnTo>
                  <a:lnTo>
                    <a:pt x="2597830" y="1930162"/>
                  </a:lnTo>
                  <a:lnTo>
                    <a:pt x="2598465" y="1930527"/>
                  </a:lnTo>
                  <a:lnTo>
                    <a:pt x="2599100" y="1931570"/>
                  </a:lnTo>
                  <a:lnTo>
                    <a:pt x="2599735" y="1931741"/>
                  </a:lnTo>
                  <a:lnTo>
                    <a:pt x="2600370" y="1931428"/>
                  </a:lnTo>
                  <a:lnTo>
                    <a:pt x="2601005" y="1929160"/>
                  </a:lnTo>
                  <a:lnTo>
                    <a:pt x="2601640" y="1926181"/>
                  </a:lnTo>
                  <a:lnTo>
                    <a:pt x="2602274" y="1922499"/>
                  </a:lnTo>
                  <a:lnTo>
                    <a:pt x="2602909" y="1917612"/>
                  </a:lnTo>
                  <a:lnTo>
                    <a:pt x="2603544" y="1913276"/>
                  </a:lnTo>
                  <a:lnTo>
                    <a:pt x="2604179" y="1910429"/>
                  </a:lnTo>
                  <a:lnTo>
                    <a:pt x="2604814" y="1908531"/>
                  </a:lnTo>
                  <a:lnTo>
                    <a:pt x="2605449" y="1906339"/>
                  </a:lnTo>
                  <a:lnTo>
                    <a:pt x="2606083" y="1904261"/>
                  </a:lnTo>
                  <a:lnTo>
                    <a:pt x="2606718" y="1901709"/>
                  </a:lnTo>
                  <a:lnTo>
                    <a:pt x="2607353" y="1899811"/>
                  </a:lnTo>
                  <a:lnTo>
                    <a:pt x="2607988" y="1899185"/>
                  </a:lnTo>
                  <a:lnTo>
                    <a:pt x="2608623" y="1900067"/>
                  </a:lnTo>
                  <a:lnTo>
                    <a:pt x="2609258" y="1901699"/>
                  </a:lnTo>
                  <a:lnTo>
                    <a:pt x="2609893" y="1903436"/>
                  </a:lnTo>
                  <a:lnTo>
                    <a:pt x="2610527" y="1907013"/>
                  </a:lnTo>
                  <a:lnTo>
                    <a:pt x="2611162" y="1910021"/>
                  </a:lnTo>
                  <a:lnTo>
                    <a:pt x="2611797" y="1913143"/>
                  </a:lnTo>
                  <a:lnTo>
                    <a:pt x="2612432" y="1917489"/>
                  </a:lnTo>
                  <a:lnTo>
                    <a:pt x="2613067" y="1922433"/>
                  </a:lnTo>
                  <a:lnTo>
                    <a:pt x="2613702" y="1927329"/>
                  </a:lnTo>
                  <a:lnTo>
                    <a:pt x="2614336" y="1931722"/>
                  </a:lnTo>
                  <a:lnTo>
                    <a:pt x="2614971" y="1935423"/>
                  </a:lnTo>
                  <a:lnTo>
                    <a:pt x="2615606" y="1938611"/>
                  </a:lnTo>
                  <a:lnTo>
                    <a:pt x="2616241" y="1942381"/>
                  </a:lnTo>
                  <a:lnTo>
                    <a:pt x="2616876" y="1944247"/>
                  </a:lnTo>
                  <a:lnTo>
                    <a:pt x="2617511" y="1946838"/>
                  </a:lnTo>
                  <a:lnTo>
                    <a:pt x="2618146" y="1949239"/>
                  </a:lnTo>
                  <a:lnTo>
                    <a:pt x="2618780" y="1950443"/>
                  </a:lnTo>
                  <a:lnTo>
                    <a:pt x="2619415" y="1949934"/>
                  </a:lnTo>
                  <a:lnTo>
                    <a:pt x="2620050" y="1948189"/>
                  </a:lnTo>
                  <a:lnTo>
                    <a:pt x="2620685" y="1946016"/>
                  </a:lnTo>
                  <a:lnTo>
                    <a:pt x="2621320" y="1942085"/>
                  </a:lnTo>
                  <a:lnTo>
                    <a:pt x="2621955" y="1937778"/>
                  </a:lnTo>
                  <a:lnTo>
                    <a:pt x="2622589" y="1933262"/>
                  </a:lnTo>
                  <a:lnTo>
                    <a:pt x="2623224" y="1928069"/>
                  </a:lnTo>
                  <a:lnTo>
                    <a:pt x="2623859" y="1922520"/>
                  </a:lnTo>
                  <a:lnTo>
                    <a:pt x="2624494" y="1916647"/>
                  </a:lnTo>
                  <a:lnTo>
                    <a:pt x="2625129" y="1910210"/>
                  </a:lnTo>
                  <a:lnTo>
                    <a:pt x="2625764" y="1903983"/>
                  </a:lnTo>
                  <a:lnTo>
                    <a:pt x="2626399" y="1896045"/>
                  </a:lnTo>
                  <a:lnTo>
                    <a:pt x="2627033" y="1887113"/>
                  </a:lnTo>
                  <a:lnTo>
                    <a:pt x="2627668" y="1874314"/>
                  </a:lnTo>
                  <a:lnTo>
                    <a:pt x="2628303" y="1861008"/>
                  </a:lnTo>
                  <a:lnTo>
                    <a:pt x="2628938" y="1848581"/>
                  </a:lnTo>
                  <a:lnTo>
                    <a:pt x="2629573" y="1836947"/>
                  </a:lnTo>
                  <a:lnTo>
                    <a:pt x="2630208" y="1825023"/>
                  </a:lnTo>
                  <a:lnTo>
                    <a:pt x="2630842" y="1813202"/>
                  </a:lnTo>
                  <a:lnTo>
                    <a:pt x="2631477" y="1800428"/>
                  </a:lnTo>
                  <a:lnTo>
                    <a:pt x="2632112" y="1787298"/>
                  </a:lnTo>
                  <a:lnTo>
                    <a:pt x="2632747" y="1774147"/>
                  </a:lnTo>
                  <a:lnTo>
                    <a:pt x="2633382" y="1760847"/>
                  </a:lnTo>
                  <a:lnTo>
                    <a:pt x="2634017" y="1747755"/>
                  </a:lnTo>
                  <a:lnTo>
                    <a:pt x="2634652" y="1734741"/>
                  </a:lnTo>
                  <a:lnTo>
                    <a:pt x="2635286" y="1724528"/>
                  </a:lnTo>
                  <a:lnTo>
                    <a:pt x="2635921" y="1715113"/>
                  </a:lnTo>
                  <a:lnTo>
                    <a:pt x="2636556" y="1705646"/>
                  </a:lnTo>
                  <a:lnTo>
                    <a:pt x="2637191" y="1697706"/>
                  </a:lnTo>
                  <a:lnTo>
                    <a:pt x="2637826" y="1691856"/>
                  </a:lnTo>
                  <a:lnTo>
                    <a:pt x="2638461" y="1686088"/>
                  </a:lnTo>
                  <a:lnTo>
                    <a:pt x="2639095" y="1681254"/>
                  </a:lnTo>
                  <a:lnTo>
                    <a:pt x="2639730" y="1676695"/>
                  </a:lnTo>
                  <a:lnTo>
                    <a:pt x="2640365" y="1672384"/>
                  </a:lnTo>
                  <a:lnTo>
                    <a:pt x="2641000" y="1667744"/>
                  </a:lnTo>
                  <a:lnTo>
                    <a:pt x="2641635" y="1663745"/>
                  </a:lnTo>
                  <a:lnTo>
                    <a:pt x="2642270" y="1659885"/>
                  </a:lnTo>
                  <a:lnTo>
                    <a:pt x="2642905" y="1656127"/>
                  </a:lnTo>
                  <a:lnTo>
                    <a:pt x="2643539" y="1652419"/>
                  </a:lnTo>
                  <a:lnTo>
                    <a:pt x="2644174" y="1648980"/>
                  </a:lnTo>
                  <a:lnTo>
                    <a:pt x="2644809" y="1645793"/>
                  </a:lnTo>
                  <a:lnTo>
                    <a:pt x="2645444" y="1642527"/>
                  </a:lnTo>
                  <a:lnTo>
                    <a:pt x="2646079" y="1639579"/>
                  </a:lnTo>
                  <a:lnTo>
                    <a:pt x="2646714" y="1636963"/>
                  </a:lnTo>
                  <a:lnTo>
                    <a:pt x="2647348" y="1634465"/>
                  </a:lnTo>
                  <a:lnTo>
                    <a:pt x="2647983" y="1632519"/>
                  </a:lnTo>
                  <a:lnTo>
                    <a:pt x="2648618" y="1630667"/>
                  </a:lnTo>
                  <a:lnTo>
                    <a:pt x="2649253" y="1628963"/>
                  </a:lnTo>
                  <a:lnTo>
                    <a:pt x="2649888" y="1627027"/>
                  </a:lnTo>
                  <a:lnTo>
                    <a:pt x="2650523" y="1625145"/>
                  </a:lnTo>
                  <a:lnTo>
                    <a:pt x="2651157" y="1623756"/>
                  </a:lnTo>
                  <a:lnTo>
                    <a:pt x="2651792" y="1622619"/>
                  </a:lnTo>
                  <a:lnTo>
                    <a:pt x="2652427" y="1621874"/>
                  </a:lnTo>
                  <a:lnTo>
                    <a:pt x="2653062" y="1621456"/>
                  </a:lnTo>
                  <a:lnTo>
                    <a:pt x="2653697" y="1620815"/>
                  </a:lnTo>
                  <a:lnTo>
                    <a:pt x="2654332" y="1619997"/>
                  </a:lnTo>
                  <a:lnTo>
                    <a:pt x="2654967" y="1619393"/>
                  </a:lnTo>
                  <a:lnTo>
                    <a:pt x="2655601" y="1618658"/>
                  </a:lnTo>
                  <a:lnTo>
                    <a:pt x="2656236" y="1618153"/>
                  </a:lnTo>
                  <a:lnTo>
                    <a:pt x="2656871" y="1617205"/>
                  </a:lnTo>
                  <a:lnTo>
                    <a:pt x="2657506" y="1616008"/>
                  </a:lnTo>
                  <a:lnTo>
                    <a:pt x="2658141" y="1615063"/>
                  </a:lnTo>
                  <a:lnTo>
                    <a:pt x="2658776" y="1613987"/>
                  </a:lnTo>
                  <a:lnTo>
                    <a:pt x="2659410" y="1612776"/>
                  </a:lnTo>
                  <a:lnTo>
                    <a:pt x="2660045" y="1610827"/>
                  </a:lnTo>
                  <a:lnTo>
                    <a:pt x="2660680" y="1607412"/>
                  </a:lnTo>
                  <a:lnTo>
                    <a:pt x="2661315" y="1603721"/>
                  </a:lnTo>
                  <a:lnTo>
                    <a:pt x="2661950" y="1599492"/>
                  </a:lnTo>
                  <a:lnTo>
                    <a:pt x="2662585" y="1594570"/>
                  </a:lnTo>
                  <a:lnTo>
                    <a:pt x="2663220" y="1589532"/>
                  </a:lnTo>
                  <a:lnTo>
                    <a:pt x="2663854" y="1584238"/>
                  </a:lnTo>
                  <a:lnTo>
                    <a:pt x="2664489" y="1579229"/>
                  </a:lnTo>
                  <a:lnTo>
                    <a:pt x="2665124" y="1573731"/>
                  </a:lnTo>
                  <a:lnTo>
                    <a:pt x="2665759" y="1567565"/>
                  </a:lnTo>
                  <a:lnTo>
                    <a:pt x="2666394" y="1561982"/>
                  </a:lnTo>
                  <a:lnTo>
                    <a:pt x="2667029" y="1556476"/>
                  </a:lnTo>
                  <a:lnTo>
                    <a:pt x="2667663" y="1551131"/>
                  </a:lnTo>
                  <a:lnTo>
                    <a:pt x="2668298" y="1545506"/>
                  </a:lnTo>
                  <a:lnTo>
                    <a:pt x="2668933" y="1539967"/>
                  </a:lnTo>
                  <a:lnTo>
                    <a:pt x="2669568" y="1534618"/>
                  </a:lnTo>
                  <a:lnTo>
                    <a:pt x="2670203" y="1529100"/>
                  </a:lnTo>
                  <a:lnTo>
                    <a:pt x="2670838" y="1523495"/>
                  </a:lnTo>
                  <a:lnTo>
                    <a:pt x="2671473" y="1518403"/>
                  </a:lnTo>
                  <a:lnTo>
                    <a:pt x="2672107" y="1514477"/>
                  </a:lnTo>
                  <a:lnTo>
                    <a:pt x="2672742" y="1510874"/>
                  </a:lnTo>
                  <a:lnTo>
                    <a:pt x="2673377" y="1508780"/>
                  </a:lnTo>
                  <a:lnTo>
                    <a:pt x="2674012" y="1507089"/>
                  </a:lnTo>
                  <a:lnTo>
                    <a:pt x="2674647" y="1506722"/>
                  </a:lnTo>
                  <a:lnTo>
                    <a:pt x="2675282" y="1507125"/>
                  </a:lnTo>
                  <a:lnTo>
                    <a:pt x="2675916" y="1508322"/>
                  </a:lnTo>
                  <a:lnTo>
                    <a:pt x="2676551" y="1508904"/>
                  </a:lnTo>
                  <a:lnTo>
                    <a:pt x="2677186" y="1509184"/>
                  </a:lnTo>
                  <a:lnTo>
                    <a:pt x="2677821" y="1510053"/>
                  </a:lnTo>
                  <a:lnTo>
                    <a:pt x="2678456" y="1511521"/>
                  </a:lnTo>
                  <a:lnTo>
                    <a:pt x="2679091" y="1513388"/>
                  </a:lnTo>
                  <a:lnTo>
                    <a:pt x="2679726" y="1515264"/>
                  </a:lnTo>
                  <a:lnTo>
                    <a:pt x="2680360" y="1517148"/>
                  </a:lnTo>
                  <a:lnTo>
                    <a:pt x="2680995" y="1518905"/>
                  </a:lnTo>
                  <a:lnTo>
                    <a:pt x="2681630" y="1519892"/>
                  </a:lnTo>
                  <a:lnTo>
                    <a:pt x="2682265" y="1520088"/>
                  </a:lnTo>
                  <a:lnTo>
                    <a:pt x="2682900" y="1519653"/>
                  </a:lnTo>
                  <a:lnTo>
                    <a:pt x="2683535" y="1518348"/>
                  </a:lnTo>
                  <a:lnTo>
                    <a:pt x="2684169" y="1516459"/>
                  </a:lnTo>
                  <a:lnTo>
                    <a:pt x="2684804" y="1513850"/>
                  </a:lnTo>
                  <a:lnTo>
                    <a:pt x="2685439" y="1511284"/>
                  </a:lnTo>
                  <a:lnTo>
                    <a:pt x="2686074" y="1508677"/>
                  </a:lnTo>
                  <a:lnTo>
                    <a:pt x="2686709" y="1505676"/>
                  </a:lnTo>
                  <a:lnTo>
                    <a:pt x="2687344" y="1501968"/>
                  </a:lnTo>
                  <a:lnTo>
                    <a:pt x="2687979" y="1498484"/>
                  </a:lnTo>
                  <a:lnTo>
                    <a:pt x="2688613" y="1495487"/>
                  </a:lnTo>
                  <a:lnTo>
                    <a:pt x="2689248" y="1492761"/>
                  </a:lnTo>
                  <a:lnTo>
                    <a:pt x="2689883" y="1489999"/>
                  </a:lnTo>
                  <a:lnTo>
                    <a:pt x="2690518" y="1487750"/>
                  </a:lnTo>
                  <a:lnTo>
                    <a:pt x="2691153" y="1484552"/>
                  </a:lnTo>
                  <a:lnTo>
                    <a:pt x="2691788" y="1482607"/>
                  </a:lnTo>
                  <a:lnTo>
                    <a:pt x="2692422" y="1481041"/>
                  </a:lnTo>
                  <a:lnTo>
                    <a:pt x="2693057" y="1479779"/>
                  </a:lnTo>
                  <a:lnTo>
                    <a:pt x="2693692" y="1478849"/>
                  </a:lnTo>
                  <a:lnTo>
                    <a:pt x="2694327" y="1477749"/>
                  </a:lnTo>
                  <a:lnTo>
                    <a:pt x="2694962" y="1476373"/>
                  </a:lnTo>
                  <a:lnTo>
                    <a:pt x="2695597" y="1474798"/>
                  </a:lnTo>
                  <a:lnTo>
                    <a:pt x="2696232" y="1473175"/>
                  </a:lnTo>
                  <a:lnTo>
                    <a:pt x="2696866" y="1471733"/>
                  </a:lnTo>
                  <a:lnTo>
                    <a:pt x="2697501" y="1469987"/>
                  </a:lnTo>
                  <a:lnTo>
                    <a:pt x="2698136" y="1467263"/>
                  </a:lnTo>
                  <a:lnTo>
                    <a:pt x="2698771" y="1464936"/>
                  </a:lnTo>
                  <a:lnTo>
                    <a:pt x="2699406" y="1461919"/>
                  </a:lnTo>
                  <a:lnTo>
                    <a:pt x="2700041" y="1458437"/>
                  </a:lnTo>
                  <a:lnTo>
                    <a:pt x="2700675" y="1454099"/>
                  </a:lnTo>
                  <a:lnTo>
                    <a:pt x="2701310" y="1448246"/>
                  </a:lnTo>
                  <a:lnTo>
                    <a:pt x="2701945" y="1441521"/>
                  </a:lnTo>
                  <a:lnTo>
                    <a:pt x="2702580" y="1434289"/>
                  </a:lnTo>
                  <a:lnTo>
                    <a:pt x="2703215" y="1426208"/>
                  </a:lnTo>
                  <a:lnTo>
                    <a:pt x="2703850" y="1418006"/>
                  </a:lnTo>
                  <a:lnTo>
                    <a:pt x="2704484" y="1409680"/>
                  </a:lnTo>
                  <a:lnTo>
                    <a:pt x="2705119" y="1402339"/>
                  </a:lnTo>
                  <a:lnTo>
                    <a:pt x="2705754" y="1394581"/>
                  </a:lnTo>
                  <a:lnTo>
                    <a:pt x="2706389" y="1386047"/>
                  </a:lnTo>
                  <a:lnTo>
                    <a:pt x="2707024" y="1376857"/>
                  </a:lnTo>
                  <a:lnTo>
                    <a:pt x="2707659" y="1368223"/>
                  </a:lnTo>
                  <a:lnTo>
                    <a:pt x="2708294" y="1360292"/>
                  </a:lnTo>
                  <a:lnTo>
                    <a:pt x="2708928" y="1353206"/>
                  </a:lnTo>
                  <a:lnTo>
                    <a:pt x="2709563" y="1346375"/>
                  </a:lnTo>
                  <a:lnTo>
                    <a:pt x="2710198" y="1340089"/>
                  </a:lnTo>
                  <a:lnTo>
                    <a:pt x="2710833" y="1333484"/>
                  </a:lnTo>
                  <a:lnTo>
                    <a:pt x="2711468" y="1327463"/>
                  </a:lnTo>
                  <a:lnTo>
                    <a:pt x="2712103" y="1322088"/>
                  </a:lnTo>
                  <a:lnTo>
                    <a:pt x="2712737" y="1316614"/>
                  </a:lnTo>
                  <a:lnTo>
                    <a:pt x="2713372" y="1311421"/>
                  </a:lnTo>
                  <a:lnTo>
                    <a:pt x="2714007" y="1306918"/>
                  </a:lnTo>
                  <a:lnTo>
                    <a:pt x="2714642" y="1302605"/>
                  </a:lnTo>
                  <a:lnTo>
                    <a:pt x="2715277" y="1299118"/>
                  </a:lnTo>
                  <a:lnTo>
                    <a:pt x="2715912" y="1296134"/>
                  </a:lnTo>
                  <a:lnTo>
                    <a:pt x="2716547" y="1293789"/>
                  </a:lnTo>
                  <a:lnTo>
                    <a:pt x="2717181" y="1291035"/>
                  </a:lnTo>
                  <a:lnTo>
                    <a:pt x="2717816" y="1288369"/>
                  </a:lnTo>
                  <a:lnTo>
                    <a:pt x="2718451" y="1285029"/>
                  </a:lnTo>
                  <a:lnTo>
                    <a:pt x="2719086" y="1281747"/>
                  </a:lnTo>
                  <a:lnTo>
                    <a:pt x="2719721" y="1278584"/>
                  </a:lnTo>
                  <a:lnTo>
                    <a:pt x="2720356" y="1275814"/>
                  </a:lnTo>
                  <a:lnTo>
                    <a:pt x="2720990" y="1273597"/>
                  </a:lnTo>
                  <a:lnTo>
                    <a:pt x="2721625" y="1272627"/>
                  </a:lnTo>
                  <a:lnTo>
                    <a:pt x="2722260" y="1272910"/>
                  </a:lnTo>
                  <a:lnTo>
                    <a:pt x="2722895" y="1273673"/>
                  </a:lnTo>
                  <a:lnTo>
                    <a:pt x="2723530" y="1275220"/>
                  </a:lnTo>
                  <a:lnTo>
                    <a:pt x="2724165" y="1276363"/>
                  </a:lnTo>
                  <a:lnTo>
                    <a:pt x="2724800" y="1277612"/>
                  </a:lnTo>
                  <a:lnTo>
                    <a:pt x="2725434" y="1278627"/>
                  </a:lnTo>
                  <a:lnTo>
                    <a:pt x="2726069" y="1279542"/>
                  </a:lnTo>
                  <a:lnTo>
                    <a:pt x="2726704" y="1280823"/>
                  </a:lnTo>
                  <a:lnTo>
                    <a:pt x="2727339" y="1282931"/>
                  </a:lnTo>
                  <a:lnTo>
                    <a:pt x="2727974" y="1287302"/>
                  </a:lnTo>
                  <a:lnTo>
                    <a:pt x="2728609" y="1291838"/>
                  </a:lnTo>
                  <a:lnTo>
                    <a:pt x="2729243" y="1296678"/>
                  </a:lnTo>
                  <a:lnTo>
                    <a:pt x="2729878" y="1302560"/>
                  </a:lnTo>
                  <a:lnTo>
                    <a:pt x="2730513" y="1307910"/>
                  </a:lnTo>
                  <a:lnTo>
                    <a:pt x="2731148" y="1313123"/>
                  </a:lnTo>
                  <a:lnTo>
                    <a:pt x="2731783" y="1317556"/>
                  </a:lnTo>
                  <a:lnTo>
                    <a:pt x="2732418" y="1322689"/>
                  </a:lnTo>
                  <a:lnTo>
                    <a:pt x="2733053" y="1327593"/>
                  </a:lnTo>
                  <a:lnTo>
                    <a:pt x="2733687" y="1332079"/>
                  </a:lnTo>
                  <a:lnTo>
                    <a:pt x="2734322" y="1336436"/>
                  </a:lnTo>
                  <a:lnTo>
                    <a:pt x="2734957" y="1340551"/>
                  </a:lnTo>
                  <a:lnTo>
                    <a:pt x="2735592" y="1343733"/>
                  </a:lnTo>
                  <a:lnTo>
                    <a:pt x="2736227" y="1347229"/>
                  </a:lnTo>
                  <a:lnTo>
                    <a:pt x="2736862" y="1350149"/>
                  </a:lnTo>
                  <a:lnTo>
                    <a:pt x="2737496" y="1350944"/>
                  </a:lnTo>
                  <a:lnTo>
                    <a:pt x="2738131" y="1351962"/>
                  </a:lnTo>
                  <a:lnTo>
                    <a:pt x="2738766" y="1352208"/>
                  </a:lnTo>
                  <a:lnTo>
                    <a:pt x="2739401" y="1351121"/>
                  </a:lnTo>
                  <a:lnTo>
                    <a:pt x="2740036" y="1349988"/>
                  </a:lnTo>
                  <a:lnTo>
                    <a:pt x="2740671" y="1348963"/>
                  </a:lnTo>
                  <a:lnTo>
                    <a:pt x="2741306" y="1347567"/>
                  </a:lnTo>
                  <a:lnTo>
                    <a:pt x="2741940" y="1346320"/>
                  </a:lnTo>
                  <a:lnTo>
                    <a:pt x="2742575" y="1345299"/>
                  </a:lnTo>
                  <a:lnTo>
                    <a:pt x="2743210" y="1343831"/>
                  </a:lnTo>
                  <a:lnTo>
                    <a:pt x="2743845" y="1343163"/>
                  </a:lnTo>
                  <a:lnTo>
                    <a:pt x="2744480" y="1341231"/>
                  </a:lnTo>
                  <a:lnTo>
                    <a:pt x="2745115" y="1339780"/>
                  </a:lnTo>
                  <a:lnTo>
                    <a:pt x="2745749" y="1338528"/>
                  </a:lnTo>
                  <a:lnTo>
                    <a:pt x="2746384" y="1338341"/>
                  </a:lnTo>
                  <a:lnTo>
                    <a:pt x="2747019" y="1338770"/>
                  </a:lnTo>
                  <a:lnTo>
                    <a:pt x="2747654" y="1339332"/>
                  </a:lnTo>
                  <a:lnTo>
                    <a:pt x="2748289" y="1339718"/>
                  </a:lnTo>
                  <a:lnTo>
                    <a:pt x="2748924" y="1340200"/>
                  </a:lnTo>
                  <a:lnTo>
                    <a:pt x="2749559" y="1340913"/>
                  </a:lnTo>
                  <a:lnTo>
                    <a:pt x="2750193" y="1342383"/>
                  </a:lnTo>
                  <a:lnTo>
                    <a:pt x="2750828" y="1344171"/>
                  </a:lnTo>
                  <a:lnTo>
                    <a:pt x="2751463" y="1346763"/>
                  </a:lnTo>
                  <a:lnTo>
                    <a:pt x="2752098" y="1349353"/>
                  </a:lnTo>
                  <a:lnTo>
                    <a:pt x="2752733" y="1352454"/>
                  </a:lnTo>
                  <a:lnTo>
                    <a:pt x="2753368" y="1357829"/>
                  </a:lnTo>
                  <a:lnTo>
                    <a:pt x="2754002" y="1363913"/>
                  </a:lnTo>
                  <a:lnTo>
                    <a:pt x="2754637" y="1373285"/>
                  </a:lnTo>
                  <a:lnTo>
                    <a:pt x="2755272" y="1382758"/>
                  </a:lnTo>
                  <a:lnTo>
                    <a:pt x="2755907" y="1391749"/>
                  </a:lnTo>
                  <a:lnTo>
                    <a:pt x="2756542" y="1400278"/>
                  </a:lnTo>
                  <a:lnTo>
                    <a:pt x="2757177" y="1409542"/>
                  </a:lnTo>
                  <a:lnTo>
                    <a:pt x="2757811" y="1419474"/>
                  </a:lnTo>
                  <a:lnTo>
                    <a:pt x="2758446" y="1430267"/>
                  </a:lnTo>
                  <a:lnTo>
                    <a:pt x="2759081" y="1442375"/>
                  </a:lnTo>
                  <a:lnTo>
                    <a:pt x="2759716" y="1454719"/>
                  </a:lnTo>
                  <a:lnTo>
                    <a:pt x="2760351" y="1466536"/>
                  </a:lnTo>
                  <a:lnTo>
                    <a:pt x="2760986" y="1477975"/>
                  </a:lnTo>
                  <a:lnTo>
                    <a:pt x="2761621" y="1489527"/>
                  </a:lnTo>
                  <a:lnTo>
                    <a:pt x="2762255" y="1497071"/>
                  </a:lnTo>
                  <a:lnTo>
                    <a:pt x="2762890" y="1503643"/>
                  </a:lnTo>
                  <a:lnTo>
                    <a:pt x="2763525" y="1509892"/>
                  </a:lnTo>
                  <a:lnTo>
                    <a:pt x="2764160" y="1514959"/>
                  </a:lnTo>
                  <a:lnTo>
                    <a:pt x="2764795" y="1518206"/>
                  </a:lnTo>
                  <a:lnTo>
                    <a:pt x="2765430" y="1521528"/>
                  </a:lnTo>
                  <a:lnTo>
                    <a:pt x="2766064" y="1523278"/>
                  </a:lnTo>
                  <a:lnTo>
                    <a:pt x="2766699" y="1523901"/>
                  </a:lnTo>
                  <a:lnTo>
                    <a:pt x="2767334" y="1521703"/>
                  </a:lnTo>
                  <a:lnTo>
                    <a:pt x="2767969" y="1517870"/>
                  </a:lnTo>
                  <a:lnTo>
                    <a:pt x="2768604" y="1513405"/>
                  </a:lnTo>
                  <a:lnTo>
                    <a:pt x="2769239" y="1508525"/>
                  </a:lnTo>
                  <a:lnTo>
                    <a:pt x="2769874" y="1505756"/>
                  </a:lnTo>
                  <a:lnTo>
                    <a:pt x="2770508" y="1502994"/>
                  </a:lnTo>
                  <a:lnTo>
                    <a:pt x="2771143" y="1501751"/>
                  </a:lnTo>
                  <a:lnTo>
                    <a:pt x="2771778" y="1500495"/>
                  </a:lnTo>
                  <a:lnTo>
                    <a:pt x="2772413" y="1498737"/>
                  </a:lnTo>
                  <a:lnTo>
                    <a:pt x="2773048" y="1497501"/>
                  </a:lnTo>
                  <a:lnTo>
                    <a:pt x="2773683" y="1495455"/>
                  </a:lnTo>
                  <a:lnTo>
                    <a:pt x="2774317" y="1493248"/>
                  </a:lnTo>
                  <a:lnTo>
                    <a:pt x="2774952" y="1490676"/>
                  </a:lnTo>
                  <a:lnTo>
                    <a:pt x="2775587" y="1487859"/>
                  </a:lnTo>
                  <a:lnTo>
                    <a:pt x="2776222" y="1484725"/>
                  </a:lnTo>
                  <a:lnTo>
                    <a:pt x="2776857" y="1481859"/>
                  </a:lnTo>
                  <a:lnTo>
                    <a:pt x="2777492" y="1479034"/>
                  </a:lnTo>
                  <a:lnTo>
                    <a:pt x="2778127" y="1476074"/>
                  </a:lnTo>
                  <a:lnTo>
                    <a:pt x="2778761" y="1473051"/>
                  </a:lnTo>
                  <a:lnTo>
                    <a:pt x="2779396" y="1470491"/>
                  </a:lnTo>
                  <a:lnTo>
                    <a:pt x="2780031" y="1468480"/>
                  </a:lnTo>
                  <a:lnTo>
                    <a:pt x="2780666" y="1466103"/>
                  </a:lnTo>
                  <a:lnTo>
                    <a:pt x="2781301" y="1464417"/>
                  </a:lnTo>
                  <a:lnTo>
                    <a:pt x="2781936" y="1463114"/>
                  </a:lnTo>
                  <a:lnTo>
                    <a:pt x="2782570" y="1460283"/>
                  </a:lnTo>
                  <a:lnTo>
                    <a:pt x="2783205" y="1454847"/>
                  </a:lnTo>
                  <a:lnTo>
                    <a:pt x="2783840" y="1450216"/>
                  </a:lnTo>
                  <a:lnTo>
                    <a:pt x="2784475" y="1446023"/>
                  </a:lnTo>
                  <a:lnTo>
                    <a:pt x="2785110" y="1442594"/>
                  </a:lnTo>
                  <a:lnTo>
                    <a:pt x="2785745" y="1440302"/>
                  </a:lnTo>
                  <a:lnTo>
                    <a:pt x="2786380" y="1439017"/>
                  </a:lnTo>
                  <a:lnTo>
                    <a:pt x="2787014" y="1438944"/>
                  </a:lnTo>
                  <a:lnTo>
                    <a:pt x="2787649" y="1440405"/>
                  </a:lnTo>
                  <a:lnTo>
                    <a:pt x="2788284" y="1442340"/>
                  </a:lnTo>
                  <a:lnTo>
                    <a:pt x="2788919" y="1443637"/>
                  </a:lnTo>
                  <a:lnTo>
                    <a:pt x="2789554" y="1445124"/>
                  </a:lnTo>
                  <a:lnTo>
                    <a:pt x="2790189" y="1446604"/>
                  </a:lnTo>
                  <a:lnTo>
                    <a:pt x="2790823" y="1448397"/>
                  </a:lnTo>
                  <a:lnTo>
                    <a:pt x="2791458" y="1449914"/>
                  </a:lnTo>
                  <a:lnTo>
                    <a:pt x="2792093" y="1451331"/>
                  </a:lnTo>
                  <a:lnTo>
                    <a:pt x="2792728" y="1453379"/>
                  </a:lnTo>
                  <a:lnTo>
                    <a:pt x="2793363" y="1454873"/>
                  </a:lnTo>
                  <a:lnTo>
                    <a:pt x="2793998" y="1456403"/>
                  </a:lnTo>
                  <a:lnTo>
                    <a:pt x="2794633" y="1457677"/>
                  </a:lnTo>
                  <a:lnTo>
                    <a:pt x="2795267" y="1459127"/>
                  </a:lnTo>
                  <a:lnTo>
                    <a:pt x="2795902" y="1460681"/>
                  </a:lnTo>
                  <a:lnTo>
                    <a:pt x="2796537" y="1461826"/>
                  </a:lnTo>
                  <a:lnTo>
                    <a:pt x="2797172" y="1462495"/>
                  </a:lnTo>
                  <a:lnTo>
                    <a:pt x="2797807" y="1463033"/>
                  </a:lnTo>
                  <a:lnTo>
                    <a:pt x="2798442" y="1463371"/>
                  </a:lnTo>
                  <a:lnTo>
                    <a:pt x="2799076" y="1462752"/>
                  </a:lnTo>
                  <a:lnTo>
                    <a:pt x="2799711" y="1460814"/>
                  </a:lnTo>
                  <a:lnTo>
                    <a:pt x="2800346" y="1457897"/>
                  </a:lnTo>
                  <a:lnTo>
                    <a:pt x="2800981" y="1455186"/>
                  </a:lnTo>
                  <a:lnTo>
                    <a:pt x="2801616" y="1452886"/>
                  </a:lnTo>
                  <a:lnTo>
                    <a:pt x="2802251" y="1450528"/>
                  </a:lnTo>
                  <a:lnTo>
                    <a:pt x="2802886" y="1446513"/>
                  </a:lnTo>
                  <a:lnTo>
                    <a:pt x="2803520" y="1442032"/>
                  </a:lnTo>
                  <a:lnTo>
                    <a:pt x="2804155" y="1437130"/>
                  </a:lnTo>
                  <a:lnTo>
                    <a:pt x="2804790" y="1430046"/>
                  </a:lnTo>
                  <a:lnTo>
                    <a:pt x="2805425" y="1420180"/>
                  </a:lnTo>
                  <a:lnTo>
                    <a:pt x="2806060" y="1408284"/>
                  </a:lnTo>
                  <a:lnTo>
                    <a:pt x="2806695" y="1399208"/>
                  </a:lnTo>
                  <a:lnTo>
                    <a:pt x="2807329" y="1389224"/>
                  </a:lnTo>
                  <a:lnTo>
                    <a:pt x="2807964" y="1378217"/>
                  </a:lnTo>
                  <a:lnTo>
                    <a:pt x="2808599" y="1367001"/>
                  </a:lnTo>
                  <a:lnTo>
                    <a:pt x="2809234" y="1356363"/>
                  </a:lnTo>
                  <a:lnTo>
                    <a:pt x="2809869" y="1344773"/>
                  </a:lnTo>
                  <a:lnTo>
                    <a:pt x="2810504" y="1332507"/>
                  </a:lnTo>
                  <a:lnTo>
                    <a:pt x="2811138" y="1318699"/>
                  </a:lnTo>
                  <a:lnTo>
                    <a:pt x="2811773" y="1303764"/>
                  </a:lnTo>
                  <a:lnTo>
                    <a:pt x="2812408" y="1288049"/>
                  </a:lnTo>
                  <a:lnTo>
                    <a:pt x="2813043" y="1272249"/>
                  </a:lnTo>
                  <a:lnTo>
                    <a:pt x="2813678" y="1256213"/>
                  </a:lnTo>
                  <a:lnTo>
                    <a:pt x="2814313" y="1240833"/>
                  </a:lnTo>
                  <a:lnTo>
                    <a:pt x="2814948" y="1225031"/>
                  </a:lnTo>
                  <a:lnTo>
                    <a:pt x="2815582" y="1212611"/>
                  </a:lnTo>
                  <a:lnTo>
                    <a:pt x="2816217" y="1200422"/>
                  </a:lnTo>
                  <a:lnTo>
                    <a:pt x="2816852" y="1189032"/>
                  </a:lnTo>
                  <a:lnTo>
                    <a:pt x="2817487" y="1178275"/>
                  </a:lnTo>
                  <a:lnTo>
                    <a:pt x="2818122" y="1168522"/>
                  </a:lnTo>
                  <a:lnTo>
                    <a:pt x="2818757" y="1157314"/>
                  </a:lnTo>
                  <a:lnTo>
                    <a:pt x="2819391" y="1145328"/>
                  </a:lnTo>
                  <a:lnTo>
                    <a:pt x="2820026" y="1132851"/>
                  </a:lnTo>
                  <a:lnTo>
                    <a:pt x="2820661" y="1120766"/>
                  </a:lnTo>
                  <a:lnTo>
                    <a:pt x="2821296" y="1109852"/>
                  </a:lnTo>
                  <a:lnTo>
                    <a:pt x="2821931" y="1099912"/>
                  </a:lnTo>
                  <a:lnTo>
                    <a:pt x="2822566" y="1090346"/>
                  </a:lnTo>
                  <a:lnTo>
                    <a:pt x="2823201" y="1081161"/>
                  </a:lnTo>
                  <a:lnTo>
                    <a:pt x="2823835" y="1072402"/>
                  </a:lnTo>
                  <a:lnTo>
                    <a:pt x="2824470" y="1064930"/>
                  </a:lnTo>
                  <a:lnTo>
                    <a:pt x="2825105" y="1059424"/>
                  </a:lnTo>
                  <a:lnTo>
                    <a:pt x="2825740" y="1053633"/>
                  </a:lnTo>
                  <a:lnTo>
                    <a:pt x="2826375" y="1047319"/>
                  </a:lnTo>
                  <a:lnTo>
                    <a:pt x="2827010" y="1041323"/>
                  </a:lnTo>
                  <a:lnTo>
                    <a:pt x="2827644" y="1037211"/>
                  </a:lnTo>
                  <a:lnTo>
                    <a:pt x="2828279" y="1032664"/>
                  </a:lnTo>
                  <a:lnTo>
                    <a:pt x="2828914" y="1030261"/>
                  </a:lnTo>
                  <a:lnTo>
                    <a:pt x="2829549" y="1029067"/>
                  </a:lnTo>
                  <a:lnTo>
                    <a:pt x="2830184" y="1028665"/>
                  </a:lnTo>
                  <a:lnTo>
                    <a:pt x="2830819" y="1028214"/>
                  </a:lnTo>
                  <a:lnTo>
                    <a:pt x="2831454" y="1029790"/>
                  </a:lnTo>
                  <a:lnTo>
                    <a:pt x="2832088" y="1031720"/>
                  </a:lnTo>
                  <a:lnTo>
                    <a:pt x="2832723" y="1033620"/>
                  </a:lnTo>
                  <a:lnTo>
                    <a:pt x="2833358" y="1035417"/>
                  </a:lnTo>
                  <a:lnTo>
                    <a:pt x="2833993" y="1039194"/>
                  </a:lnTo>
                  <a:lnTo>
                    <a:pt x="2834628" y="1042359"/>
                  </a:lnTo>
                  <a:lnTo>
                    <a:pt x="2835263" y="1044831"/>
                  </a:lnTo>
                  <a:lnTo>
                    <a:pt x="2835897" y="1046553"/>
                  </a:lnTo>
                  <a:lnTo>
                    <a:pt x="2836532" y="1049011"/>
                  </a:lnTo>
                  <a:lnTo>
                    <a:pt x="2837167" y="1051094"/>
                  </a:lnTo>
                  <a:lnTo>
                    <a:pt x="2837802" y="1054179"/>
                  </a:lnTo>
                  <a:lnTo>
                    <a:pt x="2838437" y="1056701"/>
                  </a:lnTo>
                  <a:lnTo>
                    <a:pt x="2839072" y="1058709"/>
                  </a:lnTo>
                  <a:lnTo>
                    <a:pt x="2839707" y="1060569"/>
                  </a:lnTo>
                  <a:lnTo>
                    <a:pt x="2840341" y="1061980"/>
                  </a:lnTo>
                  <a:lnTo>
                    <a:pt x="2840976" y="1062713"/>
                  </a:lnTo>
                  <a:lnTo>
                    <a:pt x="2841611" y="1063490"/>
                  </a:lnTo>
                  <a:lnTo>
                    <a:pt x="2842246" y="1063867"/>
                  </a:lnTo>
                  <a:lnTo>
                    <a:pt x="2842881" y="1063757"/>
                  </a:lnTo>
                  <a:lnTo>
                    <a:pt x="2843516" y="1063059"/>
                  </a:lnTo>
                  <a:lnTo>
                    <a:pt x="2844150" y="1062065"/>
                  </a:lnTo>
                  <a:lnTo>
                    <a:pt x="2844785" y="1060797"/>
                  </a:lnTo>
                  <a:lnTo>
                    <a:pt x="2845420" y="1059823"/>
                  </a:lnTo>
                  <a:lnTo>
                    <a:pt x="2846055" y="1057168"/>
                  </a:lnTo>
                  <a:lnTo>
                    <a:pt x="2846690" y="1053925"/>
                  </a:lnTo>
                  <a:lnTo>
                    <a:pt x="2847325" y="1049043"/>
                  </a:lnTo>
                  <a:lnTo>
                    <a:pt x="2847960" y="1044295"/>
                  </a:lnTo>
                  <a:lnTo>
                    <a:pt x="2848594" y="1037336"/>
                  </a:lnTo>
                  <a:lnTo>
                    <a:pt x="2849229" y="1031306"/>
                  </a:lnTo>
                  <a:lnTo>
                    <a:pt x="2849864" y="1025418"/>
                  </a:lnTo>
                  <a:lnTo>
                    <a:pt x="2850499" y="1019624"/>
                  </a:lnTo>
                  <a:lnTo>
                    <a:pt x="2851134" y="1015214"/>
                  </a:lnTo>
                  <a:lnTo>
                    <a:pt x="2851769" y="1011233"/>
                  </a:lnTo>
                  <a:lnTo>
                    <a:pt x="2852403" y="1005245"/>
                  </a:lnTo>
                  <a:lnTo>
                    <a:pt x="2853038" y="1000525"/>
                  </a:lnTo>
                  <a:lnTo>
                    <a:pt x="2853673" y="997508"/>
                  </a:lnTo>
                  <a:lnTo>
                    <a:pt x="2854308" y="994973"/>
                  </a:lnTo>
                  <a:lnTo>
                    <a:pt x="2854943" y="992793"/>
                  </a:lnTo>
                  <a:lnTo>
                    <a:pt x="2855578" y="992357"/>
                  </a:lnTo>
                  <a:lnTo>
                    <a:pt x="2856213" y="992233"/>
                  </a:lnTo>
                  <a:lnTo>
                    <a:pt x="2856847" y="991807"/>
                  </a:lnTo>
                  <a:lnTo>
                    <a:pt x="2857482" y="991344"/>
                  </a:lnTo>
                  <a:lnTo>
                    <a:pt x="2858117" y="990011"/>
                  </a:lnTo>
                  <a:lnTo>
                    <a:pt x="2858752" y="988539"/>
                  </a:lnTo>
                  <a:lnTo>
                    <a:pt x="2859387" y="987316"/>
                  </a:lnTo>
                  <a:lnTo>
                    <a:pt x="2860022" y="986682"/>
                  </a:lnTo>
                  <a:lnTo>
                    <a:pt x="2860656" y="986893"/>
                  </a:lnTo>
                  <a:lnTo>
                    <a:pt x="2861291" y="987840"/>
                  </a:lnTo>
                  <a:lnTo>
                    <a:pt x="2861926" y="989827"/>
                  </a:lnTo>
                  <a:lnTo>
                    <a:pt x="2862561" y="992584"/>
                  </a:lnTo>
                  <a:lnTo>
                    <a:pt x="2863196" y="994564"/>
                  </a:lnTo>
                  <a:lnTo>
                    <a:pt x="2863831" y="997185"/>
                  </a:lnTo>
                  <a:lnTo>
                    <a:pt x="2864466" y="1000309"/>
                  </a:lnTo>
                  <a:lnTo>
                    <a:pt x="2865100" y="1003077"/>
                  </a:lnTo>
                  <a:lnTo>
                    <a:pt x="2865735" y="1006437"/>
                  </a:lnTo>
                  <a:lnTo>
                    <a:pt x="2866370" y="1010323"/>
                  </a:lnTo>
                  <a:lnTo>
                    <a:pt x="2867005" y="1014445"/>
                  </a:lnTo>
                  <a:lnTo>
                    <a:pt x="2867640" y="1018839"/>
                  </a:lnTo>
                  <a:lnTo>
                    <a:pt x="2868275" y="1024011"/>
                  </a:lnTo>
                  <a:lnTo>
                    <a:pt x="2868909" y="1028911"/>
                  </a:lnTo>
                  <a:lnTo>
                    <a:pt x="2869544" y="1033861"/>
                  </a:lnTo>
                  <a:lnTo>
                    <a:pt x="2870179" y="1038296"/>
                  </a:lnTo>
                  <a:lnTo>
                    <a:pt x="2870814" y="1042573"/>
                  </a:lnTo>
                  <a:lnTo>
                    <a:pt x="2871449" y="1046573"/>
                  </a:lnTo>
                  <a:lnTo>
                    <a:pt x="2872084" y="1050178"/>
                  </a:lnTo>
                  <a:lnTo>
                    <a:pt x="2872718" y="1054600"/>
                  </a:lnTo>
                  <a:lnTo>
                    <a:pt x="2873353" y="1059149"/>
                  </a:lnTo>
                  <a:lnTo>
                    <a:pt x="2873988" y="1063729"/>
                  </a:lnTo>
                  <a:lnTo>
                    <a:pt x="2874623" y="1068025"/>
                  </a:lnTo>
                  <a:lnTo>
                    <a:pt x="2875258" y="1072555"/>
                  </a:lnTo>
                  <a:lnTo>
                    <a:pt x="2875893" y="1077205"/>
                  </a:lnTo>
                  <a:lnTo>
                    <a:pt x="2876528" y="1082103"/>
                  </a:lnTo>
                  <a:lnTo>
                    <a:pt x="2877162" y="1087010"/>
                  </a:lnTo>
                  <a:lnTo>
                    <a:pt x="2877797" y="1092174"/>
                  </a:lnTo>
                  <a:lnTo>
                    <a:pt x="2878432" y="1097053"/>
                  </a:lnTo>
                  <a:lnTo>
                    <a:pt x="2879067" y="1102331"/>
                  </a:lnTo>
                  <a:lnTo>
                    <a:pt x="2879702" y="1106675"/>
                  </a:lnTo>
                  <a:lnTo>
                    <a:pt x="2880337" y="1110327"/>
                  </a:lnTo>
                  <a:lnTo>
                    <a:pt x="2880971" y="1113022"/>
                  </a:lnTo>
                  <a:lnTo>
                    <a:pt x="2881606" y="1115001"/>
                  </a:lnTo>
                  <a:lnTo>
                    <a:pt x="2882241" y="1116633"/>
                  </a:lnTo>
                  <a:lnTo>
                    <a:pt x="2882876" y="1116828"/>
                  </a:lnTo>
                  <a:lnTo>
                    <a:pt x="2883511" y="1115960"/>
                  </a:lnTo>
                  <a:lnTo>
                    <a:pt x="2884146" y="1113677"/>
                  </a:lnTo>
                  <a:lnTo>
                    <a:pt x="2884781" y="1109797"/>
                  </a:lnTo>
                  <a:lnTo>
                    <a:pt x="2885415" y="1105444"/>
                  </a:lnTo>
                  <a:lnTo>
                    <a:pt x="2886050" y="1099948"/>
                  </a:lnTo>
                  <a:lnTo>
                    <a:pt x="2886685" y="1093220"/>
                  </a:lnTo>
                  <a:lnTo>
                    <a:pt x="2887320" y="1086238"/>
                  </a:lnTo>
                  <a:lnTo>
                    <a:pt x="2887955" y="1078251"/>
                  </a:lnTo>
                  <a:lnTo>
                    <a:pt x="2888590" y="1069522"/>
                  </a:lnTo>
                  <a:lnTo>
                    <a:pt x="2889224" y="1060634"/>
                  </a:lnTo>
                  <a:lnTo>
                    <a:pt x="2889859" y="1050127"/>
                  </a:lnTo>
                  <a:lnTo>
                    <a:pt x="2890494" y="1038313"/>
                  </a:lnTo>
                  <a:lnTo>
                    <a:pt x="2891129" y="1024666"/>
                  </a:lnTo>
                  <a:lnTo>
                    <a:pt x="2891764" y="1010256"/>
                  </a:lnTo>
                  <a:lnTo>
                    <a:pt x="2892399" y="996334"/>
                  </a:lnTo>
                  <a:lnTo>
                    <a:pt x="2893034" y="983201"/>
                  </a:lnTo>
                  <a:lnTo>
                    <a:pt x="2893668" y="971405"/>
                  </a:lnTo>
                  <a:lnTo>
                    <a:pt x="2894303" y="962105"/>
                  </a:lnTo>
                  <a:lnTo>
                    <a:pt x="2894938" y="958252"/>
                  </a:lnTo>
                  <a:lnTo>
                    <a:pt x="2895573" y="954093"/>
                  </a:lnTo>
                  <a:lnTo>
                    <a:pt x="2896208" y="949092"/>
                  </a:lnTo>
                  <a:lnTo>
                    <a:pt x="2896843" y="945526"/>
                  </a:lnTo>
                  <a:lnTo>
                    <a:pt x="2897477" y="943800"/>
                  </a:lnTo>
                  <a:lnTo>
                    <a:pt x="2898112" y="941122"/>
                  </a:lnTo>
                  <a:lnTo>
                    <a:pt x="2898747" y="938632"/>
                  </a:lnTo>
                  <a:lnTo>
                    <a:pt x="2899382" y="936664"/>
                  </a:lnTo>
                  <a:lnTo>
                    <a:pt x="2900017" y="934502"/>
                  </a:lnTo>
                  <a:lnTo>
                    <a:pt x="2900652" y="933580"/>
                  </a:lnTo>
                  <a:lnTo>
                    <a:pt x="2901287" y="933091"/>
                  </a:lnTo>
                  <a:lnTo>
                    <a:pt x="2901921" y="932860"/>
                  </a:lnTo>
                  <a:lnTo>
                    <a:pt x="2902556" y="933380"/>
                  </a:lnTo>
                  <a:lnTo>
                    <a:pt x="2903191" y="934188"/>
                  </a:lnTo>
                  <a:lnTo>
                    <a:pt x="2903826" y="935063"/>
                  </a:lnTo>
                  <a:lnTo>
                    <a:pt x="2904461" y="936075"/>
                  </a:lnTo>
                  <a:lnTo>
                    <a:pt x="2905096" y="937260"/>
                  </a:lnTo>
                  <a:lnTo>
                    <a:pt x="2905730" y="939375"/>
                  </a:lnTo>
                  <a:lnTo>
                    <a:pt x="2906365" y="941756"/>
                  </a:lnTo>
                  <a:lnTo>
                    <a:pt x="2907000" y="944092"/>
                  </a:lnTo>
                  <a:lnTo>
                    <a:pt x="2907635" y="946593"/>
                  </a:lnTo>
                  <a:lnTo>
                    <a:pt x="2908270" y="949063"/>
                  </a:lnTo>
                  <a:lnTo>
                    <a:pt x="2908905" y="951186"/>
                  </a:lnTo>
                  <a:lnTo>
                    <a:pt x="2909540" y="955122"/>
                  </a:lnTo>
                  <a:lnTo>
                    <a:pt x="2910174" y="961562"/>
                  </a:lnTo>
                  <a:lnTo>
                    <a:pt x="2910809" y="967378"/>
                  </a:lnTo>
                  <a:lnTo>
                    <a:pt x="2911444" y="972186"/>
                  </a:lnTo>
                  <a:lnTo>
                    <a:pt x="2912079" y="974890"/>
                  </a:lnTo>
                  <a:lnTo>
                    <a:pt x="2912714" y="976703"/>
                  </a:lnTo>
                  <a:lnTo>
                    <a:pt x="2913349" y="977623"/>
                  </a:lnTo>
                  <a:lnTo>
                    <a:pt x="2913983" y="978354"/>
                  </a:lnTo>
                  <a:lnTo>
                    <a:pt x="2914618" y="978553"/>
                  </a:lnTo>
                  <a:lnTo>
                    <a:pt x="2915253" y="978468"/>
                  </a:lnTo>
                  <a:lnTo>
                    <a:pt x="2915888" y="978970"/>
                  </a:lnTo>
                  <a:lnTo>
                    <a:pt x="2916523" y="978610"/>
                  </a:lnTo>
                  <a:lnTo>
                    <a:pt x="2917158" y="977965"/>
                  </a:lnTo>
                  <a:lnTo>
                    <a:pt x="2917793" y="977576"/>
                  </a:lnTo>
                  <a:lnTo>
                    <a:pt x="2918427" y="977471"/>
                  </a:lnTo>
                  <a:lnTo>
                    <a:pt x="2919062" y="978572"/>
                  </a:lnTo>
                  <a:lnTo>
                    <a:pt x="2919697" y="979758"/>
                  </a:lnTo>
                  <a:lnTo>
                    <a:pt x="2920332" y="981447"/>
                  </a:lnTo>
                  <a:lnTo>
                    <a:pt x="2920967" y="983848"/>
                  </a:lnTo>
                  <a:lnTo>
                    <a:pt x="2921602" y="986628"/>
                  </a:lnTo>
                  <a:lnTo>
                    <a:pt x="2922236" y="989237"/>
                  </a:lnTo>
                  <a:lnTo>
                    <a:pt x="2922871" y="991211"/>
                  </a:lnTo>
                  <a:lnTo>
                    <a:pt x="2923506" y="992891"/>
                  </a:lnTo>
                  <a:lnTo>
                    <a:pt x="2924141" y="995035"/>
                  </a:lnTo>
                  <a:lnTo>
                    <a:pt x="2924776" y="996942"/>
                  </a:lnTo>
                  <a:lnTo>
                    <a:pt x="2925411" y="998214"/>
                  </a:lnTo>
                  <a:lnTo>
                    <a:pt x="2926045" y="1000605"/>
                  </a:lnTo>
                  <a:lnTo>
                    <a:pt x="2926680" y="1005055"/>
                  </a:lnTo>
                  <a:lnTo>
                    <a:pt x="2927315" y="1009601"/>
                  </a:lnTo>
                  <a:lnTo>
                    <a:pt x="2927950" y="1013538"/>
                  </a:lnTo>
                  <a:lnTo>
                    <a:pt x="2928585" y="1015987"/>
                  </a:lnTo>
                  <a:lnTo>
                    <a:pt x="2929220" y="1017514"/>
                  </a:lnTo>
                  <a:lnTo>
                    <a:pt x="2929855" y="1019232"/>
                  </a:lnTo>
                  <a:lnTo>
                    <a:pt x="2930489" y="1020997"/>
                  </a:lnTo>
                  <a:lnTo>
                    <a:pt x="2931124" y="1023227"/>
                  </a:lnTo>
                  <a:lnTo>
                    <a:pt x="2931759" y="1027250"/>
                  </a:lnTo>
                  <a:lnTo>
                    <a:pt x="2932394" y="1034186"/>
                  </a:lnTo>
                  <a:lnTo>
                    <a:pt x="2933029" y="1042432"/>
                  </a:lnTo>
                  <a:lnTo>
                    <a:pt x="2933664" y="1046918"/>
                  </a:lnTo>
                  <a:lnTo>
                    <a:pt x="2934298" y="1051839"/>
                  </a:lnTo>
                  <a:lnTo>
                    <a:pt x="2934933" y="1057729"/>
                  </a:lnTo>
                  <a:lnTo>
                    <a:pt x="2935568" y="1062759"/>
                  </a:lnTo>
                  <a:lnTo>
                    <a:pt x="2936203" y="1066038"/>
                  </a:lnTo>
                  <a:lnTo>
                    <a:pt x="2936838" y="1070300"/>
                  </a:lnTo>
                  <a:lnTo>
                    <a:pt x="2937473" y="1075625"/>
                  </a:lnTo>
                  <a:lnTo>
                    <a:pt x="2938108" y="1082621"/>
                  </a:lnTo>
                  <a:lnTo>
                    <a:pt x="2938742" y="1091607"/>
                  </a:lnTo>
                  <a:lnTo>
                    <a:pt x="2939377" y="1101528"/>
                  </a:lnTo>
                  <a:lnTo>
                    <a:pt x="2940012" y="1112400"/>
                  </a:lnTo>
                  <a:lnTo>
                    <a:pt x="2940647" y="1123201"/>
                  </a:lnTo>
                  <a:lnTo>
                    <a:pt x="2941282" y="1132990"/>
                  </a:lnTo>
                  <a:lnTo>
                    <a:pt x="2941917" y="1142796"/>
                  </a:lnTo>
                  <a:lnTo>
                    <a:pt x="2942551" y="1148953"/>
                  </a:lnTo>
                  <a:lnTo>
                    <a:pt x="2943186" y="1155309"/>
                  </a:lnTo>
                  <a:lnTo>
                    <a:pt x="2943821" y="1161594"/>
                  </a:lnTo>
                  <a:lnTo>
                    <a:pt x="2944456" y="1167749"/>
                  </a:lnTo>
                  <a:lnTo>
                    <a:pt x="2945091" y="1175614"/>
                  </a:lnTo>
                  <a:lnTo>
                    <a:pt x="2945726" y="1185844"/>
                  </a:lnTo>
                  <a:lnTo>
                    <a:pt x="2946361" y="1196740"/>
                  </a:lnTo>
                  <a:lnTo>
                    <a:pt x="2946995" y="1208125"/>
                  </a:lnTo>
                  <a:lnTo>
                    <a:pt x="2947630" y="1218958"/>
                  </a:lnTo>
                  <a:lnTo>
                    <a:pt x="2948265" y="1228771"/>
                  </a:lnTo>
                  <a:lnTo>
                    <a:pt x="2948900" y="1237848"/>
                  </a:lnTo>
                  <a:lnTo>
                    <a:pt x="2949535" y="1246617"/>
                  </a:lnTo>
                  <a:lnTo>
                    <a:pt x="2950170" y="1255611"/>
                  </a:lnTo>
                  <a:lnTo>
                    <a:pt x="2950804" y="1264646"/>
                  </a:lnTo>
                  <a:lnTo>
                    <a:pt x="2951439" y="1272563"/>
                  </a:lnTo>
                  <a:lnTo>
                    <a:pt x="2952074" y="1279987"/>
                  </a:lnTo>
                  <a:lnTo>
                    <a:pt x="2952709" y="1287535"/>
                  </a:lnTo>
                  <a:lnTo>
                    <a:pt x="2953344" y="1296146"/>
                  </a:lnTo>
                  <a:lnTo>
                    <a:pt x="2953979" y="1304163"/>
                  </a:lnTo>
                  <a:lnTo>
                    <a:pt x="2954614" y="1310638"/>
                  </a:lnTo>
                  <a:lnTo>
                    <a:pt x="2955248" y="1318466"/>
                  </a:lnTo>
                  <a:lnTo>
                    <a:pt x="2955883" y="1324937"/>
                  </a:lnTo>
                  <a:lnTo>
                    <a:pt x="2956518" y="1330764"/>
                  </a:lnTo>
                  <a:lnTo>
                    <a:pt x="2957153" y="1336685"/>
                  </a:lnTo>
                  <a:lnTo>
                    <a:pt x="2957788" y="1342672"/>
                  </a:lnTo>
                  <a:lnTo>
                    <a:pt x="2958423" y="1346888"/>
                  </a:lnTo>
                  <a:lnTo>
                    <a:pt x="2959057" y="1349642"/>
                  </a:lnTo>
                  <a:lnTo>
                    <a:pt x="2959692" y="1352626"/>
                  </a:lnTo>
                  <a:lnTo>
                    <a:pt x="2960327" y="1356544"/>
                  </a:lnTo>
                  <a:lnTo>
                    <a:pt x="2960962" y="1359642"/>
                  </a:lnTo>
                  <a:lnTo>
                    <a:pt x="2961597" y="1363108"/>
                  </a:lnTo>
                  <a:lnTo>
                    <a:pt x="2962232" y="1366926"/>
                  </a:lnTo>
                  <a:lnTo>
                    <a:pt x="2962867" y="1371208"/>
                  </a:lnTo>
                  <a:lnTo>
                    <a:pt x="2963501" y="1375240"/>
                  </a:lnTo>
                  <a:lnTo>
                    <a:pt x="2964136" y="1379880"/>
                  </a:lnTo>
                  <a:lnTo>
                    <a:pt x="2964771" y="1384263"/>
                  </a:lnTo>
                  <a:lnTo>
                    <a:pt x="2965406" y="1388587"/>
                  </a:lnTo>
                  <a:lnTo>
                    <a:pt x="2966041" y="1393084"/>
                  </a:lnTo>
                  <a:lnTo>
                    <a:pt x="2966676" y="1397836"/>
                  </a:lnTo>
                  <a:lnTo>
                    <a:pt x="2967310" y="1403192"/>
                  </a:lnTo>
                  <a:lnTo>
                    <a:pt x="2967945" y="1408994"/>
                  </a:lnTo>
                  <a:lnTo>
                    <a:pt x="2968580" y="1414997"/>
                  </a:lnTo>
                  <a:lnTo>
                    <a:pt x="2969215" y="1420926"/>
                  </a:lnTo>
                  <a:lnTo>
                    <a:pt x="2969850" y="1427710"/>
                  </a:lnTo>
                  <a:lnTo>
                    <a:pt x="2970485" y="1434178"/>
                  </a:lnTo>
                  <a:lnTo>
                    <a:pt x="2971120" y="1441399"/>
                  </a:lnTo>
                  <a:lnTo>
                    <a:pt x="2971754" y="1448427"/>
                  </a:lnTo>
                  <a:lnTo>
                    <a:pt x="2972389" y="1455293"/>
                  </a:lnTo>
                  <a:lnTo>
                    <a:pt x="2973024" y="1463186"/>
                  </a:lnTo>
                  <a:lnTo>
                    <a:pt x="2973659" y="1471337"/>
                  </a:lnTo>
                  <a:lnTo>
                    <a:pt x="2974294" y="1480355"/>
                  </a:lnTo>
                  <a:lnTo>
                    <a:pt x="2974929" y="1489285"/>
                  </a:lnTo>
                  <a:lnTo>
                    <a:pt x="2975563" y="1499757"/>
                  </a:lnTo>
                  <a:lnTo>
                    <a:pt x="2976198" y="1508929"/>
                  </a:lnTo>
                  <a:lnTo>
                    <a:pt x="2976833" y="1517129"/>
                  </a:lnTo>
                  <a:lnTo>
                    <a:pt x="2977468" y="1524289"/>
                  </a:lnTo>
                  <a:lnTo>
                    <a:pt x="2978103" y="1530022"/>
                  </a:lnTo>
                  <a:lnTo>
                    <a:pt x="2978738" y="1535089"/>
                  </a:lnTo>
                  <a:lnTo>
                    <a:pt x="2979372" y="1541219"/>
                  </a:lnTo>
                  <a:lnTo>
                    <a:pt x="2980007" y="1545461"/>
                  </a:lnTo>
                  <a:lnTo>
                    <a:pt x="2980642" y="1547548"/>
                  </a:lnTo>
                  <a:lnTo>
                    <a:pt x="2981277" y="1548298"/>
                  </a:lnTo>
                  <a:lnTo>
                    <a:pt x="2981912" y="1546932"/>
                  </a:lnTo>
                  <a:lnTo>
                    <a:pt x="2982547" y="1542462"/>
                  </a:lnTo>
                  <a:lnTo>
                    <a:pt x="2983182" y="1536579"/>
                  </a:lnTo>
                  <a:lnTo>
                    <a:pt x="2983816" y="1530260"/>
                  </a:lnTo>
                  <a:lnTo>
                    <a:pt x="2984451" y="1524130"/>
                  </a:lnTo>
                  <a:lnTo>
                    <a:pt x="2985086" y="1517601"/>
                  </a:lnTo>
                  <a:lnTo>
                    <a:pt x="2985721" y="1509821"/>
                  </a:lnTo>
                  <a:lnTo>
                    <a:pt x="2986356" y="1501328"/>
                  </a:lnTo>
                  <a:lnTo>
                    <a:pt x="2986991" y="1491868"/>
                  </a:lnTo>
                  <a:lnTo>
                    <a:pt x="2987625" y="1480490"/>
                  </a:lnTo>
                  <a:lnTo>
                    <a:pt x="2988260" y="1466893"/>
                  </a:lnTo>
                  <a:lnTo>
                    <a:pt x="2988895" y="1451606"/>
                  </a:lnTo>
                  <a:lnTo>
                    <a:pt x="2989530" y="1435655"/>
                  </a:lnTo>
                  <a:lnTo>
                    <a:pt x="2990165" y="1419410"/>
                  </a:lnTo>
                  <a:lnTo>
                    <a:pt x="2990800" y="1402786"/>
                  </a:lnTo>
                  <a:lnTo>
                    <a:pt x="2991435" y="1386522"/>
                  </a:lnTo>
                  <a:lnTo>
                    <a:pt x="2992069" y="1370951"/>
                  </a:lnTo>
                  <a:lnTo>
                    <a:pt x="2992704" y="1355057"/>
                  </a:lnTo>
                  <a:lnTo>
                    <a:pt x="2993339" y="1343336"/>
                  </a:lnTo>
                  <a:lnTo>
                    <a:pt x="2993974" y="1330664"/>
                  </a:lnTo>
                  <a:lnTo>
                    <a:pt x="2994609" y="1316941"/>
                  </a:lnTo>
                  <a:lnTo>
                    <a:pt x="2995244" y="1302530"/>
                  </a:lnTo>
                  <a:lnTo>
                    <a:pt x="2995878" y="1287652"/>
                  </a:lnTo>
                  <a:lnTo>
                    <a:pt x="2996513" y="1272873"/>
                  </a:lnTo>
                  <a:lnTo>
                    <a:pt x="2997148" y="1259381"/>
                  </a:lnTo>
                  <a:lnTo>
                    <a:pt x="2997783" y="1247035"/>
                  </a:lnTo>
                  <a:lnTo>
                    <a:pt x="2998418" y="1236209"/>
                  </a:lnTo>
                  <a:lnTo>
                    <a:pt x="2999053" y="1226474"/>
                  </a:lnTo>
                  <a:lnTo>
                    <a:pt x="2999688" y="1216943"/>
                  </a:lnTo>
                  <a:lnTo>
                    <a:pt x="3000322" y="1207719"/>
                  </a:lnTo>
                  <a:lnTo>
                    <a:pt x="3000957" y="1199352"/>
                  </a:lnTo>
                  <a:lnTo>
                    <a:pt x="3001592" y="1192362"/>
                  </a:lnTo>
                  <a:lnTo>
                    <a:pt x="3002227" y="1186620"/>
                  </a:lnTo>
                  <a:lnTo>
                    <a:pt x="3002862" y="1181948"/>
                  </a:lnTo>
                  <a:lnTo>
                    <a:pt x="3003497" y="1177469"/>
                  </a:lnTo>
                  <a:lnTo>
                    <a:pt x="3004131" y="1170827"/>
                  </a:lnTo>
                  <a:lnTo>
                    <a:pt x="3004766" y="1164109"/>
                  </a:lnTo>
                  <a:lnTo>
                    <a:pt x="3005401" y="1156916"/>
                  </a:lnTo>
                  <a:lnTo>
                    <a:pt x="3006036" y="1149373"/>
                  </a:lnTo>
                  <a:lnTo>
                    <a:pt x="3006671" y="1142569"/>
                  </a:lnTo>
                  <a:lnTo>
                    <a:pt x="3007306" y="1135301"/>
                  </a:lnTo>
                  <a:lnTo>
                    <a:pt x="3007941" y="1130521"/>
                  </a:lnTo>
                  <a:lnTo>
                    <a:pt x="3008575" y="1127552"/>
                  </a:lnTo>
                  <a:lnTo>
                    <a:pt x="3009210" y="1124494"/>
                  </a:lnTo>
                  <a:lnTo>
                    <a:pt x="3009845" y="1121587"/>
                  </a:lnTo>
                  <a:lnTo>
                    <a:pt x="3010480" y="1118807"/>
                  </a:lnTo>
                  <a:lnTo>
                    <a:pt x="3011115" y="1116004"/>
                  </a:lnTo>
                  <a:lnTo>
                    <a:pt x="3011750" y="1112876"/>
                  </a:lnTo>
                  <a:lnTo>
                    <a:pt x="3012384" y="1109354"/>
                  </a:lnTo>
                  <a:lnTo>
                    <a:pt x="3013019" y="1106090"/>
                  </a:lnTo>
                  <a:lnTo>
                    <a:pt x="3013654" y="1105788"/>
                  </a:lnTo>
                  <a:lnTo>
                    <a:pt x="3014289" y="1106104"/>
                  </a:lnTo>
                  <a:lnTo>
                    <a:pt x="3014924" y="1107554"/>
                  </a:lnTo>
                  <a:lnTo>
                    <a:pt x="3015559" y="1109522"/>
                  </a:lnTo>
                  <a:lnTo>
                    <a:pt x="3016194" y="1111960"/>
                  </a:lnTo>
                  <a:lnTo>
                    <a:pt x="3016828" y="1116379"/>
                  </a:lnTo>
                  <a:lnTo>
                    <a:pt x="3017463" y="1122392"/>
                  </a:lnTo>
                  <a:lnTo>
                    <a:pt x="3018098" y="1130303"/>
                  </a:lnTo>
                  <a:lnTo>
                    <a:pt x="3018733" y="1136713"/>
                  </a:lnTo>
                  <a:lnTo>
                    <a:pt x="3019368" y="1142777"/>
                  </a:lnTo>
                  <a:lnTo>
                    <a:pt x="3020003" y="1148321"/>
                  </a:lnTo>
                  <a:lnTo>
                    <a:pt x="3020637" y="1153570"/>
                  </a:lnTo>
                  <a:lnTo>
                    <a:pt x="3021272" y="1159231"/>
                  </a:lnTo>
                  <a:lnTo>
                    <a:pt x="3021907" y="1162140"/>
                  </a:lnTo>
                  <a:lnTo>
                    <a:pt x="3022542" y="1165590"/>
                  </a:lnTo>
                  <a:lnTo>
                    <a:pt x="3023177" y="1170610"/>
                  </a:lnTo>
                  <a:lnTo>
                    <a:pt x="3023812" y="1173205"/>
                  </a:lnTo>
                  <a:lnTo>
                    <a:pt x="3024447" y="1173984"/>
                  </a:lnTo>
                  <a:lnTo>
                    <a:pt x="3025081" y="1174142"/>
                  </a:lnTo>
                  <a:lnTo>
                    <a:pt x="3025716" y="1174069"/>
                  </a:lnTo>
                  <a:lnTo>
                    <a:pt x="3026351" y="1174105"/>
                  </a:lnTo>
                  <a:lnTo>
                    <a:pt x="3026986" y="1173940"/>
                  </a:lnTo>
                  <a:lnTo>
                    <a:pt x="3027621" y="1173500"/>
                  </a:lnTo>
                  <a:lnTo>
                    <a:pt x="3028256" y="1173126"/>
                  </a:lnTo>
                  <a:lnTo>
                    <a:pt x="3028890" y="1173022"/>
                  </a:lnTo>
                  <a:lnTo>
                    <a:pt x="3029525" y="1172603"/>
                  </a:lnTo>
                  <a:lnTo>
                    <a:pt x="3030160" y="1172074"/>
                  </a:lnTo>
                  <a:lnTo>
                    <a:pt x="3030795" y="1171404"/>
                  </a:lnTo>
                  <a:lnTo>
                    <a:pt x="3031430" y="1170174"/>
                  </a:lnTo>
                  <a:lnTo>
                    <a:pt x="3032065" y="1168823"/>
                  </a:lnTo>
                  <a:lnTo>
                    <a:pt x="3032699" y="1166722"/>
                  </a:lnTo>
                  <a:lnTo>
                    <a:pt x="3033334" y="1164085"/>
                  </a:lnTo>
                  <a:lnTo>
                    <a:pt x="3033969" y="1160941"/>
                  </a:lnTo>
                  <a:lnTo>
                    <a:pt x="3034604" y="1158397"/>
                  </a:lnTo>
                  <a:lnTo>
                    <a:pt x="3035239" y="1155121"/>
                  </a:lnTo>
                  <a:lnTo>
                    <a:pt x="3035874" y="1151970"/>
                  </a:lnTo>
                  <a:lnTo>
                    <a:pt x="3036509" y="1148527"/>
                  </a:lnTo>
                  <a:lnTo>
                    <a:pt x="3037143" y="1145341"/>
                  </a:lnTo>
                  <a:lnTo>
                    <a:pt x="3037778" y="1142391"/>
                  </a:lnTo>
                  <a:lnTo>
                    <a:pt x="3038413" y="1140225"/>
                  </a:lnTo>
                  <a:lnTo>
                    <a:pt x="3039048" y="1139584"/>
                  </a:lnTo>
                  <a:lnTo>
                    <a:pt x="3039683" y="1139213"/>
                  </a:lnTo>
                  <a:lnTo>
                    <a:pt x="3040318" y="1139232"/>
                  </a:lnTo>
                  <a:lnTo>
                    <a:pt x="3040952" y="1138818"/>
                  </a:lnTo>
                  <a:lnTo>
                    <a:pt x="3041587" y="1138309"/>
                  </a:lnTo>
                  <a:lnTo>
                    <a:pt x="3042222" y="1138242"/>
                  </a:lnTo>
                  <a:lnTo>
                    <a:pt x="3042857" y="1137926"/>
                  </a:lnTo>
                  <a:lnTo>
                    <a:pt x="3043492" y="1138892"/>
                  </a:lnTo>
                  <a:lnTo>
                    <a:pt x="3044127" y="1140757"/>
                  </a:lnTo>
                  <a:lnTo>
                    <a:pt x="3044762" y="1142319"/>
                  </a:lnTo>
                  <a:lnTo>
                    <a:pt x="3045396" y="1143362"/>
                  </a:lnTo>
                  <a:lnTo>
                    <a:pt x="3046031" y="1143883"/>
                  </a:lnTo>
                  <a:lnTo>
                    <a:pt x="3046666" y="1143901"/>
                  </a:lnTo>
                  <a:lnTo>
                    <a:pt x="3047301" y="1143682"/>
                  </a:lnTo>
                  <a:lnTo>
                    <a:pt x="3047936" y="1142756"/>
                  </a:lnTo>
                  <a:lnTo>
                    <a:pt x="3048571" y="1141690"/>
                  </a:lnTo>
                  <a:lnTo>
                    <a:pt x="3049205" y="1140634"/>
                  </a:lnTo>
                  <a:lnTo>
                    <a:pt x="3049840" y="1139364"/>
                  </a:lnTo>
                  <a:lnTo>
                    <a:pt x="3050475" y="1138245"/>
                  </a:lnTo>
                  <a:lnTo>
                    <a:pt x="3051110" y="1137448"/>
                  </a:lnTo>
                  <a:lnTo>
                    <a:pt x="3051745" y="1137152"/>
                  </a:lnTo>
                  <a:lnTo>
                    <a:pt x="3052380" y="1136756"/>
                  </a:lnTo>
                  <a:lnTo>
                    <a:pt x="3053015" y="1135507"/>
                  </a:lnTo>
                  <a:lnTo>
                    <a:pt x="3053649" y="1134074"/>
                  </a:lnTo>
                  <a:lnTo>
                    <a:pt x="3054284" y="1133184"/>
                  </a:lnTo>
                  <a:lnTo>
                    <a:pt x="3054919" y="1133690"/>
                  </a:lnTo>
                  <a:lnTo>
                    <a:pt x="3055554" y="1134742"/>
                  </a:lnTo>
                  <a:lnTo>
                    <a:pt x="3056189" y="1136719"/>
                  </a:lnTo>
                  <a:lnTo>
                    <a:pt x="3056824" y="1139398"/>
                  </a:lnTo>
                  <a:lnTo>
                    <a:pt x="3057458" y="1143140"/>
                  </a:lnTo>
                  <a:lnTo>
                    <a:pt x="3058093" y="1147159"/>
                  </a:lnTo>
                  <a:lnTo>
                    <a:pt x="3058728" y="1151087"/>
                  </a:lnTo>
                  <a:lnTo>
                    <a:pt x="3059363" y="1154328"/>
                  </a:lnTo>
                  <a:lnTo>
                    <a:pt x="3059998" y="1157910"/>
                  </a:lnTo>
                  <a:lnTo>
                    <a:pt x="3060633" y="1162314"/>
                  </a:lnTo>
                  <a:lnTo>
                    <a:pt x="3061268" y="1167382"/>
                  </a:lnTo>
                  <a:lnTo>
                    <a:pt x="3061902" y="1172565"/>
                  </a:lnTo>
                  <a:lnTo>
                    <a:pt x="3062537" y="1179003"/>
                  </a:lnTo>
                  <a:lnTo>
                    <a:pt x="3063172" y="1186367"/>
                  </a:lnTo>
                  <a:lnTo>
                    <a:pt x="3063807" y="1193316"/>
                  </a:lnTo>
                  <a:lnTo>
                    <a:pt x="3064442" y="1199370"/>
                  </a:lnTo>
                  <a:lnTo>
                    <a:pt x="3065077" y="1204670"/>
                  </a:lnTo>
                  <a:lnTo>
                    <a:pt x="3065711" y="1208848"/>
                  </a:lnTo>
                  <a:lnTo>
                    <a:pt x="3066346" y="1212869"/>
                  </a:lnTo>
                  <a:lnTo>
                    <a:pt x="3066981" y="1215576"/>
                  </a:lnTo>
                  <a:lnTo>
                    <a:pt x="3067616" y="1218324"/>
                  </a:lnTo>
                  <a:lnTo>
                    <a:pt x="3068251" y="1220036"/>
                  </a:lnTo>
                  <a:lnTo>
                    <a:pt x="3068886" y="1221120"/>
                  </a:lnTo>
                  <a:lnTo>
                    <a:pt x="3069521" y="1219750"/>
                  </a:lnTo>
                  <a:lnTo>
                    <a:pt x="3070155" y="1215375"/>
                  </a:lnTo>
                  <a:lnTo>
                    <a:pt x="3070790" y="1211950"/>
                  </a:lnTo>
                  <a:lnTo>
                    <a:pt x="3071425" y="1209321"/>
                  </a:lnTo>
                  <a:lnTo>
                    <a:pt x="3072060" y="1206029"/>
                  </a:lnTo>
                  <a:lnTo>
                    <a:pt x="3072695" y="1202565"/>
                  </a:lnTo>
                  <a:lnTo>
                    <a:pt x="3073330" y="1198827"/>
                  </a:lnTo>
                  <a:lnTo>
                    <a:pt x="3073964" y="1194746"/>
                  </a:lnTo>
                  <a:lnTo>
                    <a:pt x="3074599" y="1189822"/>
                  </a:lnTo>
                  <a:lnTo>
                    <a:pt x="3075234" y="1186912"/>
                  </a:lnTo>
                  <a:lnTo>
                    <a:pt x="3075869" y="1183072"/>
                  </a:lnTo>
                  <a:lnTo>
                    <a:pt x="3076504" y="1178854"/>
                  </a:lnTo>
                  <a:lnTo>
                    <a:pt x="3077139" y="1173373"/>
                  </a:lnTo>
                  <a:lnTo>
                    <a:pt x="3077774" y="1167129"/>
                  </a:lnTo>
                  <a:lnTo>
                    <a:pt x="3078408" y="1161038"/>
                  </a:lnTo>
                  <a:lnTo>
                    <a:pt x="3079043" y="1154406"/>
                  </a:lnTo>
                  <a:lnTo>
                    <a:pt x="3079678" y="1149489"/>
                  </a:lnTo>
                  <a:lnTo>
                    <a:pt x="3080313" y="1144556"/>
                  </a:lnTo>
                  <a:lnTo>
                    <a:pt x="3080948" y="1140133"/>
                  </a:lnTo>
                  <a:lnTo>
                    <a:pt x="3081583" y="1136108"/>
                  </a:lnTo>
                  <a:lnTo>
                    <a:pt x="3082217" y="1132149"/>
                  </a:lnTo>
                  <a:lnTo>
                    <a:pt x="3082852" y="1128267"/>
                  </a:lnTo>
                  <a:lnTo>
                    <a:pt x="3083487" y="1124690"/>
                  </a:lnTo>
                  <a:lnTo>
                    <a:pt x="3084122" y="1121818"/>
                  </a:lnTo>
                  <a:lnTo>
                    <a:pt x="3084757" y="1119796"/>
                  </a:lnTo>
                  <a:lnTo>
                    <a:pt x="3085392" y="1117491"/>
                  </a:lnTo>
                  <a:lnTo>
                    <a:pt x="3086027" y="1116013"/>
                  </a:lnTo>
                  <a:lnTo>
                    <a:pt x="3086661" y="1115101"/>
                  </a:lnTo>
                  <a:lnTo>
                    <a:pt x="3087296" y="1114429"/>
                  </a:lnTo>
                  <a:lnTo>
                    <a:pt x="3087931" y="1113780"/>
                  </a:lnTo>
                  <a:lnTo>
                    <a:pt x="3088566" y="1113182"/>
                  </a:lnTo>
                  <a:lnTo>
                    <a:pt x="3089201" y="1112088"/>
                  </a:lnTo>
                  <a:lnTo>
                    <a:pt x="3089836" y="1110850"/>
                  </a:lnTo>
                  <a:lnTo>
                    <a:pt x="3090470" y="1109053"/>
                  </a:lnTo>
                  <a:lnTo>
                    <a:pt x="3091105" y="1106929"/>
                  </a:lnTo>
                  <a:lnTo>
                    <a:pt x="3091740" y="1102564"/>
                  </a:lnTo>
                  <a:lnTo>
                    <a:pt x="3092375" y="1097990"/>
                  </a:lnTo>
                  <a:lnTo>
                    <a:pt x="3093010" y="1092325"/>
                  </a:lnTo>
                  <a:lnTo>
                    <a:pt x="3093645" y="1085341"/>
                  </a:lnTo>
                  <a:lnTo>
                    <a:pt x="3094279" y="1076830"/>
                  </a:lnTo>
                  <a:lnTo>
                    <a:pt x="3094914" y="1066582"/>
                  </a:lnTo>
                  <a:lnTo>
                    <a:pt x="3095549" y="1055727"/>
                  </a:lnTo>
                  <a:lnTo>
                    <a:pt x="3096184" y="1044482"/>
                  </a:lnTo>
                  <a:lnTo>
                    <a:pt x="3096819" y="1032261"/>
                  </a:lnTo>
                  <a:lnTo>
                    <a:pt x="3097454" y="1019299"/>
                  </a:lnTo>
                  <a:lnTo>
                    <a:pt x="3098089" y="1006128"/>
                  </a:lnTo>
                  <a:lnTo>
                    <a:pt x="3098723" y="993195"/>
                  </a:lnTo>
                  <a:lnTo>
                    <a:pt x="3099358" y="979863"/>
                  </a:lnTo>
                  <a:lnTo>
                    <a:pt x="3099993" y="966152"/>
                  </a:lnTo>
                  <a:lnTo>
                    <a:pt x="3100628" y="951662"/>
                  </a:lnTo>
                  <a:lnTo>
                    <a:pt x="3101263" y="937675"/>
                  </a:lnTo>
                  <a:lnTo>
                    <a:pt x="3101898" y="924733"/>
                  </a:lnTo>
                  <a:lnTo>
                    <a:pt x="3102532" y="913204"/>
                  </a:lnTo>
                  <a:lnTo>
                    <a:pt x="3103167" y="902481"/>
                  </a:lnTo>
                  <a:lnTo>
                    <a:pt x="3103802" y="892698"/>
                  </a:lnTo>
                  <a:lnTo>
                    <a:pt x="3104437" y="884073"/>
                  </a:lnTo>
                  <a:lnTo>
                    <a:pt x="3105072" y="876055"/>
                  </a:lnTo>
                  <a:lnTo>
                    <a:pt x="3105707" y="868520"/>
                  </a:lnTo>
                  <a:lnTo>
                    <a:pt x="3106342" y="862523"/>
                  </a:lnTo>
                  <a:lnTo>
                    <a:pt x="3106976" y="858557"/>
                  </a:lnTo>
                  <a:lnTo>
                    <a:pt x="3107611" y="855464"/>
                  </a:lnTo>
                  <a:lnTo>
                    <a:pt x="3108246" y="853604"/>
                  </a:lnTo>
                  <a:lnTo>
                    <a:pt x="3108881" y="854316"/>
                  </a:lnTo>
                  <a:lnTo>
                    <a:pt x="3109516" y="858652"/>
                  </a:lnTo>
                  <a:lnTo>
                    <a:pt x="3110151" y="865702"/>
                  </a:lnTo>
                  <a:lnTo>
                    <a:pt x="3110785" y="873967"/>
                  </a:lnTo>
                  <a:lnTo>
                    <a:pt x="3111420" y="882289"/>
                  </a:lnTo>
                  <a:lnTo>
                    <a:pt x="3112055" y="890791"/>
                  </a:lnTo>
                  <a:lnTo>
                    <a:pt x="3112690" y="901437"/>
                  </a:lnTo>
                  <a:lnTo>
                    <a:pt x="3113325" y="913412"/>
                  </a:lnTo>
                  <a:lnTo>
                    <a:pt x="3113960" y="926431"/>
                  </a:lnTo>
                  <a:lnTo>
                    <a:pt x="3114595" y="941566"/>
                  </a:lnTo>
                  <a:lnTo>
                    <a:pt x="3115229" y="958598"/>
                  </a:lnTo>
                  <a:lnTo>
                    <a:pt x="3115864" y="976779"/>
                  </a:lnTo>
                  <a:lnTo>
                    <a:pt x="3116499" y="995112"/>
                  </a:lnTo>
                  <a:lnTo>
                    <a:pt x="3117134" y="1013567"/>
                  </a:lnTo>
                  <a:lnTo>
                    <a:pt x="3117769" y="1032052"/>
                  </a:lnTo>
                  <a:lnTo>
                    <a:pt x="3118404" y="1050005"/>
                  </a:lnTo>
                  <a:lnTo>
                    <a:pt x="3119038" y="1067341"/>
                  </a:lnTo>
                  <a:lnTo>
                    <a:pt x="3119673" y="1084981"/>
                  </a:lnTo>
                  <a:lnTo>
                    <a:pt x="3120308" y="1098229"/>
                  </a:lnTo>
                  <a:lnTo>
                    <a:pt x="3120943" y="1111745"/>
                  </a:lnTo>
                  <a:lnTo>
                    <a:pt x="3121578" y="1125450"/>
                  </a:lnTo>
                  <a:lnTo>
                    <a:pt x="3122213" y="1138570"/>
                  </a:lnTo>
                  <a:lnTo>
                    <a:pt x="3122848" y="1151798"/>
                  </a:lnTo>
                  <a:lnTo>
                    <a:pt x="3123482" y="1164897"/>
                  </a:lnTo>
                  <a:lnTo>
                    <a:pt x="3124117" y="1176899"/>
                  </a:lnTo>
                  <a:lnTo>
                    <a:pt x="3124752" y="1187774"/>
                  </a:lnTo>
                  <a:lnTo>
                    <a:pt x="3125387" y="1197101"/>
                  </a:lnTo>
                  <a:lnTo>
                    <a:pt x="3126022" y="1205024"/>
                  </a:lnTo>
                  <a:lnTo>
                    <a:pt x="3126657" y="1211423"/>
                  </a:lnTo>
                  <a:lnTo>
                    <a:pt x="3127291" y="1216225"/>
                  </a:lnTo>
                  <a:lnTo>
                    <a:pt x="3127926" y="1219582"/>
                  </a:lnTo>
                  <a:lnTo>
                    <a:pt x="3128561" y="1221116"/>
                  </a:lnTo>
                  <a:lnTo>
                    <a:pt x="3129196" y="1220871"/>
                  </a:lnTo>
                  <a:lnTo>
                    <a:pt x="3129831" y="1219175"/>
                  </a:lnTo>
                  <a:lnTo>
                    <a:pt x="3130466" y="1216946"/>
                  </a:lnTo>
                  <a:lnTo>
                    <a:pt x="3131101" y="1217278"/>
                  </a:lnTo>
                  <a:lnTo>
                    <a:pt x="3131735" y="1218293"/>
                  </a:lnTo>
                  <a:lnTo>
                    <a:pt x="3132370" y="1219565"/>
                  </a:lnTo>
                  <a:lnTo>
                    <a:pt x="3133005" y="1221320"/>
                  </a:lnTo>
                  <a:lnTo>
                    <a:pt x="3133640" y="1223247"/>
                  </a:lnTo>
                  <a:lnTo>
                    <a:pt x="3134275" y="1226368"/>
                  </a:lnTo>
                  <a:lnTo>
                    <a:pt x="3134910" y="1228065"/>
                  </a:lnTo>
                  <a:lnTo>
                    <a:pt x="3135544" y="1228917"/>
                  </a:lnTo>
                  <a:lnTo>
                    <a:pt x="3136179" y="1231718"/>
                  </a:lnTo>
                  <a:lnTo>
                    <a:pt x="3136814" y="1236666"/>
                  </a:lnTo>
                  <a:lnTo>
                    <a:pt x="3137449" y="1243042"/>
                  </a:lnTo>
                  <a:lnTo>
                    <a:pt x="3138084" y="1250960"/>
                  </a:lnTo>
                  <a:lnTo>
                    <a:pt x="3138719" y="1260597"/>
                  </a:lnTo>
                  <a:lnTo>
                    <a:pt x="3139354" y="1271805"/>
                  </a:lnTo>
                  <a:lnTo>
                    <a:pt x="3139988" y="1283942"/>
                  </a:lnTo>
                  <a:lnTo>
                    <a:pt x="3140623" y="1293884"/>
                  </a:lnTo>
                  <a:lnTo>
                    <a:pt x="3141258" y="1303578"/>
                  </a:lnTo>
                  <a:lnTo>
                    <a:pt x="3141893" y="1313240"/>
                  </a:lnTo>
                  <a:lnTo>
                    <a:pt x="3142528" y="1322887"/>
                  </a:lnTo>
                  <a:lnTo>
                    <a:pt x="3143163" y="1332699"/>
                  </a:lnTo>
                  <a:lnTo>
                    <a:pt x="3143797" y="1342095"/>
                  </a:lnTo>
                  <a:lnTo>
                    <a:pt x="3144432" y="1351170"/>
                  </a:lnTo>
                  <a:lnTo>
                    <a:pt x="3145067" y="1359969"/>
                  </a:lnTo>
                  <a:lnTo>
                    <a:pt x="3145702" y="1370828"/>
                  </a:lnTo>
                  <a:lnTo>
                    <a:pt x="3146337" y="1381550"/>
                  </a:lnTo>
                  <a:lnTo>
                    <a:pt x="3146972" y="1392527"/>
                  </a:lnTo>
                  <a:lnTo>
                    <a:pt x="3147606" y="1403181"/>
                  </a:lnTo>
                  <a:lnTo>
                    <a:pt x="3148241" y="1412911"/>
                  </a:lnTo>
                  <a:lnTo>
                    <a:pt x="3148876" y="1421493"/>
                  </a:lnTo>
                  <a:lnTo>
                    <a:pt x="3149511" y="1429717"/>
                  </a:lnTo>
                  <a:lnTo>
                    <a:pt x="3150146" y="1437488"/>
                  </a:lnTo>
                  <a:lnTo>
                    <a:pt x="3150781" y="1444322"/>
                  </a:lnTo>
                  <a:lnTo>
                    <a:pt x="3151416" y="1450962"/>
                  </a:lnTo>
                  <a:lnTo>
                    <a:pt x="3152050" y="1456987"/>
                  </a:lnTo>
                  <a:lnTo>
                    <a:pt x="3152685" y="1462315"/>
                  </a:lnTo>
                  <a:lnTo>
                    <a:pt x="3153320" y="1467306"/>
                  </a:lnTo>
                  <a:lnTo>
                    <a:pt x="3153955" y="1471567"/>
                  </a:lnTo>
                  <a:lnTo>
                    <a:pt x="3154590" y="1475466"/>
                  </a:lnTo>
                  <a:lnTo>
                    <a:pt x="3155225" y="1478878"/>
                  </a:lnTo>
                  <a:lnTo>
                    <a:pt x="3155859" y="1481369"/>
                  </a:lnTo>
                  <a:lnTo>
                    <a:pt x="3156494" y="1483224"/>
                  </a:lnTo>
                  <a:lnTo>
                    <a:pt x="3157129" y="1484311"/>
                  </a:lnTo>
                  <a:lnTo>
                    <a:pt x="3157764" y="1485198"/>
                  </a:lnTo>
                  <a:lnTo>
                    <a:pt x="3158399" y="1485909"/>
                  </a:lnTo>
                  <a:lnTo>
                    <a:pt x="3159034" y="1485566"/>
                  </a:lnTo>
                  <a:lnTo>
                    <a:pt x="3159669" y="1483923"/>
                  </a:lnTo>
                  <a:lnTo>
                    <a:pt x="3160303" y="1480919"/>
                  </a:lnTo>
                  <a:lnTo>
                    <a:pt x="3160938" y="1476773"/>
                  </a:lnTo>
                  <a:lnTo>
                    <a:pt x="3161573" y="1472603"/>
                  </a:lnTo>
                  <a:lnTo>
                    <a:pt x="3162208" y="1468312"/>
                  </a:lnTo>
                  <a:lnTo>
                    <a:pt x="3162843" y="1463382"/>
                  </a:lnTo>
                  <a:lnTo>
                    <a:pt x="3163478" y="1458466"/>
                  </a:lnTo>
                  <a:lnTo>
                    <a:pt x="3164112" y="1453105"/>
                  </a:lnTo>
                  <a:lnTo>
                    <a:pt x="3164747" y="1446776"/>
                  </a:lnTo>
                  <a:lnTo>
                    <a:pt x="3165382" y="1440338"/>
                  </a:lnTo>
                  <a:lnTo>
                    <a:pt x="3166017" y="1433786"/>
                  </a:lnTo>
                  <a:lnTo>
                    <a:pt x="3166652" y="1427364"/>
                  </a:lnTo>
                  <a:lnTo>
                    <a:pt x="3167287" y="1420124"/>
                  </a:lnTo>
                  <a:lnTo>
                    <a:pt x="3167922" y="1412500"/>
                  </a:lnTo>
                  <a:lnTo>
                    <a:pt x="3168556" y="1405893"/>
                  </a:lnTo>
                  <a:lnTo>
                    <a:pt x="3169191" y="1399954"/>
                  </a:lnTo>
                  <a:lnTo>
                    <a:pt x="3169826" y="1395259"/>
                  </a:lnTo>
                  <a:lnTo>
                    <a:pt x="3170461" y="1391447"/>
                  </a:lnTo>
                  <a:lnTo>
                    <a:pt x="3171096" y="1387532"/>
                  </a:lnTo>
                  <a:lnTo>
                    <a:pt x="3171731" y="1384139"/>
                  </a:lnTo>
                  <a:lnTo>
                    <a:pt x="3172365" y="1381245"/>
                  </a:lnTo>
                  <a:lnTo>
                    <a:pt x="3173000" y="1378608"/>
                  </a:lnTo>
                  <a:lnTo>
                    <a:pt x="3173635" y="1375886"/>
                  </a:lnTo>
                  <a:lnTo>
                    <a:pt x="3174270" y="1375309"/>
                  </a:lnTo>
                  <a:lnTo>
                    <a:pt x="3174905" y="1374831"/>
                  </a:lnTo>
                  <a:lnTo>
                    <a:pt x="3175540" y="1374307"/>
                  </a:lnTo>
                  <a:lnTo>
                    <a:pt x="3176175" y="1373796"/>
                  </a:lnTo>
                  <a:lnTo>
                    <a:pt x="3176809" y="1374295"/>
                  </a:lnTo>
                  <a:lnTo>
                    <a:pt x="3177444" y="1376715"/>
                  </a:lnTo>
                  <a:lnTo>
                    <a:pt x="3178079" y="1378694"/>
                  </a:lnTo>
                  <a:lnTo>
                    <a:pt x="3178714" y="1380015"/>
                  </a:lnTo>
                  <a:lnTo>
                    <a:pt x="3179349" y="1381598"/>
                  </a:lnTo>
                  <a:lnTo>
                    <a:pt x="3179984" y="1382960"/>
                  </a:lnTo>
                  <a:lnTo>
                    <a:pt x="3180618" y="1383757"/>
                  </a:lnTo>
                  <a:lnTo>
                    <a:pt x="3181253" y="1385262"/>
                  </a:lnTo>
                  <a:lnTo>
                    <a:pt x="3181888" y="1386059"/>
                  </a:lnTo>
                  <a:lnTo>
                    <a:pt x="3182523" y="1386536"/>
                  </a:lnTo>
                  <a:lnTo>
                    <a:pt x="3183158" y="1386057"/>
                  </a:lnTo>
                  <a:lnTo>
                    <a:pt x="3183793" y="1385486"/>
                  </a:lnTo>
                  <a:lnTo>
                    <a:pt x="3184428" y="1385409"/>
                  </a:lnTo>
                  <a:lnTo>
                    <a:pt x="3185062" y="1385180"/>
                  </a:lnTo>
                  <a:lnTo>
                    <a:pt x="3185697" y="1384886"/>
                  </a:lnTo>
                  <a:lnTo>
                    <a:pt x="3186332" y="1384954"/>
                  </a:lnTo>
                  <a:lnTo>
                    <a:pt x="3186967" y="1384876"/>
                  </a:lnTo>
                  <a:lnTo>
                    <a:pt x="3187602" y="1385272"/>
                  </a:lnTo>
                  <a:lnTo>
                    <a:pt x="3188237" y="1385513"/>
                  </a:lnTo>
                  <a:lnTo>
                    <a:pt x="3188871" y="1385596"/>
                  </a:lnTo>
                  <a:lnTo>
                    <a:pt x="3189506" y="1385094"/>
                  </a:lnTo>
                  <a:lnTo>
                    <a:pt x="3190141" y="1384789"/>
                  </a:lnTo>
                  <a:lnTo>
                    <a:pt x="3190776" y="1384004"/>
                  </a:lnTo>
                  <a:lnTo>
                    <a:pt x="3191411" y="1383183"/>
                  </a:lnTo>
                  <a:lnTo>
                    <a:pt x="3192046" y="1382956"/>
                  </a:lnTo>
                  <a:lnTo>
                    <a:pt x="3192681" y="1383888"/>
                  </a:lnTo>
                  <a:lnTo>
                    <a:pt x="3193315" y="1384784"/>
                  </a:lnTo>
                  <a:lnTo>
                    <a:pt x="3193950" y="1386015"/>
                  </a:lnTo>
                  <a:lnTo>
                    <a:pt x="3194585" y="1387337"/>
                  </a:lnTo>
                  <a:lnTo>
                    <a:pt x="3195220" y="1390332"/>
                  </a:lnTo>
                  <a:lnTo>
                    <a:pt x="3195855" y="1393558"/>
                  </a:lnTo>
                  <a:lnTo>
                    <a:pt x="3196490" y="1398521"/>
                  </a:lnTo>
                  <a:lnTo>
                    <a:pt x="3197124" y="1405335"/>
                  </a:lnTo>
                  <a:lnTo>
                    <a:pt x="3197759" y="1410534"/>
                  </a:lnTo>
                  <a:lnTo>
                    <a:pt x="3198394" y="1414097"/>
                  </a:lnTo>
                  <a:lnTo>
                    <a:pt x="3199029" y="1416191"/>
                  </a:lnTo>
                  <a:lnTo>
                    <a:pt x="3199664" y="1416439"/>
                  </a:lnTo>
                  <a:lnTo>
                    <a:pt x="3200299" y="1416777"/>
                  </a:lnTo>
                  <a:lnTo>
                    <a:pt x="3200933" y="1417514"/>
                  </a:lnTo>
                  <a:lnTo>
                    <a:pt x="3201568" y="1419394"/>
                  </a:lnTo>
                  <a:lnTo>
                    <a:pt x="3202203" y="1418904"/>
                  </a:lnTo>
                  <a:lnTo>
                    <a:pt x="3202838" y="1419057"/>
                  </a:lnTo>
                  <a:lnTo>
                    <a:pt x="3203473" y="1420117"/>
                  </a:lnTo>
                  <a:lnTo>
                    <a:pt x="3204108" y="1421857"/>
                  </a:lnTo>
                  <a:lnTo>
                    <a:pt x="3204743" y="1423411"/>
                  </a:lnTo>
                  <a:lnTo>
                    <a:pt x="3205377" y="1425094"/>
                  </a:lnTo>
                  <a:lnTo>
                    <a:pt x="3206012" y="1427051"/>
                  </a:lnTo>
                  <a:lnTo>
                    <a:pt x="3206647" y="1426702"/>
                  </a:lnTo>
                  <a:lnTo>
                    <a:pt x="3207282" y="1426334"/>
                  </a:lnTo>
                  <a:lnTo>
                    <a:pt x="3207917" y="1426809"/>
                  </a:lnTo>
                  <a:lnTo>
                    <a:pt x="3208552" y="1427623"/>
                  </a:lnTo>
                  <a:lnTo>
                    <a:pt x="3209186" y="1430132"/>
                  </a:lnTo>
                  <a:lnTo>
                    <a:pt x="3209821" y="1433682"/>
                  </a:lnTo>
                  <a:lnTo>
                    <a:pt x="3210456" y="1435540"/>
                  </a:lnTo>
                  <a:lnTo>
                    <a:pt x="3211091" y="1436601"/>
                  </a:lnTo>
                  <a:lnTo>
                    <a:pt x="3211726" y="1436791"/>
                  </a:lnTo>
                  <a:lnTo>
                    <a:pt x="3212361" y="1437180"/>
                  </a:lnTo>
                  <a:lnTo>
                    <a:pt x="3212996" y="1437015"/>
                  </a:lnTo>
                  <a:lnTo>
                    <a:pt x="3213630" y="1436542"/>
                  </a:lnTo>
                  <a:lnTo>
                    <a:pt x="3214265" y="1435402"/>
                  </a:lnTo>
                  <a:lnTo>
                    <a:pt x="3214900" y="1433565"/>
                  </a:lnTo>
                  <a:lnTo>
                    <a:pt x="3215535" y="1430633"/>
                  </a:lnTo>
                  <a:lnTo>
                    <a:pt x="3216170" y="1426660"/>
                  </a:lnTo>
                  <a:lnTo>
                    <a:pt x="3216805" y="1424190"/>
                  </a:lnTo>
                  <a:lnTo>
                    <a:pt x="3217439" y="1421727"/>
                  </a:lnTo>
                  <a:lnTo>
                    <a:pt x="3218074" y="1418970"/>
                  </a:lnTo>
                  <a:lnTo>
                    <a:pt x="3218709" y="1418120"/>
                  </a:lnTo>
                  <a:lnTo>
                    <a:pt x="3219344" y="1418324"/>
                  </a:lnTo>
                  <a:lnTo>
                    <a:pt x="3219979" y="1419506"/>
                  </a:lnTo>
                  <a:lnTo>
                    <a:pt x="3220614" y="1420664"/>
                  </a:lnTo>
                  <a:lnTo>
                    <a:pt x="3221249" y="1422232"/>
                  </a:lnTo>
                  <a:lnTo>
                    <a:pt x="3221883" y="1424320"/>
                  </a:lnTo>
                  <a:lnTo>
                    <a:pt x="3222518" y="1425755"/>
                  </a:lnTo>
                  <a:lnTo>
                    <a:pt x="3223153" y="1426724"/>
                  </a:lnTo>
                  <a:lnTo>
                    <a:pt x="3223788" y="1428068"/>
                  </a:lnTo>
                  <a:lnTo>
                    <a:pt x="3224423" y="1429800"/>
                  </a:lnTo>
                  <a:lnTo>
                    <a:pt x="3225058" y="1431333"/>
                  </a:lnTo>
                  <a:lnTo>
                    <a:pt x="3225692" y="1432532"/>
                  </a:lnTo>
                  <a:lnTo>
                    <a:pt x="3226327" y="1434355"/>
                  </a:lnTo>
                  <a:lnTo>
                    <a:pt x="3226962" y="1433149"/>
                  </a:lnTo>
                  <a:lnTo>
                    <a:pt x="3227597" y="1432644"/>
                  </a:lnTo>
                  <a:lnTo>
                    <a:pt x="3228232" y="1431885"/>
                  </a:lnTo>
                  <a:lnTo>
                    <a:pt x="3228867" y="1430322"/>
                  </a:lnTo>
                  <a:lnTo>
                    <a:pt x="3229502" y="1427812"/>
                  </a:lnTo>
                  <a:lnTo>
                    <a:pt x="3230136" y="1425158"/>
                  </a:lnTo>
                  <a:lnTo>
                    <a:pt x="3230771" y="1422770"/>
                  </a:lnTo>
                  <a:lnTo>
                    <a:pt x="3231406" y="1420403"/>
                  </a:lnTo>
                  <a:lnTo>
                    <a:pt x="3232041" y="1418521"/>
                  </a:lnTo>
                  <a:lnTo>
                    <a:pt x="3232676" y="1416996"/>
                  </a:lnTo>
                  <a:lnTo>
                    <a:pt x="3233311" y="1415243"/>
                  </a:lnTo>
                  <a:lnTo>
                    <a:pt x="3233945" y="1413362"/>
                  </a:lnTo>
                  <a:lnTo>
                    <a:pt x="3234580" y="1411731"/>
                  </a:lnTo>
                  <a:lnTo>
                    <a:pt x="3235215" y="1409790"/>
                  </a:lnTo>
                  <a:lnTo>
                    <a:pt x="3235850" y="1407395"/>
                  </a:lnTo>
                  <a:lnTo>
                    <a:pt x="3236485" y="1403830"/>
                  </a:lnTo>
                  <a:lnTo>
                    <a:pt x="3237120" y="1398844"/>
                  </a:lnTo>
                  <a:lnTo>
                    <a:pt x="3237755" y="1393100"/>
                  </a:lnTo>
                  <a:lnTo>
                    <a:pt x="3238389" y="1387000"/>
                  </a:lnTo>
                  <a:lnTo>
                    <a:pt x="3239024" y="1381243"/>
                  </a:lnTo>
                  <a:lnTo>
                    <a:pt x="3239659" y="1374776"/>
                  </a:lnTo>
                  <a:lnTo>
                    <a:pt x="3240294" y="1367312"/>
                  </a:lnTo>
                  <a:lnTo>
                    <a:pt x="3240929" y="1356485"/>
                  </a:lnTo>
                  <a:lnTo>
                    <a:pt x="3241564" y="1348218"/>
                  </a:lnTo>
                  <a:lnTo>
                    <a:pt x="3242198" y="1339217"/>
                  </a:lnTo>
                  <a:lnTo>
                    <a:pt x="3242833" y="1329737"/>
                  </a:lnTo>
                  <a:lnTo>
                    <a:pt x="3243468" y="1319717"/>
                  </a:lnTo>
                  <a:lnTo>
                    <a:pt x="3244103" y="1310168"/>
                  </a:lnTo>
                  <a:lnTo>
                    <a:pt x="3244738" y="1301564"/>
                  </a:lnTo>
                  <a:lnTo>
                    <a:pt x="3245373" y="1292848"/>
                  </a:lnTo>
                  <a:lnTo>
                    <a:pt x="3246008" y="1283826"/>
                  </a:lnTo>
                  <a:lnTo>
                    <a:pt x="3246642" y="1274612"/>
                  </a:lnTo>
                  <a:lnTo>
                    <a:pt x="3247277" y="1265033"/>
                  </a:lnTo>
                  <a:lnTo>
                    <a:pt x="3247912" y="1254707"/>
                  </a:lnTo>
                  <a:lnTo>
                    <a:pt x="3248547" y="1247424"/>
                  </a:lnTo>
                  <a:lnTo>
                    <a:pt x="3249182" y="1240420"/>
                  </a:lnTo>
                  <a:lnTo>
                    <a:pt x="3249817" y="1234722"/>
                  </a:lnTo>
                  <a:lnTo>
                    <a:pt x="3250451" y="1228442"/>
                  </a:lnTo>
                  <a:lnTo>
                    <a:pt x="3251086" y="1222860"/>
                  </a:lnTo>
                  <a:lnTo>
                    <a:pt x="3251721" y="1216119"/>
                  </a:lnTo>
                  <a:lnTo>
                    <a:pt x="3252356" y="1209328"/>
                  </a:lnTo>
                  <a:lnTo>
                    <a:pt x="3252991" y="1202684"/>
                  </a:lnTo>
                  <a:lnTo>
                    <a:pt x="3253626" y="1196772"/>
                  </a:lnTo>
                  <a:lnTo>
                    <a:pt x="3254261" y="1193221"/>
                  </a:lnTo>
                  <a:lnTo>
                    <a:pt x="3254895" y="1190117"/>
                  </a:lnTo>
                  <a:lnTo>
                    <a:pt x="3255530" y="1187092"/>
                  </a:lnTo>
                  <a:lnTo>
                    <a:pt x="3256165" y="1184050"/>
                  </a:lnTo>
                  <a:lnTo>
                    <a:pt x="3256800" y="1181704"/>
                  </a:lnTo>
                  <a:lnTo>
                    <a:pt x="3257435" y="1179549"/>
                  </a:lnTo>
                  <a:lnTo>
                    <a:pt x="3258070" y="1175481"/>
                  </a:lnTo>
                  <a:lnTo>
                    <a:pt x="3258704" y="1170869"/>
                  </a:lnTo>
                  <a:lnTo>
                    <a:pt x="3259339" y="1165415"/>
                  </a:lnTo>
                  <a:lnTo>
                    <a:pt x="3259974" y="1160400"/>
                  </a:lnTo>
                  <a:lnTo>
                    <a:pt x="3260609" y="1155468"/>
                  </a:lnTo>
                  <a:lnTo>
                    <a:pt x="3261244" y="1150021"/>
                  </a:lnTo>
                  <a:lnTo>
                    <a:pt x="3261879" y="1144143"/>
                  </a:lnTo>
                  <a:lnTo>
                    <a:pt x="3262513" y="1137635"/>
                  </a:lnTo>
                  <a:lnTo>
                    <a:pt x="3263148" y="1129038"/>
                  </a:lnTo>
                  <a:lnTo>
                    <a:pt x="3263783" y="1118319"/>
                  </a:lnTo>
                  <a:lnTo>
                    <a:pt x="3264418" y="1106430"/>
                  </a:lnTo>
                  <a:lnTo>
                    <a:pt x="3265053" y="1094233"/>
                  </a:lnTo>
                  <a:lnTo>
                    <a:pt x="3265688" y="1083539"/>
                  </a:lnTo>
                  <a:lnTo>
                    <a:pt x="3266323" y="1072863"/>
                  </a:lnTo>
                  <a:lnTo>
                    <a:pt x="3266957" y="1060633"/>
                  </a:lnTo>
                  <a:lnTo>
                    <a:pt x="3267592" y="1049830"/>
                  </a:lnTo>
                  <a:lnTo>
                    <a:pt x="3268227" y="1038851"/>
                  </a:lnTo>
                  <a:lnTo>
                    <a:pt x="3268862" y="1027280"/>
                  </a:lnTo>
                  <a:lnTo>
                    <a:pt x="3269497" y="1016420"/>
                  </a:lnTo>
                  <a:lnTo>
                    <a:pt x="3270132" y="1005991"/>
                  </a:lnTo>
                  <a:lnTo>
                    <a:pt x="3270766" y="996454"/>
                  </a:lnTo>
                  <a:lnTo>
                    <a:pt x="3271401" y="986670"/>
                  </a:lnTo>
                  <a:lnTo>
                    <a:pt x="3272036" y="976464"/>
                  </a:lnTo>
                  <a:lnTo>
                    <a:pt x="3272671" y="966280"/>
                  </a:lnTo>
                  <a:lnTo>
                    <a:pt x="3273306" y="955854"/>
                  </a:lnTo>
                  <a:lnTo>
                    <a:pt x="3273941" y="945308"/>
                  </a:lnTo>
                  <a:lnTo>
                    <a:pt x="3274576" y="934312"/>
                  </a:lnTo>
                  <a:lnTo>
                    <a:pt x="3275210" y="923044"/>
                  </a:lnTo>
                  <a:lnTo>
                    <a:pt x="3275845" y="910299"/>
                  </a:lnTo>
                  <a:lnTo>
                    <a:pt x="3276480" y="897171"/>
                  </a:lnTo>
                  <a:lnTo>
                    <a:pt x="3277115" y="883707"/>
                  </a:lnTo>
                  <a:lnTo>
                    <a:pt x="3277750" y="869667"/>
                  </a:lnTo>
                  <a:lnTo>
                    <a:pt x="3278385" y="856813"/>
                  </a:lnTo>
                  <a:lnTo>
                    <a:pt x="3279019" y="844456"/>
                  </a:lnTo>
                  <a:lnTo>
                    <a:pt x="3279654" y="830399"/>
                  </a:lnTo>
                  <a:lnTo>
                    <a:pt x="3280289" y="818024"/>
                  </a:lnTo>
                  <a:lnTo>
                    <a:pt x="3280924" y="806537"/>
                  </a:lnTo>
                  <a:lnTo>
                    <a:pt x="3281559" y="794470"/>
                  </a:lnTo>
                  <a:lnTo>
                    <a:pt x="3282194" y="781669"/>
                  </a:lnTo>
                  <a:lnTo>
                    <a:pt x="3282829" y="769842"/>
                  </a:lnTo>
                  <a:lnTo>
                    <a:pt x="3283463" y="760323"/>
                  </a:lnTo>
                  <a:lnTo>
                    <a:pt x="3284098" y="751891"/>
                  </a:lnTo>
                  <a:lnTo>
                    <a:pt x="3284733" y="745096"/>
                  </a:lnTo>
                  <a:lnTo>
                    <a:pt x="3285368" y="739508"/>
                  </a:lnTo>
                  <a:lnTo>
                    <a:pt x="3286003" y="735925"/>
                  </a:lnTo>
                  <a:lnTo>
                    <a:pt x="3286638" y="734207"/>
                  </a:lnTo>
                  <a:lnTo>
                    <a:pt x="3287272" y="734218"/>
                  </a:lnTo>
                  <a:lnTo>
                    <a:pt x="3287907" y="735705"/>
                  </a:lnTo>
                  <a:lnTo>
                    <a:pt x="3288542" y="737082"/>
                  </a:lnTo>
                  <a:lnTo>
                    <a:pt x="3289177" y="739003"/>
                  </a:lnTo>
                  <a:lnTo>
                    <a:pt x="3289812" y="740396"/>
                  </a:lnTo>
                  <a:lnTo>
                    <a:pt x="3290447" y="740752"/>
                  </a:lnTo>
                  <a:lnTo>
                    <a:pt x="3291082" y="742053"/>
                  </a:lnTo>
                  <a:lnTo>
                    <a:pt x="3291716" y="744060"/>
                  </a:lnTo>
                  <a:lnTo>
                    <a:pt x="3292351" y="745980"/>
                  </a:lnTo>
                  <a:lnTo>
                    <a:pt x="3292986" y="747512"/>
                  </a:lnTo>
                  <a:lnTo>
                    <a:pt x="3293621" y="749019"/>
                  </a:lnTo>
                  <a:lnTo>
                    <a:pt x="3294256" y="750335"/>
                  </a:lnTo>
                  <a:lnTo>
                    <a:pt x="3294891" y="751163"/>
                  </a:lnTo>
                  <a:lnTo>
                    <a:pt x="3295525" y="750933"/>
                  </a:lnTo>
                  <a:lnTo>
                    <a:pt x="3296160" y="749887"/>
                  </a:lnTo>
                  <a:lnTo>
                    <a:pt x="3296795" y="748048"/>
                  </a:lnTo>
                  <a:lnTo>
                    <a:pt x="3297430" y="745537"/>
                  </a:lnTo>
                  <a:lnTo>
                    <a:pt x="3298065" y="742835"/>
                  </a:lnTo>
                  <a:lnTo>
                    <a:pt x="3298700" y="737831"/>
                  </a:lnTo>
                  <a:lnTo>
                    <a:pt x="3299335" y="734033"/>
                  </a:lnTo>
                  <a:lnTo>
                    <a:pt x="3299969" y="730525"/>
                  </a:lnTo>
                  <a:lnTo>
                    <a:pt x="3300604" y="728051"/>
                  </a:lnTo>
                  <a:lnTo>
                    <a:pt x="3301239" y="723934"/>
                  </a:lnTo>
                  <a:lnTo>
                    <a:pt x="3301874" y="719849"/>
                  </a:lnTo>
                  <a:lnTo>
                    <a:pt x="3302509" y="715393"/>
                  </a:lnTo>
                  <a:lnTo>
                    <a:pt x="3303144" y="710836"/>
                  </a:lnTo>
                  <a:lnTo>
                    <a:pt x="3303778" y="707621"/>
                  </a:lnTo>
                  <a:lnTo>
                    <a:pt x="3304413" y="702336"/>
                  </a:lnTo>
                  <a:lnTo>
                    <a:pt x="3305048" y="696242"/>
                  </a:lnTo>
                  <a:lnTo>
                    <a:pt x="3305683" y="691328"/>
                  </a:lnTo>
                  <a:lnTo>
                    <a:pt x="3306318" y="686734"/>
                  </a:lnTo>
                  <a:lnTo>
                    <a:pt x="3306953" y="682483"/>
                  </a:lnTo>
                  <a:lnTo>
                    <a:pt x="3307588" y="678463"/>
                  </a:lnTo>
                  <a:lnTo>
                    <a:pt x="3308222" y="673790"/>
                  </a:lnTo>
                  <a:lnTo>
                    <a:pt x="3308857" y="668662"/>
                  </a:lnTo>
                  <a:lnTo>
                    <a:pt x="3309492" y="663557"/>
                  </a:lnTo>
                  <a:lnTo>
                    <a:pt x="3310127" y="659003"/>
                  </a:lnTo>
                  <a:lnTo>
                    <a:pt x="3310762" y="654364"/>
                  </a:lnTo>
                  <a:lnTo>
                    <a:pt x="3311397" y="649265"/>
                  </a:lnTo>
                  <a:lnTo>
                    <a:pt x="3312031" y="643087"/>
                  </a:lnTo>
                  <a:lnTo>
                    <a:pt x="3312666" y="637684"/>
                  </a:lnTo>
                  <a:lnTo>
                    <a:pt x="3313301" y="632166"/>
                  </a:lnTo>
                  <a:lnTo>
                    <a:pt x="3313936" y="627807"/>
                  </a:lnTo>
                  <a:lnTo>
                    <a:pt x="3314571" y="624019"/>
                  </a:lnTo>
                  <a:lnTo>
                    <a:pt x="3315206" y="620489"/>
                  </a:lnTo>
                  <a:lnTo>
                    <a:pt x="3315840" y="616767"/>
                  </a:lnTo>
                  <a:lnTo>
                    <a:pt x="3316475" y="614182"/>
                  </a:lnTo>
                  <a:lnTo>
                    <a:pt x="3317110" y="611805"/>
                  </a:lnTo>
                  <a:lnTo>
                    <a:pt x="3317745" y="609988"/>
                  </a:lnTo>
                  <a:lnTo>
                    <a:pt x="3318380" y="608723"/>
                  </a:lnTo>
                  <a:lnTo>
                    <a:pt x="3319015" y="607454"/>
                  </a:lnTo>
                  <a:lnTo>
                    <a:pt x="3319650" y="605614"/>
                  </a:lnTo>
                  <a:lnTo>
                    <a:pt x="3320284" y="603766"/>
                  </a:lnTo>
                  <a:lnTo>
                    <a:pt x="3320919" y="602037"/>
                  </a:lnTo>
                  <a:lnTo>
                    <a:pt x="3321554" y="600951"/>
                  </a:lnTo>
                  <a:lnTo>
                    <a:pt x="3322189" y="600048"/>
                  </a:lnTo>
                  <a:lnTo>
                    <a:pt x="3322824" y="600009"/>
                  </a:lnTo>
                  <a:lnTo>
                    <a:pt x="3323459" y="600525"/>
                  </a:lnTo>
                  <a:lnTo>
                    <a:pt x="3324093" y="601019"/>
                  </a:lnTo>
                  <a:lnTo>
                    <a:pt x="3324728" y="601328"/>
                  </a:lnTo>
                  <a:lnTo>
                    <a:pt x="3325363" y="602456"/>
                  </a:lnTo>
                  <a:lnTo>
                    <a:pt x="3325998" y="604031"/>
                  </a:lnTo>
                  <a:lnTo>
                    <a:pt x="3326633" y="605788"/>
                  </a:lnTo>
                  <a:lnTo>
                    <a:pt x="3327268" y="606706"/>
                  </a:lnTo>
                  <a:lnTo>
                    <a:pt x="3327903" y="607665"/>
                  </a:lnTo>
                  <a:lnTo>
                    <a:pt x="3328537" y="608046"/>
                  </a:lnTo>
                  <a:lnTo>
                    <a:pt x="3329172" y="608286"/>
                  </a:lnTo>
                  <a:lnTo>
                    <a:pt x="3329807" y="609271"/>
                  </a:lnTo>
                  <a:lnTo>
                    <a:pt x="3330442" y="609229"/>
                  </a:lnTo>
                  <a:lnTo>
                    <a:pt x="3331077" y="608832"/>
                  </a:lnTo>
                  <a:lnTo>
                    <a:pt x="3331712" y="608734"/>
                  </a:lnTo>
                  <a:lnTo>
                    <a:pt x="3332346" y="608770"/>
                  </a:lnTo>
                  <a:lnTo>
                    <a:pt x="3332981" y="607888"/>
                  </a:lnTo>
                  <a:lnTo>
                    <a:pt x="3333616" y="606376"/>
                  </a:lnTo>
                  <a:lnTo>
                    <a:pt x="3334251" y="605466"/>
                  </a:lnTo>
                  <a:lnTo>
                    <a:pt x="3334886" y="603759"/>
                  </a:lnTo>
                  <a:lnTo>
                    <a:pt x="3335521" y="601828"/>
                  </a:lnTo>
                  <a:lnTo>
                    <a:pt x="3336156" y="598196"/>
                  </a:lnTo>
                  <a:lnTo>
                    <a:pt x="3336790" y="593768"/>
                  </a:lnTo>
                  <a:lnTo>
                    <a:pt x="3337425" y="590650"/>
                  </a:lnTo>
                  <a:lnTo>
                    <a:pt x="3338060" y="587834"/>
                  </a:lnTo>
                  <a:lnTo>
                    <a:pt x="3338695" y="585956"/>
                  </a:lnTo>
                  <a:lnTo>
                    <a:pt x="3339330" y="585064"/>
                  </a:lnTo>
                  <a:lnTo>
                    <a:pt x="3339965" y="584979"/>
                  </a:lnTo>
                  <a:lnTo>
                    <a:pt x="3340599" y="584638"/>
                  </a:lnTo>
                  <a:lnTo>
                    <a:pt x="3341234" y="585253"/>
                  </a:lnTo>
                  <a:lnTo>
                    <a:pt x="3341869" y="586849"/>
                  </a:lnTo>
                  <a:lnTo>
                    <a:pt x="3342504" y="589767"/>
                  </a:lnTo>
                  <a:lnTo>
                    <a:pt x="3343139" y="594642"/>
                  </a:lnTo>
                  <a:lnTo>
                    <a:pt x="3343774" y="598516"/>
                  </a:lnTo>
                  <a:lnTo>
                    <a:pt x="3344409" y="603117"/>
                  </a:lnTo>
                  <a:lnTo>
                    <a:pt x="3345043" y="608619"/>
                  </a:lnTo>
                  <a:lnTo>
                    <a:pt x="3345678" y="614308"/>
                  </a:lnTo>
                  <a:lnTo>
                    <a:pt x="3346313" y="619598"/>
                  </a:lnTo>
                  <a:lnTo>
                    <a:pt x="3346948" y="625228"/>
                  </a:lnTo>
                  <a:lnTo>
                    <a:pt x="3347583" y="632240"/>
                  </a:lnTo>
                  <a:lnTo>
                    <a:pt x="3348218" y="639839"/>
                  </a:lnTo>
                  <a:lnTo>
                    <a:pt x="3348852" y="648150"/>
                  </a:lnTo>
                  <a:lnTo>
                    <a:pt x="3349487" y="657173"/>
                  </a:lnTo>
                  <a:lnTo>
                    <a:pt x="3350122" y="666926"/>
                  </a:lnTo>
                  <a:lnTo>
                    <a:pt x="3350757" y="676911"/>
                  </a:lnTo>
                  <a:lnTo>
                    <a:pt x="3351392" y="687193"/>
                  </a:lnTo>
                  <a:lnTo>
                    <a:pt x="3352027" y="697587"/>
                  </a:lnTo>
                  <a:lnTo>
                    <a:pt x="3352662" y="708230"/>
                  </a:lnTo>
                  <a:lnTo>
                    <a:pt x="3353296" y="718249"/>
                  </a:lnTo>
                  <a:lnTo>
                    <a:pt x="3353931" y="731098"/>
                  </a:lnTo>
                  <a:lnTo>
                    <a:pt x="3354566" y="742648"/>
                  </a:lnTo>
                  <a:lnTo>
                    <a:pt x="3355201" y="753294"/>
                  </a:lnTo>
                  <a:lnTo>
                    <a:pt x="3355836" y="763218"/>
                  </a:lnTo>
                  <a:lnTo>
                    <a:pt x="3356471" y="772408"/>
                  </a:lnTo>
                  <a:lnTo>
                    <a:pt x="3357105" y="781059"/>
                  </a:lnTo>
                  <a:lnTo>
                    <a:pt x="3357740" y="789149"/>
                  </a:lnTo>
                  <a:lnTo>
                    <a:pt x="3358375" y="796384"/>
                  </a:lnTo>
                  <a:lnTo>
                    <a:pt x="3359010" y="803067"/>
                  </a:lnTo>
                  <a:lnTo>
                    <a:pt x="3359645" y="808606"/>
                  </a:lnTo>
                  <a:lnTo>
                    <a:pt x="3360280" y="813462"/>
                  </a:lnTo>
                  <a:lnTo>
                    <a:pt x="3360915" y="817582"/>
                  </a:lnTo>
                  <a:lnTo>
                    <a:pt x="3361549" y="821273"/>
                  </a:lnTo>
                  <a:lnTo>
                    <a:pt x="3362184" y="824570"/>
                  </a:lnTo>
                  <a:lnTo>
                    <a:pt x="3362819" y="827943"/>
                  </a:lnTo>
                  <a:lnTo>
                    <a:pt x="3363454" y="831906"/>
                  </a:lnTo>
                  <a:lnTo>
                    <a:pt x="3364089" y="836893"/>
                  </a:lnTo>
                  <a:lnTo>
                    <a:pt x="3364724" y="842276"/>
                  </a:lnTo>
                  <a:lnTo>
                    <a:pt x="3365358" y="847692"/>
                  </a:lnTo>
                  <a:lnTo>
                    <a:pt x="3365993" y="852729"/>
                  </a:lnTo>
                  <a:lnTo>
                    <a:pt x="3366628" y="857146"/>
                  </a:lnTo>
                  <a:lnTo>
                    <a:pt x="3367263" y="861071"/>
                  </a:lnTo>
                  <a:lnTo>
                    <a:pt x="3367898" y="867400"/>
                  </a:lnTo>
                  <a:lnTo>
                    <a:pt x="3368533" y="869328"/>
                  </a:lnTo>
                  <a:lnTo>
                    <a:pt x="3369167" y="870871"/>
                  </a:lnTo>
                  <a:lnTo>
                    <a:pt x="3369802" y="872200"/>
                  </a:lnTo>
                  <a:lnTo>
                    <a:pt x="3370437" y="873348"/>
                  </a:lnTo>
                  <a:lnTo>
                    <a:pt x="3371072" y="874234"/>
                  </a:lnTo>
                  <a:lnTo>
                    <a:pt x="3371707" y="874326"/>
                  </a:lnTo>
                  <a:lnTo>
                    <a:pt x="3372342" y="874445"/>
                  </a:lnTo>
                  <a:lnTo>
                    <a:pt x="3372977" y="874557"/>
                  </a:lnTo>
                  <a:lnTo>
                    <a:pt x="3373611" y="874623"/>
                  </a:lnTo>
                  <a:lnTo>
                    <a:pt x="3374246" y="875160"/>
                  </a:lnTo>
                  <a:lnTo>
                    <a:pt x="3374881" y="877145"/>
                  </a:lnTo>
                  <a:lnTo>
                    <a:pt x="3375516" y="876799"/>
                  </a:lnTo>
                  <a:lnTo>
                    <a:pt x="3376151" y="877142"/>
                  </a:lnTo>
                  <a:lnTo>
                    <a:pt x="3376786" y="876236"/>
                  </a:lnTo>
                  <a:lnTo>
                    <a:pt x="3377420" y="876082"/>
                  </a:lnTo>
                  <a:lnTo>
                    <a:pt x="3378055" y="876094"/>
                  </a:lnTo>
                  <a:lnTo>
                    <a:pt x="3378690" y="878840"/>
                  </a:lnTo>
                  <a:lnTo>
                    <a:pt x="3379325" y="882718"/>
                  </a:lnTo>
                  <a:lnTo>
                    <a:pt x="3379960" y="887502"/>
                  </a:lnTo>
                  <a:lnTo>
                    <a:pt x="3380595" y="891697"/>
                  </a:lnTo>
                  <a:lnTo>
                    <a:pt x="3381230" y="893910"/>
                  </a:lnTo>
                  <a:lnTo>
                    <a:pt x="3381864" y="895866"/>
                  </a:lnTo>
                  <a:lnTo>
                    <a:pt x="3382499" y="897581"/>
                  </a:lnTo>
                  <a:lnTo>
                    <a:pt x="3383134" y="900329"/>
                  </a:lnTo>
                  <a:lnTo>
                    <a:pt x="3383769" y="904691"/>
                  </a:lnTo>
                  <a:lnTo>
                    <a:pt x="3384404" y="910182"/>
                  </a:lnTo>
                  <a:lnTo>
                    <a:pt x="3385039" y="917747"/>
                  </a:lnTo>
                  <a:lnTo>
                    <a:pt x="3385673" y="925098"/>
                  </a:lnTo>
                  <a:lnTo>
                    <a:pt x="3386308" y="933792"/>
                  </a:lnTo>
                  <a:lnTo>
                    <a:pt x="3386943" y="941888"/>
                  </a:lnTo>
                  <a:lnTo>
                    <a:pt x="3387578" y="949496"/>
                  </a:lnTo>
                  <a:lnTo>
                    <a:pt x="3388213" y="956805"/>
                  </a:lnTo>
                  <a:lnTo>
                    <a:pt x="3388848" y="963823"/>
                  </a:lnTo>
                  <a:lnTo>
                    <a:pt x="3389483" y="970957"/>
                  </a:lnTo>
                  <a:lnTo>
                    <a:pt x="3390117" y="978539"/>
                  </a:lnTo>
                  <a:lnTo>
                    <a:pt x="3390752" y="987103"/>
                  </a:lnTo>
                  <a:lnTo>
                    <a:pt x="3391387" y="995839"/>
                  </a:lnTo>
                  <a:lnTo>
                    <a:pt x="3392022" y="1004351"/>
                  </a:lnTo>
                  <a:lnTo>
                    <a:pt x="3392657" y="1010938"/>
                  </a:lnTo>
                  <a:lnTo>
                    <a:pt x="3393292" y="1017162"/>
                  </a:lnTo>
                  <a:lnTo>
                    <a:pt x="3393926" y="1024530"/>
                  </a:lnTo>
                  <a:lnTo>
                    <a:pt x="3394561" y="1029367"/>
                  </a:lnTo>
                  <a:lnTo>
                    <a:pt x="3395196" y="1034547"/>
                  </a:lnTo>
                  <a:lnTo>
                    <a:pt x="3395831" y="1039917"/>
                  </a:lnTo>
                  <a:lnTo>
                    <a:pt x="3396466" y="1044663"/>
                  </a:lnTo>
                  <a:lnTo>
                    <a:pt x="3397101" y="1049136"/>
                  </a:lnTo>
                  <a:lnTo>
                    <a:pt x="3397736" y="1053025"/>
                  </a:lnTo>
                  <a:lnTo>
                    <a:pt x="3398370" y="1057516"/>
                  </a:lnTo>
                  <a:lnTo>
                    <a:pt x="3399005" y="1061887"/>
                  </a:lnTo>
                  <a:lnTo>
                    <a:pt x="3399640" y="1065727"/>
                  </a:lnTo>
                  <a:lnTo>
                    <a:pt x="3400275" y="1070071"/>
                  </a:lnTo>
                  <a:lnTo>
                    <a:pt x="3400910" y="1073030"/>
                  </a:lnTo>
                  <a:lnTo>
                    <a:pt x="3401545" y="1076361"/>
                  </a:lnTo>
                  <a:lnTo>
                    <a:pt x="3402179" y="1079407"/>
                  </a:lnTo>
                  <a:lnTo>
                    <a:pt x="3402814" y="1083183"/>
                  </a:lnTo>
                  <a:lnTo>
                    <a:pt x="3403449" y="1087680"/>
                  </a:lnTo>
                  <a:lnTo>
                    <a:pt x="3404084" y="1092837"/>
                  </a:lnTo>
                  <a:lnTo>
                    <a:pt x="3404719" y="1098456"/>
                  </a:lnTo>
                  <a:lnTo>
                    <a:pt x="3405354" y="1102524"/>
                  </a:lnTo>
                  <a:lnTo>
                    <a:pt x="3405989" y="1107924"/>
                  </a:lnTo>
                  <a:lnTo>
                    <a:pt x="3406623" y="1115928"/>
                  </a:lnTo>
                  <a:lnTo>
                    <a:pt x="3407258" y="1121717"/>
                  </a:lnTo>
                  <a:lnTo>
                    <a:pt x="3407893" y="1127342"/>
                  </a:lnTo>
                  <a:lnTo>
                    <a:pt x="3408528" y="1133918"/>
                  </a:lnTo>
                  <a:lnTo>
                    <a:pt x="3409163" y="1141375"/>
                  </a:lnTo>
                  <a:lnTo>
                    <a:pt x="3409798" y="1148756"/>
                  </a:lnTo>
                  <a:lnTo>
                    <a:pt x="3410432" y="1154169"/>
                  </a:lnTo>
                  <a:lnTo>
                    <a:pt x="3411067" y="1159197"/>
                  </a:lnTo>
                  <a:lnTo>
                    <a:pt x="3411702" y="1162635"/>
                  </a:lnTo>
                  <a:lnTo>
                    <a:pt x="3412337" y="1165657"/>
                  </a:lnTo>
                  <a:lnTo>
                    <a:pt x="3412972" y="1168207"/>
                  </a:lnTo>
                  <a:lnTo>
                    <a:pt x="3413607" y="1169804"/>
                  </a:lnTo>
                  <a:lnTo>
                    <a:pt x="3414242" y="1171464"/>
                  </a:lnTo>
                  <a:lnTo>
                    <a:pt x="3414876" y="1172750"/>
                  </a:lnTo>
                  <a:lnTo>
                    <a:pt x="3415511" y="1173720"/>
                  </a:lnTo>
                  <a:lnTo>
                    <a:pt x="3416146" y="1173950"/>
                  </a:lnTo>
                  <a:lnTo>
                    <a:pt x="3416781" y="1175664"/>
                  </a:lnTo>
                  <a:lnTo>
                    <a:pt x="3417416" y="1177963"/>
                  </a:lnTo>
                  <a:lnTo>
                    <a:pt x="3418051" y="1179569"/>
                  </a:lnTo>
                  <a:lnTo>
                    <a:pt x="3418685" y="1181399"/>
                  </a:lnTo>
                  <a:lnTo>
                    <a:pt x="3419320" y="1183406"/>
                  </a:lnTo>
                  <a:lnTo>
                    <a:pt x="3419955" y="1185910"/>
                  </a:lnTo>
                  <a:lnTo>
                    <a:pt x="3420590" y="1188153"/>
                  </a:lnTo>
                  <a:lnTo>
                    <a:pt x="3421225" y="1191650"/>
                  </a:lnTo>
                  <a:lnTo>
                    <a:pt x="3421860" y="1195322"/>
                  </a:lnTo>
                  <a:lnTo>
                    <a:pt x="3422494" y="1199469"/>
                  </a:lnTo>
                  <a:lnTo>
                    <a:pt x="3423129" y="1203734"/>
                  </a:lnTo>
                  <a:lnTo>
                    <a:pt x="3423764" y="1208010"/>
                  </a:lnTo>
                  <a:lnTo>
                    <a:pt x="3424399" y="1212030"/>
                  </a:lnTo>
                  <a:lnTo>
                    <a:pt x="3425034" y="1215765"/>
                  </a:lnTo>
                  <a:lnTo>
                    <a:pt x="3425669" y="1221477"/>
                  </a:lnTo>
                  <a:lnTo>
                    <a:pt x="3426304" y="1225829"/>
                  </a:lnTo>
                  <a:lnTo>
                    <a:pt x="3426938" y="1228786"/>
                  </a:lnTo>
                  <a:lnTo>
                    <a:pt x="3427573" y="1230549"/>
                  </a:lnTo>
                  <a:lnTo>
                    <a:pt x="3428208" y="1231187"/>
                  </a:lnTo>
                  <a:lnTo>
                    <a:pt x="3428843" y="1230895"/>
                  </a:lnTo>
                  <a:lnTo>
                    <a:pt x="3429478" y="1232066"/>
                  </a:lnTo>
                  <a:lnTo>
                    <a:pt x="3430113" y="1233853"/>
                  </a:lnTo>
                  <a:lnTo>
                    <a:pt x="3430747" y="1234213"/>
                  </a:lnTo>
                  <a:lnTo>
                    <a:pt x="3431382" y="1234030"/>
                  </a:lnTo>
                  <a:lnTo>
                    <a:pt x="3432017" y="1234114"/>
                  </a:lnTo>
                  <a:lnTo>
                    <a:pt x="3432652" y="1233540"/>
                  </a:lnTo>
                  <a:lnTo>
                    <a:pt x="3433287" y="1232386"/>
                  </a:lnTo>
                  <a:lnTo>
                    <a:pt x="3433922" y="1231304"/>
                  </a:lnTo>
                  <a:lnTo>
                    <a:pt x="3434557" y="1230047"/>
                  </a:lnTo>
                  <a:lnTo>
                    <a:pt x="3435191" y="1229544"/>
                  </a:lnTo>
                  <a:lnTo>
                    <a:pt x="3435826" y="1230157"/>
                  </a:lnTo>
                  <a:lnTo>
                    <a:pt x="3436461" y="1231426"/>
                  </a:lnTo>
                  <a:lnTo>
                    <a:pt x="3437096" y="1233157"/>
                  </a:lnTo>
                  <a:lnTo>
                    <a:pt x="3437731" y="1235108"/>
                  </a:lnTo>
                  <a:lnTo>
                    <a:pt x="3438366" y="1237151"/>
                  </a:lnTo>
                  <a:lnTo>
                    <a:pt x="3439000" y="1240378"/>
                  </a:lnTo>
                  <a:lnTo>
                    <a:pt x="3439635" y="1241598"/>
                  </a:lnTo>
                  <a:lnTo>
                    <a:pt x="3440270" y="1243581"/>
                  </a:lnTo>
                  <a:lnTo>
                    <a:pt x="3440905" y="1244730"/>
                  </a:lnTo>
                  <a:lnTo>
                    <a:pt x="3441540" y="1245717"/>
                  </a:lnTo>
                  <a:lnTo>
                    <a:pt x="3442175" y="1246870"/>
                  </a:lnTo>
                  <a:lnTo>
                    <a:pt x="3442810" y="1248001"/>
                  </a:lnTo>
                  <a:lnTo>
                    <a:pt x="3443444" y="1248247"/>
                  </a:lnTo>
                  <a:lnTo>
                    <a:pt x="3444079" y="1248132"/>
                  </a:lnTo>
                  <a:lnTo>
                    <a:pt x="3444714" y="1247371"/>
                  </a:lnTo>
                  <a:lnTo>
                    <a:pt x="3445349" y="1246527"/>
                  </a:lnTo>
                  <a:lnTo>
                    <a:pt x="3445984" y="1245444"/>
                  </a:lnTo>
                  <a:lnTo>
                    <a:pt x="3446619" y="1244255"/>
                  </a:lnTo>
                  <a:lnTo>
                    <a:pt x="3447253" y="1243050"/>
                  </a:lnTo>
                  <a:lnTo>
                    <a:pt x="3447888" y="1241831"/>
                  </a:lnTo>
                  <a:lnTo>
                    <a:pt x="3448523" y="1240633"/>
                  </a:lnTo>
                  <a:lnTo>
                    <a:pt x="3449158" y="1240088"/>
                  </a:lnTo>
                  <a:lnTo>
                    <a:pt x="3449793" y="1239131"/>
                  </a:lnTo>
                  <a:lnTo>
                    <a:pt x="3450428" y="1237504"/>
                  </a:lnTo>
                  <a:lnTo>
                    <a:pt x="3451063" y="1236410"/>
                  </a:lnTo>
                  <a:lnTo>
                    <a:pt x="3451697" y="1235057"/>
                  </a:lnTo>
                  <a:lnTo>
                    <a:pt x="3452332" y="1233535"/>
                  </a:lnTo>
                  <a:lnTo>
                    <a:pt x="3452967" y="1232514"/>
                  </a:lnTo>
                  <a:lnTo>
                    <a:pt x="3453602" y="1231661"/>
                  </a:lnTo>
                  <a:lnTo>
                    <a:pt x="3454237" y="1231681"/>
                  </a:lnTo>
                  <a:lnTo>
                    <a:pt x="3454872" y="1231682"/>
                  </a:lnTo>
                  <a:lnTo>
                    <a:pt x="3455506" y="1232216"/>
                  </a:lnTo>
                  <a:lnTo>
                    <a:pt x="3456141" y="1233137"/>
                  </a:lnTo>
                  <a:lnTo>
                    <a:pt x="3456776" y="1233994"/>
                  </a:lnTo>
                  <a:lnTo>
                    <a:pt x="3457411" y="1235256"/>
                  </a:lnTo>
                  <a:lnTo>
                    <a:pt x="3458046" y="1235882"/>
                  </a:lnTo>
                  <a:lnTo>
                    <a:pt x="3458681" y="1236192"/>
                  </a:lnTo>
                  <a:lnTo>
                    <a:pt x="3459316" y="1236534"/>
                  </a:lnTo>
                  <a:lnTo>
                    <a:pt x="3459950" y="1236150"/>
                  </a:lnTo>
                  <a:lnTo>
                    <a:pt x="3460585" y="1237019"/>
                  </a:lnTo>
                  <a:lnTo>
                    <a:pt x="3461220" y="1237688"/>
                  </a:lnTo>
                  <a:lnTo>
                    <a:pt x="3461855" y="1238416"/>
                  </a:lnTo>
                  <a:lnTo>
                    <a:pt x="3462490" y="1239063"/>
                  </a:lnTo>
                  <a:lnTo>
                    <a:pt x="3463125" y="1239107"/>
                  </a:lnTo>
                  <a:lnTo>
                    <a:pt x="3463759" y="1239779"/>
                  </a:lnTo>
                  <a:lnTo>
                    <a:pt x="3464394" y="1239493"/>
                  </a:lnTo>
                  <a:lnTo>
                    <a:pt x="3465029" y="1238135"/>
                  </a:lnTo>
                  <a:lnTo>
                    <a:pt x="3465664" y="1236337"/>
                  </a:lnTo>
                  <a:lnTo>
                    <a:pt x="3466299" y="1235180"/>
                  </a:lnTo>
                  <a:lnTo>
                    <a:pt x="3466934" y="1233233"/>
                  </a:lnTo>
                  <a:lnTo>
                    <a:pt x="3467569" y="1232617"/>
                  </a:lnTo>
                  <a:lnTo>
                    <a:pt x="3468203" y="1231651"/>
                  </a:lnTo>
                  <a:lnTo>
                    <a:pt x="3468838" y="1230771"/>
                  </a:lnTo>
                  <a:lnTo>
                    <a:pt x="3469473" y="1229781"/>
                  </a:lnTo>
                  <a:lnTo>
                    <a:pt x="3470108" y="1228210"/>
                  </a:lnTo>
                  <a:lnTo>
                    <a:pt x="3470743" y="1225964"/>
                  </a:lnTo>
                  <a:lnTo>
                    <a:pt x="3471378" y="1223224"/>
                  </a:lnTo>
                  <a:lnTo>
                    <a:pt x="3472012" y="1220111"/>
                  </a:lnTo>
                  <a:lnTo>
                    <a:pt x="3472647" y="1217329"/>
                  </a:lnTo>
                  <a:lnTo>
                    <a:pt x="3473282" y="1214003"/>
                  </a:lnTo>
                  <a:lnTo>
                    <a:pt x="3473917" y="1210688"/>
                  </a:lnTo>
                  <a:lnTo>
                    <a:pt x="3474552" y="1207137"/>
                  </a:lnTo>
                  <a:lnTo>
                    <a:pt x="3475187" y="1203666"/>
                  </a:lnTo>
                  <a:lnTo>
                    <a:pt x="3475822" y="1200305"/>
                  </a:lnTo>
                  <a:lnTo>
                    <a:pt x="3476456" y="1197446"/>
                  </a:lnTo>
                  <a:lnTo>
                    <a:pt x="3477091" y="1194980"/>
                  </a:lnTo>
                  <a:lnTo>
                    <a:pt x="3477726" y="1192619"/>
                  </a:lnTo>
                  <a:lnTo>
                    <a:pt x="3478361" y="1190152"/>
                  </a:lnTo>
                  <a:lnTo>
                    <a:pt x="3478996" y="1187969"/>
                  </a:lnTo>
                  <a:lnTo>
                    <a:pt x="3479631" y="1185885"/>
                  </a:lnTo>
                  <a:lnTo>
                    <a:pt x="3480265" y="1183991"/>
                  </a:lnTo>
                  <a:lnTo>
                    <a:pt x="3480900" y="1182912"/>
                  </a:lnTo>
                  <a:lnTo>
                    <a:pt x="3481535" y="1182836"/>
                  </a:lnTo>
                  <a:lnTo>
                    <a:pt x="3482170" y="1183794"/>
                  </a:lnTo>
                  <a:lnTo>
                    <a:pt x="3482805" y="1185185"/>
                  </a:lnTo>
                  <a:lnTo>
                    <a:pt x="3483440" y="1187147"/>
                  </a:lnTo>
                  <a:lnTo>
                    <a:pt x="3484074" y="1189846"/>
                  </a:lnTo>
                  <a:lnTo>
                    <a:pt x="3484709" y="1192509"/>
                  </a:lnTo>
                  <a:lnTo>
                    <a:pt x="3485344" y="1195140"/>
                  </a:lnTo>
                  <a:lnTo>
                    <a:pt x="3485979" y="1197517"/>
                  </a:lnTo>
                  <a:lnTo>
                    <a:pt x="3486614" y="1199509"/>
                  </a:lnTo>
                  <a:lnTo>
                    <a:pt x="3487249" y="1201419"/>
                  </a:lnTo>
                  <a:lnTo>
                    <a:pt x="3487884" y="1203238"/>
                  </a:lnTo>
                  <a:lnTo>
                    <a:pt x="3488518" y="1204850"/>
                  </a:lnTo>
                  <a:lnTo>
                    <a:pt x="3489153" y="1206567"/>
                  </a:lnTo>
                  <a:lnTo>
                    <a:pt x="3489788" y="1207827"/>
                  </a:lnTo>
                  <a:lnTo>
                    <a:pt x="3490423" y="1208284"/>
                  </a:lnTo>
                  <a:lnTo>
                    <a:pt x="3491058" y="1207736"/>
                  </a:lnTo>
                  <a:lnTo>
                    <a:pt x="3491693" y="1206811"/>
                  </a:lnTo>
                  <a:lnTo>
                    <a:pt x="3492327" y="1205820"/>
                  </a:lnTo>
                  <a:lnTo>
                    <a:pt x="3492962" y="1205441"/>
                  </a:lnTo>
                  <a:lnTo>
                    <a:pt x="3493597" y="1205422"/>
                  </a:lnTo>
                  <a:lnTo>
                    <a:pt x="3494232" y="1206111"/>
                  </a:lnTo>
                  <a:lnTo>
                    <a:pt x="3494867" y="1206973"/>
                  </a:lnTo>
                  <a:lnTo>
                    <a:pt x="3495502" y="1209170"/>
                  </a:lnTo>
                  <a:lnTo>
                    <a:pt x="3496137" y="1212775"/>
                  </a:lnTo>
                  <a:lnTo>
                    <a:pt x="3496771" y="1217253"/>
                  </a:lnTo>
                  <a:lnTo>
                    <a:pt x="3497406" y="1222814"/>
                  </a:lnTo>
                  <a:lnTo>
                    <a:pt x="3498041" y="1228791"/>
                  </a:lnTo>
                  <a:lnTo>
                    <a:pt x="3498676" y="1234990"/>
                  </a:lnTo>
                  <a:lnTo>
                    <a:pt x="3499311" y="1241334"/>
                  </a:lnTo>
                  <a:lnTo>
                    <a:pt x="3499946" y="1248111"/>
                  </a:lnTo>
                  <a:lnTo>
                    <a:pt x="3500580" y="1255123"/>
                  </a:lnTo>
                  <a:lnTo>
                    <a:pt x="3501215" y="1262389"/>
                  </a:lnTo>
                  <a:lnTo>
                    <a:pt x="3501850" y="1268844"/>
                  </a:lnTo>
                  <a:lnTo>
                    <a:pt x="3502485" y="1274597"/>
                  </a:lnTo>
                  <a:lnTo>
                    <a:pt x="3503120" y="1279947"/>
                  </a:lnTo>
                  <a:lnTo>
                    <a:pt x="3503755" y="1285329"/>
                  </a:lnTo>
                  <a:lnTo>
                    <a:pt x="3504390" y="1290434"/>
                  </a:lnTo>
                  <a:lnTo>
                    <a:pt x="3505024" y="1294153"/>
                  </a:lnTo>
                  <a:lnTo>
                    <a:pt x="3505659" y="1296977"/>
                  </a:lnTo>
                  <a:lnTo>
                    <a:pt x="3506294" y="1299037"/>
                  </a:lnTo>
                  <a:lnTo>
                    <a:pt x="3506929" y="1299968"/>
                  </a:lnTo>
                  <a:lnTo>
                    <a:pt x="3507564" y="1301641"/>
                  </a:lnTo>
                  <a:lnTo>
                    <a:pt x="3508199" y="1304002"/>
                  </a:lnTo>
                  <a:lnTo>
                    <a:pt x="3508833" y="1307081"/>
                  </a:lnTo>
                  <a:lnTo>
                    <a:pt x="3509468" y="1310374"/>
                  </a:lnTo>
                  <a:lnTo>
                    <a:pt x="3510103" y="1312756"/>
                  </a:lnTo>
                  <a:lnTo>
                    <a:pt x="3510738" y="1312187"/>
                  </a:lnTo>
                  <a:lnTo>
                    <a:pt x="3511373" y="1310365"/>
                  </a:lnTo>
                  <a:lnTo>
                    <a:pt x="3512008" y="1307797"/>
                  </a:lnTo>
                  <a:lnTo>
                    <a:pt x="3512643" y="1304833"/>
                  </a:lnTo>
                  <a:lnTo>
                    <a:pt x="3513277" y="1301677"/>
                  </a:lnTo>
                  <a:lnTo>
                    <a:pt x="3513912" y="1298951"/>
                  </a:lnTo>
                  <a:lnTo>
                    <a:pt x="3514547" y="1296468"/>
                  </a:lnTo>
                  <a:lnTo>
                    <a:pt x="3515182" y="1293392"/>
                  </a:lnTo>
                  <a:lnTo>
                    <a:pt x="3515817" y="1290508"/>
                  </a:lnTo>
                  <a:lnTo>
                    <a:pt x="3516452" y="1287543"/>
                  </a:lnTo>
                  <a:lnTo>
                    <a:pt x="3517086" y="1285076"/>
                  </a:lnTo>
                  <a:lnTo>
                    <a:pt x="3517721" y="1282203"/>
                  </a:lnTo>
                  <a:lnTo>
                    <a:pt x="3518356" y="1278638"/>
                  </a:lnTo>
                  <a:lnTo>
                    <a:pt x="3518991" y="1274752"/>
                  </a:lnTo>
                  <a:lnTo>
                    <a:pt x="3519626" y="1271429"/>
                  </a:lnTo>
                  <a:lnTo>
                    <a:pt x="3520261" y="1268341"/>
                  </a:lnTo>
                  <a:lnTo>
                    <a:pt x="3520896" y="1265570"/>
                  </a:lnTo>
                  <a:lnTo>
                    <a:pt x="3521530" y="1264603"/>
                  </a:lnTo>
                  <a:lnTo>
                    <a:pt x="3522165" y="1263674"/>
                  </a:lnTo>
                  <a:lnTo>
                    <a:pt x="3522800" y="1264259"/>
                  </a:lnTo>
                  <a:lnTo>
                    <a:pt x="3523435" y="1264566"/>
                  </a:lnTo>
                  <a:lnTo>
                    <a:pt x="3524070" y="1265662"/>
                  </a:lnTo>
                  <a:lnTo>
                    <a:pt x="3524705" y="1266783"/>
                  </a:lnTo>
                  <a:lnTo>
                    <a:pt x="3525339" y="1268523"/>
                  </a:lnTo>
                  <a:lnTo>
                    <a:pt x="3525974" y="1270774"/>
                  </a:lnTo>
                  <a:lnTo>
                    <a:pt x="3526609" y="1272869"/>
                  </a:lnTo>
                  <a:lnTo>
                    <a:pt x="3527244" y="1274345"/>
                  </a:lnTo>
                  <a:lnTo>
                    <a:pt x="3527879" y="1276672"/>
                  </a:lnTo>
                  <a:lnTo>
                    <a:pt x="3528514" y="1278736"/>
                  </a:lnTo>
                  <a:lnTo>
                    <a:pt x="3529149" y="1281448"/>
                  </a:lnTo>
                  <a:lnTo>
                    <a:pt x="3529783" y="1284769"/>
                  </a:lnTo>
                  <a:lnTo>
                    <a:pt x="3530418" y="1287335"/>
                  </a:lnTo>
                  <a:lnTo>
                    <a:pt x="3531053" y="1289096"/>
                  </a:lnTo>
                  <a:lnTo>
                    <a:pt x="3531688" y="1290431"/>
                  </a:lnTo>
                  <a:lnTo>
                    <a:pt x="3532323" y="1292017"/>
                  </a:lnTo>
                  <a:lnTo>
                    <a:pt x="3532958" y="1292266"/>
                  </a:lnTo>
                  <a:lnTo>
                    <a:pt x="3533592" y="1291738"/>
                  </a:lnTo>
                  <a:lnTo>
                    <a:pt x="3534227" y="1291090"/>
                  </a:lnTo>
                  <a:lnTo>
                    <a:pt x="3534862" y="1289656"/>
                  </a:lnTo>
                  <a:lnTo>
                    <a:pt x="3535497" y="1288157"/>
                  </a:lnTo>
                  <a:lnTo>
                    <a:pt x="3536132" y="1285975"/>
                  </a:lnTo>
                  <a:lnTo>
                    <a:pt x="3536767" y="1283443"/>
                  </a:lnTo>
                  <a:lnTo>
                    <a:pt x="3537401" y="1281443"/>
                  </a:lnTo>
                  <a:lnTo>
                    <a:pt x="3538036" y="1279766"/>
                  </a:lnTo>
                  <a:lnTo>
                    <a:pt x="3538671" y="1278349"/>
                  </a:lnTo>
                  <a:lnTo>
                    <a:pt x="3539306" y="1277467"/>
                  </a:lnTo>
                  <a:lnTo>
                    <a:pt x="3539941" y="1276419"/>
                  </a:lnTo>
                  <a:lnTo>
                    <a:pt x="3540576" y="1276223"/>
                  </a:lnTo>
                  <a:lnTo>
                    <a:pt x="3541211" y="1275844"/>
                  </a:lnTo>
                  <a:lnTo>
                    <a:pt x="3541845" y="1275639"/>
                  </a:lnTo>
                  <a:lnTo>
                    <a:pt x="3542480" y="1276198"/>
                  </a:lnTo>
                  <a:lnTo>
                    <a:pt x="3543115" y="1277685"/>
                  </a:lnTo>
                  <a:lnTo>
                    <a:pt x="3543750" y="1278855"/>
                  </a:lnTo>
                  <a:lnTo>
                    <a:pt x="3544385" y="1280689"/>
                  </a:lnTo>
                  <a:lnTo>
                    <a:pt x="3545020" y="1280811"/>
                  </a:lnTo>
                  <a:lnTo>
                    <a:pt x="3545654" y="1280358"/>
                  </a:lnTo>
                  <a:lnTo>
                    <a:pt x="3546289" y="1280516"/>
                  </a:lnTo>
                  <a:lnTo>
                    <a:pt x="3546924" y="1280652"/>
                  </a:lnTo>
                  <a:lnTo>
                    <a:pt x="3547559" y="1281102"/>
                  </a:lnTo>
                  <a:lnTo>
                    <a:pt x="3548194" y="1280749"/>
                  </a:lnTo>
                  <a:lnTo>
                    <a:pt x="3548829" y="1280731"/>
                  </a:lnTo>
                  <a:lnTo>
                    <a:pt x="3549464" y="1279938"/>
                  </a:lnTo>
                  <a:lnTo>
                    <a:pt x="3550098" y="1277726"/>
                  </a:lnTo>
                  <a:lnTo>
                    <a:pt x="3550733" y="1275500"/>
                  </a:lnTo>
                  <a:lnTo>
                    <a:pt x="3551368" y="1272628"/>
                  </a:lnTo>
                  <a:lnTo>
                    <a:pt x="3552003" y="1269748"/>
                  </a:lnTo>
                  <a:lnTo>
                    <a:pt x="3552638" y="1266673"/>
                  </a:lnTo>
                  <a:lnTo>
                    <a:pt x="3553273" y="1263520"/>
                  </a:lnTo>
                  <a:lnTo>
                    <a:pt x="3553907" y="1260432"/>
                  </a:lnTo>
                  <a:lnTo>
                    <a:pt x="3554542" y="1256795"/>
                  </a:lnTo>
                  <a:lnTo>
                    <a:pt x="3555177" y="1255243"/>
                  </a:lnTo>
                  <a:lnTo>
                    <a:pt x="3555812" y="1253262"/>
                  </a:lnTo>
                  <a:lnTo>
                    <a:pt x="3556447" y="1251824"/>
                  </a:lnTo>
                  <a:lnTo>
                    <a:pt x="3557082" y="1248541"/>
                  </a:lnTo>
                  <a:lnTo>
                    <a:pt x="3557717" y="1242839"/>
                  </a:lnTo>
                  <a:lnTo>
                    <a:pt x="3558351" y="1238302"/>
                  </a:lnTo>
                  <a:lnTo>
                    <a:pt x="3558986" y="1235368"/>
                  </a:lnTo>
                  <a:lnTo>
                    <a:pt x="3559621" y="1233238"/>
                  </a:lnTo>
                  <a:lnTo>
                    <a:pt x="3560256" y="1232058"/>
                  </a:lnTo>
                  <a:lnTo>
                    <a:pt x="3560891" y="1231674"/>
                  </a:lnTo>
                  <a:lnTo>
                    <a:pt x="3561526" y="1231878"/>
                  </a:lnTo>
                  <a:lnTo>
                    <a:pt x="3562160" y="1231515"/>
                  </a:lnTo>
                  <a:lnTo>
                    <a:pt x="3562795" y="1232166"/>
                  </a:lnTo>
                  <a:lnTo>
                    <a:pt x="3563430" y="1233529"/>
                  </a:lnTo>
                  <a:lnTo>
                    <a:pt x="3564065" y="1236363"/>
                  </a:lnTo>
                  <a:lnTo>
                    <a:pt x="3564700" y="1239708"/>
                  </a:lnTo>
                  <a:lnTo>
                    <a:pt x="3565335" y="1242981"/>
                  </a:lnTo>
                  <a:lnTo>
                    <a:pt x="3565970" y="1245602"/>
                  </a:lnTo>
                  <a:lnTo>
                    <a:pt x="3566604" y="1248958"/>
                  </a:lnTo>
                  <a:lnTo>
                    <a:pt x="3567239" y="1251430"/>
                  </a:lnTo>
                  <a:lnTo>
                    <a:pt x="3567874" y="1254486"/>
                  </a:lnTo>
                  <a:lnTo>
                    <a:pt x="3568509" y="1257101"/>
                  </a:lnTo>
                  <a:lnTo>
                    <a:pt x="3569144" y="1259765"/>
                  </a:lnTo>
                  <a:lnTo>
                    <a:pt x="3569779" y="1263479"/>
                  </a:lnTo>
                  <a:lnTo>
                    <a:pt x="3570413" y="1267606"/>
                  </a:lnTo>
                  <a:lnTo>
                    <a:pt x="3571048" y="1272237"/>
                  </a:lnTo>
                  <a:lnTo>
                    <a:pt x="3571683" y="1277168"/>
                  </a:lnTo>
                  <a:lnTo>
                    <a:pt x="3572318" y="1282123"/>
                  </a:lnTo>
                  <a:lnTo>
                    <a:pt x="3572953" y="1287294"/>
                  </a:lnTo>
                  <a:lnTo>
                    <a:pt x="3573588" y="1292319"/>
                  </a:lnTo>
                  <a:lnTo>
                    <a:pt x="3574223" y="1297898"/>
                  </a:lnTo>
                  <a:lnTo>
                    <a:pt x="3574857" y="1302753"/>
                  </a:lnTo>
                  <a:lnTo>
                    <a:pt x="3575492" y="1307457"/>
                  </a:lnTo>
                  <a:lnTo>
                    <a:pt x="3576127" y="1312121"/>
                  </a:lnTo>
                  <a:lnTo>
                    <a:pt x="3576762" y="1316749"/>
                  </a:lnTo>
                  <a:lnTo>
                    <a:pt x="3577397" y="1321232"/>
                  </a:lnTo>
                  <a:lnTo>
                    <a:pt x="3578032" y="1324963"/>
                  </a:lnTo>
                  <a:lnTo>
                    <a:pt x="3578666" y="1327934"/>
                  </a:lnTo>
                  <a:lnTo>
                    <a:pt x="3579301" y="1329481"/>
                  </a:lnTo>
                  <a:lnTo>
                    <a:pt x="3579936" y="1330259"/>
                  </a:lnTo>
                  <a:lnTo>
                    <a:pt x="3580571" y="1330094"/>
                  </a:lnTo>
                  <a:lnTo>
                    <a:pt x="3581206" y="1329169"/>
                  </a:lnTo>
                  <a:lnTo>
                    <a:pt x="3581841" y="1326304"/>
                  </a:lnTo>
                  <a:lnTo>
                    <a:pt x="3582476" y="1321478"/>
                  </a:lnTo>
                  <a:lnTo>
                    <a:pt x="3583110" y="1315633"/>
                  </a:lnTo>
                  <a:lnTo>
                    <a:pt x="3583745" y="1308738"/>
                  </a:lnTo>
                  <a:lnTo>
                    <a:pt x="3584380" y="1301321"/>
                  </a:lnTo>
                  <a:lnTo>
                    <a:pt x="3585015" y="1294756"/>
                  </a:lnTo>
                  <a:lnTo>
                    <a:pt x="3585650" y="1288483"/>
                  </a:lnTo>
                  <a:lnTo>
                    <a:pt x="3586285" y="1281828"/>
                  </a:lnTo>
                  <a:lnTo>
                    <a:pt x="3586919" y="1276467"/>
                  </a:lnTo>
                  <a:lnTo>
                    <a:pt x="3587554" y="1270658"/>
                  </a:lnTo>
                  <a:lnTo>
                    <a:pt x="3588189" y="1264947"/>
                  </a:lnTo>
                  <a:lnTo>
                    <a:pt x="3588824" y="1259825"/>
                  </a:lnTo>
                  <a:lnTo>
                    <a:pt x="3589459" y="1254879"/>
                  </a:lnTo>
                  <a:lnTo>
                    <a:pt x="3590094" y="1251622"/>
                  </a:lnTo>
                  <a:lnTo>
                    <a:pt x="3590728" y="1248737"/>
                  </a:lnTo>
                  <a:lnTo>
                    <a:pt x="3591363" y="1248497"/>
                  </a:lnTo>
                  <a:lnTo>
                    <a:pt x="3591998" y="1250613"/>
                  </a:lnTo>
                  <a:lnTo>
                    <a:pt x="3592633" y="1252856"/>
                  </a:lnTo>
                  <a:lnTo>
                    <a:pt x="3593268" y="1253766"/>
                  </a:lnTo>
                  <a:lnTo>
                    <a:pt x="3593903" y="1255228"/>
                  </a:lnTo>
                  <a:lnTo>
                    <a:pt x="3594538" y="1255835"/>
                  </a:lnTo>
                  <a:lnTo>
                    <a:pt x="3595172" y="1256223"/>
                  </a:lnTo>
                  <a:lnTo>
                    <a:pt x="3595807" y="1255830"/>
                  </a:lnTo>
                  <a:lnTo>
                    <a:pt x="3596442" y="1255477"/>
                  </a:lnTo>
                  <a:lnTo>
                    <a:pt x="3597077" y="1255589"/>
                  </a:lnTo>
                  <a:lnTo>
                    <a:pt x="3597712" y="1256360"/>
                  </a:lnTo>
                  <a:lnTo>
                    <a:pt x="3598347" y="1257251"/>
                  </a:lnTo>
                  <a:lnTo>
                    <a:pt x="3598981" y="1258386"/>
                  </a:lnTo>
                  <a:lnTo>
                    <a:pt x="3599616" y="1259384"/>
                  </a:lnTo>
                  <a:lnTo>
                    <a:pt x="3600251" y="1260652"/>
                  </a:lnTo>
                  <a:lnTo>
                    <a:pt x="3600886" y="1261679"/>
                  </a:lnTo>
                  <a:lnTo>
                    <a:pt x="3601521" y="1262868"/>
                  </a:lnTo>
                  <a:lnTo>
                    <a:pt x="3602156" y="1264593"/>
                  </a:lnTo>
                  <a:lnTo>
                    <a:pt x="3602791" y="1266730"/>
                  </a:lnTo>
                  <a:lnTo>
                    <a:pt x="3603425" y="1269019"/>
                  </a:lnTo>
                  <a:lnTo>
                    <a:pt x="3604060" y="1271087"/>
                  </a:lnTo>
                  <a:lnTo>
                    <a:pt x="3604695" y="1273277"/>
                  </a:lnTo>
                  <a:lnTo>
                    <a:pt x="3605330" y="1275981"/>
                  </a:lnTo>
                  <a:lnTo>
                    <a:pt x="3605965" y="1278848"/>
                  </a:lnTo>
                  <a:lnTo>
                    <a:pt x="3606600" y="1282127"/>
                  </a:lnTo>
                  <a:lnTo>
                    <a:pt x="3607234" y="1285966"/>
                  </a:lnTo>
                  <a:lnTo>
                    <a:pt x="3607869" y="1289864"/>
                  </a:lnTo>
                  <a:lnTo>
                    <a:pt x="3608504" y="1293972"/>
                  </a:lnTo>
                  <a:lnTo>
                    <a:pt x="3609139" y="1297910"/>
                  </a:lnTo>
                  <a:lnTo>
                    <a:pt x="3609774" y="1301862"/>
                  </a:lnTo>
                  <a:lnTo>
                    <a:pt x="3610409" y="1305830"/>
                  </a:lnTo>
                  <a:lnTo>
                    <a:pt x="3611044" y="1309394"/>
                  </a:lnTo>
                  <a:lnTo>
                    <a:pt x="3611678" y="1313098"/>
                  </a:lnTo>
                  <a:lnTo>
                    <a:pt x="3612313" y="1316900"/>
                  </a:lnTo>
                  <a:lnTo>
                    <a:pt x="3612948" y="1320435"/>
                  </a:lnTo>
                  <a:lnTo>
                    <a:pt x="3613583" y="1324383"/>
                  </a:lnTo>
                  <a:lnTo>
                    <a:pt x="3614218" y="1328518"/>
                  </a:lnTo>
                  <a:lnTo>
                    <a:pt x="3614853" y="1332828"/>
                  </a:lnTo>
                  <a:lnTo>
                    <a:pt x="3615487" y="1337185"/>
                  </a:lnTo>
                  <a:lnTo>
                    <a:pt x="3616122" y="1340914"/>
                  </a:lnTo>
                  <a:lnTo>
                    <a:pt x="3616757" y="1343070"/>
                  </a:lnTo>
                  <a:lnTo>
                    <a:pt x="3617392" y="1342984"/>
                  </a:lnTo>
                  <a:lnTo>
                    <a:pt x="3618027" y="1340666"/>
                  </a:lnTo>
                  <a:lnTo>
                    <a:pt x="3618662" y="1336476"/>
                  </a:lnTo>
                  <a:lnTo>
                    <a:pt x="3619297" y="1330664"/>
                  </a:lnTo>
                  <a:lnTo>
                    <a:pt x="3619931" y="1322446"/>
                  </a:lnTo>
                  <a:lnTo>
                    <a:pt x="3620566" y="1313109"/>
                  </a:lnTo>
                  <a:lnTo>
                    <a:pt x="3621201" y="1302988"/>
                  </a:lnTo>
                  <a:lnTo>
                    <a:pt x="3621836" y="1291726"/>
                  </a:lnTo>
                  <a:lnTo>
                    <a:pt x="3622471" y="1284239"/>
                  </a:lnTo>
                  <a:lnTo>
                    <a:pt x="3623106" y="1276494"/>
                  </a:lnTo>
                  <a:lnTo>
                    <a:pt x="3623740" y="1268386"/>
                  </a:lnTo>
                  <a:lnTo>
                    <a:pt x="3624375" y="1260018"/>
                  </a:lnTo>
                  <a:lnTo>
                    <a:pt x="3625010" y="1251053"/>
                  </a:lnTo>
                  <a:lnTo>
                    <a:pt x="3625645" y="1242308"/>
                  </a:lnTo>
                  <a:lnTo>
                    <a:pt x="3626280" y="1234560"/>
                  </a:lnTo>
                  <a:lnTo>
                    <a:pt x="3626915" y="1227878"/>
                  </a:lnTo>
                  <a:lnTo>
                    <a:pt x="3627550" y="1222527"/>
                  </a:lnTo>
                  <a:lnTo>
                    <a:pt x="3628184" y="1218064"/>
                  </a:lnTo>
                  <a:lnTo>
                    <a:pt x="3628819" y="1215285"/>
                  </a:lnTo>
                  <a:lnTo>
                    <a:pt x="3629454" y="1214303"/>
                  </a:lnTo>
                  <a:lnTo>
                    <a:pt x="3630089" y="1214134"/>
                  </a:lnTo>
                  <a:lnTo>
                    <a:pt x="3630724" y="1214418"/>
                  </a:lnTo>
                  <a:lnTo>
                    <a:pt x="3631359" y="1215567"/>
                  </a:lnTo>
                  <a:lnTo>
                    <a:pt x="3631993" y="1217736"/>
                  </a:lnTo>
                  <a:lnTo>
                    <a:pt x="3632628" y="1218175"/>
                  </a:lnTo>
                  <a:lnTo>
                    <a:pt x="3633263" y="1219710"/>
                  </a:lnTo>
                  <a:lnTo>
                    <a:pt x="3633898" y="1221247"/>
                  </a:lnTo>
                  <a:lnTo>
                    <a:pt x="3634533" y="1222966"/>
                  </a:lnTo>
                  <a:lnTo>
                    <a:pt x="3635168" y="1224157"/>
                  </a:lnTo>
                  <a:lnTo>
                    <a:pt x="3635803" y="1224814"/>
                  </a:lnTo>
                  <a:lnTo>
                    <a:pt x="3636437" y="1226169"/>
                  </a:lnTo>
                  <a:lnTo>
                    <a:pt x="3637072" y="1227715"/>
                  </a:lnTo>
                  <a:lnTo>
                    <a:pt x="3637707" y="1229377"/>
                  </a:lnTo>
                  <a:lnTo>
                    <a:pt x="3638342" y="1230111"/>
                  </a:lnTo>
                  <a:lnTo>
                    <a:pt x="3638977" y="1229691"/>
                  </a:lnTo>
                  <a:lnTo>
                    <a:pt x="3639612" y="1229494"/>
                  </a:lnTo>
                  <a:lnTo>
                    <a:pt x="3640246" y="1228452"/>
                  </a:lnTo>
                  <a:lnTo>
                    <a:pt x="3640881" y="1226765"/>
                  </a:lnTo>
                  <a:lnTo>
                    <a:pt x="3641516" y="1224454"/>
                  </a:lnTo>
                  <a:lnTo>
                    <a:pt x="3642151" y="1223348"/>
                  </a:lnTo>
                  <a:lnTo>
                    <a:pt x="3642786" y="1222504"/>
                  </a:lnTo>
                  <a:lnTo>
                    <a:pt x="3643421" y="1221515"/>
                  </a:lnTo>
                  <a:lnTo>
                    <a:pt x="3644056" y="1219446"/>
                  </a:lnTo>
                  <a:lnTo>
                    <a:pt x="3644690" y="1218000"/>
                  </a:lnTo>
                  <a:lnTo>
                    <a:pt x="3645325" y="1217269"/>
                  </a:lnTo>
                  <a:lnTo>
                    <a:pt x="3645960" y="1215945"/>
                  </a:lnTo>
                  <a:lnTo>
                    <a:pt x="3646595" y="1214070"/>
                  </a:lnTo>
                  <a:lnTo>
                    <a:pt x="3647230" y="1212503"/>
                  </a:lnTo>
                  <a:lnTo>
                    <a:pt x="3647865" y="1210908"/>
                  </a:lnTo>
                  <a:lnTo>
                    <a:pt x="3648499" y="1208314"/>
                  </a:lnTo>
                  <a:lnTo>
                    <a:pt x="3649134" y="1204661"/>
                  </a:lnTo>
                  <a:lnTo>
                    <a:pt x="3649769" y="1198770"/>
                  </a:lnTo>
                  <a:lnTo>
                    <a:pt x="3650404" y="1192592"/>
                  </a:lnTo>
                  <a:lnTo>
                    <a:pt x="3651039" y="1184328"/>
                  </a:lnTo>
                  <a:lnTo>
                    <a:pt x="3651674" y="1174475"/>
                  </a:lnTo>
                  <a:lnTo>
                    <a:pt x="3652308" y="1166143"/>
                  </a:lnTo>
                  <a:lnTo>
                    <a:pt x="3652943" y="1157867"/>
                  </a:lnTo>
                  <a:lnTo>
                    <a:pt x="3653578" y="1149749"/>
                  </a:lnTo>
                  <a:lnTo>
                    <a:pt x="3654213" y="1140099"/>
                  </a:lnTo>
                  <a:lnTo>
                    <a:pt x="3654848" y="1126503"/>
                  </a:lnTo>
                  <a:lnTo>
                    <a:pt x="3655483" y="1116542"/>
                  </a:lnTo>
                  <a:lnTo>
                    <a:pt x="3656118" y="1106158"/>
                  </a:lnTo>
                  <a:lnTo>
                    <a:pt x="3656752" y="1098001"/>
                  </a:lnTo>
                  <a:lnTo>
                    <a:pt x="3657387" y="1090925"/>
                  </a:lnTo>
                  <a:lnTo>
                    <a:pt x="3658022" y="1084508"/>
                  </a:lnTo>
                  <a:lnTo>
                    <a:pt x="3658657" y="1079523"/>
                  </a:lnTo>
                  <a:lnTo>
                    <a:pt x="3659292" y="1074944"/>
                  </a:lnTo>
                  <a:lnTo>
                    <a:pt x="3659927" y="1070352"/>
                  </a:lnTo>
                  <a:lnTo>
                    <a:pt x="3660561" y="1066498"/>
                  </a:lnTo>
                  <a:lnTo>
                    <a:pt x="3661196" y="1063654"/>
                  </a:lnTo>
                  <a:lnTo>
                    <a:pt x="3661831" y="1061200"/>
                  </a:lnTo>
                  <a:lnTo>
                    <a:pt x="3662466" y="1058460"/>
                  </a:lnTo>
                  <a:lnTo>
                    <a:pt x="3663101" y="1056415"/>
                  </a:lnTo>
                  <a:lnTo>
                    <a:pt x="3663736" y="1055584"/>
                  </a:lnTo>
                  <a:lnTo>
                    <a:pt x="3664371" y="1055082"/>
                  </a:lnTo>
                  <a:lnTo>
                    <a:pt x="3665005" y="1054289"/>
                  </a:lnTo>
                  <a:lnTo>
                    <a:pt x="3665640" y="1054326"/>
                  </a:lnTo>
                  <a:lnTo>
                    <a:pt x="3666275" y="1054494"/>
                  </a:lnTo>
                  <a:lnTo>
                    <a:pt x="3666910" y="1054401"/>
                  </a:lnTo>
                  <a:lnTo>
                    <a:pt x="3667545" y="1053524"/>
                  </a:lnTo>
                  <a:lnTo>
                    <a:pt x="3668180" y="1052514"/>
                  </a:lnTo>
                  <a:lnTo>
                    <a:pt x="3668814" y="1051325"/>
                  </a:lnTo>
                  <a:lnTo>
                    <a:pt x="3669449" y="1049198"/>
                  </a:lnTo>
                  <a:lnTo>
                    <a:pt x="3670084" y="1046766"/>
                  </a:lnTo>
                  <a:lnTo>
                    <a:pt x="3670719" y="1044213"/>
                  </a:lnTo>
                  <a:lnTo>
                    <a:pt x="3671354" y="1041593"/>
                  </a:lnTo>
                  <a:lnTo>
                    <a:pt x="3671989" y="1040619"/>
                  </a:lnTo>
                  <a:lnTo>
                    <a:pt x="3672624" y="1040228"/>
                  </a:lnTo>
                  <a:lnTo>
                    <a:pt x="3673258" y="1039175"/>
                  </a:lnTo>
                  <a:lnTo>
                    <a:pt x="3673893" y="1037421"/>
                  </a:lnTo>
                  <a:lnTo>
                    <a:pt x="3674528" y="1035632"/>
                  </a:lnTo>
                  <a:lnTo>
                    <a:pt x="3675163" y="1033554"/>
                  </a:lnTo>
                  <a:lnTo>
                    <a:pt x="3675798" y="1029965"/>
                  </a:lnTo>
                  <a:lnTo>
                    <a:pt x="3676433" y="1026458"/>
                  </a:lnTo>
                  <a:lnTo>
                    <a:pt x="3677067" y="1022321"/>
                  </a:lnTo>
                  <a:lnTo>
                    <a:pt x="3677702" y="1018461"/>
                  </a:lnTo>
                  <a:lnTo>
                    <a:pt x="3678337" y="1015716"/>
                  </a:lnTo>
                  <a:lnTo>
                    <a:pt x="3678972" y="1014009"/>
                  </a:lnTo>
                  <a:lnTo>
                    <a:pt x="3679607" y="1011463"/>
                  </a:lnTo>
                  <a:lnTo>
                    <a:pt x="3680242" y="1005322"/>
                  </a:lnTo>
                  <a:lnTo>
                    <a:pt x="3680877" y="999933"/>
                  </a:lnTo>
                  <a:lnTo>
                    <a:pt x="3681511" y="996279"/>
                  </a:lnTo>
                  <a:lnTo>
                    <a:pt x="3682146" y="988148"/>
                  </a:lnTo>
                  <a:lnTo>
                    <a:pt x="3682781" y="983376"/>
                  </a:lnTo>
                  <a:lnTo>
                    <a:pt x="3683416" y="978386"/>
                  </a:lnTo>
                  <a:lnTo>
                    <a:pt x="3684051" y="975057"/>
                  </a:lnTo>
                  <a:lnTo>
                    <a:pt x="3684686" y="975000"/>
                  </a:lnTo>
                  <a:lnTo>
                    <a:pt x="3685320" y="976455"/>
                  </a:lnTo>
                  <a:lnTo>
                    <a:pt x="3685955" y="978201"/>
                  </a:lnTo>
                  <a:lnTo>
                    <a:pt x="3686590" y="980012"/>
                  </a:lnTo>
                  <a:lnTo>
                    <a:pt x="3687225" y="982317"/>
                  </a:lnTo>
                  <a:lnTo>
                    <a:pt x="3687860" y="985036"/>
                  </a:lnTo>
                  <a:lnTo>
                    <a:pt x="3688495" y="988838"/>
                  </a:lnTo>
                  <a:lnTo>
                    <a:pt x="3689130" y="994606"/>
                  </a:lnTo>
                  <a:lnTo>
                    <a:pt x="3689764" y="1000451"/>
                  </a:lnTo>
                  <a:lnTo>
                    <a:pt x="3690399" y="1006368"/>
                  </a:lnTo>
                  <a:lnTo>
                    <a:pt x="3691034" y="1011206"/>
                  </a:lnTo>
                  <a:lnTo>
                    <a:pt x="3691669" y="1015263"/>
                  </a:lnTo>
                  <a:lnTo>
                    <a:pt x="3692304" y="1019124"/>
                  </a:lnTo>
                  <a:lnTo>
                    <a:pt x="3692939" y="1023248"/>
                  </a:lnTo>
                  <a:lnTo>
                    <a:pt x="3693573" y="1027565"/>
                  </a:lnTo>
                  <a:lnTo>
                    <a:pt x="3694208" y="1031791"/>
                  </a:lnTo>
                  <a:lnTo>
                    <a:pt x="3694843" y="1035537"/>
                  </a:lnTo>
                  <a:lnTo>
                    <a:pt x="3695478" y="1039075"/>
                  </a:lnTo>
                  <a:lnTo>
                    <a:pt x="3696113" y="1042190"/>
                  </a:lnTo>
                  <a:lnTo>
                    <a:pt x="3696748" y="1044560"/>
                  </a:lnTo>
                  <a:lnTo>
                    <a:pt x="3697383" y="1046601"/>
                  </a:lnTo>
                  <a:lnTo>
                    <a:pt x="3698017" y="1048211"/>
                  </a:lnTo>
                  <a:lnTo>
                    <a:pt x="3698652" y="1049086"/>
                  </a:lnTo>
                  <a:lnTo>
                    <a:pt x="3699287" y="1049462"/>
                  </a:lnTo>
                  <a:lnTo>
                    <a:pt x="3699922" y="1048449"/>
                  </a:lnTo>
                  <a:lnTo>
                    <a:pt x="3700557" y="1045937"/>
                  </a:lnTo>
                  <a:lnTo>
                    <a:pt x="3701192" y="1041321"/>
                  </a:lnTo>
                  <a:lnTo>
                    <a:pt x="3701826" y="1035799"/>
                  </a:lnTo>
                  <a:lnTo>
                    <a:pt x="3702461" y="1029062"/>
                  </a:lnTo>
                  <a:lnTo>
                    <a:pt x="3703096" y="1021509"/>
                  </a:lnTo>
                  <a:lnTo>
                    <a:pt x="3703731" y="1013718"/>
                  </a:lnTo>
                  <a:lnTo>
                    <a:pt x="3704366" y="1006526"/>
                  </a:lnTo>
                  <a:lnTo>
                    <a:pt x="3705001" y="999532"/>
                  </a:lnTo>
                  <a:lnTo>
                    <a:pt x="3705635" y="993071"/>
                  </a:lnTo>
                  <a:lnTo>
                    <a:pt x="3706270" y="989911"/>
                  </a:lnTo>
                  <a:lnTo>
                    <a:pt x="3706905" y="987032"/>
                  </a:lnTo>
                  <a:lnTo>
                    <a:pt x="3707540" y="984071"/>
                  </a:lnTo>
                  <a:lnTo>
                    <a:pt x="3708175" y="983762"/>
                  </a:lnTo>
                  <a:lnTo>
                    <a:pt x="3708810" y="986656"/>
                  </a:lnTo>
                  <a:lnTo>
                    <a:pt x="3709445" y="990720"/>
                  </a:lnTo>
                  <a:lnTo>
                    <a:pt x="3710079" y="995794"/>
                  </a:lnTo>
                  <a:lnTo>
                    <a:pt x="3710714" y="1002012"/>
                  </a:lnTo>
                  <a:lnTo>
                    <a:pt x="3711349" y="1009527"/>
                  </a:lnTo>
                  <a:lnTo>
                    <a:pt x="3711984" y="1017157"/>
                  </a:lnTo>
                  <a:lnTo>
                    <a:pt x="3712619" y="1024536"/>
                  </a:lnTo>
                  <a:lnTo>
                    <a:pt x="3713254" y="1031832"/>
                  </a:lnTo>
                  <a:lnTo>
                    <a:pt x="3713888" y="1038817"/>
                  </a:lnTo>
                  <a:lnTo>
                    <a:pt x="3714523" y="1045682"/>
                  </a:lnTo>
                  <a:lnTo>
                    <a:pt x="3715158" y="1051952"/>
                  </a:lnTo>
                  <a:lnTo>
                    <a:pt x="3715793" y="1057023"/>
                  </a:lnTo>
                  <a:lnTo>
                    <a:pt x="3716428" y="1060838"/>
                  </a:lnTo>
                  <a:lnTo>
                    <a:pt x="3717063" y="1064615"/>
                  </a:lnTo>
                  <a:lnTo>
                    <a:pt x="3717698" y="1066025"/>
                  </a:lnTo>
                  <a:lnTo>
                    <a:pt x="3718332" y="1064306"/>
                  </a:lnTo>
                  <a:lnTo>
                    <a:pt x="3718967" y="1061841"/>
                  </a:lnTo>
                  <a:lnTo>
                    <a:pt x="3719602" y="1059255"/>
                  </a:lnTo>
                  <a:lnTo>
                    <a:pt x="3720237" y="1056287"/>
                  </a:lnTo>
                  <a:lnTo>
                    <a:pt x="3720872" y="1052207"/>
                  </a:lnTo>
                  <a:lnTo>
                    <a:pt x="3721507" y="1047233"/>
                  </a:lnTo>
                  <a:lnTo>
                    <a:pt x="3722141" y="1041794"/>
                  </a:lnTo>
                  <a:lnTo>
                    <a:pt x="3722776" y="1036235"/>
                  </a:lnTo>
                  <a:lnTo>
                    <a:pt x="3723411" y="1030039"/>
                  </a:lnTo>
                  <a:lnTo>
                    <a:pt x="3724046" y="1023223"/>
                  </a:lnTo>
                  <a:lnTo>
                    <a:pt x="3724681" y="1015831"/>
                  </a:lnTo>
                  <a:lnTo>
                    <a:pt x="3725316" y="1008740"/>
                  </a:lnTo>
                  <a:lnTo>
                    <a:pt x="3725951" y="1002248"/>
                  </a:lnTo>
                  <a:lnTo>
                    <a:pt x="3726585" y="995735"/>
                  </a:lnTo>
                  <a:lnTo>
                    <a:pt x="3727220" y="987392"/>
                  </a:lnTo>
                  <a:lnTo>
                    <a:pt x="3727855" y="978548"/>
                  </a:lnTo>
                  <a:lnTo>
                    <a:pt x="3728490" y="969643"/>
                  </a:lnTo>
                  <a:lnTo>
                    <a:pt x="3729125" y="956074"/>
                  </a:lnTo>
                  <a:lnTo>
                    <a:pt x="3729760" y="941651"/>
                  </a:lnTo>
                  <a:lnTo>
                    <a:pt x="3730394" y="926602"/>
                  </a:lnTo>
                  <a:lnTo>
                    <a:pt x="3731029" y="916528"/>
                  </a:lnTo>
                  <a:lnTo>
                    <a:pt x="3731664" y="909435"/>
                  </a:lnTo>
                  <a:lnTo>
                    <a:pt x="3732299" y="901705"/>
                  </a:lnTo>
                  <a:lnTo>
                    <a:pt x="3732934" y="895549"/>
                  </a:lnTo>
                  <a:lnTo>
                    <a:pt x="3733569" y="889115"/>
                  </a:lnTo>
                  <a:lnTo>
                    <a:pt x="3734204" y="882044"/>
                  </a:lnTo>
                  <a:lnTo>
                    <a:pt x="3734838" y="874835"/>
                  </a:lnTo>
                  <a:lnTo>
                    <a:pt x="3735473" y="866901"/>
                  </a:lnTo>
                  <a:lnTo>
                    <a:pt x="3736108" y="859399"/>
                  </a:lnTo>
                  <a:lnTo>
                    <a:pt x="3736743" y="851560"/>
                  </a:lnTo>
                  <a:lnTo>
                    <a:pt x="3737378" y="843673"/>
                  </a:lnTo>
                  <a:lnTo>
                    <a:pt x="3738013" y="835751"/>
                  </a:lnTo>
                  <a:lnTo>
                    <a:pt x="3738647" y="827653"/>
                  </a:lnTo>
                  <a:lnTo>
                    <a:pt x="3739282" y="820072"/>
                  </a:lnTo>
                  <a:lnTo>
                    <a:pt x="3739917" y="813009"/>
                  </a:lnTo>
                  <a:lnTo>
                    <a:pt x="3740552" y="805972"/>
                  </a:lnTo>
                  <a:lnTo>
                    <a:pt x="3741187" y="798144"/>
                  </a:lnTo>
                  <a:lnTo>
                    <a:pt x="3741822" y="790629"/>
                  </a:lnTo>
                  <a:lnTo>
                    <a:pt x="3742457" y="783302"/>
                  </a:lnTo>
                  <a:lnTo>
                    <a:pt x="3743091" y="775033"/>
                  </a:lnTo>
                  <a:lnTo>
                    <a:pt x="3743726" y="769267"/>
                  </a:lnTo>
                  <a:lnTo>
                    <a:pt x="3744361" y="765169"/>
                  </a:lnTo>
                  <a:lnTo>
                    <a:pt x="3744996" y="764611"/>
                  </a:lnTo>
                  <a:lnTo>
                    <a:pt x="3745631" y="766843"/>
                  </a:lnTo>
                  <a:lnTo>
                    <a:pt x="3746266" y="770420"/>
                  </a:lnTo>
                  <a:lnTo>
                    <a:pt x="3746900" y="777214"/>
                  </a:lnTo>
                  <a:lnTo>
                    <a:pt x="3747535" y="785991"/>
                  </a:lnTo>
                  <a:lnTo>
                    <a:pt x="3748170" y="796087"/>
                  </a:lnTo>
                  <a:lnTo>
                    <a:pt x="3748805" y="807626"/>
                  </a:lnTo>
                  <a:lnTo>
                    <a:pt x="3749440" y="815943"/>
                  </a:lnTo>
                  <a:lnTo>
                    <a:pt x="3750075" y="824589"/>
                  </a:lnTo>
                  <a:lnTo>
                    <a:pt x="3750710" y="834540"/>
                  </a:lnTo>
                  <a:lnTo>
                    <a:pt x="3751344" y="845460"/>
                  </a:lnTo>
                  <a:lnTo>
                    <a:pt x="3751979" y="857272"/>
                  </a:lnTo>
                  <a:lnTo>
                    <a:pt x="3752614" y="869525"/>
                  </a:lnTo>
                  <a:lnTo>
                    <a:pt x="3753249" y="881244"/>
                  </a:lnTo>
                  <a:lnTo>
                    <a:pt x="3753884" y="891805"/>
                  </a:lnTo>
                  <a:lnTo>
                    <a:pt x="3754519" y="901198"/>
                  </a:lnTo>
                  <a:lnTo>
                    <a:pt x="3755153" y="909345"/>
                  </a:lnTo>
                  <a:lnTo>
                    <a:pt x="3755788" y="916022"/>
                  </a:lnTo>
                  <a:lnTo>
                    <a:pt x="3756423" y="921186"/>
                  </a:lnTo>
                  <a:lnTo>
                    <a:pt x="3757058" y="925779"/>
                  </a:lnTo>
                  <a:lnTo>
                    <a:pt x="3757693" y="929942"/>
                  </a:lnTo>
                  <a:lnTo>
                    <a:pt x="3758328" y="933491"/>
                  </a:lnTo>
                  <a:lnTo>
                    <a:pt x="3758962" y="936589"/>
                  </a:lnTo>
                  <a:lnTo>
                    <a:pt x="3759597" y="940812"/>
                  </a:lnTo>
                  <a:lnTo>
                    <a:pt x="3760232" y="944002"/>
                  </a:lnTo>
                  <a:lnTo>
                    <a:pt x="3760867" y="947322"/>
                  </a:lnTo>
                  <a:lnTo>
                    <a:pt x="3761502" y="950439"/>
                  </a:lnTo>
                  <a:lnTo>
                    <a:pt x="3762137" y="954165"/>
                  </a:lnTo>
                  <a:lnTo>
                    <a:pt x="3762772" y="957707"/>
                  </a:lnTo>
                  <a:lnTo>
                    <a:pt x="3763406" y="960346"/>
                  </a:lnTo>
                  <a:lnTo>
                    <a:pt x="3764041" y="962493"/>
                  </a:lnTo>
                  <a:lnTo>
                    <a:pt x="3764676" y="964640"/>
                  </a:lnTo>
                  <a:lnTo>
                    <a:pt x="3765311" y="967051"/>
                  </a:lnTo>
                  <a:lnTo>
                    <a:pt x="3765946" y="971093"/>
                  </a:lnTo>
                  <a:lnTo>
                    <a:pt x="3766581" y="974231"/>
                  </a:lnTo>
                  <a:lnTo>
                    <a:pt x="3767215" y="978483"/>
                  </a:lnTo>
                  <a:lnTo>
                    <a:pt x="3767850" y="981826"/>
                  </a:lnTo>
                  <a:lnTo>
                    <a:pt x="3768485" y="984490"/>
                  </a:lnTo>
                  <a:lnTo>
                    <a:pt x="3769120" y="986227"/>
                  </a:lnTo>
                  <a:lnTo>
                    <a:pt x="3769755" y="987326"/>
                  </a:lnTo>
                  <a:lnTo>
                    <a:pt x="3770390" y="987978"/>
                  </a:lnTo>
                  <a:lnTo>
                    <a:pt x="3771025" y="988694"/>
                  </a:lnTo>
                  <a:lnTo>
                    <a:pt x="3771659" y="987889"/>
                  </a:lnTo>
                  <a:lnTo>
                    <a:pt x="3772294" y="986041"/>
                  </a:lnTo>
                  <a:lnTo>
                    <a:pt x="3772929" y="984404"/>
                  </a:lnTo>
                  <a:lnTo>
                    <a:pt x="3773564" y="982291"/>
                  </a:lnTo>
                  <a:lnTo>
                    <a:pt x="3774199" y="979568"/>
                  </a:lnTo>
                  <a:lnTo>
                    <a:pt x="3774834" y="976279"/>
                  </a:lnTo>
                  <a:lnTo>
                    <a:pt x="3775468" y="973109"/>
                  </a:lnTo>
                  <a:lnTo>
                    <a:pt x="3776103" y="967378"/>
                  </a:lnTo>
                  <a:lnTo>
                    <a:pt x="3776738" y="961596"/>
                  </a:lnTo>
                  <a:lnTo>
                    <a:pt x="3777373" y="957267"/>
                  </a:lnTo>
                  <a:lnTo>
                    <a:pt x="3778008" y="960817"/>
                  </a:lnTo>
                  <a:lnTo>
                    <a:pt x="3778643" y="966093"/>
                  </a:lnTo>
                  <a:lnTo>
                    <a:pt x="3779278" y="969041"/>
                  </a:lnTo>
                  <a:lnTo>
                    <a:pt x="3779912" y="972337"/>
                  </a:lnTo>
                  <a:lnTo>
                    <a:pt x="3780547" y="975722"/>
                  </a:lnTo>
                  <a:lnTo>
                    <a:pt x="3781182" y="981556"/>
                  </a:lnTo>
                  <a:lnTo>
                    <a:pt x="3781817" y="993111"/>
                  </a:lnTo>
                  <a:lnTo>
                    <a:pt x="3782452" y="1001724"/>
                  </a:lnTo>
                  <a:lnTo>
                    <a:pt x="3783087" y="1010848"/>
                  </a:lnTo>
                  <a:lnTo>
                    <a:pt x="3783721" y="1017530"/>
                  </a:lnTo>
                  <a:lnTo>
                    <a:pt x="3784356" y="1024162"/>
                  </a:lnTo>
                  <a:lnTo>
                    <a:pt x="3784991" y="1030965"/>
                  </a:lnTo>
                  <a:lnTo>
                    <a:pt x="3785626" y="1037269"/>
                  </a:lnTo>
                  <a:lnTo>
                    <a:pt x="3786261" y="1043588"/>
                  </a:lnTo>
                  <a:lnTo>
                    <a:pt x="3786896" y="1049249"/>
                  </a:lnTo>
                  <a:lnTo>
                    <a:pt x="3787531" y="1054991"/>
                  </a:lnTo>
                  <a:lnTo>
                    <a:pt x="3788165" y="1060655"/>
                  </a:lnTo>
                  <a:lnTo>
                    <a:pt x="3788800" y="1066876"/>
                  </a:lnTo>
                  <a:lnTo>
                    <a:pt x="3789435" y="1073407"/>
                  </a:lnTo>
                  <a:lnTo>
                    <a:pt x="3790070" y="1080055"/>
                  </a:lnTo>
                  <a:lnTo>
                    <a:pt x="3790705" y="1085538"/>
                  </a:lnTo>
                  <a:lnTo>
                    <a:pt x="3791340" y="1090031"/>
                  </a:lnTo>
                  <a:lnTo>
                    <a:pt x="3791974" y="1094516"/>
                  </a:lnTo>
                  <a:lnTo>
                    <a:pt x="3792609" y="1098149"/>
                  </a:lnTo>
                  <a:lnTo>
                    <a:pt x="3793244" y="1101344"/>
                  </a:lnTo>
                  <a:lnTo>
                    <a:pt x="3793879" y="1104503"/>
                  </a:lnTo>
                  <a:lnTo>
                    <a:pt x="3794514" y="1108376"/>
                  </a:lnTo>
                  <a:lnTo>
                    <a:pt x="3795149" y="1112249"/>
                  </a:lnTo>
                  <a:lnTo>
                    <a:pt x="3795784" y="1116258"/>
                  </a:lnTo>
                  <a:lnTo>
                    <a:pt x="3796418" y="1120536"/>
                  </a:lnTo>
                  <a:lnTo>
                    <a:pt x="3797053" y="1123795"/>
                  </a:lnTo>
                  <a:lnTo>
                    <a:pt x="3797688" y="1126622"/>
                  </a:lnTo>
                  <a:lnTo>
                    <a:pt x="3798323" y="1128678"/>
                  </a:lnTo>
                  <a:lnTo>
                    <a:pt x="3798958" y="1129542"/>
                  </a:lnTo>
                  <a:lnTo>
                    <a:pt x="3799593" y="1129725"/>
                  </a:lnTo>
                  <a:lnTo>
                    <a:pt x="3800227" y="1128478"/>
                  </a:lnTo>
                  <a:lnTo>
                    <a:pt x="3800862" y="1128052"/>
                  </a:lnTo>
                  <a:lnTo>
                    <a:pt x="3801497" y="1126997"/>
                  </a:lnTo>
                  <a:lnTo>
                    <a:pt x="3802132" y="1126121"/>
                  </a:lnTo>
                  <a:lnTo>
                    <a:pt x="3802767" y="1125741"/>
                  </a:lnTo>
                  <a:lnTo>
                    <a:pt x="3803402" y="1125718"/>
                  </a:lnTo>
                  <a:lnTo>
                    <a:pt x="3804037" y="1127705"/>
                  </a:lnTo>
                  <a:lnTo>
                    <a:pt x="3804671" y="1129468"/>
                  </a:lnTo>
                  <a:lnTo>
                    <a:pt x="3805306" y="1130750"/>
                  </a:lnTo>
                  <a:lnTo>
                    <a:pt x="3805941" y="1130938"/>
                  </a:lnTo>
                  <a:lnTo>
                    <a:pt x="3806576" y="1132224"/>
                  </a:lnTo>
                  <a:lnTo>
                    <a:pt x="3807211" y="1136668"/>
                  </a:lnTo>
                  <a:lnTo>
                    <a:pt x="3807846" y="1137582"/>
                  </a:lnTo>
                  <a:lnTo>
                    <a:pt x="3808480" y="1140929"/>
                  </a:lnTo>
                  <a:lnTo>
                    <a:pt x="3809115" y="1146888"/>
                  </a:lnTo>
                  <a:lnTo>
                    <a:pt x="3809750" y="1152969"/>
                  </a:lnTo>
                  <a:lnTo>
                    <a:pt x="3810385" y="1157718"/>
                  </a:lnTo>
                  <a:lnTo>
                    <a:pt x="3811020" y="1162044"/>
                  </a:lnTo>
                  <a:lnTo>
                    <a:pt x="3811655" y="1167025"/>
                  </a:lnTo>
                  <a:lnTo>
                    <a:pt x="3812289" y="1170823"/>
                  </a:lnTo>
                  <a:lnTo>
                    <a:pt x="3812924" y="1173576"/>
                  </a:lnTo>
                  <a:lnTo>
                    <a:pt x="3813559" y="1174353"/>
                  </a:lnTo>
                  <a:lnTo>
                    <a:pt x="3814194" y="1173189"/>
                  </a:lnTo>
                  <a:lnTo>
                    <a:pt x="3814829" y="1170143"/>
                  </a:lnTo>
                  <a:lnTo>
                    <a:pt x="3815464" y="1164965"/>
                  </a:lnTo>
                  <a:lnTo>
                    <a:pt x="3816099" y="1157372"/>
                  </a:lnTo>
                  <a:lnTo>
                    <a:pt x="3816733" y="1148087"/>
                  </a:lnTo>
                  <a:lnTo>
                    <a:pt x="3817368" y="1137200"/>
                  </a:lnTo>
                  <a:lnTo>
                    <a:pt x="3818003" y="1125852"/>
                  </a:lnTo>
                  <a:lnTo>
                    <a:pt x="3818638" y="1114441"/>
                  </a:lnTo>
                  <a:lnTo>
                    <a:pt x="3819273" y="1100424"/>
                  </a:lnTo>
                  <a:lnTo>
                    <a:pt x="3819908" y="1086077"/>
                  </a:lnTo>
                  <a:lnTo>
                    <a:pt x="3820542" y="1073895"/>
                  </a:lnTo>
                  <a:lnTo>
                    <a:pt x="3821177" y="1058694"/>
                  </a:lnTo>
                  <a:lnTo>
                    <a:pt x="3821812" y="1038054"/>
                  </a:lnTo>
                  <a:lnTo>
                    <a:pt x="3822447" y="1021309"/>
                  </a:lnTo>
                  <a:lnTo>
                    <a:pt x="3823082" y="1004528"/>
                  </a:lnTo>
                  <a:lnTo>
                    <a:pt x="3823717" y="987687"/>
                  </a:lnTo>
                  <a:lnTo>
                    <a:pt x="3824352" y="973619"/>
                  </a:lnTo>
                  <a:lnTo>
                    <a:pt x="3824986" y="961524"/>
                  </a:lnTo>
                  <a:lnTo>
                    <a:pt x="3825621" y="950987"/>
                  </a:lnTo>
                  <a:lnTo>
                    <a:pt x="3826256" y="940929"/>
                  </a:lnTo>
                  <a:lnTo>
                    <a:pt x="3826891" y="932214"/>
                  </a:lnTo>
                  <a:lnTo>
                    <a:pt x="3827526" y="925123"/>
                  </a:lnTo>
                  <a:lnTo>
                    <a:pt x="3828161" y="920787"/>
                  </a:lnTo>
                  <a:lnTo>
                    <a:pt x="3828795" y="918139"/>
                  </a:lnTo>
                  <a:lnTo>
                    <a:pt x="3829430" y="917128"/>
                  </a:lnTo>
                  <a:lnTo>
                    <a:pt x="3830065" y="916063"/>
                  </a:lnTo>
                  <a:lnTo>
                    <a:pt x="3830700" y="915689"/>
                  </a:lnTo>
                  <a:lnTo>
                    <a:pt x="3831335" y="915521"/>
                  </a:lnTo>
                  <a:lnTo>
                    <a:pt x="3831970" y="915834"/>
                  </a:lnTo>
                  <a:lnTo>
                    <a:pt x="3832605" y="916746"/>
                  </a:lnTo>
                  <a:lnTo>
                    <a:pt x="3833239" y="915504"/>
                  </a:lnTo>
                  <a:lnTo>
                    <a:pt x="3833874" y="914134"/>
                  </a:lnTo>
                  <a:lnTo>
                    <a:pt x="3834509" y="912438"/>
                  </a:lnTo>
                  <a:lnTo>
                    <a:pt x="3835144" y="908589"/>
                  </a:lnTo>
                  <a:lnTo>
                    <a:pt x="3835779" y="903507"/>
                  </a:lnTo>
                  <a:lnTo>
                    <a:pt x="3836414" y="900753"/>
                  </a:lnTo>
                  <a:lnTo>
                    <a:pt x="3837048" y="898396"/>
                  </a:lnTo>
                  <a:lnTo>
                    <a:pt x="3837683" y="895784"/>
                  </a:lnTo>
                  <a:lnTo>
                    <a:pt x="3838318" y="892792"/>
                  </a:lnTo>
                  <a:lnTo>
                    <a:pt x="3838953" y="888022"/>
                  </a:lnTo>
                  <a:lnTo>
                    <a:pt x="3839588" y="883987"/>
                  </a:lnTo>
                  <a:lnTo>
                    <a:pt x="3840223" y="880433"/>
                  </a:lnTo>
                  <a:lnTo>
                    <a:pt x="3840858" y="877785"/>
                  </a:lnTo>
                  <a:lnTo>
                    <a:pt x="3841492" y="876431"/>
                  </a:lnTo>
                  <a:lnTo>
                    <a:pt x="3842127" y="875513"/>
                  </a:lnTo>
                  <a:lnTo>
                    <a:pt x="3842762" y="872552"/>
                  </a:lnTo>
                  <a:lnTo>
                    <a:pt x="3843397" y="872620"/>
                  </a:lnTo>
                  <a:lnTo>
                    <a:pt x="3844032" y="872080"/>
                  </a:lnTo>
                  <a:lnTo>
                    <a:pt x="3844667" y="872773"/>
                  </a:lnTo>
                  <a:lnTo>
                    <a:pt x="3845301" y="874858"/>
                  </a:lnTo>
                  <a:lnTo>
                    <a:pt x="3845936" y="876286"/>
                  </a:lnTo>
                  <a:lnTo>
                    <a:pt x="3846571" y="877138"/>
                  </a:lnTo>
                  <a:lnTo>
                    <a:pt x="3847206" y="877462"/>
                  </a:lnTo>
                  <a:lnTo>
                    <a:pt x="3847841" y="878282"/>
                  </a:lnTo>
                  <a:lnTo>
                    <a:pt x="3848476" y="880224"/>
                  </a:lnTo>
                  <a:lnTo>
                    <a:pt x="3849111" y="882799"/>
                  </a:lnTo>
                  <a:lnTo>
                    <a:pt x="3849745" y="885890"/>
                  </a:lnTo>
                  <a:lnTo>
                    <a:pt x="3850380" y="889273"/>
                  </a:lnTo>
                  <a:lnTo>
                    <a:pt x="3851015" y="892513"/>
                  </a:lnTo>
                  <a:lnTo>
                    <a:pt x="3851650" y="896073"/>
                  </a:lnTo>
                  <a:lnTo>
                    <a:pt x="3852285" y="900248"/>
                  </a:lnTo>
                  <a:lnTo>
                    <a:pt x="3852920" y="903844"/>
                  </a:lnTo>
                  <a:lnTo>
                    <a:pt x="3853554" y="907443"/>
                  </a:lnTo>
                  <a:lnTo>
                    <a:pt x="3854189" y="912573"/>
                  </a:lnTo>
                  <a:lnTo>
                    <a:pt x="3854824" y="916924"/>
                  </a:lnTo>
                  <a:lnTo>
                    <a:pt x="3855459" y="922073"/>
                  </a:lnTo>
                  <a:lnTo>
                    <a:pt x="3856094" y="932109"/>
                  </a:lnTo>
                  <a:lnTo>
                    <a:pt x="3856729" y="941588"/>
                  </a:lnTo>
                  <a:lnTo>
                    <a:pt x="3857364" y="951599"/>
                  </a:lnTo>
                  <a:lnTo>
                    <a:pt x="3857998" y="955504"/>
                  </a:lnTo>
                  <a:lnTo>
                    <a:pt x="3858633" y="955795"/>
                  </a:lnTo>
                  <a:lnTo>
                    <a:pt x="3859268" y="956455"/>
                  </a:lnTo>
                  <a:lnTo>
                    <a:pt x="3859903" y="955504"/>
                  </a:lnTo>
                  <a:lnTo>
                    <a:pt x="3860538" y="955315"/>
                  </a:lnTo>
                  <a:lnTo>
                    <a:pt x="3861173" y="956227"/>
                  </a:lnTo>
                  <a:lnTo>
                    <a:pt x="3861807" y="958910"/>
                  </a:lnTo>
                  <a:lnTo>
                    <a:pt x="3862442" y="961979"/>
                  </a:lnTo>
                  <a:lnTo>
                    <a:pt x="3863077" y="963679"/>
                  </a:lnTo>
                  <a:lnTo>
                    <a:pt x="3863712" y="965667"/>
                  </a:lnTo>
                  <a:lnTo>
                    <a:pt x="3864347" y="967797"/>
                  </a:lnTo>
                  <a:lnTo>
                    <a:pt x="3864982" y="968614"/>
                  </a:lnTo>
                  <a:lnTo>
                    <a:pt x="3865617" y="969436"/>
                  </a:lnTo>
                  <a:lnTo>
                    <a:pt x="3866251" y="969706"/>
                  </a:lnTo>
                  <a:lnTo>
                    <a:pt x="3866886" y="969088"/>
                  </a:lnTo>
                  <a:lnTo>
                    <a:pt x="3867521" y="968063"/>
                  </a:lnTo>
                  <a:lnTo>
                    <a:pt x="3868156" y="967583"/>
                  </a:lnTo>
                  <a:lnTo>
                    <a:pt x="3868791" y="967131"/>
                  </a:lnTo>
                  <a:lnTo>
                    <a:pt x="3869426" y="966685"/>
                  </a:lnTo>
                  <a:lnTo>
                    <a:pt x="3870060" y="967962"/>
                  </a:lnTo>
                  <a:lnTo>
                    <a:pt x="3870695" y="967957"/>
                  </a:lnTo>
                  <a:lnTo>
                    <a:pt x="3871330" y="968922"/>
                  </a:lnTo>
                  <a:lnTo>
                    <a:pt x="3871965" y="968310"/>
                  </a:lnTo>
                  <a:lnTo>
                    <a:pt x="3872600" y="967325"/>
                  </a:lnTo>
                  <a:lnTo>
                    <a:pt x="3873235" y="966909"/>
                  </a:lnTo>
                  <a:lnTo>
                    <a:pt x="3873869" y="965879"/>
                  </a:lnTo>
                  <a:lnTo>
                    <a:pt x="3874504" y="964166"/>
                  </a:lnTo>
                  <a:lnTo>
                    <a:pt x="3875139" y="962104"/>
                  </a:lnTo>
                  <a:lnTo>
                    <a:pt x="3875774" y="960779"/>
                  </a:lnTo>
                  <a:lnTo>
                    <a:pt x="3876409" y="959734"/>
                  </a:lnTo>
                  <a:lnTo>
                    <a:pt x="3877044" y="959003"/>
                  </a:lnTo>
                  <a:lnTo>
                    <a:pt x="3877679" y="957814"/>
                  </a:lnTo>
                  <a:lnTo>
                    <a:pt x="3878313" y="956087"/>
                  </a:lnTo>
                  <a:lnTo>
                    <a:pt x="3878948" y="953123"/>
                  </a:lnTo>
                  <a:lnTo>
                    <a:pt x="3879583" y="949911"/>
                  </a:lnTo>
                  <a:lnTo>
                    <a:pt x="3880218" y="945458"/>
                  </a:lnTo>
                  <a:lnTo>
                    <a:pt x="3880853" y="939405"/>
                  </a:lnTo>
                  <a:lnTo>
                    <a:pt x="3881488" y="934195"/>
                  </a:lnTo>
                  <a:lnTo>
                    <a:pt x="3882122" y="929783"/>
                  </a:lnTo>
                  <a:lnTo>
                    <a:pt x="3882757" y="926215"/>
                  </a:lnTo>
                  <a:lnTo>
                    <a:pt x="3883392" y="923321"/>
                  </a:lnTo>
                  <a:lnTo>
                    <a:pt x="3884027" y="920949"/>
                  </a:lnTo>
                  <a:lnTo>
                    <a:pt x="3884662" y="918861"/>
                  </a:lnTo>
                  <a:lnTo>
                    <a:pt x="3885297" y="916774"/>
                  </a:lnTo>
                  <a:lnTo>
                    <a:pt x="3885932" y="914885"/>
                  </a:lnTo>
                  <a:lnTo>
                    <a:pt x="3886566" y="913139"/>
                  </a:lnTo>
                  <a:lnTo>
                    <a:pt x="3887201" y="911251"/>
                  </a:lnTo>
                  <a:lnTo>
                    <a:pt x="3887836" y="909837"/>
                  </a:lnTo>
                  <a:lnTo>
                    <a:pt x="3888471" y="908727"/>
                  </a:lnTo>
                  <a:lnTo>
                    <a:pt x="3889106" y="907626"/>
                  </a:lnTo>
                  <a:lnTo>
                    <a:pt x="3889741" y="906924"/>
                  </a:lnTo>
                  <a:lnTo>
                    <a:pt x="3890375" y="906298"/>
                  </a:lnTo>
                  <a:lnTo>
                    <a:pt x="3891010" y="905273"/>
                  </a:lnTo>
                  <a:lnTo>
                    <a:pt x="3891645" y="904182"/>
                  </a:lnTo>
                  <a:lnTo>
                    <a:pt x="3892280" y="903774"/>
                  </a:lnTo>
                  <a:lnTo>
                    <a:pt x="3892915" y="902790"/>
                  </a:lnTo>
                  <a:lnTo>
                    <a:pt x="3893550" y="902967"/>
                  </a:lnTo>
                  <a:lnTo>
                    <a:pt x="3894185" y="902141"/>
                  </a:lnTo>
                  <a:lnTo>
                    <a:pt x="3894819" y="901307"/>
                  </a:lnTo>
                  <a:lnTo>
                    <a:pt x="3895454" y="900353"/>
                  </a:lnTo>
                  <a:lnTo>
                    <a:pt x="3896089" y="898290"/>
                  </a:lnTo>
                  <a:lnTo>
                    <a:pt x="3896724" y="895745"/>
                  </a:lnTo>
                  <a:lnTo>
                    <a:pt x="3897359" y="893440"/>
                  </a:lnTo>
                  <a:lnTo>
                    <a:pt x="3897994" y="891594"/>
                  </a:lnTo>
                  <a:lnTo>
                    <a:pt x="3898628" y="890542"/>
                  </a:lnTo>
                  <a:lnTo>
                    <a:pt x="3899263" y="890180"/>
                  </a:lnTo>
                  <a:lnTo>
                    <a:pt x="3899898" y="890615"/>
                  </a:lnTo>
                  <a:lnTo>
                    <a:pt x="3900533" y="892042"/>
                  </a:lnTo>
                  <a:lnTo>
                    <a:pt x="3901168" y="893672"/>
                  </a:lnTo>
                  <a:lnTo>
                    <a:pt x="3901803" y="895285"/>
                  </a:lnTo>
                  <a:lnTo>
                    <a:pt x="3902438" y="895334"/>
                  </a:lnTo>
                  <a:lnTo>
                    <a:pt x="3903072" y="897411"/>
                  </a:lnTo>
                  <a:lnTo>
                    <a:pt x="3903707" y="899937"/>
                  </a:lnTo>
                  <a:lnTo>
                    <a:pt x="3904342" y="902244"/>
                  </a:lnTo>
                  <a:lnTo>
                    <a:pt x="3904977" y="898876"/>
                  </a:lnTo>
                  <a:lnTo>
                    <a:pt x="3905612" y="896755"/>
                  </a:lnTo>
                  <a:lnTo>
                    <a:pt x="3906247" y="894912"/>
                  </a:lnTo>
                  <a:lnTo>
                    <a:pt x="3906881" y="892754"/>
                  </a:lnTo>
                  <a:lnTo>
                    <a:pt x="3907516" y="890158"/>
                  </a:lnTo>
                  <a:lnTo>
                    <a:pt x="3908151" y="889756"/>
                  </a:lnTo>
                  <a:lnTo>
                    <a:pt x="3908786" y="888971"/>
                  </a:lnTo>
                  <a:lnTo>
                    <a:pt x="3909421" y="887927"/>
                  </a:lnTo>
                  <a:lnTo>
                    <a:pt x="3910056" y="886087"/>
                  </a:lnTo>
                  <a:lnTo>
                    <a:pt x="3910691" y="884463"/>
                  </a:lnTo>
                  <a:lnTo>
                    <a:pt x="3911325" y="882391"/>
                  </a:lnTo>
                  <a:lnTo>
                    <a:pt x="3911960" y="880687"/>
                  </a:lnTo>
                  <a:lnTo>
                    <a:pt x="3912595" y="879024"/>
                  </a:lnTo>
                  <a:lnTo>
                    <a:pt x="3913230" y="878026"/>
                  </a:lnTo>
                  <a:lnTo>
                    <a:pt x="3913865" y="877808"/>
                  </a:lnTo>
                  <a:lnTo>
                    <a:pt x="3914500" y="876654"/>
                  </a:lnTo>
                  <a:lnTo>
                    <a:pt x="3915134" y="874789"/>
                  </a:lnTo>
                  <a:lnTo>
                    <a:pt x="3915769" y="873150"/>
                  </a:lnTo>
                  <a:lnTo>
                    <a:pt x="3916404" y="871255"/>
                  </a:lnTo>
                  <a:lnTo>
                    <a:pt x="3917039" y="870071"/>
                  </a:lnTo>
                  <a:lnTo>
                    <a:pt x="3917674" y="869528"/>
                  </a:lnTo>
                  <a:lnTo>
                    <a:pt x="3918309" y="869168"/>
                  </a:lnTo>
                  <a:lnTo>
                    <a:pt x="3918944" y="869365"/>
                  </a:lnTo>
                  <a:lnTo>
                    <a:pt x="3919578" y="870574"/>
                  </a:lnTo>
                  <a:lnTo>
                    <a:pt x="3920213" y="871218"/>
                  </a:lnTo>
                  <a:lnTo>
                    <a:pt x="3920848" y="871816"/>
                  </a:lnTo>
                  <a:lnTo>
                    <a:pt x="3921483" y="872035"/>
                  </a:lnTo>
                  <a:lnTo>
                    <a:pt x="3922118" y="871964"/>
                  </a:lnTo>
                  <a:lnTo>
                    <a:pt x="3922753" y="871259"/>
                  </a:lnTo>
                  <a:lnTo>
                    <a:pt x="3923387" y="870456"/>
                  </a:lnTo>
                  <a:lnTo>
                    <a:pt x="3924022" y="870775"/>
                  </a:lnTo>
                  <a:lnTo>
                    <a:pt x="3924657" y="871804"/>
                  </a:lnTo>
                  <a:lnTo>
                    <a:pt x="3925292" y="873246"/>
                  </a:lnTo>
                  <a:lnTo>
                    <a:pt x="3925927" y="875548"/>
                  </a:lnTo>
                  <a:lnTo>
                    <a:pt x="3926562" y="877771"/>
                  </a:lnTo>
                  <a:lnTo>
                    <a:pt x="3927196" y="880570"/>
                  </a:lnTo>
                  <a:lnTo>
                    <a:pt x="3927831" y="882082"/>
                  </a:lnTo>
                  <a:lnTo>
                    <a:pt x="3928466" y="883180"/>
                  </a:lnTo>
                  <a:lnTo>
                    <a:pt x="3929101" y="881228"/>
                  </a:lnTo>
                  <a:lnTo>
                    <a:pt x="3929736" y="881334"/>
                  </a:lnTo>
                  <a:lnTo>
                    <a:pt x="3930371" y="881795"/>
                  </a:lnTo>
                  <a:lnTo>
                    <a:pt x="3931006" y="882273"/>
                  </a:lnTo>
                  <a:lnTo>
                    <a:pt x="3931640" y="882159"/>
                  </a:lnTo>
                  <a:lnTo>
                    <a:pt x="3932275" y="881379"/>
                  </a:lnTo>
                  <a:lnTo>
                    <a:pt x="3932910" y="880664"/>
                  </a:lnTo>
                  <a:lnTo>
                    <a:pt x="3933545" y="879130"/>
                  </a:lnTo>
                  <a:lnTo>
                    <a:pt x="3934180" y="877333"/>
                  </a:lnTo>
                  <a:lnTo>
                    <a:pt x="3934815" y="877988"/>
                  </a:lnTo>
                  <a:lnTo>
                    <a:pt x="3935449" y="875471"/>
                  </a:lnTo>
                  <a:lnTo>
                    <a:pt x="3936084" y="873042"/>
                  </a:lnTo>
                  <a:lnTo>
                    <a:pt x="3936719" y="868032"/>
                  </a:lnTo>
                  <a:lnTo>
                    <a:pt x="3937354" y="863521"/>
                  </a:lnTo>
                  <a:lnTo>
                    <a:pt x="3937989" y="858350"/>
                  </a:lnTo>
                  <a:lnTo>
                    <a:pt x="3938624" y="851272"/>
                  </a:lnTo>
                  <a:lnTo>
                    <a:pt x="3939259" y="843414"/>
                  </a:lnTo>
                  <a:lnTo>
                    <a:pt x="3939893" y="834123"/>
                  </a:lnTo>
                  <a:lnTo>
                    <a:pt x="3940528" y="824786"/>
                  </a:lnTo>
                  <a:lnTo>
                    <a:pt x="3941163" y="820634"/>
                  </a:lnTo>
                  <a:lnTo>
                    <a:pt x="3941798" y="816763"/>
                  </a:lnTo>
                  <a:lnTo>
                    <a:pt x="3942433" y="813116"/>
                  </a:lnTo>
                  <a:lnTo>
                    <a:pt x="3943068" y="809266"/>
                  </a:lnTo>
                  <a:lnTo>
                    <a:pt x="3943702" y="805401"/>
                  </a:lnTo>
                  <a:lnTo>
                    <a:pt x="3944337" y="801731"/>
                  </a:lnTo>
                  <a:lnTo>
                    <a:pt x="3944972" y="797496"/>
                  </a:lnTo>
                  <a:lnTo>
                    <a:pt x="3945607" y="793445"/>
                  </a:lnTo>
                  <a:lnTo>
                    <a:pt x="3946242" y="791594"/>
                  </a:lnTo>
                  <a:lnTo>
                    <a:pt x="3946877" y="789783"/>
                  </a:lnTo>
                  <a:lnTo>
                    <a:pt x="3947512" y="785772"/>
                  </a:lnTo>
                  <a:lnTo>
                    <a:pt x="3948146" y="784325"/>
                  </a:lnTo>
                  <a:lnTo>
                    <a:pt x="3948781" y="788390"/>
                  </a:lnTo>
                  <a:lnTo>
                    <a:pt x="3949416" y="788865"/>
                  </a:lnTo>
                  <a:lnTo>
                    <a:pt x="3950051" y="788796"/>
                  </a:lnTo>
                  <a:lnTo>
                    <a:pt x="3950686" y="788254"/>
                  </a:lnTo>
                  <a:lnTo>
                    <a:pt x="3951321" y="785370"/>
                  </a:lnTo>
                  <a:lnTo>
                    <a:pt x="3951955" y="781424"/>
                  </a:lnTo>
                  <a:lnTo>
                    <a:pt x="3952590" y="776853"/>
                  </a:lnTo>
                  <a:lnTo>
                    <a:pt x="3953225" y="772019"/>
                  </a:lnTo>
                  <a:lnTo>
                    <a:pt x="3953860" y="767481"/>
                  </a:lnTo>
                  <a:lnTo>
                    <a:pt x="3954495" y="762908"/>
                  </a:lnTo>
                  <a:lnTo>
                    <a:pt x="3955130" y="756873"/>
                  </a:lnTo>
                  <a:lnTo>
                    <a:pt x="3955765" y="750690"/>
                  </a:lnTo>
                  <a:lnTo>
                    <a:pt x="3956399" y="743456"/>
                  </a:lnTo>
                  <a:lnTo>
                    <a:pt x="3957034" y="740702"/>
                  </a:lnTo>
                  <a:lnTo>
                    <a:pt x="3957669" y="736932"/>
                  </a:lnTo>
                  <a:lnTo>
                    <a:pt x="3958304" y="732041"/>
                  </a:lnTo>
                  <a:lnTo>
                    <a:pt x="3958939" y="726897"/>
                  </a:lnTo>
                  <a:lnTo>
                    <a:pt x="3959574" y="722220"/>
                  </a:lnTo>
                  <a:lnTo>
                    <a:pt x="3960208" y="718250"/>
                  </a:lnTo>
                  <a:lnTo>
                    <a:pt x="3960843" y="717289"/>
                  </a:lnTo>
                  <a:lnTo>
                    <a:pt x="3961478" y="717709"/>
                  </a:lnTo>
                  <a:lnTo>
                    <a:pt x="3962113" y="718435"/>
                  </a:lnTo>
                  <a:lnTo>
                    <a:pt x="3962748" y="719172"/>
                  </a:lnTo>
                  <a:lnTo>
                    <a:pt x="3963383" y="718202"/>
                  </a:lnTo>
                  <a:lnTo>
                    <a:pt x="3964018" y="717426"/>
                  </a:lnTo>
                  <a:lnTo>
                    <a:pt x="3964652" y="717060"/>
                  </a:lnTo>
                  <a:lnTo>
                    <a:pt x="3965287" y="717259"/>
                  </a:lnTo>
                  <a:lnTo>
                    <a:pt x="3965922" y="720114"/>
                  </a:lnTo>
                  <a:lnTo>
                    <a:pt x="3966557" y="721143"/>
                  </a:lnTo>
                  <a:lnTo>
                    <a:pt x="3967192" y="722282"/>
                  </a:lnTo>
                  <a:lnTo>
                    <a:pt x="3967827" y="722832"/>
                  </a:lnTo>
                  <a:lnTo>
                    <a:pt x="3968461" y="722004"/>
                  </a:lnTo>
                  <a:lnTo>
                    <a:pt x="3969096" y="720524"/>
                  </a:lnTo>
                  <a:lnTo>
                    <a:pt x="3969731" y="722359"/>
                  </a:lnTo>
                  <a:lnTo>
                    <a:pt x="3970366" y="722562"/>
                  </a:lnTo>
                  <a:lnTo>
                    <a:pt x="3971001" y="722812"/>
                  </a:lnTo>
                  <a:lnTo>
                    <a:pt x="3971636" y="722696"/>
                  </a:lnTo>
                  <a:lnTo>
                    <a:pt x="3972271" y="722924"/>
                  </a:lnTo>
                  <a:lnTo>
                    <a:pt x="3972905" y="723098"/>
                  </a:lnTo>
                  <a:lnTo>
                    <a:pt x="3973540" y="723347"/>
                  </a:lnTo>
                  <a:lnTo>
                    <a:pt x="3974175" y="724262"/>
                  </a:lnTo>
                  <a:lnTo>
                    <a:pt x="3974810" y="725119"/>
                  </a:lnTo>
                  <a:lnTo>
                    <a:pt x="3975445" y="725569"/>
                  </a:lnTo>
                  <a:lnTo>
                    <a:pt x="3976080" y="725653"/>
                  </a:lnTo>
                  <a:lnTo>
                    <a:pt x="3976714" y="725902"/>
                  </a:lnTo>
                  <a:lnTo>
                    <a:pt x="3977349" y="726109"/>
                  </a:lnTo>
                  <a:lnTo>
                    <a:pt x="3977984" y="726376"/>
                  </a:lnTo>
                  <a:lnTo>
                    <a:pt x="3978619" y="726304"/>
                  </a:lnTo>
                  <a:lnTo>
                    <a:pt x="3979254" y="725487"/>
                  </a:lnTo>
                  <a:lnTo>
                    <a:pt x="3979889" y="724679"/>
                  </a:lnTo>
                  <a:lnTo>
                    <a:pt x="3980523" y="724218"/>
                  </a:lnTo>
                  <a:lnTo>
                    <a:pt x="3981158" y="724254"/>
                  </a:lnTo>
                  <a:lnTo>
                    <a:pt x="3981793" y="725143"/>
                  </a:lnTo>
                  <a:lnTo>
                    <a:pt x="3982428" y="725870"/>
                  </a:lnTo>
                  <a:lnTo>
                    <a:pt x="3983063" y="725814"/>
                  </a:lnTo>
                  <a:lnTo>
                    <a:pt x="3983698" y="726590"/>
                  </a:lnTo>
                  <a:lnTo>
                    <a:pt x="3984333" y="727346"/>
                  </a:lnTo>
                  <a:lnTo>
                    <a:pt x="3984967" y="729225"/>
                  </a:lnTo>
                  <a:lnTo>
                    <a:pt x="3985602" y="731992"/>
                  </a:lnTo>
                  <a:lnTo>
                    <a:pt x="3986237" y="734689"/>
                  </a:lnTo>
                  <a:lnTo>
                    <a:pt x="3986872" y="737399"/>
                  </a:lnTo>
                  <a:lnTo>
                    <a:pt x="3987507" y="739616"/>
                  </a:lnTo>
                  <a:lnTo>
                    <a:pt x="3988142" y="741356"/>
                  </a:lnTo>
                  <a:lnTo>
                    <a:pt x="3988776" y="741334"/>
                  </a:lnTo>
                  <a:lnTo>
                    <a:pt x="3989411" y="741327"/>
                  </a:lnTo>
                  <a:lnTo>
                    <a:pt x="3990046" y="741815"/>
                  </a:lnTo>
                  <a:lnTo>
                    <a:pt x="3990681" y="742208"/>
                  </a:lnTo>
                  <a:lnTo>
                    <a:pt x="3991316" y="742476"/>
                  </a:lnTo>
                  <a:lnTo>
                    <a:pt x="3991951" y="744222"/>
                  </a:lnTo>
                  <a:lnTo>
                    <a:pt x="3992586" y="745719"/>
                  </a:lnTo>
                  <a:lnTo>
                    <a:pt x="3993220" y="747343"/>
                  </a:lnTo>
                  <a:lnTo>
                    <a:pt x="3993855" y="749778"/>
                  </a:lnTo>
                  <a:lnTo>
                    <a:pt x="3994490" y="752134"/>
                  </a:lnTo>
                  <a:lnTo>
                    <a:pt x="3995125" y="754904"/>
                  </a:lnTo>
                  <a:lnTo>
                    <a:pt x="3995760" y="756832"/>
                  </a:lnTo>
                  <a:lnTo>
                    <a:pt x="3996395" y="758717"/>
                  </a:lnTo>
                  <a:lnTo>
                    <a:pt x="3997029" y="760179"/>
                  </a:lnTo>
                  <a:lnTo>
                    <a:pt x="3997664" y="761797"/>
                  </a:lnTo>
                  <a:lnTo>
                    <a:pt x="3998299" y="762682"/>
                  </a:lnTo>
                  <a:lnTo>
                    <a:pt x="3998934" y="764201"/>
                  </a:lnTo>
                  <a:lnTo>
                    <a:pt x="3999569" y="764873"/>
                  </a:lnTo>
                  <a:lnTo>
                    <a:pt x="4000204" y="765228"/>
                  </a:lnTo>
                  <a:lnTo>
                    <a:pt x="4000839" y="764910"/>
                  </a:lnTo>
                  <a:lnTo>
                    <a:pt x="4001473" y="764197"/>
                  </a:lnTo>
                  <a:lnTo>
                    <a:pt x="4002108" y="762436"/>
                  </a:lnTo>
                  <a:lnTo>
                    <a:pt x="4002743" y="759860"/>
                  </a:lnTo>
                  <a:lnTo>
                    <a:pt x="4003378" y="756276"/>
                  </a:lnTo>
                  <a:lnTo>
                    <a:pt x="4004013" y="752428"/>
                  </a:lnTo>
                  <a:lnTo>
                    <a:pt x="4004648" y="747562"/>
                  </a:lnTo>
                  <a:lnTo>
                    <a:pt x="4005282" y="742613"/>
                  </a:lnTo>
                  <a:lnTo>
                    <a:pt x="4005917" y="738255"/>
                  </a:lnTo>
                  <a:lnTo>
                    <a:pt x="4006552" y="733416"/>
                  </a:lnTo>
                  <a:lnTo>
                    <a:pt x="4007187" y="729717"/>
                  </a:lnTo>
                  <a:lnTo>
                    <a:pt x="4007822" y="726924"/>
                  </a:lnTo>
                  <a:lnTo>
                    <a:pt x="4008457" y="722809"/>
                  </a:lnTo>
                  <a:lnTo>
                    <a:pt x="4009092" y="719166"/>
                  </a:lnTo>
                  <a:lnTo>
                    <a:pt x="4009726" y="714528"/>
                  </a:lnTo>
                  <a:lnTo>
                    <a:pt x="4010361" y="709448"/>
                  </a:lnTo>
                  <a:lnTo>
                    <a:pt x="4010996" y="703903"/>
                  </a:lnTo>
                  <a:lnTo>
                    <a:pt x="4011631" y="698920"/>
                  </a:lnTo>
                  <a:lnTo>
                    <a:pt x="4012266" y="694704"/>
                  </a:lnTo>
                  <a:lnTo>
                    <a:pt x="4012901" y="690474"/>
                  </a:lnTo>
                  <a:lnTo>
                    <a:pt x="4013535" y="686132"/>
                  </a:lnTo>
                  <a:lnTo>
                    <a:pt x="4014170" y="681893"/>
                  </a:lnTo>
                  <a:lnTo>
                    <a:pt x="4014805" y="677068"/>
                  </a:lnTo>
                  <a:lnTo>
                    <a:pt x="4015440" y="672116"/>
                  </a:lnTo>
                  <a:lnTo>
                    <a:pt x="4016075" y="666461"/>
                  </a:lnTo>
                  <a:lnTo>
                    <a:pt x="4016710" y="660539"/>
                  </a:lnTo>
                  <a:lnTo>
                    <a:pt x="4017345" y="654940"/>
                  </a:lnTo>
                  <a:lnTo>
                    <a:pt x="4017979" y="650497"/>
                  </a:lnTo>
                  <a:lnTo>
                    <a:pt x="4018614" y="646135"/>
                  </a:lnTo>
                  <a:lnTo>
                    <a:pt x="4019249" y="643169"/>
                  </a:lnTo>
                  <a:lnTo>
                    <a:pt x="4019884" y="638001"/>
                  </a:lnTo>
                  <a:lnTo>
                    <a:pt x="4020519" y="632661"/>
                  </a:lnTo>
                  <a:lnTo>
                    <a:pt x="4021154" y="629765"/>
                  </a:lnTo>
                  <a:lnTo>
                    <a:pt x="4021788" y="627486"/>
                  </a:lnTo>
                  <a:lnTo>
                    <a:pt x="4022423" y="627555"/>
                  </a:lnTo>
                  <a:lnTo>
                    <a:pt x="4023058" y="628934"/>
                  </a:lnTo>
                  <a:lnTo>
                    <a:pt x="4023693" y="631166"/>
                  </a:lnTo>
                  <a:lnTo>
                    <a:pt x="4024328" y="634337"/>
                  </a:lnTo>
                  <a:lnTo>
                    <a:pt x="4024963" y="637689"/>
                  </a:lnTo>
                  <a:lnTo>
                    <a:pt x="4025598" y="642341"/>
                  </a:lnTo>
                  <a:lnTo>
                    <a:pt x="4026232" y="648232"/>
                  </a:lnTo>
                  <a:lnTo>
                    <a:pt x="4026867" y="654689"/>
                  </a:lnTo>
                  <a:lnTo>
                    <a:pt x="4027502" y="660618"/>
                  </a:lnTo>
                  <a:lnTo>
                    <a:pt x="4028137" y="666423"/>
                  </a:lnTo>
                  <a:lnTo>
                    <a:pt x="4028772" y="672271"/>
                  </a:lnTo>
                  <a:lnTo>
                    <a:pt x="4029407" y="679676"/>
                  </a:lnTo>
                  <a:lnTo>
                    <a:pt x="4030041" y="688083"/>
                  </a:lnTo>
                  <a:lnTo>
                    <a:pt x="4030676" y="697504"/>
                  </a:lnTo>
                  <a:lnTo>
                    <a:pt x="4031311" y="706310"/>
                  </a:lnTo>
                  <a:lnTo>
                    <a:pt x="4031946" y="714938"/>
                  </a:lnTo>
                  <a:lnTo>
                    <a:pt x="4032581" y="722491"/>
                  </a:lnTo>
                  <a:lnTo>
                    <a:pt x="4033216" y="730183"/>
                  </a:lnTo>
                  <a:lnTo>
                    <a:pt x="4033850" y="737529"/>
                  </a:lnTo>
                  <a:lnTo>
                    <a:pt x="4034485" y="746164"/>
                  </a:lnTo>
                  <a:lnTo>
                    <a:pt x="4035120" y="751039"/>
                  </a:lnTo>
                  <a:lnTo>
                    <a:pt x="4035755" y="755588"/>
                  </a:lnTo>
                  <a:lnTo>
                    <a:pt x="4036390" y="757982"/>
                  </a:lnTo>
                  <a:lnTo>
                    <a:pt x="4037025" y="758516"/>
                  </a:lnTo>
                  <a:lnTo>
                    <a:pt x="4037660" y="758325"/>
                  </a:lnTo>
                  <a:lnTo>
                    <a:pt x="4038294" y="756678"/>
                  </a:lnTo>
                  <a:lnTo>
                    <a:pt x="4038929" y="753980"/>
                  </a:lnTo>
                  <a:lnTo>
                    <a:pt x="4039564" y="753361"/>
                  </a:lnTo>
                  <a:lnTo>
                    <a:pt x="4040199" y="751472"/>
                  </a:lnTo>
                  <a:lnTo>
                    <a:pt x="4040834" y="750684"/>
                  </a:lnTo>
                  <a:lnTo>
                    <a:pt x="4041469" y="750280"/>
                  </a:lnTo>
                  <a:lnTo>
                    <a:pt x="4042103" y="749106"/>
                  </a:lnTo>
                  <a:lnTo>
                    <a:pt x="4042738" y="746060"/>
                  </a:lnTo>
                  <a:lnTo>
                    <a:pt x="4043373" y="742555"/>
                  </a:lnTo>
                  <a:lnTo>
                    <a:pt x="4044008" y="736826"/>
                  </a:lnTo>
                  <a:lnTo>
                    <a:pt x="4044643" y="729654"/>
                  </a:lnTo>
                  <a:lnTo>
                    <a:pt x="4045278" y="722278"/>
                  </a:lnTo>
                  <a:lnTo>
                    <a:pt x="4045913" y="714522"/>
                  </a:lnTo>
                  <a:lnTo>
                    <a:pt x="4046547" y="705601"/>
                  </a:lnTo>
                  <a:lnTo>
                    <a:pt x="4047182" y="696709"/>
                  </a:lnTo>
                  <a:lnTo>
                    <a:pt x="4047817" y="690009"/>
                  </a:lnTo>
                  <a:lnTo>
                    <a:pt x="4048452" y="683269"/>
                  </a:lnTo>
                  <a:lnTo>
                    <a:pt x="4049087" y="677520"/>
                  </a:lnTo>
                  <a:lnTo>
                    <a:pt x="4049722" y="671245"/>
                  </a:lnTo>
                  <a:lnTo>
                    <a:pt x="4050356" y="665251"/>
                  </a:lnTo>
                  <a:lnTo>
                    <a:pt x="4050991" y="656089"/>
                  </a:lnTo>
                  <a:lnTo>
                    <a:pt x="4051626" y="647073"/>
                  </a:lnTo>
                  <a:lnTo>
                    <a:pt x="4052261" y="638756"/>
                  </a:lnTo>
                  <a:lnTo>
                    <a:pt x="4052896" y="630564"/>
                  </a:lnTo>
                  <a:lnTo>
                    <a:pt x="4053531" y="623825"/>
                  </a:lnTo>
                  <a:lnTo>
                    <a:pt x="4054166" y="618475"/>
                  </a:lnTo>
                  <a:lnTo>
                    <a:pt x="4054800" y="613682"/>
                  </a:lnTo>
                  <a:lnTo>
                    <a:pt x="4055435" y="609525"/>
                  </a:lnTo>
                  <a:lnTo>
                    <a:pt x="4056070" y="610987"/>
                  </a:lnTo>
                  <a:lnTo>
                    <a:pt x="4056705" y="609331"/>
                  </a:lnTo>
                  <a:lnTo>
                    <a:pt x="4057340" y="607908"/>
                  </a:lnTo>
                  <a:lnTo>
                    <a:pt x="4057975" y="606618"/>
                  </a:lnTo>
                  <a:lnTo>
                    <a:pt x="4058609" y="602308"/>
                  </a:lnTo>
                  <a:lnTo>
                    <a:pt x="4059244" y="602394"/>
                  </a:lnTo>
                  <a:lnTo>
                    <a:pt x="4059879" y="602025"/>
                  </a:lnTo>
                  <a:lnTo>
                    <a:pt x="4060514" y="604427"/>
                  </a:lnTo>
                  <a:lnTo>
                    <a:pt x="4061149" y="608072"/>
                  </a:lnTo>
                  <a:lnTo>
                    <a:pt x="4061784" y="614418"/>
                  </a:lnTo>
                  <a:lnTo>
                    <a:pt x="4062419" y="620865"/>
                  </a:lnTo>
                  <a:lnTo>
                    <a:pt x="4063053" y="627632"/>
                  </a:lnTo>
                  <a:lnTo>
                    <a:pt x="4063688" y="634476"/>
                  </a:lnTo>
                  <a:lnTo>
                    <a:pt x="4064323" y="641020"/>
                  </a:lnTo>
                  <a:lnTo>
                    <a:pt x="4064958" y="648382"/>
                  </a:lnTo>
                  <a:lnTo>
                    <a:pt x="4065593" y="655762"/>
                  </a:lnTo>
                  <a:lnTo>
                    <a:pt x="4066228" y="663238"/>
                  </a:lnTo>
                  <a:lnTo>
                    <a:pt x="4066862" y="671484"/>
                  </a:lnTo>
                  <a:lnTo>
                    <a:pt x="4067497" y="680089"/>
                  </a:lnTo>
                  <a:lnTo>
                    <a:pt x="4068132" y="684149"/>
                  </a:lnTo>
                  <a:lnTo>
                    <a:pt x="4068767" y="687636"/>
                  </a:lnTo>
                  <a:lnTo>
                    <a:pt x="4069402" y="691688"/>
                  </a:lnTo>
                  <a:lnTo>
                    <a:pt x="4070037" y="696292"/>
                  </a:lnTo>
                  <a:lnTo>
                    <a:pt x="4070672" y="699142"/>
                  </a:lnTo>
                  <a:lnTo>
                    <a:pt x="4071306" y="700807"/>
                  </a:lnTo>
                  <a:lnTo>
                    <a:pt x="4071941" y="699560"/>
                  </a:lnTo>
                  <a:lnTo>
                    <a:pt x="4072576" y="694092"/>
                  </a:lnTo>
                  <a:lnTo>
                    <a:pt x="4073211" y="689537"/>
                  </a:lnTo>
                  <a:lnTo>
                    <a:pt x="4073846" y="683753"/>
                  </a:lnTo>
                  <a:lnTo>
                    <a:pt x="4074481" y="678586"/>
                  </a:lnTo>
                  <a:lnTo>
                    <a:pt x="4075115" y="678743"/>
                  </a:lnTo>
                  <a:lnTo>
                    <a:pt x="4075750" y="682088"/>
                  </a:lnTo>
                  <a:lnTo>
                    <a:pt x="4076385" y="685012"/>
                  </a:lnTo>
                  <a:lnTo>
                    <a:pt x="4077020" y="690361"/>
                  </a:lnTo>
                  <a:lnTo>
                    <a:pt x="4077655" y="696857"/>
                  </a:lnTo>
                  <a:lnTo>
                    <a:pt x="4078290" y="703816"/>
                  </a:lnTo>
                  <a:lnTo>
                    <a:pt x="4078925" y="710770"/>
                  </a:lnTo>
                  <a:lnTo>
                    <a:pt x="4079559" y="717834"/>
                  </a:lnTo>
                  <a:lnTo>
                    <a:pt x="4080194" y="725205"/>
                  </a:lnTo>
                  <a:lnTo>
                    <a:pt x="4080829" y="733667"/>
                  </a:lnTo>
                  <a:lnTo>
                    <a:pt x="4081464" y="742319"/>
                  </a:lnTo>
                  <a:lnTo>
                    <a:pt x="4082099" y="750991"/>
                  </a:lnTo>
                  <a:lnTo>
                    <a:pt x="4082734" y="759484"/>
                  </a:lnTo>
                  <a:lnTo>
                    <a:pt x="4083368" y="768700"/>
                  </a:lnTo>
                  <a:lnTo>
                    <a:pt x="4084003" y="774354"/>
                  </a:lnTo>
                  <a:lnTo>
                    <a:pt x="4084638" y="780265"/>
                  </a:lnTo>
                  <a:lnTo>
                    <a:pt x="4085273" y="787025"/>
                  </a:lnTo>
                  <a:lnTo>
                    <a:pt x="4085908" y="794131"/>
                  </a:lnTo>
                  <a:lnTo>
                    <a:pt x="4086543" y="801515"/>
                  </a:lnTo>
                  <a:lnTo>
                    <a:pt x="4087178" y="807925"/>
                  </a:lnTo>
                  <a:lnTo>
                    <a:pt x="4087812" y="811561"/>
                  </a:lnTo>
                  <a:lnTo>
                    <a:pt x="4088447" y="815169"/>
                  </a:lnTo>
                  <a:lnTo>
                    <a:pt x="4089082" y="819133"/>
                  </a:lnTo>
                  <a:lnTo>
                    <a:pt x="4089717" y="823604"/>
                  </a:lnTo>
                  <a:lnTo>
                    <a:pt x="4090352" y="827850"/>
                  </a:lnTo>
                  <a:lnTo>
                    <a:pt x="4090987" y="830720"/>
                  </a:lnTo>
                  <a:lnTo>
                    <a:pt x="4091621" y="833894"/>
                  </a:lnTo>
                  <a:lnTo>
                    <a:pt x="4092256" y="836239"/>
                  </a:lnTo>
                  <a:lnTo>
                    <a:pt x="4092891" y="839074"/>
                  </a:lnTo>
                  <a:lnTo>
                    <a:pt x="4093526" y="844295"/>
                  </a:lnTo>
                  <a:lnTo>
                    <a:pt x="4094161" y="849644"/>
                  </a:lnTo>
                  <a:lnTo>
                    <a:pt x="4094796" y="855242"/>
                  </a:lnTo>
                  <a:lnTo>
                    <a:pt x="4095430" y="861329"/>
                  </a:lnTo>
                  <a:lnTo>
                    <a:pt x="4096065" y="867752"/>
                  </a:lnTo>
                  <a:lnTo>
                    <a:pt x="4096700" y="872906"/>
                  </a:lnTo>
                  <a:lnTo>
                    <a:pt x="4097335" y="878272"/>
                  </a:lnTo>
                  <a:lnTo>
                    <a:pt x="4097970" y="883657"/>
                  </a:lnTo>
                  <a:lnTo>
                    <a:pt x="4098605" y="889214"/>
                  </a:lnTo>
                  <a:lnTo>
                    <a:pt x="4099240" y="894512"/>
                  </a:lnTo>
                  <a:lnTo>
                    <a:pt x="4099874" y="899835"/>
                  </a:lnTo>
                  <a:lnTo>
                    <a:pt x="4100509" y="905438"/>
                  </a:lnTo>
                  <a:lnTo>
                    <a:pt x="4101144" y="911360"/>
                  </a:lnTo>
                  <a:lnTo>
                    <a:pt x="4101779" y="917426"/>
                  </a:lnTo>
                  <a:lnTo>
                    <a:pt x="4102414" y="923481"/>
                  </a:lnTo>
                  <a:lnTo>
                    <a:pt x="4103049" y="929792"/>
                  </a:lnTo>
                  <a:lnTo>
                    <a:pt x="4103683" y="935720"/>
                  </a:lnTo>
                  <a:lnTo>
                    <a:pt x="4104318" y="941866"/>
                  </a:lnTo>
                  <a:lnTo>
                    <a:pt x="4104953" y="948381"/>
                  </a:lnTo>
                  <a:lnTo>
                    <a:pt x="4105588" y="955161"/>
                  </a:lnTo>
                  <a:lnTo>
                    <a:pt x="4106223" y="961930"/>
                  </a:lnTo>
                  <a:lnTo>
                    <a:pt x="4106858" y="968397"/>
                  </a:lnTo>
                  <a:lnTo>
                    <a:pt x="4107493" y="974484"/>
                  </a:lnTo>
                  <a:lnTo>
                    <a:pt x="4108127" y="980510"/>
                  </a:lnTo>
                  <a:lnTo>
                    <a:pt x="4108762" y="986959"/>
                  </a:lnTo>
                  <a:lnTo>
                    <a:pt x="4109397" y="992873"/>
                  </a:lnTo>
                  <a:lnTo>
                    <a:pt x="4110032" y="999110"/>
                  </a:lnTo>
                  <a:lnTo>
                    <a:pt x="4110667" y="1005564"/>
                  </a:lnTo>
                  <a:lnTo>
                    <a:pt x="4111302" y="1011868"/>
                  </a:lnTo>
                  <a:lnTo>
                    <a:pt x="4111936" y="1018178"/>
                  </a:lnTo>
                  <a:lnTo>
                    <a:pt x="4112571" y="1024112"/>
                  </a:lnTo>
                  <a:lnTo>
                    <a:pt x="4113206" y="1030145"/>
                  </a:lnTo>
                  <a:lnTo>
                    <a:pt x="4113841" y="1036051"/>
                  </a:lnTo>
                  <a:lnTo>
                    <a:pt x="4114476" y="1041472"/>
                  </a:lnTo>
                  <a:lnTo>
                    <a:pt x="4115111" y="1046545"/>
                  </a:lnTo>
                  <a:lnTo>
                    <a:pt x="4115746" y="1051007"/>
                  </a:lnTo>
                  <a:lnTo>
                    <a:pt x="4116380" y="1054997"/>
                  </a:lnTo>
                  <a:lnTo>
                    <a:pt x="4117015" y="1058613"/>
                  </a:lnTo>
                  <a:lnTo>
                    <a:pt x="4117650" y="1062135"/>
                  </a:lnTo>
                  <a:lnTo>
                    <a:pt x="4118285" y="1065498"/>
                  </a:lnTo>
                  <a:lnTo>
                    <a:pt x="4118920" y="1068410"/>
                  </a:lnTo>
                  <a:lnTo>
                    <a:pt x="4119555" y="1071380"/>
                  </a:lnTo>
                  <a:lnTo>
                    <a:pt x="4120189" y="1074087"/>
                  </a:lnTo>
                  <a:lnTo>
                    <a:pt x="4120824" y="1076003"/>
                  </a:lnTo>
                  <a:lnTo>
                    <a:pt x="4121459" y="1077705"/>
                  </a:lnTo>
                  <a:lnTo>
                    <a:pt x="4122094" y="1078166"/>
                  </a:lnTo>
                  <a:lnTo>
                    <a:pt x="4122729" y="1077629"/>
                  </a:lnTo>
                  <a:lnTo>
                    <a:pt x="4123364" y="1075717"/>
                  </a:lnTo>
                  <a:lnTo>
                    <a:pt x="4123999" y="1074836"/>
                  </a:lnTo>
                  <a:lnTo>
                    <a:pt x="4124633" y="1072733"/>
                  </a:lnTo>
                  <a:lnTo>
                    <a:pt x="4125268" y="1070806"/>
                  </a:lnTo>
                  <a:lnTo>
                    <a:pt x="4125903" y="1068433"/>
                  </a:lnTo>
                  <a:lnTo>
                    <a:pt x="4126538" y="1066812"/>
                  </a:lnTo>
                  <a:lnTo>
                    <a:pt x="4127173" y="1065687"/>
                  </a:lnTo>
                  <a:lnTo>
                    <a:pt x="4127808" y="1064717"/>
                  </a:lnTo>
                  <a:lnTo>
                    <a:pt x="4128442" y="1064199"/>
                  </a:lnTo>
                  <a:lnTo>
                    <a:pt x="4129077" y="1064434"/>
                  </a:lnTo>
                  <a:lnTo>
                    <a:pt x="4129712" y="1064709"/>
                  </a:lnTo>
                  <a:lnTo>
                    <a:pt x="4130347" y="1065659"/>
                  </a:lnTo>
                  <a:lnTo>
                    <a:pt x="4130982" y="1066837"/>
                  </a:lnTo>
                  <a:lnTo>
                    <a:pt x="4131617" y="1069018"/>
                  </a:lnTo>
                  <a:lnTo>
                    <a:pt x="4132252" y="1071949"/>
                  </a:lnTo>
                  <a:lnTo>
                    <a:pt x="4132886" y="1075849"/>
                  </a:lnTo>
                  <a:lnTo>
                    <a:pt x="4133521" y="1081040"/>
                  </a:lnTo>
                  <a:lnTo>
                    <a:pt x="4134156" y="1087523"/>
                  </a:lnTo>
                  <a:lnTo>
                    <a:pt x="4134791" y="1095023"/>
                  </a:lnTo>
                  <a:lnTo>
                    <a:pt x="4135426" y="1104014"/>
                  </a:lnTo>
                  <a:lnTo>
                    <a:pt x="4136061" y="1111975"/>
                  </a:lnTo>
                  <a:lnTo>
                    <a:pt x="4136695" y="1120067"/>
                  </a:lnTo>
                  <a:lnTo>
                    <a:pt x="4137330" y="1127955"/>
                  </a:lnTo>
                  <a:lnTo>
                    <a:pt x="4137965" y="1135494"/>
                  </a:lnTo>
                  <a:lnTo>
                    <a:pt x="4138600" y="1142185"/>
                  </a:lnTo>
                  <a:lnTo>
                    <a:pt x="4139235" y="1148109"/>
                  </a:lnTo>
                  <a:lnTo>
                    <a:pt x="4139870" y="1154047"/>
                  </a:lnTo>
                  <a:lnTo>
                    <a:pt x="4140505" y="1160011"/>
                  </a:lnTo>
                  <a:lnTo>
                    <a:pt x="4141139" y="1166091"/>
                  </a:lnTo>
                  <a:lnTo>
                    <a:pt x="4141774" y="1172045"/>
                  </a:lnTo>
                  <a:lnTo>
                    <a:pt x="4142409" y="1177661"/>
                  </a:lnTo>
                  <a:lnTo>
                    <a:pt x="4143044" y="1183629"/>
                  </a:lnTo>
                  <a:lnTo>
                    <a:pt x="4143679" y="1189191"/>
                  </a:lnTo>
                  <a:lnTo>
                    <a:pt x="4144314" y="1194657"/>
                  </a:lnTo>
                  <a:lnTo>
                    <a:pt x="4144948" y="1199764"/>
                  </a:lnTo>
                  <a:lnTo>
                    <a:pt x="4145583" y="1205758"/>
                  </a:lnTo>
                  <a:lnTo>
                    <a:pt x="4146218" y="1210765"/>
                  </a:lnTo>
                  <a:lnTo>
                    <a:pt x="4146853" y="1218172"/>
                  </a:lnTo>
                  <a:lnTo>
                    <a:pt x="4147488" y="1226103"/>
                  </a:lnTo>
                  <a:lnTo>
                    <a:pt x="4148123" y="1231807"/>
                  </a:lnTo>
                  <a:lnTo>
                    <a:pt x="4148757" y="1237758"/>
                  </a:lnTo>
                  <a:lnTo>
                    <a:pt x="4149392" y="1242406"/>
                  </a:lnTo>
                  <a:lnTo>
                    <a:pt x="4150027" y="1247527"/>
                  </a:lnTo>
                  <a:lnTo>
                    <a:pt x="4150662" y="1252648"/>
                  </a:lnTo>
                  <a:lnTo>
                    <a:pt x="4151297" y="1257789"/>
                  </a:lnTo>
                  <a:lnTo>
                    <a:pt x="4151932" y="1263186"/>
                  </a:lnTo>
                  <a:lnTo>
                    <a:pt x="4152567" y="1267824"/>
                  </a:lnTo>
                  <a:lnTo>
                    <a:pt x="4153201" y="1272142"/>
                  </a:lnTo>
                  <a:lnTo>
                    <a:pt x="4153836" y="1275858"/>
                  </a:lnTo>
                  <a:lnTo>
                    <a:pt x="4154471" y="1279370"/>
                  </a:lnTo>
                  <a:lnTo>
                    <a:pt x="4155106" y="1282343"/>
                  </a:lnTo>
                  <a:lnTo>
                    <a:pt x="4155741" y="1284503"/>
                  </a:lnTo>
                  <a:lnTo>
                    <a:pt x="4156376" y="1286103"/>
                  </a:lnTo>
                  <a:lnTo>
                    <a:pt x="4157010" y="1287962"/>
                  </a:lnTo>
                  <a:lnTo>
                    <a:pt x="4157645" y="1289245"/>
                  </a:lnTo>
                  <a:lnTo>
                    <a:pt x="4158280" y="1290232"/>
                  </a:lnTo>
                  <a:lnTo>
                    <a:pt x="4158915" y="1289622"/>
                  </a:lnTo>
                  <a:lnTo>
                    <a:pt x="4159550" y="1287145"/>
                  </a:lnTo>
                  <a:lnTo>
                    <a:pt x="4160185" y="1283401"/>
                  </a:lnTo>
                  <a:lnTo>
                    <a:pt x="4160820" y="1278199"/>
                  </a:lnTo>
                  <a:lnTo>
                    <a:pt x="4161454" y="1274082"/>
                  </a:lnTo>
                  <a:lnTo>
                    <a:pt x="4162089" y="1270405"/>
                  </a:lnTo>
                  <a:lnTo>
                    <a:pt x="4162724" y="1265380"/>
                  </a:lnTo>
                  <a:lnTo>
                    <a:pt x="4163359" y="1261459"/>
                  </a:lnTo>
                  <a:lnTo>
                    <a:pt x="4163994" y="1259632"/>
                  </a:lnTo>
                  <a:lnTo>
                    <a:pt x="4164629" y="1258206"/>
                  </a:lnTo>
                  <a:lnTo>
                    <a:pt x="4165263" y="1258698"/>
                  </a:lnTo>
                  <a:lnTo>
                    <a:pt x="4165898" y="1260014"/>
                  </a:lnTo>
                  <a:lnTo>
                    <a:pt x="4166533" y="1258000"/>
                  </a:lnTo>
                  <a:lnTo>
                    <a:pt x="4167168" y="1256073"/>
                  </a:lnTo>
                  <a:lnTo>
                    <a:pt x="4167803" y="1252499"/>
                  </a:lnTo>
                  <a:lnTo>
                    <a:pt x="4168438" y="1248314"/>
                  </a:lnTo>
                  <a:lnTo>
                    <a:pt x="4169073" y="1245388"/>
                  </a:lnTo>
                  <a:lnTo>
                    <a:pt x="4169707" y="1243554"/>
                  </a:lnTo>
                  <a:lnTo>
                    <a:pt x="4170342" y="1241536"/>
                  </a:lnTo>
                  <a:lnTo>
                    <a:pt x="4170977" y="1240736"/>
                  </a:lnTo>
                  <a:lnTo>
                    <a:pt x="4171612" y="1240124"/>
                  </a:lnTo>
                  <a:lnTo>
                    <a:pt x="4172247" y="1240041"/>
                  </a:lnTo>
                  <a:lnTo>
                    <a:pt x="4172882" y="1235752"/>
                  </a:lnTo>
                  <a:lnTo>
                    <a:pt x="4173516" y="1235348"/>
                  </a:lnTo>
                  <a:lnTo>
                    <a:pt x="4174151" y="1235232"/>
                  </a:lnTo>
                  <a:lnTo>
                    <a:pt x="4174786" y="1232063"/>
                  </a:lnTo>
                  <a:lnTo>
                    <a:pt x="4175421" y="1233356"/>
                  </a:lnTo>
                  <a:lnTo>
                    <a:pt x="4176056" y="1234172"/>
                  </a:lnTo>
                  <a:lnTo>
                    <a:pt x="4176691" y="1235935"/>
                  </a:lnTo>
                  <a:lnTo>
                    <a:pt x="4177326" y="1237478"/>
                  </a:lnTo>
                  <a:lnTo>
                    <a:pt x="4177960" y="1242993"/>
                  </a:lnTo>
                  <a:lnTo>
                    <a:pt x="4178595" y="1247877"/>
                  </a:lnTo>
                  <a:lnTo>
                    <a:pt x="4179230" y="1252926"/>
                  </a:lnTo>
                  <a:lnTo>
                    <a:pt x="4179865" y="1258376"/>
                  </a:lnTo>
                  <a:lnTo>
                    <a:pt x="4180500" y="1263030"/>
                  </a:lnTo>
                  <a:lnTo>
                    <a:pt x="4181135" y="1267048"/>
                  </a:lnTo>
                  <a:lnTo>
                    <a:pt x="4181769" y="1271282"/>
                  </a:lnTo>
                  <a:lnTo>
                    <a:pt x="4182404" y="1275545"/>
                  </a:lnTo>
                  <a:lnTo>
                    <a:pt x="4183039" y="1277490"/>
                  </a:lnTo>
                  <a:lnTo>
                    <a:pt x="4183674" y="1281779"/>
                  </a:lnTo>
                  <a:lnTo>
                    <a:pt x="4184309" y="1285788"/>
                  </a:lnTo>
                  <a:lnTo>
                    <a:pt x="4184944" y="1287767"/>
                  </a:lnTo>
                  <a:lnTo>
                    <a:pt x="4185579" y="1292656"/>
                  </a:lnTo>
                  <a:lnTo>
                    <a:pt x="4186213" y="1293945"/>
                  </a:lnTo>
                  <a:lnTo>
                    <a:pt x="4186848" y="1296677"/>
                  </a:lnTo>
                  <a:lnTo>
                    <a:pt x="4187483" y="1295405"/>
                  </a:lnTo>
                  <a:lnTo>
                    <a:pt x="4188118" y="1293345"/>
                  </a:lnTo>
                  <a:lnTo>
                    <a:pt x="4188753" y="1289757"/>
                  </a:lnTo>
                  <a:lnTo>
                    <a:pt x="4189388" y="1286465"/>
                  </a:lnTo>
                  <a:lnTo>
                    <a:pt x="4190022" y="1283798"/>
                  </a:lnTo>
                  <a:lnTo>
                    <a:pt x="4190657" y="1281539"/>
                  </a:lnTo>
                  <a:lnTo>
                    <a:pt x="4191292" y="1279861"/>
                  </a:lnTo>
                  <a:lnTo>
                    <a:pt x="4191927" y="1278698"/>
                  </a:lnTo>
                  <a:lnTo>
                    <a:pt x="4192562" y="1278142"/>
                  </a:lnTo>
                  <a:lnTo>
                    <a:pt x="4193197" y="1276473"/>
                  </a:lnTo>
                  <a:lnTo>
                    <a:pt x="4193832" y="1276109"/>
                  </a:lnTo>
                  <a:lnTo>
                    <a:pt x="4194466" y="1277100"/>
                  </a:lnTo>
                  <a:lnTo>
                    <a:pt x="4195101" y="1280005"/>
                  </a:lnTo>
                  <a:lnTo>
                    <a:pt x="4195736" y="1285862"/>
                  </a:lnTo>
                  <a:lnTo>
                    <a:pt x="4196371" y="1291568"/>
                  </a:lnTo>
                  <a:lnTo>
                    <a:pt x="4197006" y="1297252"/>
                  </a:lnTo>
                  <a:lnTo>
                    <a:pt x="4197641" y="1304883"/>
                  </a:lnTo>
                  <a:lnTo>
                    <a:pt x="4198275" y="1314399"/>
                  </a:lnTo>
                  <a:lnTo>
                    <a:pt x="4198910" y="1327861"/>
                  </a:lnTo>
                  <a:lnTo>
                    <a:pt x="4199545" y="1345153"/>
                  </a:lnTo>
                  <a:lnTo>
                    <a:pt x="4200180" y="1361542"/>
                  </a:lnTo>
                  <a:lnTo>
                    <a:pt x="4200815" y="1379388"/>
                  </a:lnTo>
                  <a:lnTo>
                    <a:pt x="4201450" y="1396378"/>
                  </a:lnTo>
                  <a:lnTo>
                    <a:pt x="4202084" y="1408802"/>
                  </a:lnTo>
                  <a:lnTo>
                    <a:pt x="4202719" y="1417702"/>
                  </a:lnTo>
                  <a:lnTo>
                    <a:pt x="4203354" y="1426712"/>
                  </a:lnTo>
                  <a:lnTo>
                    <a:pt x="4203989" y="1433572"/>
                  </a:lnTo>
                  <a:lnTo>
                    <a:pt x="4204624" y="1439945"/>
                  </a:lnTo>
                  <a:lnTo>
                    <a:pt x="4205259" y="1445441"/>
                  </a:lnTo>
                  <a:lnTo>
                    <a:pt x="4205894" y="1450459"/>
                  </a:lnTo>
                  <a:lnTo>
                    <a:pt x="4206528" y="1454986"/>
                  </a:lnTo>
                  <a:lnTo>
                    <a:pt x="4207163" y="1459486"/>
                  </a:lnTo>
                  <a:lnTo>
                    <a:pt x="4207798" y="1461816"/>
                  </a:lnTo>
                  <a:lnTo>
                    <a:pt x="4208433" y="1463824"/>
                  </a:lnTo>
                  <a:lnTo>
                    <a:pt x="4209068" y="1466703"/>
                  </a:lnTo>
                  <a:lnTo>
                    <a:pt x="4209703" y="1470083"/>
                  </a:lnTo>
                  <a:lnTo>
                    <a:pt x="4210337" y="1473538"/>
                  </a:lnTo>
                  <a:lnTo>
                    <a:pt x="4210972" y="1477071"/>
                  </a:lnTo>
                  <a:lnTo>
                    <a:pt x="4211607" y="1479948"/>
                  </a:lnTo>
                  <a:lnTo>
                    <a:pt x="4212242" y="1483254"/>
                  </a:lnTo>
                  <a:lnTo>
                    <a:pt x="4212877" y="1486616"/>
                  </a:lnTo>
                  <a:lnTo>
                    <a:pt x="4213512" y="1488951"/>
                  </a:lnTo>
                  <a:lnTo>
                    <a:pt x="4214147" y="1491574"/>
                  </a:lnTo>
                  <a:lnTo>
                    <a:pt x="4214781" y="1494498"/>
                  </a:lnTo>
                  <a:lnTo>
                    <a:pt x="4215416" y="1497493"/>
                  </a:lnTo>
                  <a:lnTo>
                    <a:pt x="4216051" y="1500251"/>
                  </a:lnTo>
                  <a:lnTo>
                    <a:pt x="4216686" y="1502335"/>
                  </a:lnTo>
                  <a:lnTo>
                    <a:pt x="4217321" y="1504760"/>
                  </a:lnTo>
                  <a:lnTo>
                    <a:pt x="4217956" y="1508332"/>
                  </a:lnTo>
                  <a:lnTo>
                    <a:pt x="4218590" y="1510709"/>
                  </a:lnTo>
                  <a:lnTo>
                    <a:pt x="4219225" y="1513299"/>
                  </a:lnTo>
                  <a:lnTo>
                    <a:pt x="4219860" y="1514354"/>
                  </a:lnTo>
                  <a:lnTo>
                    <a:pt x="4220495" y="1514350"/>
                  </a:lnTo>
                  <a:lnTo>
                    <a:pt x="4221130" y="1513790"/>
                  </a:lnTo>
                  <a:lnTo>
                    <a:pt x="4221765" y="1512872"/>
                  </a:lnTo>
                  <a:lnTo>
                    <a:pt x="4222400" y="1512016"/>
                  </a:lnTo>
                  <a:lnTo>
                    <a:pt x="4223034" y="1511170"/>
                  </a:lnTo>
                  <a:lnTo>
                    <a:pt x="4223669" y="1510584"/>
                  </a:lnTo>
                  <a:lnTo>
                    <a:pt x="4224304" y="1509512"/>
                  </a:lnTo>
                  <a:lnTo>
                    <a:pt x="4224939" y="1508391"/>
                  </a:lnTo>
                  <a:lnTo>
                    <a:pt x="4225574" y="1507180"/>
                  </a:lnTo>
                  <a:lnTo>
                    <a:pt x="4226209" y="1505717"/>
                  </a:lnTo>
                  <a:lnTo>
                    <a:pt x="4226843" y="1504423"/>
                  </a:lnTo>
                  <a:lnTo>
                    <a:pt x="4227478" y="1502700"/>
                  </a:lnTo>
                  <a:lnTo>
                    <a:pt x="4228113" y="1500483"/>
                  </a:lnTo>
                  <a:lnTo>
                    <a:pt x="4228748" y="1498068"/>
                  </a:lnTo>
                  <a:lnTo>
                    <a:pt x="4229383" y="1495306"/>
                  </a:lnTo>
                  <a:lnTo>
                    <a:pt x="4230018" y="1491951"/>
                  </a:lnTo>
                  <a:lnTo>
                    <a:pt x="4230653" y="1488479"/>
                  </a:lnTo>
                  <a:lnTo>
                    <a:pt x="4231287" y="1484610"/>
                  </a:lnTo>
                  <a:lnTo>
                    <a:pt x="4231922" y="1480986"/>
                  </a:lnTo>
                  <a:lnTo>
                    <a:pt x="4232557" y="1476764"/>
                  </a:lnTo>
                  <a:lnTo>
                    <a:pt x="4233192" y="1472616"/>
                  </a:lnTo>
                  <a:lnTo>
                    <a:pt x="4233827" y="1468353"/>
                  </a:lnTo>
                  <a:lnTo>
                    <a:pt x="4234462" y="1463515"/>
                  </a:lnTo>
                  <a:lnTo>
                    <a:pt x="4235096" y="1458278"/>
                  </a:lnTo>
                  <a:lnTo>
                    <a:pt x="4235731" y="1453311"/>
                  </a:lnTo>
                  <a:lnTo>
                    <a:pt x="4236366" y="1448290"/>
                  </a:lnTo>
                  <a:lnTo>
                    <a:pt x="4237001" y="1443461"/>
                  </a:lnTo>
                  <a:lnTo>
                    <a:pt x="4237636" y="1438779"/>
                  </a:lnTo>
                  <a:lnTo>
                    <a:pt x="4238271" y="1434196"/>
                  </a:lnTo>
                  <a:lnTo>
                    <a:pt x="4238906" y="1429109"/>
                  </a:lnTo>
                  <a:lnTo>
                    <a:pt x="4239540" y="1423871"/>
                  </a:lnTo>
                  <a:lnTo>
                    <a:pt x="4240175" y="1418461"/>
                  </a:lnTo>
                  <a:lnTo>
                    <a:pt x="4240810" y="1413010"/>
                  </a:lnTo>
                  <a:lnTo>
                    <a:pt x="4241445" y="1407749"/>
                  </a:lnTo>
                  <a:lnTo>
                    <a:pt x="4242080" y="1402314"/>
                  </a:lnTo>
                  <a:lnTo>
                    <a:pt x="4242715" y="1397939"/>
                  </a:lnTo>
                  <a:lnTo>
                    <a:pt x="4243349" y="1394155"/>
                  </a:lnTo>
                  <a:lnTo>
                    <a:pt x="4243984" y="1391588"/>
                  </a:lnTo>
                  <a:lnTo>
                    <a:pt x="4244619" y="1388270"/>
                  </a:lnTo>
                  <a:lnTo>
                    <a:pt x="4245254" y="1385413"/>
                  </a:lnTo>
                  <a:lnTo>
                    <a:pt x="4245889" y="1378581"/>
                  </a:lnTo>
                  <a:lnTo>
                    <a:pt x="4246524" y="1371759"/>
                  </a:lnTo>
                  <a:lnTo>
                    <a:pt x="4247159" y="1365344"/>
                  </a:lnTo>
                  <a:lnTo>
                    <a:pt x="4247793" y="1359917"/>
                  </a:lnTo>
                  <a:lnTo>
                    <a:pt x="4248428" y="1356358"/>
                  </a:lnTo>
                  <a:lnTo>
                    <a:pt x="4249063" y="1354584"/>
                  </a:lnTo>
                  <a:lnTo>
                    <a:pt x="4249698" y="1355182"/>
                  </a:lnTo>
                  <a:lnTo>
                    <a:pt x="4250333" y="1357298"/>
                  </a:lnTo>
                  <a:lnTo>
                    <a:pt x="4250968" y="1358224"/>
                  </a:lnTo>
                  <a:lnTo>
                    <a:pt x="4251602" y="1360638"/>
                  </a:lnTo>
                  <a:lnTo>
                    <a:pt x="4252237" y="1363332"/>
                  </a:lnTo>
                  <a:lnTo>
                    <a:pt x="4252872" y="1366296"/>
                  </a:lnTo>
                  <a:lnTo>
                    <a:pt x="4253507" y="1368939"/>
                  </a:lnTo>
                  <a:lnTo>
                    <a:pt x="4254142" y="1371861"/>
                  </a:lnTo>
                  <a:lnTo>
                    <a:pt x="4254777" y="1376289"/>
                  </a:lnTo>
                  <a:lnTo>
                    <a:pt x="4255412" y="1380472"/>
                  </a:lnTo>
                  <a:lnTo>
                    <a:pt x="4256046" y="1384216"/>
                  </a:lnTo>
                  <a:lnTo>
                    <a:pt x="4256681" y="1387465"/>
                  </a:lnTo>
                  <a:lnTo>
                    <a:pt x="4257316" y="1390092"/>
                  </a:lnTo>
                  <a:lnTo>
                    <a:pt x="4257951" y="1391903"/>
                  </a:lnTo>
                  <a:lnTo>
                    <a:pt x="4258586" y="1392089"/>
                  </a:lnTo>
                  <a:lnTo>
                    <a:pt x="4259221" y="1390942"/>
                  </a:lnTo>
                  <a:lnTo>
                    <a:pt x="4259855" y="1389110"/>
                  </a:lnTo>
                  <a:lnTo>
                    <a:pt x="4260490" y="1385829"/>
                  </a:lnTo>
                  <a:lnTo>
                    <a:pt x="4261125" y="1381267"/>
                  </a:lnTo>
                  <a:lnTo>
                    <a:pt x="4261760" y="1375723"/>
                  </a:lnTo>
                  <a:lnTo>
                    <a:pt x="4262395" y="1368225"/>
                  </a:lnTo>
                  <a:lnTo>
                    <a:pt x="4263030" y="1360241"/>
                  </a:lnTo>
                  <a:lnTo>
                    <a:pt x="4263664" y="1351494"/>
                  </a:lnTo>
                  <a:lnTo>
                    <a:pt x="4264299" y="1342208"/>
                  </a:lnTo>
                  <a:lnTo>
                    <a:pt x="4264934" y="1332690"/>
                  </a:lnTo>
                  <a:lnTo>
                    <a:pt x="4265569" y="1323010"/>
                  </a:lnTo>
                  <a:lnTo>
                    <a:pt x="4266204" y="1309052"/>
                  </a:lnTo>
                  <a:lnTo>
                    <a:pt x="4266839" y="1293405"/>
                  </a:lnTo>
                  <a:lnTo>
                    <a:pt x="4267474" y="1277691"/>
                  </a:lnTo>
                  <a:lnTo>
                    <a:pt x="4268108" y="1262623"/>
                  </a:lnTo>
                  <a:lnTo>
                    <a:pt x="4268743" y="1248257"/>
                  </a:lnTo>
                  <a:lnTo>
                    <a:pt x="4269378" y="1234621"/>
                  </a:lnTo>
                  <a:lnTo>
                    <a:pt x="4270013" y="1222191"/>
                  </a:lnTo>
                  <a:lnTo>
                    <a:pt x="4270648" y="1213611"/>
                  </a:lnTo>
                  <a:lnTo>
                    <a:pt x="4271283" y="1206015"/>
                  </a:lnTo>
                  <a:lnTo>
                    <a:pt x="4271917" y="1199115"/>
                  </a:lnTo>
                  <a:lnTo>
                    <a:pt x="4272552" y="1192175"/>
                  </a:lnTo>
                  <a:lnTo>
                    <a:pt x="4273187" y="1185713"/>
                  </a:lnTo>
                  <a:lnTo>
                    <a:pt x="4273822" y="1179910"/>
                  </a:lnTo>
                  <a:lnTo>
                    <a:pt x="4274457" y="1174516"/>
                  </a:lnTo>
                  <a:lnTo>
                    <a:pt x="4275092" y="1170009"/>
                  </a:lnTo>
                  <a:lnTo>
                    <a:pt x="4275727" y="1167251"/>
                  </a:lnTo>
                  <a:lnTo>
                    <a:pt x="4276361" y="1166340"/>
                  </a:lnTo>
                  <a:lnTo>
                    <a:pt x="4276996" y="1165905"/>
                  </a:lnTo>
                  <a:lnTo>
                    <a:pt x="4277631" y="1166435"/>
                  </a:lnTo>
                  <a:lnTo>
                    <a:pt x="4278266" y="1167304"/>
                  </a:lnTo>
                  <a:lnTo>
                    <a:pt x="4278901" y="1168287"/>
                  </a:lnTo>
                  <a:lnTo>
                    <a:pt x="4279536" y="1169284"/>
                  </a:lnTo>
                  <a:lnTo>
                    <a:pt x="4280170" y="1170608"/>
                  </a:lnTo>
                  <a:lnTo>
                    <a:pt x="4280805" y="1172529"/>
                  </a:lnTo>
                  <a:lnTo>
                    <a:pt x="4281440" y="1174246"/>
                  </a:lnTo>
                  <a:lnTo>
                    <a:pt x="4282075" y="1176704"/>
                  </a:lnTo>
                  <a:lnTo>
                    <a:pt x="4282710" y="1180414"/>
                  </a:lnTo>
                  <a:lnTo>
                    <a:pt x="4283345" y="1184570"/>
                  </a:lnTo>
                  <a:lnTo>
                    <a:pt x="4283980" y="1189039"/>
                  </a:lnTo>
                  <a:lnTo>
                    <a:pt x="4284614" y="1193376"/>
                  </a:lnTo>
                  <a:lnTo>
                    <a:pt x="4285249" y="1197485"/>
                  </a:lnTo>
                  <a:lnTo>
                    <a:pt x="4285884" y="1201365"/>
                  </a:lnTo>
                  <a:lnTo>
                    <a:pt x="4286519" y="1206404"/>
                  </a:lnTo>
                  <a:lnTo>
                    <a:pt x="4287154" y="1211889"/>
                  </a:lnTo>
                  <a:lnTo>
                    <a:pt x="4287789" y="1218474"/>
                  </a:lnTo>
                  <a:lnTo>
                    <a:pt x="4288423" y="1223379"/>
                  </a:lnTo>
                  <a:lnTo>
                    <a:pt x="4289058" y="1228538"/>
                  </a:lnTo>
                  <a:lnTo>
                    <a:pt x="4289693" y="1234415"/>
                  </a:lnTo>
                  <a:lnTo>
                    <a:pt x="4290328" y="1240985"/>
                  </a:lnTo>
                  <a:lnTo>
                    <a:pt x="4290963" y="1248153"/>
                  </a:lnTo>
                  <a:lnTo>
                    <a:pt x="4291598" y="1255425"/>
                  </a:lnTo>
                  <a:lnTo>
                    <a:pt x="4292233" y="1261395"/>
                  </a:lnTo>
                  <a:lnTo>
                    <a:pt x="4292867" y="1266446"/>
                  </a:lnTo>
                  <a:lnTo>
                    <a:pt x="4293502" y="1271271"/>
                  </a:lnTo>
                  <a:lnTo>
                    <a:pt x="4294137" y="1276041"/>
                  </a:lnTo>
                  <a:lnTo>
                    <a:pt x="4294772" y="1279704"/>
                  </a:lnTo>
                  <a:lnTo>
                    <a:pt x="4295407" y="1283726"/>
                  </a:lnTo>
                  <a:lnTo>
                    <a:pt x="4296042" y="1286836"/>
                  </a:lnTo>
                  <a:lnTo>
                    <a:pt x="4296676" y="1289083"/>
                  </a:lnTo>
                  <a:lnTo>
                    <a:pt x="4297311" y="1291805"/>
                  </a:lnTo>
                  <a:lnTo>
                    <a:pt x="4297946" y="1297157"/>
                  </a:lnTo>
                  <a:lnTo>
                    <a:pt x="4298581" y="1302391"/>
                  </a:lnTo>
                  <a:lnTo>
                    <a:pt x="4299216" y="1306364"/>
                  </a:lnTo>
                  <a:lnTo>
                    <a:pt x="4299851" y="1313472"/>
                  </a:lnTo>
                  <a:lnTo>
                    <a:pt x="4300486" y="1315939"/>
                  </a:lnTo>
                  <a:lnTo>
                    <a:pt x="4301120" y="1317840"/>
                  </a:lnTo>
                  <a:lnTo>
                    <a:pt x="4301755" y="1320362"/>
                  </a:lnTo>
                  <a:lnTo>
                    <a:pt x="4302390" y="1318456"/>
                  </a:lnTo>
                  <a:lnTo>
                    <a:pt x="4303025" y="1316442"/>
                  </a:lnTo>
                  <a:lnTo>
                    <a:pt x="4303660" y="1314318"/>
                  </a:lnTo>
                  <a:lnTo>
                    <a:pt x="4304295" y="1312908"/>
                  </a:lnTo>
                  <a:lnTo>
                    <a:pt x="4304929" y="1310686"/>
                  </a:lnTo>
                  <a:lnTo>
                    <a:pt x="4305564" y="1309433"/>
                  </a:lnTo>
                  <a:lnTo>
                    <a:pt x="4306199" y="1307897"/>
                  </a:lnTo>
                  <a:lnTo>
                    <a:pt x="4306834" y="1305718"/>
                  </a:lnTo>
                  <a:lnTo>
                    <a:pt x="4307469" y="1303378"/>
                  </a:lnTo>
                  <a:lnTo>
                    <a:pt x="4308104" y="1301486"/>
                  </a:lnTo>
                  <a:lnTo>
                    <a:pt x="4308739" y="1300265"/>
                  </a:lnTo>
                  <a:lnTo>
                    <a:pt x="4309373" y="1299813"/>
                  </a:lnTo>
                  <a:lnTo>
                    <a:pt x="4310008" y="1299584"/>
                  </a:lnTo>
                  <a:lnTo>
                    <a:pt x="4310643" y="1299676"/>
                  </a:lnTo>
                  <a:lnTo>
                    <a:pt x="4311278" y="1299905"/>
                  </a:lnTo>
                  <a:lnTo>
                    <a:pt x="4311913" y="1302215"/>
                  </a:lnTo>
                  <a:lnTo>
                    <a:pt x="4312548" y="1302518"/>
                  </a:lnTo>
                  <a:lnTo>
                    <a:pt x="4313182" y="1303506"/>
                  </a:lnTo>
                  <a:lnTo>
                    <a:pt x="4313817" y="1304636"/>
                  </a:lnTo>
                  <a:lnTo>
                    <a:pt x="4314452" y="1308392"/>
                  </a:lnTo>
                  <a:lnTo>
                    <a:pt x="4315087" y="1312339"/>
                  </a:lnTo>
                  <a:lnTo>
                    <a:pt x="4315722" y="1316707"/>
                  </a:lnTo>
                  <a:lnTo>
                    <a:pt x="4316357" y="1321921"/>
                  </a:lnTo>
                  <a:lnTo>
                    <a:pt x="4316991" y="1326826"/>
                  </a:lnTo>
                  <a:lnTo>
                    <a:pt x="4317626" y="1331729"/>
                  </a:lnTo>
                  <a:lnTo>
                    <a:pt x="4318261" y="1336695"/>
                  </a:lnTo>
                  <a:lnTo>
                    <a:pt x="4318896" y="1341607"/>
                  </a:lnTo>
                  <a:lnTo>
                    <a:pt x="4319531" y="1346947"/>
                  </a:lnTo>
                  <a:lnTo>
                    <a:pt x="4320166" y="1353866"/>
                  </a:lnTo>
                  <a:lnTo>
                    <a:pt x="4320801" y="1361116"/>
                  </a:lnTo>
                  <a:lnTo>
                    <a:pt x="4321435" y="1367096"/>
                  </a:lnTo>
                  <a:lnTo>
                    <a:pt x="4322070" y="1370567"/>
                  </a:lnTo>
                  <a:lnTo>
                    <a:pt x="4322705" y="1371090"/>
                  </a:lnTo>
                  <a:lnTo>
                    <a:pt x="4323340" y="1370260"/>
                  </a:lnTo>
                  <a:lnTo>
                    <a:pt x="4323975" y="1368059"/>
                  </a:lnTo>
                  <a:lnTo>
                    <a:pt x="4324610" y="1364843"/>
                  </a:lnTo>
                  <a:lnTo>
                    <a:pt x="4325244" y="1360202"/>
                  </a:lnTo>
                  <a:lnTo>
                    <a:pt x="4325879" y="1354692"/>
                  </a:lnTo>
                  <a:lnTo>
                    <a:pt x="4326514" y="1349068"/>
                  </a:lnTo>
                  <a:lnTo>
                    <a:pt x="4327149" y="1342985"/>
                  </a:lnTo>
                  <a:lnTo>
                    <a:pt x="4327784" y="1336079"/>
                  </a:lnTo>
                  <a:lnTo>
                    <a:pt x="4328419" y="1328493"/>
                  </a:lnTo>
                  <a:lnTo>
                    <a:pt x="4329054" y="1319321"/>
                  </a:lnTo>
                  <a:lnTo>
                    <a:pt x="4329688" y="1309425"/>
                  </a:lnTo>
                  <a:lnTo>
                    <a:pt x="4330323" y="1298545"/>
                  </a:lnTo>
                  <a:lnTo>
                    <a:pt x="4330958" y="1287033"/>
                  </a:lnTo>
                  <a:lnTo>
                    <a:pt x="4331593" y="1275226"/>
                  </a:lnTo>
                  <a:lnTo>
                    <a:pt x="4332228" y="1258723"/>
                  </a:lnTo>
                  <a:lnTo>
                    <a:pt x="4332863" y="1242770"/>
                  </a:lnTo>
                  <a:lnTo>
                    <a:pt x="4333497" y="1228391"/>
                  </a:lnTo>
                  <a:lnTo>
                    <a:pt x="4334132" y="1214153"/>
                  </a:lnTo>
                  <a:lnTo>
                    <a:pt x="4334767" y="1200909"/>
                  </a:lnTo>
                  <a:lnTo>
                    <a:pt x="4335402" y="1186636"/>
                  </a:lnTo>
                  <a:lnTo>
                    <a:pt x="4336037" y="1171403"/>
                  </a:lnTo>
                  <a:lnTo>
                    <a:pt x="4336672" y="1156282"/>
                  </a:lnTo>
                  <a:lnTo>
                    <a:pt x="4337307" y="1141247"/>
                  </a:lnTo>
                  <a:lnTo>
                    <a:pt x="4337941" y="1126475"/>
                  </a:lnTo>
                  <a:lnTo>
                    <a:pt x="4338576" y="1113984"/>
                  </a:lnTo>
                  <a:lnTo>
                    <a:pt x="4339211" y="1102278"/>
                  </a:lnTo>
                  <a:lnTo>
                    <a:pt x="4339846" y="1092012"/>
                  </a:lnTo>
                  <a:lnTo>
                    <a:pt x="4340481" y="1083713"/>
                  </a:lnTo>
                  <a:lnTo>
                    <a:pt x="4341116" y="1076362"/>
                  </a:lnTo>
                  <a:lnTo>
                    <a:pt x="4341750" y="1069574"/>
                  </a:lnTo>
                  <a:lnTo>
                    <a:pt x="4342385" y="1063925"/>
                  </a:lnTo>
                  <a:lnTo>
                    <a:pt x="4343020" y="1058576"/>
                  </a:lnTo>
                  <a:lnTo>
                    <a:pt x="4343655" y="1054221"/>
                  </a:lnTo>
                  <a:lnTo>
                    <a:pt x="4344290" y="1050732"/>
                  </a:lnTo>
                  <a:lnTo>
                    <a:pt x="4344925" y="1048582"/>
                  </a:lnTo>
                  <a:lnTo>
                    <a:pt x="4345560" y="1047706"/>
                  </a:lnTo>
                  <a:lnTo>
                    <a:pt x="4346194" y="1047317"/>
                  </a:lnTo>
                  <a:lnTo>
                    <a:pt x="4346829" y="1047477"/>
                  </a:lnTo>
                  <a:lnTo>
                    <a:pt x="4347464" y="1047898"/>
                  </a:lnTo>
                  <a:lnTo>
                    <a:pt x="4348099" y="1048534"/>
                  </a:lnTo>
                  <a:lnTo>
                    <a:pt x="4348734" y="1049937"/>
                  </a:lnTo>
                  <a:lnTo>
                    <a:pt x="4349369" y="1051266"/>
                  </a:lnTo>
                  <a:lnTo>
                    <a:pt x="4350003" y="1052198"/>
                  </a:lnTo>
                  <a:lnTo>
                    <a:pt x="4350638" y="1052736"/>
                  </a:lnTo>
                  <a:lnTo>
                    <a:pt x="4351273" y="1052499"/>
                  </a:lnTo>
                  <a:lnTo>
                    <a:pt x="4351908" y="1050888"/>
                  </a:lnTo>
                  <a:lnTo>
                    <a:pt x="4352543" y="1048644"/>
                  </a:lnTo>
                  <a:lnTo>
                    <a:pt x="4353178" y="1045439"/>
                  </a:lnTo>
                  <a:lnTo>
                    <a:pt x="4353813" y="1041315"/>
                  </a:lnTo>
                  <a:lnTo>
                    <a:pt x="4354447" y="1036386"/>
                  </a:lnTo>
                  <a:lnTo>
                    <a:pt x="4355082" y="1031401"/>
                  </a:lnTo>
                  <a:lnTo>
                    <a:pt x="4355717" y="1026813"/>
                  </a:lnTo>
                  <a:lnTo>
                    <a:pt x="4356352" y="1022990"/>
                  </a:lnTo>
                  <a:lnTo>
                    <a:pt x="4356987" y="1019769"/>
                  </a:lnTo>
                  <a:lnTo>
                    <a:pt x="4357622" y="1016665"/>
                  </a:lnTo>
                  <a:lnTo>
                    <a:pt x="4358256" y="1013019"/>
                  </a:lnTo>
                  <a:lnTo>
                    <a:pt x="4358891" y="1008369"/>
                  </a:lnTo>
                  <a:lnTo>
                    <a:pt x="4359526" y="1004297"/>
                  </a:lnTo>
                  <a:lnTo>
                    <a:pt x="4360161" y="999783"/>
                  </a:lnTo>
                  <a:lnTo>
                    <a:pt x="4360796" y="995800"/>
                  </a:lnTo>
                  <a:lnTo>
                    <a:pt x="4361431" y="992582"/>
                  </a:lnTo>
                  <a:lnTo>
                    <a:pt x="4362066" y="989269"/>
                  </a:lnTo>
                  <a:lnTo>
                    <a:pt x="4362700" y="986531"/>
                  </a:lnTo>
                  <a:lnTo>
                    <a:pt x="4363335" y="984444"/>
                  </a:lnTo>
                  <a:lnTo>
                    <a:pt x="4363970" y="982441"/>
                  </a:lnTo>
                  <a:lnTo>
                    <a:pt x="4364605" y="979353"/>
                  </a:lnTo>
                  <a:lnTo>
                    <a:pt x="4365240" y="977368"/>
                  </a:lnTo>
                  <a:lnTo>
                    <a:pt x="4365875" y="975150"/>
                  </a:lnTo>
                  <a:lnTo>
                    <a:pt x="4366509" y="972636"/>
                  </a:lnTo>
                  <a:lnTo>
                    <a:pt x="4367144" y="969694"/>
                  </a:lnTo>
                  <a:lnTo>
                    <a:pt x="4367779" y="966725"/>
                  </a:lnTo>
                  <a:lnTo>
                    <a:pt x="4368414" y="963933"/>
                  </a:lnTo>
                  <a:lnTo>
                    <a:pt x="4369049" y="961569"/>
                  </a:lnTo>
                  <a:lnTo>
                    <a:pt x="4369684" y="959073"/>
                  </a:lnTo>
                  <a:lnTo>
                    <a:pt x="4370318" y="956742"/>
                  </a:lnTo>
                  <a:lnTo>
                    <a:pt x="4370953" y="954416"/>
                  </a:lnTo>
                  <a:lnTo>
                    <a:pt x="4371588" y="953860"/>
                  </a:lnTo>
                  <a:lnTo>
                    <a:pt x="4372223" y="953275"/>
                  </a:lnTo>
                  <a:lnTo>
                    <a:pt x="4372858" y="956947"/>
                  </a:lnTo>
                  <a:lnTo>
                    <a:pt x="4373493" y="961077"/>
                  </a:lnTo>
                  <a:lnTo>
                    <a:pt x="4374128" y="965609"/>
                  </a:lnTo>
                  <a:lnTo>
                    <a:pt x="4374762" y="970262"/>
                  </a:lnTo>
                  <a:lnTo>
                    <a:pt x="4375397" y="974424"/>
                  </a:lnTo>
                  <a:lnTo>
                    <a:pt x="4376032" y="977480"/>
                  </a:lnTo>
                  <a:lnTo>
                    <a:pt x="4376667" y="980383"/>
                  </a:lnTo>
                  <a:lnTo>
                    <a:pt x="4377302" y="983647"/>
                  </a:lnTo>
                  <a:lnTo>
                    <a:pt x="4377937" y="987310"/>
                  </a:lnTo>
                  <a:lnTo>
                    <a:pt x="4378571" y="990755"/>
                  </a:lnTo>
                  <a:lnTo>
                    <a:pt x="4379206" y="993981"/>
                  </a:lnTo>
                  <a:lnTo>
                    <a:pt x="4379841" y="997150"/>
                  </a:lnTo>
                  <a:lnTo>
                    <a:pt x="4380476" y="999323"/>
                  </a:lnTo>
                  <a:lnTo>
                    <a:pt x="4381111" y="1000215"/>
                  </a:lnTo>
                  <a:lnTo>
                    <a:pt x="4381746" y="998562"/>
                  </a:lnTo>
                  <a:lnTo>
                    <a:pt x="4382381" y="995956"/>
                  </a:lnTo>
                  <a:lnTo>
                    <a:pt x="4383015" y="992517"/>
                  </a:lnTo>
                  <a:lnTo>
                    <a:pt x="4383650" y="990676"/>
                  </a:lnTo>
                  <a:lnTo>
                    <a:pt x="4384285" y="988676"/>
                  </a:lnTo>
                  <a:lnTo>
                    <a:pt x="4384920" y="985745"/>
                  </a:lnTo>
                  <a:lnTo>
                    <a:pt x="4385555" y="982621"/>
                  </a:lnTo>
                  <a:lnTo>
                    <a:pt x="4386190" y="979019"/>
                  </a:lnTo>
                  <a:lnTo>
                    <a:pt x="4386824" y="974830"/>
                  </a:lnTo>
                  <a:lnTo>
                    <a:pt x="4387459" y="970517"/>
                  </a:lnTo>
                  <a:lnTo>
                    <a:pt x="4388094" y="966114"/>
                  </a:lnTo>
                  <a:lnTo>
                    <a:pt x="4388729" y="962139"/>
                  </a:lnTo>
                  <a:lnTo>
                    <a:pt x="4389364" y="958635"/>
                  </a:lnTo>
                  <a:lnTo>
                    <a:pt x="4389999" y="956091"/>
                  </a:lnTo>
                  <a:lnTo>
                    <a:pt x="4390634" y="954557"/>
                  </a:lnTo>
                  <a:lnTo>
                    <a:pt x="4391268" y="953614"/>
                  </a:lnTo>
                  <a:lnTo>
                    <a:pt x="4391903" y="953017"/>
                  </a:lnTo>
                  <a:lnTo>
                    <a:pt x="4392538" y="955361"/>
                  </a:lnTo>
                  <a:lnTo>
                    <a:pt x="4393173" y="959943"/>
                  </a:lnTo>
                  <a:lnTo>
                    <a:pt x="4393808" y="968743"/>
                  </a:lnTo>
                  <a:lnTo>
                    <a:pt x="4394443" y="977174"/>
                  </a:lnTo>
                  <a:lnTo>
                    <a:pt x="4395077" y="985831"/>
                  </a:lnTo>
                  <a:lnTo>
                    <a:pt x="4395712" y="994941"/>
                  </a:lnTo>
                  <a:lnTo>
                    <a:pt x="4396347" y="1003237"/>
                  </a:lnTo>
                  <a:lnTo>
                    <a:pt x="4396982" y="1010442"/>
                  </a:lnTo>
                  <a:lnTo>
                    <a:pt x="4397617" y="1013500"/>
                  </a:lnTo>
                  <a:lnTo>
                    <a:pt x="4398252" y="1015594"/>
                  </a:lnTo>
                  <a:lnTo>
                    <a:pt x="4398887" y="1017011"/>
                  </a:lnTo>
                  <a:lnTo>
                    <a:pt x="4399521" y="1018124"/>
                  </a:lnTo>
                  <a:lnTo>
                    <a:pt x="4400156" y="1018539"/>
                  </a:lnTo>
                  <a:lnTo>
                    <a:pt x="4400791" y="1018103"/>
                  </a:lnTo>
                  <a:lnTo>
                    <a:pt x="4401426" y="1016671"/>
                  </a:lnTo>
                  <a:lnTo>
                    <a:pt x="4402061" y="1014582"/>
                  </a:lnTo>
                  <a:lnTo>
                    <a:pt x="4402696" y="1011099"/>
                  </a:lnTo>
                  <a:lnTo>
                    <a:pt x="4403330" y="1002863"/>
                  </a:lnTo>
                  <a:lnTo>
                    <a:pt x="4403965" y="993382"/>
                  </a:lnTo>
                  <a:lnTo>
                    <a:pt x="4404600" y="982271"/>
                  </a:lnTo>
                  <a:lnTo>
                    <a:pt x="4405235" y="973311"/>
                  </a:lnTo>
                  <a:lnTo>
                    <a:pt x="4405870" y="964144"/>
                  </a:lnTo>
                  <a:lnTo>
                    <a:pt x="4406505" y="956415"/>
                  </a:lnTo>
                  <a:lnTo>
                    <a:pt x="4407140" y="948012"/>
                  </a:lnTo>
                  <a:lnTo>
                    <a:pt x="4407774" y="938989"/>
                  </a:lnTo>
                  <a:lnTo>
                    <a:pt x="4408409" y="930594"/>
                  </a:lnTo>
                  <a:lnTo>
                    <a:pt x="4409044" y="922142"/>
                  </a:lnTo>
                  <a:lnTo>
                    <a:pt x="4409679" y="913750"/>
                  </a:lnTo>
                  <a:lnTo>
                    <a:pt x="4410314" y="907549"/>
                  </a:lnTo>
                  <a:lnTo>
                    <a:pt x="4410949" y="901279"/>
                  </a:lnTo>
                  <a:lnTo>
                    <a:pt x="4411583" y="895238"/>
                  </a:lnTo>
                  <a:lnTo>
                    <a:pt x="4412218" y="889179"/>
                  </a:lnTo>
                  <a:lnTo>
                    <a:pt x="4412853" y="883888"/>
                  </a:lnTo>
                  <a:lnTo>
                    <a:pt x="4413488" y="878683"/>
                  </a:lnTo>
                  <a:lnTo>
                    <a:pt x="4414123" y="873867"/>
                  </a:lnTo>
                  <a:lnTo>
                    <a:pt x="4414758" y="870125"/>
                  </a:lnTo>
                  <a:lnTo>
                    <a:pt x="4415393" y="865820"/>
                  </a:lnTo>
                  <a:lnTo>
                    <a:pt x="4416027" y="862882"/>
                  </a:lnTo>
                  <a:lnTo>
                    <a:pt x="4416662" y="861001"/>
                  </a:lnTo>
                  <a:lnTo>
                    <a:pt x="4417297" y="858061"/>
                  </a:lnTo>
                  <a:lnTo>
                    <a:pt x="4417932" y="855482"/>
                  </a:lnTo>
                  <a:lnTo>
                    <a:pt x="4418567" y="853235"/>
                  </a:lnTo>
                  <a:lnTo>
                    <a:pt x="4419202" y="851407"/>
                  </a:lnTo>
                  <a:lnTo>
                    <a:pt x="4419836" y="850066"/>
                  </a:lnTo>
                  <a:lnTo>
                    <a:pt x="4420471" y="850552"/>
                  </a:lnTo>
                  <a:lnTo>
                    <a:pt x="4421106" y="851731"/>
                  </a:lnTo>
                  <a:lnTo>
                    <a:pt x="4421741" y="853287"/>
                  </a:lnTo>
                  <a:lnTo>
                    <a:pt x="4422376" y="855992"/>
                  </a:lnTo>
                  <a:lnTo>
                    <a:pt x="4423011" y="860328"/>
                  </a:lnTo>
                  <a:lnTo>
                    <a:pt x="4423645" y="866268"/>
                  </a:lnTo>
                  <a:lnTo>
                    <a:pt x="4424280" y="873429"/>
                  </a:lnTo>
                  <a:lnTo>
                    <a:pt x="4424915" y="877510"/>
                  </a:lnTo>
                  <a:lnTo>
                    <a:pt x="4425550" y="883026"/>
                  </a:lnTo>
                  <a:lnTo>
                    <a:pt x="4426185" y="889072"/>
                  </a:lnTo>
                  <a:lnTo>
                    <a:pt x="4426820" y="895720"/>
                  </a:lnTo>
                  <a:lnTo>
                    <a:pt x="4427455" y="902624"/>
                  </a:lnTo>
                  <a:lnTo>
                    <a:pt x="4428089" y="909558"/>
                  </a:lnTo>
                  <a:lnTo>
                    <a:pt x="4428724" y="917331"/>
                  </a:lnTo>
                  <a:lnTo>
                    <a:pt x="4429359" y="925590"/>
                  </a:lnTo>
                  <a:lnTo>
                    <a:pt x="4429994" y="933684"/>
                  </a:lnTo>
                  <a:lnTo>
                    <a:pt x="4430629" y="941783"/>
                  </a:lnTo>
                  <a:lnTo>
                    <a:pt x="4431264" y="949083"/>
                  </a:lnTo>
                  <a:lnTo>
                    <a:pt x="4431898" y="956511"/>
                  </a:lnTo>
                  <a:lnTo>
                    <a:pt x="4432533" y="963666"/>
                  </a:lnTo>
                  <a:lnTo>
                    <a:pt x="4433168" y="970472"/>
                  </a:lnTo>
                  <a:lnTo>
                    <a:pt x="4433803" y="978088"/>
                  </a:lnTo>
                  <a:lnTo>
                    <a:pt x="4434438" y="986041"/>
                  </a:lnTo>
                  <a:lnTo>
                    <a:pt x="4435073" y="993539"/>
                  </a:lnTo>
                  <a:lnTo>
                    <a:pt x="4435708" y="1000429"/>
                  </a:lnTo>
                  <a:lnTo>
                    <a:pt x="4436342" y="1006698"/>
                  </a:lnTo>
                  <a:lnTo>
                    <a:pt x="4436977" y="1012508"/>
                  </a:lnTo>
                  <a:lnTo>
                    <a:pt x="4437612" y="1017917"/>
                  </a:lnTo>
                  <a:lnTo>
                    <a:pt x="4438247" y="1022929"/>
                  </a:lnTo>
                  <a:lnTo>
                    <a:pt x="4438882" y="1027616"/>
                  </a:lnTo>
                  <a:lnTo>
                    <a:pt x="4439517" y="1034868"/>
                  </a:lnTo>
                  <a:lnTo>
                    <a:pt x="4440151" y="1041041"/>
                  </a:lnTo>
                  <a:lnTo>
                    <a:pt x="4440786" y="1046072"/>
                  </a:lnTo>
                  <a:lnTo>
                    <a:pt x="4441421" y="1050091"/>
                  </a:lnTo>
                  <a:lnTo>
                    <a:pt x="4442056" y="1053609"/>
                  </a:lnTo>
                  <a:lnTo>
                    <a:pt x="4442691" y="1056258"/>
                  </a:lnTo>
                  <a:lnTo>
                    <a:pt x="4443326" y="1057216"/>
                  </a:lnTo>
                  <a:lnTo>
                    <a:pt x="4443961" y="1057093"/>
                  </a:lnTo>
                  <a:lnTo>
                    <a:pt x="4444595" y="1056233"/>
                  </a:lnTo>
                  <a:lnTo>
                    <a:pt x="4445230" y="1054514"/>
                  </a:lnTo>
                  <a:lnTo>
                    <a:pt x="4445865" y="1052308"/>
                  </a:lnTo>
                  <a:lnTo>
                    <a:pt x="4446500" y="1049102"/>
                  </a:lnTo>
                  <a:lnTo>
                    <a:pt x="4447135" y="1045859"/>
                  </a:lnTo>
                  <a:lnTo>
                    <a:pt x="4447770" y="1041638"/>
                  </a:lnTo>
                  <a:lnTo>
                    <a:pt x="4448404" y="1037921"/>
                  </a:lnTo>
                  <a:lnTo>
                    <a:pt x="4449039" y="1035047"/>
                  </a:lnTo>
                  <a:lnTo>
                    <a:pt x="4449674" y="1032337"/>
                  </a:lnTo>
                  <a:lnTo>
                    <a:pt x="4450309" y="1031050"/>
                  </a:lnTo>
                  <a:lnTo>
                    <a:pt x="4450944" y="1031203"/>
                  </a:lnTo>
                  <a:lnTo>
                    <a:pt x="4451579" y="1032560"/>
                  </a:lnTo>
                  <a:lnTo>
                    <a:pt x="4452214" y="1034877"/>
                  </a:lnTo>
                  <a:lnTo>
                    <a:pt x="4452848" y="1038194"/>
                  </a:lnTo>
                  <a:lnTo>
                    <a:pt x="4453483" y="1041464"/>
                  </a:lnTo>
                  <a:lnTo>
                    <a:pt x="4454118" y="1045778"/>
                  </a:lnTo>
                  <a:lnTo>
                    <a:pt x="4454753" y="1050811"/>
                  </a:lnTo>
                  <a:lnTo>
                    <a:pt x="4455388" y="1057409"/>
                  </a:lnTo>
                  <a:lnTo>
                    <a:pt x="4456023" y="1064826"/>
                  </a:lnTo>
                  <a:lnTo>
                    <a:pt x="4456657" y="1072236"/>
                  </a:lnTo>
                  <a:lnTo>
                    <a:pt x="4457292" y="1079263"/>
                  </a:lnTo>
                  <a:lnTo>
                    <a:pt x="4457927" y="1087470"/>
                  </a:lnTo>
                  <a:lnTo>
                    <a:pt x="4458562" y="1097254"/>
                  </a:lnTo>
                  <a:lnTo>
                    <a:pt x="4459197" y="1113708"/>
                  </a:lnTo>
                  <a:lnTo>
                    <a:pt x="4459832" y="1130779"/>
                  </a:lnTo>
                  <a:lnTo>
                    <a:pt x="4460467" y="1147434"/>
                  </a:lnTo>
                  <a:lnTo>
                    <a:pt x="4461101" y="1164482"/>
                  </a:lnTo>
                  <a:lnTo>
                    <a:pt x="4461736" y="1181560"/>
                  </a:lnTo>
                  <a:lnTo>
                    <a:pt x="4462371" y="1200139"/>
                  </a:lnTo>
                  <a:lnTo>
                    <a:pt x="4463006" y="1218728"/>
                  </a:lnTo>
                  <a:lnTo>
                    <a:pt x="4463641" y="1237402"/>
                  </a:lnTo>
                  <a:lnTo>
                    <a:pt x="4464276" y="1255830"/>
                  </a:lnTo>
                  <a:lnTo>
                    <a:pt x="4464910" y="1273773"/>
                  </a:lnTo>
                  <a:lnTo>
                    <a:pt x="4465545" y="1290730"/>
                  </a:lnTo>
                  <a:lnTo>
                    <a:pt x="4466180" y="1306424"/>
                  </a:lnTo>
                  <a:lnTo>
                    <a:pt x="4466815" y="1320468"/>
                  </a:lnTo>
                  <a:lnTo>
                    <a:pt x="4467450" y="1333041"/>
                  </a:lnTo>
                  <a:lnTo>
                    <a:pt x="4468085" y="1344627"/>
                  </a:lnTo>
                  <a:lnTo>
                    <a:pt x="4468720" y="1355235"/>
                  </a:lnTo>
                  <a:lnTo>
                    <a:pt x="4469354" y="1364221"/>
                  </a:lnTo>
                  <a:lnTo>
                    <a:pt x="4469989" y="1372571"/>
                  </a:lnTo>
                  <a:lnTo>
                    <a:pt x="4470624" y="1379356"/>
                  </a:lnTo>
                  <a:lnTo>
                    <a:pt x="4471259" y="1384300"/>
                  </a:lnTo>
                  <a:lnTo>
                    <a:pt x="4471894" y="1386691"/>
                  </a:lnTo>
                  <a:lnTo>
                    <a:pt x="4472529" y="1387213"/>
                  </a:lnTo>
                  <a:lnTo>
                    <a:pt x="4473163" y="1385704"/>
                  </a:lnTo>
                  <a:lnTo>
                    <a:pt x="4473798" y="1382222"/>
                  </a:lnTo>
                  <a:lnTo>
                    <a:pt x="4474433" y="1377600"/>
                  </a:lnTo>
                  <a:lnTo>
                    <a:pt x="4475068" y="1372448"/>
                  </a:lnTo>
                  <a:lnTo>
                    <a:pt x="4475703" y="1366508"/>
                  </a:lnTo>
                  <a:lnTo>
                    <a:pt x="4476338" y="1359980"/>
                  </a:lnTo>
                  <a:lnTo>
                    <a:pt x="4476973" y="1353802"/>
                  </a:lnTo>
                  <a:lnTo>
                    <a:pt x="4477607" y="1347729"/>
                  </a:lnTo>
                  <a:lnTo>
                    <a:pt x="4478242" y="1341913"/>
                  </a:lnTo>
                  <a:lnTo>
                    <a:pt x="4478877" y="1336789"/>
                  </a:lnTo>
                  <a:lnTo>
                    <a:pt x="4479512" y="1331342"/>
                  </a:lnTo>
                  <a:lnTo>
                    <a:pt x="4480147" y="1325810"/>
                  </a:lnTo>
                  <a:lnTo>
                    <a:pt x="4480782" y="1320828"/>
                  </a:lnTo>
                  <a:lnTo>
                    <a:pt x="4481416" y="1317868"/>
                  </a:lnTo>
                  <a:lnTo>
                    <a:pt x="4482051" y="1315467"/>
                  </a:lnTo>
                  <a:lnTo>
                    <a:pt x="4482686" y="1316045"/>
                  </a:lnTo>
                  <a:lnTo>
                    <a:pt x="4483321" y="1316579"/>
                  </a:lnTo>
                  <a:lnTo>
                    <a:pt x="4483956" y="1317300"/>
                  </a:lnTo>
                  <a:lnTo>
                    <a:pt x="4484591" y="1317666"/>
                  </a:lnTo>
                  <a:lnTo>
                    <a:pt x="4485225" y="1319759"/>
                  </a:lnTo>
                  <a:lnTo>
                    <a:pt x="4485860" y="1321933"/>
                  </a:lnTo>
                  <a:lnTo>
                    <a:pt x="4486495" y="1323271"/>
                  </a:lnTo>
                  <a:lnTo>
                    <a:pt x="4487130" y="1323792"/>
                  </a:lnTo>
                  <a:lnTo>
                    <a:pt x="4487765" y="1323379"/>
                  </a:lnTo>
                  <a:lnTo>
                    <a:pt x="4488400" y="1323819"/>
                  </a:lnTo>
                  <a:lnTo>
                    <a:pt x="4489035" y="1324355"/>
                  </a:lnTo>
                  <a:lnTo>
                    <a:pt x="4489669" y="1324193"/>
                  </a:lnTo>
                  <a:lnTo>
                    <a:pt x="4490304" y="1323527"/>
                  </a:lnTo>
                  <a:lnTo>
                    <a:pt x="4490939" y="1321981"/>
                  </a:lnTo>
                  <a:lnTo>
                    <a:pt x="4491574" y="1321071"/>
                  </a:lnTo>
                  <a:lnTo>
                    <a:pt x="4492209" y="1318780"/>
                  </a:lnTo>
                  <a:lnTo>
                    <a:pt x="4492844" y="1316894"/>
                  </a:lnTo>
                  <a:lnTo>
                    <a:pt x="4493478" y="1315206"/>
                  </a:lnTo>
                  <a:lnTo>
                    <a:pt x="4494113" y="1312424"/>
                  </a:lnTo>
                  <a:lnTo>
                    <a:pt x="4494748" y="1310597"/>
                  </a:lnTo>
                  <a:lnTo>
                    <a:pt x="4495383" y="1306228"/>
                  </a:lnTo>
                  <a:lnTo>
                    <a:pt x="4496018" y="1302585"/>
                  </a:lnTo>
                  <a:lnTo>
                    <a:pt x="4496653" y="1299558"/>
                  </a:lnTo>
                  <a:lnTo>
                    <a:pt x="4497288" y="1296666"/>
                  </a:lnTo>
                  <a:lnTo>
                    <a:pt x="4497922" y="1294023"/>
                  </a:lnTo>
                  <a:lnTo>
                    <a:pt x="4498557" y="1291529"/>
                  </a:lnTo>
                  <a:lnTo>
                    <a:pt x="4499192" y="1286716"/>
                  </a:lnTo>
                  <a:lnTo>
                    <a:pt x="4499827" y="1282550"/>
                  </a:lnTo>
                  <a:lnTo>
                    <a:pt x="4500462" y="1279075"/>
                  </a:lnTo>
                  <a:lnTo>
                    <a:pt x="4501097" y="1277880"/>
                  </a:lnTo>
                  <a:lnTo>
                    <a:pt x="4501731" y="1277514"/>
                  </a:lnTo>
                  <a:lnTo>
                    <a:pt x="4502366" y="1277349"/>
                  </a:lnTo>
                  <a:lnTo>
                    <a:pt x="4503001" y="1278042"/>
                  </a:lnTo>
                  <a:lnTo>
                    <a:pt x="4503636" y="1278034"/>
                  </a:lnTo>
                  <a:lnTo>
                    <a:pt x="4504271" y="1277064"/>
                  </a:lnTo>
                  <a:lnTo>
                    <a:pt x="4504906" y="1275734"/>
                  </a:lnTo>
                  <a:lnTo>
                    <a:pt x="4505541" y="1274590"/>
                  </a:lnTo>
                  <a:lnTo>
                    <a:pt x="4506175" y="1273847"/>
                  </a:lnTo>
                  <a:lnTo>
                    <a:pt x="4506810" y="1273749"/>
                  </a:lnTo>
                  <a:lnTo>
                    <a:pt x="4507445" y="1274850"/>
                  </a:lnTo>
                  <a:lnTo>
                    <a:pt x="4508080" y="1276911"/>
                  </a:lnTo>
                  <a:lnTo>
                    <a:pt x="4508715" y="1279701"/>
                  </a:lnTo>
                  <a:lnTo>
                    <a:pt x="4509350" y="1282907"/>
                  </a:lnTo>
                  <a:lnTo>
                    <a:pt x="4509984" y="1287033"/>
                  </a:lnTo>
                  <a:lnTo>
                    <a:pt x="4510619" y="1289579"/>
                  </a:lnTo>
                  <a:lnTo>
                    <a:pt x="4511254" y="1291572"/>
                  </a:lnTo>
                  <a:lnTo>
                    <a:pt x="4511889" y="1294074"/>
                  </a:lnTo>
                  <a:lnTo>
                    <a:pt x="4512524" y="1297358"/>
                  </a:lnTo>
                  <a:lnTo>
                    <a:pt x="4513159" y="1300855"/>
                  </a:lnTo>
                  <a:lnTo>
                    <a:pt x="4513794" y="1304954"/>
                  </a:lnTo>
                  <a:lnTo>
                    <a:pt x="4514428" y="1309738"/>
                  </a:lnTo>
                  <a:lnTo>
                    <a:pt x="4515063" y="1314570"/>
                  </a:lnTo>
                  <a:lnTo>
                    <a:pt x="4515698" y="1319830"/>
                  </a:lnTo>
                  <a:lnTo>
                    <a:pt x="4516333" y="1325415"/>
                  </a:lnTo>
                  <a:lnTo>
                    <a:pt x="4516968" y="1330122"/>
                  </a:lnTo>
                  <a:lnTo>
                    <a:pt x="4517603" y="1334415"/>
                  </a:lnTo>
                  <a:lnTo>
                    <a:pt x="4518237" y="1338244"/>
                  </a:lnTo>
                  <a:lnTo>
                    <a:pt x="4518872" y="1342171"/>
                  </a:lnTo>
                  <a:lnTo>
                    <a:pt x="4519507" y="1343364"/>
                  </a:lnTo>
                  <a:lnTo>
                    <a:pt x="4520142" y="1347004"/>
                  </a:lnTo>
                  <a:lnTo>
                    <a:pt x="4520777" y="1348761"/>
                  </a:lnTo>
                  <a:lnTo>
                    <a:pt x="4521412" y="1349857"/>
                  </a:lnTo>
                  <a:lnTo>
                    <a:pt x="4522047" y="1350784"/>
                  </a:lnTo>
                  <a:lnTo>
                    <a:pt x="4522681" y="1351409"/>
                  </a:lnTo>
                  <a:lnTo>
                    <a:pt x="4523316" y="1352450"/>
                  </a:lnTo>
                  <a:lnTo>
                    <a:pt x="4523951" y="1353397"/>
                  </a:lnTo>
                  <a:lnTo>
                    <a:pt x="4524586" y="1354296"/>
                  </a:lnTo>
                  <a:lnTo>
                    <a:pt x="4525221" y="1356805"/>
                  </a:lnTo>
                  <a:lnTo>
                    <a:pt x="4525856" y="1359321"/>
                  </a:lnTo>
                  <a:lnTo>
                    <a:pt x="4526490" y="1363645"/>
                  </a:lnTo>
                  <a:lnTo>
                    <a:pt x="4527125" y="1368254"/>
                  </a:lnTo>
                  <a:lnTo>
                    <a:pt x="4527760" y="1373494"/>
                  </a:lnTo>
                  <a:lnTo>
                    <a:pt x="4528395" y="1378928"/>
                  </a:lnTo>
                  <a:lnTo>
                    <a:pt x="4529030" y="1384165"/>
                  </a:lnTo>
                  <a:lnTo>
                    <a:pt x="4529665" y="1389169"/>
                  </a:lnTo>
                  <a:lnTo>
                    <a:pt x="4530300" y="1397020"/>
                  </a:lnTo>
                  <a:lnTo>
                    <a:pt x="4530934" y="1405886"/>
                  </a:lnTo>
                  <a:lnTo>
                    <a:pt x="4531569" y="1415299"/>
                  </a:lnTo>
                  <a:lnTo>
                    <a:pt x="4532204" y="1421904"/>
                  </a:lnTo>
                  <a:lnTo>
                    <a:pt x="4532839" y="1428574"/>
                  </a:lnTo>
                  <a:lnTo>
                    <a:pt x="4533474" y="1433528"/>
                  </a:lnTo>
                  <a:lnTo>
                    <a:pt x="4534109" y="1438520"/>
                  </a:lnTo>
                  <a:lnTo>
                    <a:pt x="4534743" y="1442767"/>
                  </a:lnTo>
                  <a:lnTo>
                    <a:pt x="4535378" y="1446980"/>
                  </a:lnTo>
                  <a:lnTo>
                    <a:pt x="4536013" y="1450899"/>
                  </a:lnTo>
                  <a:lnTo>
                    <a:pt x="4536648" y="1454313"/>
                  </a:lnTo>
                  <a:lnTo>
                    <a:pt x="4537283" y="1455900"/>
                  </a:lnTo>
                  <a:lnTo>
                    <a:pt x="4537918" y="1456980"/>
                  </a:lnTo>
                  <a:lnTo>
                    <a:pt x="4538552" y="1458011"/>
                  </a:lnTo>
                  <a:lnTo>
                    <a:pt x="4539187" y="1459574"/>
                  </a:lnTo>
                  <a:lnTo>
                    <a:pt x="4539822" y="1456989"/>
                  </a:lnTo>
                  <a:lnTo>
                    <a:pt x="4540457" y="1455362"/>
                  </a:lnTo>
                  <a:lnTo>
                    <a:pt x="4541092" y="1454570"/>
                  </a:lnTo>
                  <a:lnTo>
                    <a:pt x="4541727" y="1453966"/>
                  </a:lnTo>
                  <a:lnTo>
                    <a:pt x="4542362" y="1454418"/>
                  </a:lnTo>
                  <a:lnTo>
                    <a:pt x="4542996" y="1454358"/>
                  </a:lnTo>
                  <a:lnTo>
                    <a:pt x="4543631" y="1454360"/>
                  </a:lnTo>
                  <a:lnTo>
                    <a:pt x="4544266" y="1457111"/>
                  </a:lnTo>
                  <a:lnTo>
                    <a:pt x="4544901" y="1460259"/>
                  </a:lnTo>
                  <a:lnTo>
                    <a:pt x="4545536" y="1463540"/>
                  </a:lnTo>
                  <a:lnTo>
                    <a:pt x="4546171" y="1467209"/>
                  </a:lnTo>
                  <a:lnTo>
                    <a:pt x="4546805" y="1470078"/>
                  </a:lnTo>
                  <a:lnTo>
                    <a:pt x="4547440" y="1471328"/>
                  </a:lnTo>
                  <a:lnTo>
                    <a:pt x="4548075" y="1471942"/>
                  </a:lnTo>
                  <a:lnTo>
                    <a:pt x="4548710" y="1473043"/>
                  </a:lnTo>
                  <a:lnTo>
                    <a:pt x="4549345" y="1473195"/>
                  </a:lnTo>
                  <a:lnTo>
                    <a:pt x="4549980" y="1472531"/>
                  </a:lnTo>
                  <a:lnTo>
                    <a:pt x="4550615" y="1470490"/>
                  </a:lnTo>
                  <a:lnTo>
                    <a:pt x="4551249" y="1465787"/>
                  </a:lnTo>
                  <a:lnTo>
                    <a:pt x="4551884" y="1461929"/>
                  </a:lnTo>
                  <a:lnTo>
                    <a:pt x="4552519" y="1459618"/>
                  </a:lnTo>
                  <a:lnTo>
                    <a:pt x="4553154" y="1458004"/>
                  </a:lnTo>
                  <a:lnTo>
                    <a:pt x="4553789" y="1456446"/>
                  </a:lnTo>
                  <a:lnTo>
                    <a:pt x="4554424" y="1455865"/>
                  </a:lnTo>
                  <a:lnTo>
                    <a:pt x="4555058" y="1456551"/>
                  </a:lnTo>
                  <a:lnTo>
                    <a:pt x="4555693" y="1457405"/>
                  </a:lnTo>
                  <a:lnTo>
                    <a:pt x="4556328" y="1457665"/>
                  </a:lnTo>
                  <a:lnTo>
                    <a:pt x="4556963" y="1457701"/>
                  </a:lnTo>
                  <a:lnTo>
                    <a:pt x="4557598" y="1458214"/>
                  </a:lnTo>
                  <a:lnTo>
                    <a:pt x="4558233" y="1459186"/>
                  </a:lnTo>
                  <a:lnTo>
                    <a:pt x="4558868" y="1459664"/>
                  </a:lnTo>
                  <a:lnTo>
                    <a:pt x="4559502" y="1459615"/>
                  </a:lnTo>
                  <a:lnTo>
                    <a:pt x="4560137" y="1459619"/>
                  </a:lnTo>
                  <a:lnTo>
                    <a:pt x="4560772" y="1459446"/>
                  </a:lnTo>
                  <a:lnTo>
                    <a:pt x="4561407" y="1459375"/>
                  </a:lnTo>
                  <a:lnTo>
                    <a:pt x="4562042" y="1459370"/>
                  </a:lnTo>
                  <a:lnTo>
                    <a:pt x="4562677" y="1459649"/>
                  </a:lnTo>
                  <a:lnTo>
                    <a:pt x="4563311" y="1459960"/>
                  </a:lnTo>
                  <a:lnTo>
                    <a:pt x="4563946" y="1460425"/>
                  </a:lnTo>
                  <a:lnTo>
                    <a:pt x="4564581" y="1460962"/>
                  </a:lnTo>
                  <a:lnTo>
                    <a:pt x="4565216" y="1461562"/>
                  </a:lnTo>
                  <a:lnTo>
                    <a:pt x="4565851" y="1461601"/>
                  </a:lnTo>
                  <a:lnTo>
                    <a:pt x="4566486" y="1461567"/>
                  </a:lnTo>
                  <a:lnTo>
                    <a:pt x="4567121" y="1460771"/>
                  </a:lnTo>
                  <a:lnTo>
                    <a:pt x="4567755" y="1459009"/>
                  </a:lnTo>
                  <a:lnTo>
                    <a:pt x="4568390" y="1457432"/>
                  </a:lnTo>
                  <a:lnTo>
                    <a:pt x="4569025" y="1455892"/>
                  </a:lnTo>
                  <a:lnTo>
                    <a:pt x="4569660" y="1454604"/>
                  </a:lnTo>
                  <a:lnTo>
                    <a:pt x="4570295" y="1453702"/>
                  </a:lnTo>
                  <a:lnTo>
                    <a:pt x="4570930" y="1452743"/>
                  </a:lnTo>
                  <a:lnTo>
                    <a:pt x="4571564" y="1452469"/>
                  </a:lnTo>
                  <a:lnTo>
                    <a:pt x="4572199" y="1453074"/>
                  </a:lnTo>
                  <a:lnTo>
                    <a:pt x="4572834" y="1453502"/>
                  </a:lnTo>
                  <a:lnTo>
                    <a:pt x="4573469" y="1453921"/>
                  </a:lnTo>
                  <a:lnTo>
                    <a:pt x="4574104" y="1454583"/>
                  </a:lnTo>
                  <a:lnTo>
                    <a:pt x="4574739" y="1455340"/>
                  </a:lnTo>
                  <a:lnTo>
                    <a:pt x="4575374" y="1456016"/>
                  </a:lnTo>
                  <a:lnTo>
                    <a:pt x="4576008" y="1456480"/>
                  </a:lnTo>
                  <a:lnTo>
                    <a:pt x="4576643" y="1457589"/>
                  </a:lnTo>
                  <a:lnTo>
                    <a:pt x="4577278" y="1458664"/>
                  </a:lnTo>
                  <a:lnTo>
                    <a:pt x="4577913" y="1459501"/>
                  </a:lnTo>
                  <a:lnTo>
                    <a:pt x="4578548" y="1460102"/>
                  </a:lnTo>
                  <a:lnTo>
                    <a:pt x="4579183" y="1461315"/>
                  </a:lnTo>
                  <a:lnTo>
                    <a:pt x="4579817" y="1462197"/>
                  </a:lnTo>
                  <a:lnTo>
                    <a:pt x="4580452" y="1462486"/>
                  </a:lnTo>
                  <a:lnTo>
                    <a:pt x="4581087" y="1463391"/>
                  </a:lnTo>
                  <a:lnTo>
                    <a:pt x="4581722" y="1464580"/>
                  </a:lnTo>
                  <a:lnTo>
                    <a:pt x="4582357" y="1465191"/>
                  </a:lnTo>
                  <a:lnTo>
                    <a:pt x="4582992" y="1466324"/>
                  </a:lnTo>
                  <a:lnTo>
                    <a:pt x="4583627" y="1468761"/>
                  </a:lnTo>
                  <a:lnTo>
                    <a:pt x="4584261" y="1472702"/>
                  </a:lnTo>
                  <a:lnTo>
                    <a:pt x="4584896" y="1475240"/>
                  </a:lnTo>
                  <a:lnTo>
                    <a:pt x="4585531" y="1477165"/>
                  </a:lnTo>
                  <a:lnTo>
                    <a:pt x="4586166" y="1478171"/>
                  </a:lnTo>
                  <a:lnTo>
                    <a:pt x="4586801" y="1478132"/>
                  </a:lnTo>
                  <a:lnTo>
                    <a:pt x="4587436" y="1477647"/>
                  </a:lnTo>
                  <a:lnTo>
                    <a:pt x="4588070" y="1476568"/>
                  </a:lnTo>
                  <a:lnTo>
                    <a:pt x="4588705" y="1475195"/>
                  </a:lnTo>
                  <a:lnTo>
                    <a:pt x="4589340" y="1473648"/>
                  </a:lnTo>
                  <a:lnTo>
                    <a:pt x="4589975" y="1472576"/>
                  </a:lnTo>
                  <a:lnTo>
                    <a:pt x="4590610" y="1471247"/>
                  </a:lnTo>
                  <a:lnTo>
                    <a:pt x="4591245" y="1470165"/>
                  </a:lnTo>
                  <a:lnTo>
                    <a:pt x="4591879" y="1468951"/>
                  </a:lnTo>
                  <a:lnTo>
                    <a:pt x="4592514" y="1467186"/>
                  </a:lnTo>
                  <a:lnTo>
                    <a:pt x="4593149" y="1465336"/>
                  </a:lnTo>
                  <a:lnTo>
                    <a:pt x="4593784" y="1463694"/>
                  </a:lnTo>
                  <a:lnTo>
                    <a:pt x="4594419" y="1462195"/>
                  </a:lnTo>
                  <a:lnTo>
                    <a:pt x="4595054" y="1460866"/>
                  </a:lnTo>
                  <a:lnTo>
                    <a:pt x="4595689" y="1459661"/>
                  </a:lnTo>
                  <a:lnTo>
                    <a:pt x="4596323" y="1458541"/>
                  </a:lnTo>
                  <a:lnTo>
                    <a:pt x="4596958" y="1457185"/>
                  </a:lnTo>
                  <a:lnTo>
                    <a:pt x="4597593" y="1455856"/>
                  </a:lnTo>
                  <a:lnTo>
                    <a:pt x="4598228" y="1454632"/>
                  </a:lnTo>
                  <a:lnTo>
                    <a:pt x="4598863" y="1454215"/>
                  </a:lnTo>
                  <a:lnTo>
                    <a:pt x="4599498" y="1454689"/>
                  </a:lnTo>
                  <a:lnTo>
                    <a:pt x="4600132" y="1456767"/>
                  </a:lnTo>
                  <a:lnTo>
                    <a:pt x="4600767" y="1460544"/>
                  </a:lnTo>
                  <a:lnTo>
                    <a:pt x="4601402" y="1465354"/>
                  </a:lnTo>
                  <a:lnTo>
                    <a:pt x="4602037" y="1471019"/>
                  </a:lnTo>
                  <a:lnTo>
                    <a:pt x="4602672" y="1477339"/>
                  </a:lnTo>
                  <a:lnTo>
                    <a:pt x="4603307" y="1484086"/>
                  </a:lnTo>
                  <a:lnTo>
                    <a:pt x="4603942" y="1490785"/>
                  </a:lnTo>
                  <a:lnTo>
                    <a:pt x="4604576" y="1497664"/>
                  </a:lnTo>
                  <a:lnTo>
                    <a:pt x="4605211" y="1504838"/>
                  </a:lnTo>
                  <a:lnTo>
                    <a:pt x="4605846" y="1512249"/>
                  </a:lnTo>
                  <a:lnTo>
                    <a:pt x="4606481" y="1520684"/>
                  </a:lnTo>
                  <a:lnTo>
                    <a:pt x="4607116" y="1530201"/>
                  </a:lnTo>
                  <a:lnTo>
                    <a:pt x="4607751" y="1540146"/>
                  </a:lnTo>
                  <a:lnTo>
                    <a:pt x="4608385" y="1549037"/>
                  </a:lnTo>
                  <a:lnTo>
                    <a:pt x="4609020" y="1556818"/>
                  </a:lnTo>
                  <a:lnTo>
                    <a:pt x="4609655" y="1561023"/>
                  </a:lnTo>
                  <a:lnTo>
                    <a:pt x="4610290" y="1564644"/>
                  </a:lnTo>
                  <a:lnTo>
                    <a:pt x="4610925" y="1567701"/>
                  </a:lnTo>
                  <a:lnTo>
                    <a:pt x="4611560" y="1570987"/>
                  </a:lnTo>
                  <a:lnTo>
                    <a:pt x="4612195" y="1572994"/>
                  </a:lnTo>
                  <a:lnTo>
                    <a:pt x="4612829" y="1575061"/>
                  </a:lnTo>
                  <a:lnTo>
                    <a:pt x="4613464" y="1577225"/>
                  </a:lnTo>
                  <a:lnTo>
                    <a:pt x="4614099" y="1579673"/>
                  </a:lnTo>
                  <a:lnTo>
                    <a:pt x="4614734" y="1582107"/>
                  </a:lnTo>
                  <a:lnTo>
                    <a:pt x="4615369" y="1583423"/>
                  </a:lnTo>
                  <a:lnTo>
                    <a:pt x="4616004" y="1584851"/>
                  </a:lnTo>
                  <a:lnTo>
                    <a:pt x="4616638" y="1585877"/>
                  </a:lnTo>
                  <a:lnTo>
                    <a:pt x="4617273" y="1585603"/>
                  </a:lnTo>
                  <a:lnTo>
                    <a:pt x="4617908" y="1585138"/>
                  </a:lnTo>
                  <a:lnTo>
                    <a:pt x="4618543" y="1585051"/>
                  </a:lnTo>
                  <a:lnTo>
                    <a:pt x="4619178" y="1584923"/>
                  </a:lnTo>
                  <a:lnTo>
                    <a:pt x="4619813" y="1585082"/>
                  </a:lnTo>
                  <a:lnTo>
                    <a:pt x="4620448" y="1585279"/>
                  </a:lnTo>
                  <a:lnTo>
                    <a:pt x="4621082" y="1586212"/>
                  </a:lnTo>
                  <a:lnTo>
                    <a:pt x="4621717" y="1585728"/>
                  </a:lnTo>
                  <a:lnTo>
                    <a:pt x="4622352" y="1587104"/>
                  </a:lnTo>
                  <a:lnTo>
                    <a:pt x="4622987" y="1587482"/>
                  </a:lnTo>
                  <a:lnTo>
                    <a:pt x="4623622" y="1586801"/>
                  </a:lnTo>
                  <a:lnTo>
                    <a:pt x="4624257" y="1586234"/>
                  </a:lnTo>
                  <a:lnTo>
                    <a:pt x="4624891" y="1585058"/>
                  </a:lnTo>
                  <a:lnTo>
                    <a:pt x="4625526" y="1583313"/>
                  </a:lnTo>
                  <a:lnTo>
                    <a:pt x="4626161" y="1584148"/>
                  </a:lnTo>
                  <a:lnTo>
                    <a:pt x="4626796" y="1585220"/>
                  </a:lnTo>
                  <a:lnTo>
                    <a:pt x="4627431" y="1585600"/>
                  </a:lnTo>
                  <a:lnTo>
                    <a:pt x="4628066" y="1582832"/>
                  </a:lnTo>
                  <a:lnTo>
                    <a:pt x="4628701" y="1577967"/>
                  </a:lnTo>
                  <a:lnTo>
                    <a:pt x="4629335" y="1571530"/>
                  </a:lnTo>
                  <a:lnTo>
                    <a:pt x="4629970" y="1564812"/>
                  </a:lnTo>
                  <a:lnTo>
                    <a:pt x="4630605" y="1558624"/>
                  </a:lnTo>
                  <a:lnTo>
                    <a:pt x="4631240" y="1552914"/>
                  </a:lnTo>
                  <a:lnTo>
                    <a:pt x="4631875" y="1548152"/>
                  </a:lnTo>
                  <a:lnTo>
                    <a:pt x="4632510" y="1544124"/>
                  </a:lnTo>
                  <a:lnTo>
                    <a:pt x="4633144" y="1540730"/>
                  </a:lnTo>
                  <a:lnTo>
                    <a:pt x="4633779" y="1537071"/>
                  </a:lnTo>
                  <a:lnTo>
                    <a:pt x="4634414" y="1532374"/>
                  </a:lnTo>
                  <a:lnTo>
                    <a:pt x="4635049" y="1526137"/>
                  </a:lnTo>
                  <a:lnTo>
                    <a:pt x="4635684" y="1519295"/>
                  </a:lnTo>
                  <a:lnTo>
                    <a:pt x="4636319" y="1512427"/>
                  </a:lnTo>
                  <a:lnTo>
                    <a:pt x="4636954" y="1506081"/>
                  </a:lnTo>
                  <a:lnTo>
                    <a:pt x="4637588" y="1500752"/>
                  </a:lnTo>
                  <a:lnTo>
                    <a:pt x="4638223" y="1496707"/>
                  </a:lnTo>
                  <a:lnTo>
                    <a:pt x="4638858" y="1493686"/>
                  </a:lnTo>
                  <a:lnTo>
                    <a:pt x="4639493" y="1491170"/>
                  </a:lnTo>
                  <a:lnTo>
                    <a:pt x="4640128" y="1489629"/>
                  </a:lnTo>
                  <a:lnTo>
                    <a:pt x="4640763" y="1487949"/>
                  </a:lnTo>
                  <a:lnTo>
                    <a:pt x="4641397" y="1485822"/>
                  </a:lnTo>
                  <a:lnTo>
                    <a:pt x="4642032" y="1482922"/>
                  </a:lnTo>
                  <a:lnTo>
                    <a:pt x="4642667" y="1478346"/>
                  </a:lnTo>
                  <a:lnTo>
                    <a:pt x="4643302" y="1472965"/>
                  </a:lnTo>
                  <a:lnTo>
                    <a:pt x="4643937" y="1468044"/>
                  </a:lnTo>
                  <a:lnTo>
                    <a:pt x="4644572" y="1464497"/>
                  </a:lnTo>
                  <a:lnTo>
                    <a:pt x="4645206" y="1462033"/>
                  </a:lnTo>
                  <a:lnTo>
                    <a:pt x="4645841" y="1460233"/>
                  </a:lnTo>
                  <a:lnTo>
                    <a:pt x="4646476" y="1458537"/>
                  </a:lnTo>
                  <a:lnTo>
                    <a:pt x="4647111" y="1456265"/>
                  </a:lnTo>
                  <a:lnTo>
                    <a:pt x="4647746" y="1453669"/>
                  </a:lnTo>
                  <a:lnTo>
                    <a:pt x="4648381" y="1452663"/>
                  </a:lnTo>
                  <a:lnTo>
                    <a:pt x="4649016" y="1451116"/>
                  </a:lnTo>
                  <a:lnTo>
                    <a:pt x="4649650" y="1449180"/>
                  </a:lnTo>
                  <a:lnTo>
                    <a:pt x="4650285" y="1447567"/>
                  </a:lnTo>
                  <a:lnTo>
                    <a:pt x="4650920" y="1446040"/>
                  </a:lnTo>
                  <a:lnTo>
                    <a:pt x="4651555" y="1445413"/>
                  </a:lnTo>
                  <a:lnTo>
                    <a:pt x="4652190" y="1444782"/>
                  </a:lnTo>
                  <a:lnTo>
                    <a:pt x="4652825" y="1445055"/>
                  </a:lnTo>
                  <a:lnTo>
                    <a:pt x="4653459" y="1444413"/>
                  </a:lnTo>
                  <a:lnTo>
                    <a:pt x="4654094" y="1443384"/>
                  </a:lnTo>
                  <a:lnTo>
                    <a:pt x="4654729" y="1442333"/>
                  </a:lnTo>
                  <a:lnTo>
                    <a:pt x="4655364" y="1441344"/>
                  </a:lnTo>
                  <a:lnTo>
                    <a:pt x="4655999" y="1440662"/>
                  </a:lnTo>
                  <a:lnTo>
                    <a:pt x="4656634" y="1440457"/>
                  </a:lnTo>
                  <a:lnTo>
                    <a:pt x="4657269" y="1440492"/>
                  </a:lnTo>
                  <a:lnTo>
                    <a:pt x="4657903" y="1439691"/>
                  </a:lnTo>
                  <a:lnTo>
                    <a:pt x="4658538" y="1438932"/>
                  </a:lnTo>
                  <a:lnTo>
                    <a:pt x="4659173" y="1437648"/>
                  </a:lnTo>
                  <a:lnTo>
                    <a:pt x="4659808" y="1436135"/>
                  </a:lnTo>
                  <a:lnTo>
                    <a:pt x="4660443" y="1434962"/>
                  </a:lnTo>
                  <a:lnTo>
                    <a:pt x="4661078" y="1434497"/>
                  </a:lnTo>
                  <a:lnTo>
                    <a:pt x="4661712" y="1434876"/>
                  </a:lnTo>
                  <a:lnTo>
                    <a:pt x="4662347" y="1435119"/>
                  </a:lnTo>
                  <a:lnTo>
                    <a:pt x="4662982" y="1435715"/>
                  </a:lnTo>
                  <a:lnTo>
                    <a:pt x="4663617" y="1437192"/>
                  </a:lnTo>
                  <a:lnTo>
                    <a:pt x="4664252" y="1438703"/>
                  </a:lnTo>
                  <a:lnTo>
                    <a:pt x="4664887" y="1441235"/>
                  </a:lnTo>
                  <a:lnTo>
                    <a:pt x="4665522" y="1444111"/>
                  </a:lnTo>
                  <a:lnTo>
                    <a:pt x="4666156" y="1447098"/>
                  </a:lnTo>
                  <a:lnTo>
                    <a:pt x="4666791" y="1455031"/>
                  </a:lnTo>
                  <a:lnTo>
                    <a:pt x="4667426" y="1463002"/>
                  </a:lnTo>
                  <a:lnTo>
                    <a:pt x="4668061" y="1470365"/>
                  </a:lnTo>
                  <a:lnTo>
                    <a:pt x="4668696" y="1477368"/>
                  </a:lnTo>
                  <a:lnTo>
                    <a:pt x="4669331" y="1483450"/>
                  </a:lnTo>
                  <a:lnTo>
                    <a:pt x="4669965" y="1488356"/>
                  </a:lnTo>
                  <a:lnTo>
                    <a:pt x="4670600" y="1492517"/>
                  </a:lnTo>
                  <a:lnTo>
                    <a:pt x="4671235" y="1495190"/>
                  </a:lnTo>
                  <a:lnTo>
                    <a:pt x="4671870" y="1496537"/>
                  </a:lnTo>
                  <a:lnTo>
                    <a:pt x="4672505" y="1497501"/>
                  </a:lnTo>
                  <a:lnTo>
                    <a:pt x="4673140" y="1498085"/>
                  </a:lnTo>
                  <a:lnTo>
                    <a:pt x="4673775" y="1499392"/>
                  </a:lnTo>
                  <a:lnTo>
                    <a:pt x="4674409" y="1501074"/>
                  </a:lnTo>
                  <a:lnTo>
                    <a:pt x="4675044" y="1502787"/>
                  </a:lnTo>
                  <a:lnTo>
                    <a:pt x="4675679" y="1504957"/>
                  </a:lnTo>
                  <a:lnTo>
                    <a:pt x="4676314" y="1506737"/>
                  </a:lnTo>
                  <a:lnTo>
                    <a:pt x="4676949" y="1508651"/>
                  </a:lnTo>
                  <a:lnTo>
                    <a:pt x="4677584" y="1511005"/>
                  </a:lnTo>
                  <a:lnTo>
                    <a:pt x="4678218" y="1514988"/>
                  </a:lnTo>
                  <a:lnTo>
                    <a:pt x="4678853" y="1518643"/>
                  </a:lnTo>
                  <a:lnTo>
                    <a:pt x="4679488" y="1520101"/>
                  </a:lnTo>
                  <a:lnTo>
                    <a:pt x="4680123" y="1520954"/>
                  </a:lnTo>
                  <a:lnTo>
                    <a:pt x="4680758" y="1521961"/>
                  </a:lnTo>
                  <a:lnTo>
                    <a:pt x="4681393" y="1522201"/>
                  </a:lnTo>
                  <a:lnTo>
                    <a:pt x="4682028" y="1521512"/>
                  </a:lnTo>
                  <a:lnTo>
                    <a:pt x="4682662" y="1520286"/>
                  </a:lnTo>
                  <a:lnTo>
                    <a:pt x="4683297" y="1518768"/>
                  </a:lnTo>
                  <a:lnTo>
                    <a:pt x="4683932" y="1517460"/>
                  </a:lnTo>
                  <a:lnTo>
                    <a:pt x="4684567" y="1516015"/>
                  </a:lnTo>
                  <a:lnTo>
                    <a:pt x="4685202" y="1514930"/>
                  </a:lnTo>
                  <a:lnTo>
                    <a:pt x="4685837" y="1513752"/>
                  </a:lnTo>
                  <a:lnTo>
                    <a:pt x="4686471" y="1512447"/>
                  </a:lnTo>
                  <a:lnTo>
                    <a:pt x="4687106" y="1511096"/>
                  </a:lnTo>
                  <a:lnTo>
                    <a:pt x="4687741" y="1510343"/>
                  </a:lnTo>
                  <a:lnTo>
                    <a:pt x="4688376" y="1508635"/>
                  </a:lnTo>
                  <a:lnTo>
                    <a:pt x="4689011" y="1507179"/>
                  </a:lnTo>
                  <a:lnTo>
                    <a:pt x="4689646" y="1506472"/>
                  </a:lnTo>
                  <a:lnTo>
                    <a:pt x="4690281" y="1505895"/>
                  </a:lnTo>
                  <a:lnTo>
                    <a:pt x="4690915" y="1505736"/>
                  </a:lnTo>
                  <a:lnTo>
                    <a:pt x="4691550" y="1504476"/>
                  </a:lnTo>
                  <a:lnTo>
                    <a:pt x="4692185" y="1503185"/>
                  </a:lnTo>
                  <a:lnTo>
                    <a:pt x="4692820" y="1503202"/>
                  </a:lnTo>
                  <a:lnTo>
                    <a:pt x="4693455" y="1503500"/>
                  </a:lnTo>
                  <a:lnTo>
                    <a:pt x="4694090" y="1505031"/>
                  </a:lnTo>
                  <a:lnTo>
                    <a:pt x="4694724" y="1508158"/>
                  </a:lnTo>
                  <a:lnTo>
                    <a:pt x="4695359" y="1511903"/>
                  </a:lnTo>
                  <a:lnTo>
                    <a:pt x="4695994" y="1516063"/>
                  </a:lnTo>
                  <a:lnTo>
                    <a:pt x="4696629" y="1520177"/>
                  </a:lnTo>
                  <a:lnTo>
                    <a:pt x="4697264" y="1524221"/>
                  </a:lnTo>
                  <a:lnTo>
                    <a:pt x="4697899" y="1528766"/>
                  </a:lnTo>
                  <a:lnTo>
                    <a:pt x="4698534" y="1533449"/>
                  </a:lnTo>
                  <a:lnTo>
                    <a:pt x="4699168" y="1537845"/>
                  </a:lnTo>
                  <a:lnTo>
                    <a:pt x="4699803" y="1543458"/>
                  </a:lnTo>
                  <a:lnTo>
                    <a:pt x="4700438" y="1549253"/>
                  </a:lnTo>
                  <a:lnTo>
                    <a:pt x="4701073" y="1554804"/>
                  </a:lnTo>
                  <a:lnTo>
                    <a:pt x="4701708" y="1559921"/>
                  </a:lnTo>
                  <a:lnTo>
                    <a:pt x="4702343" y="1564922"/>
                  </a:lnTo>
                  <a:lnTo>
                    <a:pt x="4702977" y="1570030"/>
                  </a:lnTo>
                  <a:lnTo>
                    <a:pt x="4703612" y="1574736"/>
                  </a:lnTo>
                  <a:lnTo>
                    <a:pt x="4704247" y="1579068"/>
                  </a:lnTo>
                  <a:lnTo>
                    <a:pt x="4704882" y="1583151"/>
                  </a:lnTo>
                  <a:lnTo>
                    <a:pt x="4705517" y="1587219"/>
                  </a:lnTo>
                  <a:lnTo>
                    <a:pt x="4706152" y="1590664"/>
                  </a:lnTo>
                  <a:lnTo>
                    <a:pt x="4706786" y="1593731"/>
                  </a:lnTo>
                  <a:lnTo>
                    <a:pt x="4707421" y="1598095"/>
                  </a:lnTo>
                  <a:lnTo>
                    <a:pt x="4708056" y="1601512"/>
                  </a:lnTo>
                  <a:lnTo>
                    <a:pt x="4708691" y="1604774"/>
                  </a:lnTo>
                  <a:lnTo>
                    <a:pt x="4709326" y="1607964"/>
                  </a:lnTo>
                  <a:lnTo>
                    <a:pt x="4709961" y="1610774"/>
                  </a:lnTo>
                  <a:lnTo>
                    <a:pt x="4710596" y="1612287"/>
                  </a:lnTo>
                  <a:lnTo>
                    <a:pt x="4711230" y="1613689"/>
                  </a:lnTo>
                  <a:lnTo>
                    <a:pt x="4711865" y="1616137"/>
                  </a:lnTo>
                  <a:lnTo>
                    <a:pt x="4712500" y="1618568"/>
                  </a:lnTo>
                  <a:lnTo>
                    <a:pt x="4713135" y="1620321"/>
                  </a:lnTo>
                  <a:lnTo>
                    <a:pt x="4713770" y="1622454"/>
                  </a:lnTo>
                  <a:lnTo>
                    <a:pt x="4714405" y="1624001"/>
                  </a:lnTo>
                  <a:lnTo>
                    <a:pt x="4715039" y="1625803"/>
                  </a:lnTo>
                  <a:lnTo>
                    <a:pt x="4715674" y="1627224"/>
                  </a:lnTo>
                  <a:lnTo>
                    <a:pt x="4716309" y="1627871"/>
                  </a:lnTo>
                  <a:lnTo>
                    <a:pt x="4716944" y="1627834"/>
                  </a:lnTo>
                  <a:lnTo>
                    <a:pt x="4717579" y="1627146"/>
                  </a:lnTo>
                  <a:lnTo>
                    <a:pt x="4718214" y="1625523"/>
                  </a:lnTo>
                  <a:lnTo>
                    <a:pt x="4718849" y="1623409"/>
                  </a:lnTo>
                  <a:lnTo>
                    <a:pt x="4719483" y="1621309"/>
                  </a:lnTo>
                  <a:lnTo>
                    <a:pt x="4720118" y="1619338"/>
                  </a:lnTo>
                  <a:lnTo>
                    <a:pt x="4720753" y="1616767"/>
                  </a:lnTo>
                  <a:lnTo>
                    <a:pt x="4721388" y="1613368"/>
                  </a:lnTo>
                  <a:lnTo>
                    <a:pt x="4722023" y="1609519"/>
                  </a:lnTo>
                  <a:lnTo>
                    <a:pt x="4722658" y="1605373"/>
                  </a:lnTo>
                  <a:lnTo>
                    <a:pt x="4723292" y="1599892"/>
                  </a:lnTo>
                  <a:lnTo>
                    <a:pt x="4723927" y="1593670"/>
                  </a:lnTo>
                  <a:lnTo>
                    <a:pt x="4724562" y="1584991"/>
                  </a:lnTo>
                  <a:lnTo>
                    <a:pt x="4725197" y="1575884"/>
                  </a:lnTo>
                  <a:lnTo>
                    <a:pt x="4725832" y="1563577"/>
                  </a:lnTo>
                  <a:lnTo>
                    <a:pt x="4726467" y="1551887"/>
                  </a:lnTo>
                  <a:lnTo>
                    <a:pt x="4727102" y="1540709"/>
                  </a:lnTo>
                  <a:lnTo>
                    <a:pt x="4727736" y="1530375"/>
                  </a:lnTo>
                  <a:lnTo>
                    <a:pt x="4728371" y="1520697"/>
                  </a:lnTo>
                  <a:lnTo>
                    <a:pt x="4729006" y="1511075"/>
                  </a:lnTo>
                  <a:lnTo>
                    <a:pt x="4729641" y="1501738"/>
                  </a:lnTo>
                  <a:lnTo>
                    <a:pt x="4730276" y="1492572"/>
                  </a:lnTo>
                  <a:lnTo>
                    <a:pt x="4730911" y="1484278"/>
                  </a:lnTo>
                  <a:lnTo>
                    <a:pt x="4731545" y="1476934"/>
                  </a:lnTo>
                  <a:lnTo>
                    <a:pt x="4732180" y="1470301"/>
                  </a:lnTo>
                  <a:lnTo>
                    <a:pt x="4732815" y="1464371"/>
                  </a:lnTo>
                  <a:lnTo>
                    <a:pt x="4733450" y="1459475"/>
                  </a:lnTo>
                  <a:lnTo>
                    <a:pt x="4734085" y="1455290"/>
                  </a:lnTo>
                  <a:lnTo>
                    <a:pt x="4734720" y="1450982"/>
                  </a:lnTo>
                  <a:lnTo>
                    <a:pt x="4735355" y="1446968"/>
                  </a:lnTo>
                  <a:lnTo>
                    <a:pt x="4735989" y="1444036"/>
                  </a:lnTo>
                  <a:lnTo>
                    <a:pt x="4736624" y="1441465"/>
                  </a:lnTo>
                  <a:lnTo>
                    <a:pt x="4737259" y="1438314"/>
                  </a:lnTo>
                  <a:lnTo>
                    <a:pt x="4737894" y="1435003"/>
                  </a:lnTo>
                  <a:lnTo>
                    <a:pt x="4738529" y="1431672"/>
                  </a:lnTo>
                  <a:lnTo>
                    <a:pt x="4739164" y="1428968"/>
                  </a:lnTo>
                  <a:lnTo>
                    <a:pt x="4739798" y="1428085"/>
                  </a:lnTo>
                  <a:lnTo>
                    <a:pt x="4740433" y="1428427"/>
                  </a:lnTo>
                  <a:lnTo>
                    <a:pt x="4741068" y="1429869"/>
                  </a:lnTo>
                  <a:lnTo>
                    <a:pt x="4741703" y="1432355"/>
                  </a:lnTo>
                  <a:lnTo>
                    <a:pt x="4742338" y="1435249"/>
                  </a:lnTo>
                  <a:lnTo>
                    <a:pt x="4742973" y="1438039"/>
                  </a:lnTo>
                  <a:lnTo>
                    <a:pt x="4743608" y="1441161"/>
                  </a:lnTo>
                  <a:lnTo>
                    <a:pt x="4744242" y="1445374"/>
                  </a:lnTo>
                  <a:lnTo>
                    <a:pt x="4744877" y="1449644"/>
                  </a:lnTo>
                  <a:lnTo>
                    <a:pt x="4745512" y="1453591"/>
                  </a:lnTo>
                  <a:lnTo>
                    <a:pt x="4746147" y="1457985"/>
                  </a:lnTo>
                  <a:lnTo>
                    <a:pt x="4746782" y="1463308"/>
                  </a:lnTo>
                  <a:lnTo>
                    <a:pt x="4747417" y="1469049"/>
                  </a:lnTo>
                  <a:lnTo>
                    <a:pt x="4748051" y="1475824"/>
                  </a:lnTo>
                  <a:lnTo>
                    <a:pt x="4748686" y="1483683"/>
                  </a:lnTo>
                  <a:lnTo>
                    <a:pt x="4749321" y="1491451"/>
                  </a:lnTo>
                  <a:lnTo>
                    <a:pt x="4749956" y="1498537"/>
                  </a:lnTo>
                  <a:lnTo>
                    <a:pt x="4750591" y="1504941"/>
                  </a:lnTo>
                  <a:lnTo>
                    <a:pt x="4751226" y="1510363"/>
                  </a:lnTo>
                  <a:lnTo>
                    <a:pt x="4751861" y="1515405"/>
                  </a:lnTo>
                  <a:lnTo>
                    <a:pt x="4752495" y="1519617"/>
                  </a:lnTo>
                  <a:lnTo>
                    <a:pt x="4753130" y="1522772"/>
                  </a:lnTo>
                  <a:lnTo>
                    <a:pt x="4753765" y="1525057"/>
                  </a:lnTo>
                  <a:lnTo>
                    <a:pt x="4754400" y="1527136"/>
                  </a:lnTo>
                  <a:lnTo>
                    <a:pt x="4755035" y="1529530"/>
                  </a:lnTo>
                  <a:lnTo>
                    <a:pt x="4755670" y="1532272"/>
                  </a:lnTo>
                  <a:lnTo>
                    <a:pt x="4756304" y="1535571"/>
                  </a:lnTo>
                  <a:lnTo>
                    <a:pt x="4756939" y="1538701"/>
                  </a:lnTo>
                  <a:lnTo>
                    <a:pt x="4757574" y="1540611"/>
                  </a:lnTo>
                  <a:lnTo>
                    <a:pt x="4758209" y="1541836"/>
                  </a:lnTo>
                  <a:lnTo>
                    <a:pt x="4758844" y="1542213"/>
                  </a:lnTo>
                  <a:lnTo>
                    <a:pt x="4759479" y="1541639"/>
                  </a:lnTo>
                  <a:lnTo>
                    <a:pt x="4760113" y="1538403"/>
                  </a:lnTo>
                  <a:lnTo>
                    <a:pt x="4760748" y="1535528"/>
                  </a:lnTo>
                  <a:lnTo>
                    <a:pt x="4761383" y="1535522"/>
                  </a:lnTo>
                  <a:lnTo>
                    <a:pt x="4762018" y="1537345"/>
                  </a:lnTo>
                  <a:lnTo>
                    <a:pt x="4762653" y="1539819"/>
                  </a:lnTo>
                  <a:lnTo>
                    <a:pt x="4763288" y="1543183"/>
                  </a:lnTo>
                  <a:lnTo>
                    <a:pt x="4763923" y="1546875"/>
                  </a:lnTo>
                  <a:lnTo>
                    <a:pt x="4764557" y="1549777"/>
                  </a:lnTo>
                  <a:lnTo>
                    <a:pt x="4765192" y="1552267"/>
                  </a:lnTo>
                  <a:lnTo>
                    <a:pt x="4765827" y="1554458"/>
                  </a:lnTo>
                  <a:lnTo>
                    <a:pt x="4766462" y="1556670"/>
                  </a:lnTo>
                  <a:lnTo>
                    <a:pt x="4767097" y="1559296"/>
                  </a:lnTo>
                  <a:lnTo>
                    <a:pt x="4767732" y="1562456"/>
                  </a:lnTo>
                  <a:lnTo>
                    <a:pt x="4768366" y="1566041"/>
                  </a:lnTo>
                  <a:lnTo>
                    <a:pt x="4769001" y="1571090"/>
                  </a:lnTo>
                  <a:lnTo>
                    <a:pt x="4769636" y="1577713"/>
                  </a:lnTo>
                  <a:lnTo>
                    <a:pt x="4770271" y="1585389"/>
                  </a:lnTo>
                  <a:lnTo>
                    <a:pt x="4770906" y="1593738"/>
                  </a:lnTo>
                  <a:lnTo>
                    <a:pt x="4771541" y="1601394"/>
                  </a:lnTo>
                  <a:lnTo>
                    <a:pt x="4772176" y="1608349"/>
                  </a:lnTo>
                  <a:lnTo>
                    <a:pt x="4772810" y="1614412"/>
                  </a:lnTo>
                  <a:lnTo>
                    <a:pt x="4773445" y="1619631"/>
                  </a:lnTo>
                  <a:lnTo>
                    <a:pt x="4774080" y="1625154"/>
                  </a:lnTo>
                  <a:lnTo>
                    <a:pt x="4774715" y="1630458"/>
                  </a:lnTo>
                  <a:lnTo>
                    <a:pt x="4775350" y="1635108"/>
                  </a:lnTo>
                  <a:lnTo>
                    <a:pt x="4775985" y="1639017"/>
                  </a:lnTo>
                  <a:lnTo>
                    <a:pt x="4776619" y="1641958"/>
                  </a:lnTo>
                  <a:lnTo>
                    <a:pt x="4777254" y="1643239"/>
                  </a:lnTo>
                  <a:lnTo>
                    <a:pt x="4777889" y="1643429"/>
                  </a:lnTo>
                  <a:lnTo>
                    <a:pt x="4778524" y="1642442"/>
                  </a:lnTo>
                  <a:lnTo>
                    <a:pt x="4779159" y="1641854"/>
                  </a:lnTo>
                  <a:lnTo>
                    <a:pt x="4779794" y="1640077"/>
                  </a:lnTo>
                  <a:lnTo>
                    <a:pt x="4780429" y="1636571"/>
                  </a:lnTo>
                  <a:lnTo>
                    <a:pt x="4781063" y="1632120"/>
                  </a:lnTo>
                  <a:lnTo>
                    <a:pt x="4781698" y="1630103"/>
                  </a:lnTo>
                  <a:lnTo>
                    <a:pt x="4782333" y="1627509"/>
                  </a:lnTo>
                  <a:lnTo>
                    <a:pt x="4782968" y="1625662"/>
                  </a:lnTo>
                  <a:lnTo>
                    <a:pt x="4783603" y="1623223"/>
                  </a:lnTo>
                  <a:lnTo>
                    <a:pt x="4784238" y="1620576"/>
                  </a:lnTo>
                  <a:lnTo>
                    <a:pt x="4784872" y="1617900"/>
                  </a:lnTo>
                  <a:lnTo>
                    <a:pt x="4785507" y="1615782"/>
                  </a:lnTo>
                  <a:lnTo>
                    <a:pt x="4786142" y="1614005"/>
                  </a:lnTo>
                  <a:lnTo>
                    <a:pt x="4786777" y="1612431"/>
                  </a:lnTo>
                  <a:lnTo>
                    <a:pt x="4787412" y="1610997"/>
                  </a:lnTo>
                  <a:lnTo>
                    <a:pt x="4788047" y="1609074"/>
                  </a:lnTo>
                  <a:lnTo>
                    <a:pt x="4788682" y="1606992"/>
                  </a:lnTo>
                  <a:lnTo>
                    <a:pt x="4789316" y="1604570"/>
                  </a:lnTo>
                  <a:lnTo>
                    <a:pt x="4789951" y="1601582"/>
                  </a:lnTo>
                  <a:lnTo>
                    <a:pt x="4790586" y="1597925"/>
                  </a:lnTo>
                  <a:lnTo>
                    <a:pt x="4791221" y="1591670"/>
                  </a:lnTo>
                  <a:lnTo>
                    <a:pt x="4791856" y="1584453"/>
                  </a:lnTo>
                  <a:lnTo>
                    <a:pt x="4792491" y="1576061"/>
                  </a:lnTo>
                  <a:lnTo>
                    <a:pt x="4793125" y="1564032"/>
                  </a:lnTo>
                  <a:lnTo>
                    <a:pt x="4793760" y="1550793"/>
                  </a:lnTo>
                  <a:lnTo>
                    <a:pt x="4794395" y="1537331"/>
                  </a:lnTo>
                  <a:lnTo>
                    <a:pt x="4795030" y="1523837"/>
                  </a:lnTo>
                  <a:lnTo>
                    <a:pt x="4795665" y="1509953"/>
                  </a:lnTo>
                  <a:lnTo>
                    <a:pt x="4796300" y="1496168"/>
                  </a:lnTo>
                  <a:lnTo>
                    <a:pt x="4796935" y="1481594"/>
                  </a:lnTo>
                  <a:lnTo>
                    <a:pt x="4797569" y="1469816"/>
                  </a:lnTo>
                  <a:lnTo>
                    <a:pt x="4798204" y="1458440"/>
                  </a:lnTo>
                  <a:lnTo>
                    <a:pt x="4798839" y="1447246"/>
                  </a:lnTo>
                  <a:lnTo>
                    <a:pt x="4799474" y="1436440"/>
                  </a:lnTo>
                  <a:lnTo>
                    <a:pt x="4800109" y="1425775"/>
                  </a:lnTo>
                  <a:lnTo>
                    <a:pt x="4800744" y="1416811"/>
                  </a:lnTo>
                  <a:lnTo>
                    <a:pt x="4801378" y="1408582"/>
                  </a:lnTo>
                  <a:lnTo>
                    <a:pt x="4802013" y="1400972"/>
                  </a:lnTo>
                  <a:lnTo>
                    <a:pt x="4802648" y="1393974"/>
                  </a:lnTo>
                  <a:lnTo>
                    <a:pt x="4803283" y="1387704"/>
                  </a:lnTo>
                  <a:lnTo>
                    <a:pt x="4803918" y="1381359"/>
                  </a:lnTo>
                  <a:lnTo>
                    <a:pt x="4804553" y="1375257"/>
                  </a:lnTo>
                  <a:lnTo>
                    <a:pt x="4805188" y="1369310"/>
                  </a:lnTo>
                  <a:lnTo>
                    <a:pt x="4805822" y="1363417"/>
                  </a:lnTo>
                  <a:lnTo>
                    <a:pt x="4806457" y="1358649"/>
                  </a:lnTo>
                  <a:lnTo>
                    <a:pt x="4807092" y="1352745"/>
                  </a:lnTo>
                  <a:lnTo>
                    <a:pt x="4807727" y="1345919"/>
                  </a:lnTo>
                  <a:lnTo>
                    <a:pt x="4808362" y="1340252"/>
                  </a:lnTo>
                  <a:lnTo>
                    <a:pt x="4808997" y="1335064"/>
                  </a:lnTo>
                  <a:lnTo>
                    <a:pt x="4809631" y="1330077"/>
                  </a:lnTo>
                  <a:lnTo>
                    <a:pt x="4810266" y="1322404"/>
                  </a:lnTo>
                  <a:lnTo>
                    <a:pt x="4810901" y="1314890"/>
                  </a:lnTo>
                  <a:lnTo>
                    <a:pt x="4811536" y="1307623"/>
                  </a:lnTo>
                  <a:lnTo>
                    <a:pt x="4812171" y="1300776"/>
                  </a:lnTo>
                  <a:lnTo>
                    <a:pt x="4812806" y="1294912"/>
                  </a:lnTo>
                  <a:lnTo>
                    <a:pt x="4813440" y="1286109"/>
                  </a:lnTo>
                  <a:lnTo>
                    <a:pt x="4814075" y="1277317"/>
                  </a:lnTo>
                  <a:lnTo>
                    <a:pt x="4814710" y="1266911"/>
                  </a:lnTo>
                  <a:lnTo>
                    <a:pt x="4815345" y="1256822"/>
                  </a:lnTo>
                  <a:lnTo>
                    <a:pt x="4815980" y="1245457"/>
                  </a:lnTo>
                  <a:lnTo>
                    <a:pt x="4816615" y="1233713"/>
                  </a:lnTo>
                  <a:lnTo>
                    <a:pt x="4817250" y="1221844"/>
                  </a:lnTo>
                  <a:lnTo>
                    <a:pt x="4817884" y="1210291"/>
                  </a:lnTo>
                  <a:lnTo>
                    <a:pt x="4818519" y="1200698"/>
                  </a:lnTo>
                  <a:lnTo>
                    <a:pt x="4819154" y="1191740"/>
                  </a:lnTo>
                  <a:lnTo>
                    <a:pt x="4819789" y="1182166"/>
                  </a:lnTo>
                  <a:lnTo>
                    <a:pt x="4820424" y="1171102"/>
                  </a:lnTo>
                  <a:lnTo>
                    <a:pt x="4821059" y="1158368"/>
                  </a:lnTo>
                  <a:lnTo>
                    <a:pt x="4821693" y="1148776"/>
                  </a:lnTo>
                  <a:lnTo>
                    <a:pt x="4822328" y="1138360"/>
                  </a:lnTo>
                  <a:lnTo>
                    <a:pt x="4822963" y="1127873"/>
                  </a:lnTo>
                  <a:lnTo>
                    <a:pt x="4823598" y="1117294"/>
                  </a:lnTo>
                  <a:lnTo>
                    <a:pt x="4824233" y="1106731"/>
                  </a:lnTo>
                  <a:lnTo>
                    <a:pt x="4824868" y="1095949"/>
                  </a:lnTo>
                  <a:lnTo>
                    <a:pt x="4825503" y="1084222"/>
                  </a:lnTo>
                  <a:lnTo>
                    <a:pt x="4826137" y="1072002"/>
                  </a:lnTo>
                  <a:lnTo>
                    <a:pt x="4826772" y="1058991"/>
                  </a:lnTo>
                  <a:lnTo>
                    <a:pt x="4827407" y="1044977"/>
                  </a:lnTo>
                  <a:lnTo>
                    <a:pt x="4828042" y="1030195"/>
                  </a:lnTo>
                  <a:lnTo>
                    <a:pt x="4828677" y="1014980"/>
                  </a:lnTo>
                  <a:lnTo>
                    <a:pt x="4829312" y="1000218"/>
                  </a:lnTo>
                  <a:lnTo>
                    <a:pt x="4829946" y="986230"/>
                  </a:lnTo>
                  <a:lnTo>
                    <a:pt x="4830581" y="973268"/>
                  </a:lnTo>
                  <a:lnTo>
                    <a:pt x="4831216" y="960129"/>
                  </a:lnTo>
                  <a:lnTo>
                    <a:pt x="4831851" y="947283"/>
                  </a:lnTo>
                  <a:lnTo>
                    <a:pt x="4832486" y="930687"/>
                  </a:lnTo>
                  <a:lnTo>
                    <a:pt x="4833121" y="914936"/>
                  </a:lnTo>
                  <a:lnTo>
                    <a:pt x="4833756" y="900218"/>
                  </a:lnTo>
                  <a:lnTo>
                    <a:pt x="4834390" y="885624"/>
                  </a:lnTo>
                  <a:lnTo>
                    <a:pt x="4835025" y="872596"/>
                  </a:lnTo>
                  <a:lnTo>
                    <a:pt x="4835660" y="859483"/>
                  </a:lnTo>
                  <a:lnTo>
                    <a:pt x="4836295" y="846549"/>
                  </a:lnTo>
                  <a:lnTo>
                    <a:pt x="4836930" y="834963"/>
                  </a:lnTo>
                  <a:lnTo>
                    <a:pt x="4837565" y="828436"/>
                  </a:lnTo>
                  <a:lnTo>
                    <a:pt x="4838199" y="822138"/>
                  </a:lnTo>
                  <a:lnTo>
                    <a:pt x="4838834" y="815846"/>
                  </a:lnTo>
                  <a:lnTo>
                    <a:pt x="4839469" y="809283"/>
                  </a:lnTo>
                  <a:lnTo>
                    <a:pt x="4840104" y="803016"/>
                  </a:lnTo>
                  <a:lnTo>
                    <a:pt x="4840739" y="796753"/>
                  </a:lnTo>
                  <a:lnTo>
                    <a:pt x="4841374" y="790866"/>
                  </a:lnTo>
                  <a:lnTo>
                    <a:pt x="4842009" y="784676"/>
                  </a:lnTo>
                  <a:lnTo>
                    <a:pt x="4842643" y="778850"/>
                  </a:lnTo>
                  <a:lnTo>
                    <a:pt x="4843278" y="773189"/>
                  </a:lnTo>
                  <a:lnTo>
                    <a:pt x="4843913" y="768164"/>
                  </a:lnTo>
                  <a:lnTo>
                    <a:pt x="4844548" y="763416"/>
                  </a:lnTo>
                  <a:lnTo>
                    <a:pt x="4845183" y="759408"/>
                  </a:lnTo>
                  <a:lnTo>
                    <a:pt x="4845818" y="756218"/>
                  </a:lnTo>
                  <a:lnTo>
                    <a:pt x="4846452" y="753768"/>
                  </a:lnTo>
                  <a:lnTo>
                    <a:pt x="4847087" y="751996"/>
                  </a:lnTo>
                  <a:lnTo>
                    <a:pt x="4847722" y="751146"/>
                  </a:lnTo>
                  <a:lnTo>
                    <a:pt x="4848357" y="750937"/>
                  </a:lnTo>
                  <a:lnTo>
                    <a:pt x="4848992" y="748258"/>
                  </a:lnTo>
                  <a:lnTo>
                    <a:pt x="4849627" y="747079"/>
                  </a:lnTo>
                  <a:lnTo>
                    <a:pt x="4850262" y="746720"/>
                  </a:lnTo>
                  <a:lnTo>
                    <a:pt x="4850896" y="746751"/>
                  </a:lnTo>
                  <a:lnTo>
                    <a:pt x="4851531" y="751096"/>
                  </a:lnTo>
                  <a:lnTo>
                    <a:pt x="4852166" y="757393"/>
                  </a:lnTo>
                  <a:lnTo>
                    <a:pt x="4852801" y="767125"/>
                  </a:lnTo>
                  <a:lnTo>
                    <a:pt x="4853436" y="775419"/>
                  </a:lnTo>
                  <a:lnTo>
                    <a:pt x="4854071" y="783214"/>
                  </a:lnTo>
                  <a:lnTo>
                    <a:pt x="4854705" y="790343"/>
                  </a:lnTo>
                  <a:lnTo>
                    <a:pt x="4855340" y="796505"/>
                  </a:lnTo>
                  <a:lnTo>
                    <a:pt x="4855975" y="802120"/>
                  </a:lnTo>
                  <a:lnTo>
                    <a:pt x="4856610" y="806964"/>
                  </a:lnTo>
                  <a:lnTo>
                    <a:pt x="4857245" y="812468"/>
                  </a:lnTo>
                  <a:lnTo>
                    <a:pt x="4857880" y="817317"/>
                  </a:lnTo>
                  <a:lnTo>
                    <a:pt x="4858515" y="821575"/>
                  </a:lnTo>
                  <a:lnTo>
                    <a:pt x="4859149" y="825075"/>
                  </a:lnTo>
                  <a:lnTo>
                    <a:pt x="4859784" y="828061"/>
                  </a:lnTo>
                  <a:lnTo>
                    <a:pt x="4860419" y="830176"/>
                  </a:lnTo>
                  <a:lnTo>
                    <a:pt x="4861054" y="831411"/>
                  </a:lnTo>
                  <a:lnTo>
                    <a:pt x="4861689" y="832450"/>
                  </a:lnTo>
                  <a:lnTo>
                    <a:pt x="4862324" y="833239"/>
                  </a:lnTo>
                  <a:lnTo>
                    <a:pt x="4862958" y="834181"/>
                  </a:lnTo>
                  <a:lnTo>
                    <a:pt x="4863593" y="834938"/>
                  </a:lnTo>
                  <a:lnTo>
                    <a:pt x="4864228" y="836289"/>
                  </a:lnTo>
                  <a:lnTo>
                    <a:pt x="4864863" y="838137"/>
                  </a:lnTo>
                  <a:lnTo>
                    <a:pt x="4865498" y="839950"/>
                  </a:lnTo>
                  <a:lnTo>
                    <a:pt x="4866133" y="841179"/>
                  </a:lnTo>
                  <a:lnTo>
                    <a:pt x="4866768" y="840362"/>
                  </a:lnTo>
                  <a:lnTo>
                    <a:pt x="4867402" y="839100"/>
                  </a:lnTo>
                  <a:lnTo>
                    <a:pt x="4868037" y="835538"/>
                  </a:lnTo>
                  <a:lnTo>
                    <a:pt x="4868672" y="832322"/>
                  </a:lnTo>
                  <a:lnTo>
                    <a:pt x="4869307" y="828552"/>
                  </a:lnTo>
                  <a:lnTo>
                    <a:pt x="4869942" y="822688"/>
                  </a:lnTo>
                  <a:lnTo>
                    <a:pt x="4870577" y="818682"/>
                  </a:lnTo>
                  <a:lnTo>
                    <a:pt x="4871211" y="814927"/>
                  </a:lnTo>
                  <a:lnTo>
                    <a:pt x="4871846" y="813910"/>
                  </a:lnTo>
                  <a:lnTo>
                    <a:pt x="4872481" y="812860"/>
                  </a:lnTo>
                  <a:lnTo>
                    <a:pt x="4873116" y="812412"/>
                  </a:lnTo>
                  <a:lnTo>
                    <a:pt x="4873751" y="811192"/>
                  </a:lnTo>
                  <a:lnTo>
                    <a:pt x="4874386" y="809837"/>
                  </a:lnTo>
                  <a:lnTo>
                    <a:pt x="4875020" y="807654"/>
                  </a:lnTo>
                  <a:lnTo>
                    <a:pt x="4875655" y="804662"/>
                  </a:lnTo>
                  <a:lnTo>
                    <a:pt x="4876290" y="801874"/>
                  </a:lnTo>
                  <a:lnTo>
                    <a:pt x="4876925" y="799705"/>
                  </a:lnTo>
                  <a:lnTo>
                    <a:pt x="4877560" y="797772"/>
                  </a:lnTo>
                  <a:lnTo>
                    <a:pt x="4878195" y="796606"/>
                  </a:lnTo>
                  <a:lnTo>
                    <a:pt x="4878830" y="795755"/>
                  </a:lnTo>
                  <a:lnTo>
                    <a:pt x="4879464" y="794718"/>
                  </a:lnTo>
                  <a:lnTo>
                    <a:pt x="4880099" y="794060"/>
                  </a:lnTo>
                  <a:lnTo>
                    <a:pt x="4880734" y="793623"/>
                  </a:lnTo>
                  <a:lnTo>
                    <a:pt x="4881369" y="792976"/>
                  </a:lnTo>
                  <a:lnTo>
                    <a:pt x="4882004" y="791573"/>
                  </a:lnTo>
                  <a:lnTo>
                    <a:pt x="4882639" y="790740"/>
                  </a:lnTo>
                  <a:lnTo>
                    <a:pt x="4883273" y="787930"/>
                  </a:lnTo>
                  <a:lnTo>
                    <a:pt x="4883908" y="784923"/>
                  </a:lnTo>
                  <a:lnTo>
                    <a:pt x="4884543" y="781073"/>
                  </a:lnTo>
                  <a:lnTo>
                    <a:pt x="4885178" y="777775"/>
                  </a:lnTo>
                  <a:lnTo>
                    <a:pt x="4885813" y="774210"/>
                  </a:lnTo>
                  <a:lnTo>
                    <a:pt x="4886448" y="769370"/>
                  </a:lnTo>
                  <a:lnTo>
                    <a:pt x="4887083" y="765859"/>
                  </a:lnTo>
                  <a:lnTo>
                    <a:pt x="4887717" y="761521"/>
                  </a:lnTo>
                  <a:lnTo>
                    <a:pt x="4888352" y="755122"/>
                  </a:lnTo>
                  <a:lnTo>
                    <a:pt x="4888987" y="749340"/>
                  </a:lnTo>
                  <a:lnTo>
                    <a:pt x="4889622" y="743683"/>
                  </a:lnTo>
                  <a:lnTo>
                    <a:pt x="4890257" y="737376"/>
                  </a:lnTo>
                  <a:lnTo>
                    <a:pt x="4890892" y="729487"/>
                  </a:lnTo>
                  <a:lnTo>
                    <a:pt x="4891526" y="721220"/>
                  </a:lnTo>
                  <a:lnTo>
                    <a:pt x="4892161" y="711985"/>
                  </a:lnTo>
                  <a:lnTo>
                    <a:pt x="4892796" y="702556"/>
                  </a:lnTo>
                  <a:lnTo>
                    <a:pt x="4893431" y="693066"/>
                  </a:lnTo>
                  <a:lnTo>
                    <a:pt x="4894066" y="683015"/>
                  </a:lnTo>
                  <a:lnTo>
                    <a:pt x="4894701" y="672681"/>
                  </a:lnTo>
                  <a:lnTo>
                    <a:pt x="4895336" y="662098"/>
                  </a:lnTo>
                  <a:lnTo>
                    <a:pt x="4895970" y="652062"/>
                  </a:lnTo>
                  <a:lnTo>
                    <a:pt x="4896605" y="642391"/>
                  </a:lnTo>
                  <a:lnTo>
                    <a:pt x="4897240" y="631940"/>
                  </a:lnTo>
                  <a:lnTo>
                    <a:pt x="4897875" y="623482"/>
                  </a:lnTo>
                  <a:lnTo>
                    <a:pt x="4898510" y="614640"/>
                  </a:lnTo>
                  <a:lnTo>
                    <a:pt x="4899145" y="605521"/>
                  </a:lnTo>
                  <a:lnTo>
                    <a:pt x="4899779" y="597251"/>
                  </a:lnTo>
                  <a:lnTo>
                    <a:pt x="4900414" y="590120"/>
                  </a:lnTo>
                  <a:lnTo>
                    <a:pt x="4901049" y="581515"/>
                  </a:lnTo>
                  <a:lnTo>
                    <a:pt x="4901684" y="574216"/>
                  </a:lnTo>
                  <a:lnTo>
                    <a:pt x="4902319" y="567638"/>
                  </a:lnTo>
                  <a:lnTo>
                    <a:pt x="4902954" y="561777"/>
                  </a:lnTo>
                  <a:lnTo>
                    <a:pt x="4903589" y="556538"/>
                  </a:lnTo>
                  <a:lnTo>
                    <a:pt x="4904223" y="552621"/>
                  </a:lnTo>
                  <a:lnTo>
                    <a:pt x="4904858" y="550925"/>
                  </a:lnTo>
                  <a:lnTo>
                    <a:pt x="4905493" y="550519"/>
                  </a:lnTo>
                  <a:lnTo>
                    <a:pt x="4906128" y="549333"/>
                  </a:lnTo>
                  <a:lnTo>
                    <a:pt x="4906763" y="549535"/>
                  </a:lnTo>
                  <a:lnTo>
                    <a:pt x="4907398" y="551724"/>
                  </a:lnTo>
                  <a:lnTo>
                    <a:pt x="4908032" y="555526"/>
                  </a:lnTo>
                  <a:lnTo>
                    <a:pt x="4908667" y="555854"/>
                  </a:lnTo>
                  <a:lnTo>
                    <a:pt x="4909302" y="557319"/>
                  </a:lnTo>
                  <a:lnTo>
                    <a:pt x="4909937" y="557562"/>
                  </a:lnTo>
                  <a:lnTo>
                    <a:pt x="4910572" y="556680"/>
                  </a:lnTo>
                  <a:lnTo>
                    <a:pt x="4911207" y="555066"/>
                  </a:lnTo>
                  <a:lnTo>
                    <a:pt x="4911842" y="552960"/>
                  </a:lnTo>
                  <a:lnTo>
                    <a:pt x="4912476" y="550760"/>
                  </a:lnTo>
                  <a:lnTo>
                    <a:pt x="4913111" y="549890"/>
                  </a:lnTo>
                  <a:lnTo>
                    <a:pt x="4913746" y="549993"/>
                  </a:lnTo>
                  <a:lnTo>
                    <a:pt x="4914381" y="549985"/>
                  </a:lnTo>
                  <a:lnTo>
                    <a:pt x="4915016" y="550153"/>
                  </a:lnTo>
                  <a:lnTo>
                    <a:pt x="4915651" y="549986"/>
                  </a:lnTo>
                  <a:lnTo>
                    <a:pt x="4916285" y="549694"/>
                  </a:lnTo>
                  <a:lnTo>
                    <a:pt x="4916920" y="553162"/>
                  </a:lnTo>
                  <a:lnTo>
                    <a:pt x="4917555" y="556943"/>
                  </a:lnTo>
                  <a:lnTo>
                    <a:pt x="4918190" y="563449"/>
                  </a:lnTo>
                  <a:lnTo>
                    <a:pt x="4918825" y="569958"/>
                  </a:lnTo>
                  <a:lnTo>
                    <a:pt x="4919460" y="577671"/>
                  </a:lnTo>
                  <a:lnTo>
                    <a:pt x="4920095" y="588806"/>
                  </a:lnTo>
                  <a:lnTo>
                    <a:pt x="4920729" y="600370"/>
                  </a:lnTo>
                  <a:lnTo>
                    <a:pt x="4921364" y="611689"/>
                  </a:lnTo>
                  <a:lnTo>
                    <a:pt x="4921999" y="622540"/>
                  </a:lnTo>
                  <a:lnTo>
                    <a:pt x="4922634" y="632946"/>
                  </a:lnTo>
                  <a:lnTo>
                    <a:pt x="4923269" y="643817"/>
                  </a:lnTo>
                  <a:lnTo>
                    <a:pt x="4923904" y="655588"/>
                  </a:lnTo>
                  <a:lnTo>
                    <a:pt x="4924538" y="663742"/>
                  </a:lnTo>
                  <a:lnTo>
                    <a:pt x="4925173" y="671653"/>
                  </a:lnTo>
                  <a:lnTo>
                    <a:pt x="4925808" y="679439"/>
                  </a:lnTo>
                  <a:lnTo>
                    <a:pt x="4926443" y="686571"/>
                  </a:lnTo>
                  <a:lnTo>
                    <a:pt x="4927078" y="694182"/>
                  </a:lnTo>
                  <a:lnTo>
                    <a:pt x="4927713" y="699940"/>
                  </a:lnTo>
                  <a:lnTo>
                    <a:pt x="4928347" y="704951"/>
                  </a:lnTo>
                  <a:lnTo>
                    <a:pt x="4928982" y="709673"/>
                  </a:lnTo>
                  <a:lnTo>
                    <a:pt x="4929617" y="713890"/>
                  </a:lnTo>
                  <a:lnTo>
                    <a:pt x="4930252" y="717373"/>
                  </a:lnTo>
                  <a:lnTo>
                    <a:pt x="4930887" y="720965"/>
                  </a:lnTo>
                  <a:lnTo>
                    <a:pt x="4931522" y="724263"/>
                  </a:lnTo>
                  <a:lnTo>
                    <a:pt x="4932157" y="727784"/>
                  </a:lnTo>
                  <a:lnTo>
                    <a:pt x="4932791" y="731144"/>
                  </a:lnTo>
                  <a:lnTo>
                    <a:pt x="4933426" y="733409"/>
                  </a:lnTo>
                  <a:lnTo>
                    <a:pt x="4934061" y="736154"/>
                  </a:lnTo>
                  <a:lnTo>
                    <a:pt x="4934696" y="738882"/>
                  </a:lnTo>
                  <a:lnTo>
                    <a:pt x="4935331" y="741203"/>
                  </a:lnTo>
                  <a:lnTo>
                    <a:pt x="4935966" y="742785"/>
                  </a:lnTo>
                  <a:lnTo>
                    <a:pt x="4936600" y="744109"/>
                  </a:lnTo>
                  <a:lnTo>
                    <a:pt x="4937235" y="749923"/>
                  </a:lnTo>
                  <a:lnTo>
                    <a:pt x="4937870" y="755475"/>
                  </a:lnTo>
                  <a:lnTo>
                    <a:pt x="4938505" y="760694"/>
                  </a:lnTo>
                  <a:lnTo>
                    <a:pt x="4939140" y="764962"/>
                  </a:lnTo>
                  <a:lnTo>
                    <a:pt x="4939775" y="768372"/>
                  </a:lnTo>
                  <a:lnTo>
                    <a:pt x="4940410" y="774729"/>
                  </a:lnTo>
                  <a:lnTo>
                    <a:pt x="4941044" y="780365"/>
                  </a:lnTo>
                  <a:lnTo>
                    <a:pt x="4941679" y="786803"/>
                  </a:lnTo>
                  <a:lnTo>
                    <a:pt x="4942314" y="794243"/>
                  </a:lnTo>
                  <a:lnTo>
                    <a:pt x="4942949" y="802767"/>
                  </a:lnTo>
                  <a:lnTo>
                    <a:pt x="4943584" y="810447"/>
                  </a:lnTo>
                  <a:lnTo>
                    <a:pt x="4944219" y="818240"/>
                  </a:lnTo>
                  <a:lnTo>
                    <a:pt x="4944853" y="825476"/>
                  </a:lnTo>
                  <a:lnTo>
                    <a:pt x="4945488" y="831422"/>
                  </a:lnTo>
                  <a:lnTo>
                    <a:pt x="4946123" y="836517"/>
                  </a:lnTo>
                  <a:lnTo>
                    <a:pt x="4946758" y="841686"/>
                  </a:lnTo>
                  <a:lnTo>
                    <a:pt x="4947393" y="848311"/>
                  </a:lnTo>
                  <a:lnTo>
                    <a:pt x="4948028" y="856534"/>
                  </a:lnTo>
                  <a:lnTo>
                    <a:pt x="4948663" y="861457"/>
                  </a:lnTo>
                  <a:lnTo>
                    <a:pt x="4949297" y="867412"/>
                  </a:lnTo>
                  <a:lnTo>
                    <a:pt x="4949932" y="873001"/>
                  </a:lnTo>
                  <a:lnTo>
                    <a:pt x="4950567" y="878888"/>
                  </a:lnTo>
                  <a:lnTo>
                    <a:pt x="4951202" y="885365"/>
                  </a:lnTo>
                  <a:lnTo>
                    <a:pt x="4951837" y="891095"/>
                  </a:lnTo>
                  <a:lnTo>
                    <a:pt x="4952472" y="897065"/>
                  </a:lnTo>
                  <a:lnTo>
                    <a:pt x="4953106" y="903102"/>
                  </a:lnTo>
                  <a:lnTo>
                    <a:pt x="4953741" y="909933"/>
                  </a:lnTo>
                  <a:lnTo>
                    <a:pt x="4954376" y="917743"/>
                  </a:lnTo>
                  <a:lnTo>
                    <a:pt x="4955011" y="926524"/>
                  </a:lnTo>
                  <a:lnTo>
                    <a:pt x="4955646" y="935630"/>
                  </a:lnTo>
                  <a:lnTo>
                    <a:pt x="4956281" y="943869"/>
                  </a:lnTo>
                  <a:lnTo>
                    <a:pt x="4956916" y="951645"/>
                  </a:lnTo>
                  <a:lnTo>
                    <a:pt x="4957550" y="959099"/>
                  </a:lnTo>
                  <a:lnTo>
                    <a:pt x="4958185" y="966717"/>
                  </a:lnTo>
                  <a:lnTo>
                    <a:pt x="4958820" y="974262"/>
                  </a:lnTo>
                  <a:lnTo>
                    <a:pt x="4959455" y="986370"/>
                  </a:lnTo>
                  <a:lnTo>
                    <a:pt x="4960090" y="997723"/>
                  </a:lnTo>
                  <a:lnTo>
                    <a:pt x="4960725" y="1008103"/>
                  </a:lnTo>
                  <a:lnTo>
                    <a:pt x="4961359" y="1017931"/>
                  </a:lnTo>
                  <a:lnTo>
                    <a:pt x="4961994" y="1026454"/>
                  </a:lnTo>
                  <a:lnTo>
                    <a:pt x="4962629" y="1035162"/>
                  </a:lnTo>
                  <a:lnTo>
                    <a:pt x="4963264" y="1043813"/>
                  </a:lnTo>
                  <a:lnTo>
                    <a:pt x="4963899" y="1050967"/>
                  </a:lnTo>
                  <a:lnTo>
                    <a:pt x="4964534" y="1054520"/>
                  </a:lnTo>
                  <a:lnTo>
                    <a:pt x="4965169" y="1058266"/>
                  </a:lnTo>
                  <a:lnTo>
                    <a:pt x="4965803" y="1061954"/>
                  </a:lnTo>
                  <a:lnTo>
                    <a:pt x="4966438" y="1064689"/>
                  </a:lnTo>
                  <a:lnTo>
                    <a:pt x="4967073" y="1065871"/>
                  </a:lnTo>
                  <a:lnTo>
                    <a:pt x="4967708" y="1065543"/>
                  </a:lnTo>
                  <a:lnTo>
                    <a:pt x="4968343" y="1065647"/>
                  </a:lnTo>
                  <a:lnTo>
                    <a:pt x="4968978" y="1065739"/>
                  </a:lnTo>
                  <a:lnTo>
                    <a:pt x="4969612" y="1065870"/>
                  </a:lnTo>
                  <a:lnTo>
                    <a:pt x="4970247" y="1066579"/>
                  </a:lnTo>
                  <a:lnTo>
                    <a:pt x="4970882" y="1067895"/>
                  </a:lnTo>
                  <a:lnTo>
                    <a:pt x="4971517" y="1069767"/>
                  </a:lnTo>
                  <a:lnTo>
                    <a:pt x="4972152" y="1071678"/>
                  </a:lnTo>
                  <a:lnTo>
                    <a:pt x="4972787" y="1073695"/>
                  </a:lnTo>
                  <a:lnTo>
                    <a:pt x="4973422" y="1075465"/>
                  </a:lnTo>
                  <a:lnTo>
                    <a:pt x="4974056" y="1076810"/>
                  </a:lnTo>
                  <a:lnTo>
                    <a:pt x="4974691" y="1077750"/>
                  </a:lnTo>
                  <a:lnTo>
                    <a:pt x="4975326" y="1079257"/>
                  </a:lnTo>
                  <a:lnTo>
                    <a:pt x="4975961" y="1084325"/>
                  </a:lnTo>
                  <a:lnTo>
                    <a:pt x="4976596" y="1089361"/>
                  </a:lnTo>
                  <a:lnTo>
                    <a:pt x="4977231" y="1095787"/>
                  </a:lnTo>
                  <a:lnTo>
                    <a:pt x="4977865" y="1102964"/>
                  </a:lnTo>
                  <a:lnTo>
                    <a:pt x="4978500" y="1108246"/>
                  </a:lnTo>
                  <a:lnTo>
                    <a:pt x="4979135" y="1111569"/>
                  </a:lnTo>
                  <a:lnTo>
                    <a:pt x="4979770" y="1114675"/>
                  </a:lnTo>
                  <a:lnTo>
                    <a:pt x="4980405" y="1117445"/>
                  </a:lnTo>
                  <a:lnTo>
                    <a:pt x="4981040" y="1118949"/>
                  </a:lnTo>
                  <a:lnTo>
                    <a:pt x="4981674" y="1119440"/>
                  </a:lnTo>
                  <a:lnTo>
                    <a:pt x="4982309" y="1120119"/>
                  </a:lnTo>
                  <a:lnTo>
                    <a:pt x="4982944" y="1120719"/>
                  </a:lnTo>
                  <a:lnTo>
                    <a:pt x="4983579" y="1121038"/>
                  </a:lnTo>
                  <a:lnTo>
                    <a:pt x="4984214" y="1120202"/>
                  </a:lnTo>
                  <a:lnTo>
                    <a:pt x="4984849" y="1118513"/>
                  </a:lnTo>
                  <a:lnTo>
                    <a:pt x="4985484" y="1116200"/>
                  </a:lnTo>
                  <a:lnTo>
                    <a:pt x="4986118" y="1113867"/>
                  </a:lnTo>
                  <a:lnTo>
                    <a:pt x="4986753" y="1111270"/>
                  </a:lnTo>
                  <a:lnTo>
                    <a:pt x="4987388" y="1108795"/>
                  </a:lnTo>
                  <a:lnTo>
                    <a:pt x="4988023" y="1107332"/>
                  </a:lnTo>
                  <a:lnTo>
                    <a:pt x="4988658" y="1106786"/>
                  </a:lnTo>
                  <a:lnTo>
                    <a:pt x="4989293" y="1106871"/>
                  </a:lnTo>
                  <a:lnTo>
                    <a:pt x="4989927" y="1107475"/>
                  </a:lnTo>
                  <a:lnTo>
                    <a:pt x="4990562" y="1108796"/>
                  </a:lnTo>
                  <a:lnTo>
                    <a:pt x="4991197" y="1110842"/>
                  </a:lnTo>
                  <a:lnTo>
                    <a:pt x="4991832" y="1112752"/>
                  </a:lnTo>
                  <a:lnTo>
                    <a:pt x="4992467" y="1114744"/>
                  </a:lnTo>
                  <a:lnTo>
                    <a:pt x="4993102" y="1117263"/>
                  </a:lnTo>
                  <a:lnTo>
                    <a:pt x="4993737" y="1121068"/>
                  </a:lnTo>
                  <a:lnTo>
                    <a:pt x="4994371" y="1125424"/>
                  </a:lnTo>
                  <a:lnTo>
                    <a:pt x="4995006" y="1132146"/>
                  </a:lnTo>
                  <a:lnTo>
                    <a:pt x="4995641" y="1138171"/>
                  </a:lnTo>
                  <a:lnTo>
                    <a:pt x="4996276" y="1144711"/>
                  </a:lnTo>
                  <a:lnTo>
                    <a:pt x="4996911" y="1153659"/>
                  </a:lnTo>
                  <a:lnTo>
                    <a:pt x="4997546" y="1160626"/>
                  </a:lnTo>
                  <a:lnTo>
                    <a:pt x="4998180" y="1167455"/>
                  </a:lnTo>
                  <a:lnTo>
                    <a:pt x="4998815" y="1172173"/>
                  </a:lnTo>
                  <a:lnTo>
                    <a:pt x="4999450" y="1177189"/>
                  </a:lnTo>
                  <a:lnTo>
                    <a:pt x="5000085" y="1181661"/>
                  </a:lnTo>
                  <a:lnTo>
                    <a:pt x="5000720" y="1186012"/>
                  </a:lnTo>
                  <a:lnTo>
                    <a:pt x="5001355" y="1190290"/>
                  </a:lnTo>
                  <a:lnTo>
                    <a:pt x="5001990" y="1195044"/>
                  </a:lnTo>
                  <a:lnTo>
                    <a:pt x="5002624" y="1199960"/>
                  </a:lnTo>
                  <a:lnTo>
                    <a:pt x="5003259" y="1205162"/>
                  </a:lnTo>
                  <a:lnTo>
                    <a:pt x="5003894" y="1210616"/>
                  </a:lnTo>
                  <a:lnTo>
                    <a:pt x="5004529" y="1216278"/>
                  </a:lnTo>
                  <a:lnTo>
                    <a:pt x="5005164" y="1221911"/>
                  </a:lnTo>
                  <a:lnTo>
                    <a:pt x="5005799" y="1227407"/>
                  </a:lnTo>
                  <a:lnTo>
                    <a:pt x="5006433" y="1233636"/>
                  </a:lnTo>
                  <a:lnTo>
                    <a:pt x="5007068" y="1239925"/>
                  </a:lnTo>
                  <a:lnTo>
                    <a:pt x="5007703" y="1245972"/>
                  </a:lnTo>
                  <a:lnTo>
                    <a:pt x="5008338" y="1251979"/>
                  </a:lnTo>
                  <a:lnTo>
                    <a:pt x="5008973" y="1258665"/>
                  </a:lnTo>
                  <a:lnTo>
                    <a:pt x="5009608" y="1264623"/>
                  </a:lnTo>
                  <a:lnTo>
                    <a:pt x="5010243" y="1272133"/>
                  </a:lnTo>
                  <a:lnTo>
                    <a:pt x="5010877" y="1279145"/>
                  </a:lnTo>
                  <a:lnTo>
                    <a:pt x="5011512" y="1287443"/>
                  </a:lnTo>
                  <a:lnTo>
                    <a:pt x="5012147" y="1294981"/>
                  </a:lnTo>
                  <a:lnTo>
                    <a:pt x="5012782" y="1302353"/>
                  </a:lnTo>
                  <a:lnTo>
                    <a:pt x="5013417" y="1311993"/>
                  </a:lnTo>
                  <a:lnTo>
                    <a:pt x="5014052" y="1322147"/>
                  </a:lnTo>
                  <a:lnTo>
                    <a:pt x="5014686" y="1332031"/>
                  </a:lnTo>
                  <a:lnTo>
                    <a:pt x="5015321" y="1341833"/>
                  </a:lnTo>
                  <a:lnTo>
                    <a:pt x="5015956" y="1350708"/>
                  </a:lnTo>
                  <a:lnTo>
                    <a:pt x="5016591" y="1359704"/>
                  </a:lnTo>
                  <a:lnTo>
                    <a:pt x="5017226" y="1369066"/>
                  </a:lnTo>
                  <a:lnTo>
                    <a:pt x="5017861" y="1379451"/>
                  </a:lnTo>
                  <a:lnTo>
                    <a:pt x="5018496" y="1390213"/>
                  </a:lnTo>
                  <a:lnTo>
                    <a:pt x="5019130" y="1402344"/>
                  </a:lnTo>
                  <a:lnTo>
                    <a:pt x="5019765" y="1415056"/>
                  </a:lnTo>
                  <a:lnTo>
                    <a:pt x="5020400" y="1428127"/>
                  </a:lnTo>
                  <a:lnTo>
                    <a:pt x="5021035" y="1441275"/>
                  </a:lnTo>
                  <a:lnTo>
                    <a:pt x="5021670" y="1454560"/>
                  </a:lnTo>
                  <a:lnTo>
                    <a:pt x="5022305" y="1467984"/>
                  </a:lnTo>
                  <a:lnTo>
                    <a:pt x="5022939" y="1480411"/>
                  </a:lnTo>
                  <a:lnTo>
                    <a:pt x="5023574" y="1492158"/>
                  </a:lnTo>
                  <a:lnTo>
                    <a:pt x="5024209" y="1504515"/>
                  </a:lnTo>
                  <a:lnTo>
                    <a:pt x="5024844" y="1512945"/>
                  </a:lnTo>
                  <a:lnTo>
                    <a:pt x="5025479" y="1520214"/>
                  </a:lnTo>
                  <a:lnTo>
                    <a:pt x="5026114" y="1527350"/>
                  </a:lnTo>
                  <a:lnTo>
                    <a:pt x="5026749" y="1533266"/>
                  </a:lnTo>
                  <a:lnTo>
                    <a:pt x="5027383" y="1538728"/>
                  </a:lnTo>
                  <a:lnTo>
                    <a:pt x="5028018" y="1545624"/>
                  </a:lnTo>
                  <a:lnTo>
                    <a:pt x="5028653" y="1550409"/>
                  </a:lnTo>
                  <a:lnTo>
                    <a:pt x="5029288" y="1554567"/>
                  </a:lnTo>
                  <a:lnTo>
                    <a:pt x="5029923" y="1558246"/>
                  </a:lnTo>
                  <a:lnTo>
                    <a:pt x="5030558" y="1561853"/>
                  </a:lnTo>
                  <a:lnTo>
                    <a:pt x="5031192" y="1565162"/>
                  </a:lnTo>
                  <a:lnTo>
                    <a:pt x="5031827" y="1567380"/>
                  </a:lnTo>
                  <a:lnTo>
                    <a:pt x="5032462" y="1569153"/>
                  </a:lnTo>
                  <a:lnTo>
                    <a:pt x="5033097" y="1570064"/>
                  </a:lnTo>
                  <a:lnTo>
                    <a:pt x="5033732" y="1570567"/>
                  </a:lnTo>
                  <a:lnTo>
                    <a:pt x="5034367" y="1570432"/>
                  </a:lnTo>
                  <a:lnTo>
                    <a:pt x="5035001" y="1570644"/>
                  </a:lnTo>
                  <a:lnTo>
                    <a:pt x="5035636" y="1571698"/>
                  </a:lnTo>
                  <a:lnTo>
                    <a:pt x="5036271" y="1572656"/>
                  </a:lnTo>
                  <a:lnTo>
                    <a:pt x="5036906" y="1574060"/>
                  </a:lnTo>
                  <a:lnTo>
                    <a:pt x="5037541" y="1578071"/>
                  </a:lnTo>
                  <a:lnTo>
                    <a:pt x="5038176" y="1583229"/>
                  </a:lnTo>
                  <a:lnTo>
                    <a:pt x="5038811" y="1589189"/>
                  </a:lnTo>
                  <a:lnTo>
                    <a:pt x="5039445" y="1594533"/>
                  </a:lnTo>
                  <a:lnTo>
                    <a:pt x="5040080" y="1598310"/>
                  </a:lnTo>
                  <a:lnTo>
                    <a:pt x="5040715" y="1601151"/>
                  </a:lnTo>
                  <a:lnTo>
                    <a:pt x="5041350" y="1604784"/>
                  </a:lnTo>
                  <a:lnTo>
                    <a:pt x="5041985" y="1607730"/>
                  </a:lnTo>
                  <a:lnTo>
                    <a:pt x="5042620" y="1610755"/>
                  </a:lnTo>
                  <a:lnTo>
                    <a:pt x="5043254" y="1614802"/>
                  </a:lnTo>
                  <a:lnTo>
                    <a:pt x="5043889" y="1614860"/>
                  </a:lnTo>
                  <a:lnTo>
                    <a:pt x="5044524" y="1614367"/>
                  </a:lnTo>
                  <a:lnTo>
                    <a:pt x="5045159" y="1613411"/>
                  </a:lnTo>
                  <a:lnTo>
                    <a:pt x="5045794" y="1612615"/>
                  </a:lnTo>
                  <a:lnTo>
                    <a:pt x="5046429" y="1611427"/>
                  </a:lnTo>
                  <a:lnTo>
                    <a:pt x="5047064" y="1610424"/>
                  </a:lnTo>
                  <a:lnTo>
                    <a:pt x="5047698" y="1609636"/>
                  </a:lnTo>
                  <a:lnTo>
                    <a:pt x="5048333" y="1608386"/>
                  </a:lnTo>
                  <a:lnTo>
                    <a:pt x="5048968" y="1606040"/>
                  </a:lnTo>
                  <a:lnTo>
                    <a:pt x="5049603" y="1604083"/>
                  </a:lnTo>
                  <a:lnTo>
                    <a:pt x="5050238" y="1601651"/>
                  </a:lnTo>
                  <a:lnTo>
                    <a:pt x="5050873" y="1599287"/>
                  </a:lnTo>
                  <a:lnTo>
                    <a:pt x="5051507" y="1597516"/>
                  </a:lnTo>
                  <a:lnTo>
                    <a:pt x="5052142" y="1593978"/>
                  </a:lnTo>
                  <a:lnTo>
                    <a:pt x="5052777" y="1590819"/>
                  </a:lnTo>
                  <a:lnTo>
                    <a:pt x="5053412" y="1586336"/>
                  </a:lnTo>
                  <a:lnTo>
                    <a:pt x="5054047" y="1582127"/>
                  </a:lnTo>
                  <a:lnTo>
                    <a:pt x="5054682" y="1578616"/>
                  </a:lnTo>
                  <a:lnTo>
                    <a:pt x="5055317" y="1575998"/>
                  </a:lnTo>
                  <a:lnTo>
                    <a:pt x="5055951" y="1573690"/>
                  </a:lnTo>
                  <a:lnTo>
                    <a:pt x="5056586" y="1571444"/>
                  </a:lnTo>
                  <a:lnTo>
                    <a:pt x="5057221" y="1570469"/>
                  </a:lnTo>
                  <a:lnTo>
                    <a:pt x="5057856" y="1570064"/>
                  </a:lnTo>
                  <a:lnTo>
                    <a:pt x="5058491" y="1571388"/>
                  </a:lnTo>
                  <a:lnTo>
                    <a:pt x="5059126" y="1573198"/>
                  </a:lnTo>
                  <a:lnTo>
                    <a:pt x="5059760" y="1576067"/>
                  </a:lnTo>
                  <a:lnTo>
                    <a:pt x="5060395" y="1579779"/>
                  </a:lnTo>
                  <a:lnTo>
                    <a:pt x="5061030" y="1584640"/>
                  </a:lnTo>
                  <a:lnTo>
                    <a:pt x="5061665" y="1590707"/>
                  </a:lnTo>
                  <a:lnTo>
                    <a:pt x="5062300" y="1595998"/>
                  </a:lnTo>
                  <a:lnTo>
                    <a:pt x="5062935" y="1600854"/>
                  </a:lnTo>
                  <a:lnTo>
                    <a:pt x="5063570" y="1604539"/>
                  </a:lnTo>
                  <a:lnTo>
                    <a:pt x="5064204" y="1605931"/>
                  </a:lnTo>
                  <a:lnTo>
                    <a:pt x="5064839" y="1606476"/>
                  </a:lnTo>
                  <a:lnTo>
                    <a:pt x="5065474" y="1606329"/>
                  </a:lnTo>
                  <a:lnTo>
                    <a:pt x="5066109" y="1605889"/>
                  </a:lnTo>
                  <a:lnTo>
                    <a:pt x="5066744" y="1605288"/>
                  </a:lnTo>
                  <a:lnTo>
                    <a:pt x="5067379" y="1604113"/>
                  </a:lnTo>
                  <a:lnTo>
                    <a:pt x="5068013" y="1603022"/>
                  </a:lnTo>
                  <a:lnTo>
                    <a:pt x="5068648" y="1601622"/>
                  </a:lnTo>
                  <a:lnTo>
                    <a:pt x="5069283" y="1598642"/>
                  </a:lnTo>
                  <a:lnTo>
                    <a:pt x="5069918" y="1594160"/>
                  </a:lnTo>
                  <a:lnTo>
                    <a:pt x="5070553" y="1589469"/>
                  </a:lnTo>
                  <a:lnTo>
                    <a:pt x="5071188" y="1584068"/>
                  </a:lnTo>
                  <a:lnTo>
                    <a:pt x="5071823" y="1578558"/>
                  </a:lnTo>
                  <a:lnTo>
                    <a:pt x="5072457" y="1574035"/>
                  </a:lnTo>
                  <a:lnTo>
                    <a:pt x="5073092" y="1570297"/>
                  </a:lnTo>
                  <a:lnTo>
                    <a:pt x="5073727" y="1566932"/>
                  </a:lnTo>
                  <a:lnTo>
                    <a:pt x="5074362" y="1563836"/>
                  </a:lnTo>
                  <a:lnTo>
                    <a:pt x="5074997" y="1563516"/>
                  </a:lnTo>
                  <a:lnTo>
                    <a:pt x="5075632" y="1563401"/>
                  </a:lnTo>
                  <a:lnTo>
                    <a:pt x="5076266" y="1562273"/>
                  </a:lnTo>
                  <a:lnTo>
                    <a:pt x="5076901" y="1561647"/>
                  </a:lnTo>
                  <a:lnTo>
                    <a:pt x="5077536" y="1561047"/>
                  </a:lnTo>
                  <a:lnTo>
                    <a:pt x="5078171" y="1560066"/>
                  </a:lnTo>
                  <a:lnTo>
                    <a:pt x="5078806" y="1560812"/>
                  </a:lnTo>
                  <a:lnTo>
                    <a:pt x="5079441" y="1562730"/>
                  </a:lnTo>
                  <a:lnTo>
                    <a:pt x="5080076" y="1564815"/>
                  </a:lnTo>
                  <a:lnTo>
                    <a:pt x="5080710" y="1566202"/>
                  </a:lnTo>
                  <a:lnTo>
                    <a:pt x="5081345" y="1568021"/>
                  </a:lnTo>
                  <a:lnTo>
                    <a:pt x="5081980" y="1569415"/>
                  </a:lnTo>
                  <a:lnTo>
                    <a:pt x="5082615" y="1570637"/>
                  </a:lnTo>
                  <a:lnTo>
                    <a:pt x="5083250" y="1571611"/>
                  </a:lnTo>
                  <a:lnTo>
                    <a:pt x="5083885" y="1571577"/>
                  </a:lnTo>
                  <a:lnTo>
                    <a:pt x="5084519" y="1570666"/>
                  </a:lnTo>
                  <a:lnTo>
                    <a:pt x="5085154" y="1568831"/>
                  </a:lnTo>
                  <a:lnTo>
                    <a:pt x="5085789" y="1562650"/>
                  </a:lnTo>
                  <a:lnTo>
                    <a:pt x="5086424" y="1554508"/>
                  </a:lnTo>
                  <a:lnTo>
                    <a:pt x="5087059" y="1549066"/>
                  </a:lnTo>
                  <a:lnTo>
                    <a:pt x="5087694" y="1542721"/>
                  </a:lnTo>
                  <a:lnTo>
                    <a:pt x="5088329" y="1536742"/>
                  </a:lnTo>
                  <a:lnTo>
                    <a:pt x="5088963" y="1533487"/>
                  </a:lnTo>
                  <a:lnTo>
                    <a:pt x="5089598" y="1530235"/>
                  </a:lnTo>
                  <a:lnTo>
                    <a:pt x="5090233" y="1526948"/>
                  </a:lnTo>
                  <a:lnTo>
                    <a:pt x="5090868" y="1523936"/>
                  </a:lnTo>
                  <a:lnTo>
                    <a:pt x="5091503" y="1520470"/>
                  </a:lnTo>
                  <a:lnTo>
                    <a:pt x="5092138" y="1516607"/>
                  </a:lnTo>
                  <a:lnTo>
                    <a:pt x="5092772" y="1513228"/>
                  </a:lnTo>
                  <a:lnTo>
                    <a:pt x="5093407" y="1510917"/>
                  </a:lnTo>
                  <a:lnTo>
                    <a:pt x="5094042" y="1509655"/>
                  </a:lnTo>
                  <a:lnTo>
                    <a:pt x="5094677" y="1509629"/>
                  </a:lnTo>
                  <a:lnTo>
                    <a:pt x="5095312" y="1509338"/>
                  </a:lnTo>
                  <a:lnTo>
                    <a:pt x="5095947" y="1509131"/>
                  </a:lnTo>
                  <a:lnTo>
                    <a:pt x="5096581" y="1509045"/>
                  </a:lnTo>
                  <a:lnTo>
                    <a:pt x="5097216" y="1509546"/>
                  </a:lnTo>
                  <a:lnTo>
                    <a:pt x="5097851" y="1507448"/>
                  </a:lnTo>
                  <a:lnTo>
                    <a:pt x="5098486" y="1505161"/>
                  </a:lnTo>
                  <a:lnTo>
                    <a:pt x="5099121" y="1502791"/>
                  </a:lnTo>
                  <a:lnTo>
                    <a:pt x="5099756" y="1500149"/>
                  </a:lnTo>
                  <a:lnTo>
                    <a:pt x="5100391" y="1496954"/>
                  </a:lnTo>
                  <a:lnTo>
                    <a:pt x="5101025" y="1493255"/>
                  </a:lnTo>
                  <a:lnTo>
                    <a:pt x="5101660" y="1489552"/>
                  </a:lnTo>
                  <a:lnTo>
                    <a:pt x="5102295" y="1485281"/>
                  </a:lnTo>
                  <a:lnTo>
                    <a:pt x="5102930" y="1480677"/>
                  </a:lnTo>
                  <a:lnTo>
                    <a:pt x="5103565" y="1475434"/>
                  </a:lnTo>
                  <a:lnTo>
                    <a:pt x="5104200" y="1469612"/>
                  </a:lnTo>
                  <a:lnTo>
                    <a:pt x="5104834" y="1464398"/>
                  </a:lnTo>
                  <a:lnTo>
                    <a:pt x="5105469" y="1460041"/>
                  </a:lnTo>
                  <a:lnTo>
                    <a:pt x="5106104" y="1456126"/>
                  </a:lnTo>
                  <a:lnTo>
                    <a:pt x="5106739" y="1451668"/>
                  </a:lnTo>
                  <a:lnTo>
                    <a:pt x="5107374" y="1446879"/>
                  </a:lnTo>
                  <a:lnTo>
                    <a:pt x="5108009" y="1441807"/>
                  </a:lnTo>
                  <a:lnTo>
                    <a:pt x="5108644" y="1437277"/>
                  </a:lnTo>
                  <a:lnTo>
                    <a:pt x="5109278" y="1432647"/>
                  </a:lnTo>
                  <a:lnTo>
                    <a:pt x="5109913" y="1430177"/>
                  </a:lnTo>
                  <a:lnTo>
                    <a:pt x="5110548" y="1429107"/>
                  </a:lnTo>
                  <a:lnTo>
                    <a:pt x="5111183" y="1429766"/>
                  </a:lnTo>
                  <a:lnTo>
                    <a:pt x="5111818" y="1431158"/>
                  </a:lnTo>
                  <a:lnTo>
                    <a:pt x="5112453" y="1432759"/>
                  </a:lnTo>
                  <a:lnTo>
                    <a:pt x="5113087" y="1434626"/>
                  </a:lnTo>
                  <a:lnTo>
                    <a:pt x="5113722" y="1437060"/>
                  </a:lnTo>
                  <a:lnTo>
                    <a:pt x="5114357" y="1439253"/>
                  </a:lnTo>
                  <a:lnTo>
                    <a:pt x="5114992" y="1441063"/>
                  </a:lnTo>
                  <a:lnTo>
                    <a:pt x="5115627" y="1442604"/>
                  </a:lnTo>
                  <a:lnTo>
                    <a:pt x="5116262" y="1443999"/>
                  </a:lnTo>
                  <a:lnTo>
                    <a:pt x="5116897" y="1445141"/>
                  </a:lnTo>
                  <a:lnTo>
                    <a:pt x="5117531" y="1446110"/>
                  </a:lnTo>
                  <a:lnTo>
                    <a:pt x="5118166" y="1446227"/>
                  </a:lnTo>
                  <a:lnTo>
                    <a:pt x="5118801" y="1446720"/>
                  </a:lnTo>
                  <a:lnTo>
                    <a:pt x="5119436" y="1447084"/>
                  </a:lnTo>
                  <a:lnTo>
                    <a:pt x="5120071" y="1447363"/>
                  </a:lnTo>
                  <a:lnTo>
                    <a:pt x="5120706" y="1446627"/>
                  </a:lnTo>
                  <a:lnTo>
                    <a:pt x="5121340" y="1445411"/>
                  </a:lnTo>
                  <a:lnTo>
                    <a:pt x="5121975" y="1442707"/>
                  </a:lnTo>
                  <a:lnTo>
                    <a:pt x="5122610" y="1439006"/>
                  </a:lnTo>
                  <a:lnTo>
                    <a:pt x="5123245" y="1434091"/>
                  </a:lnTo>
                  <a:lnTo>
                    <a:pt x="5123880" y="1428454"/>
                  </a:lnTo>
                  <a:lnTo>
                    <a:pt x="5124515" y="1421869"/>
                  </a:lnTo>
                  <a:lnTo>
                    <a:pt x="5125150" y="1413623"/>
                  </a:lnTo>
                  <a:lnTo>
                    <a:pt x="5125784" y="1404590"/>
                  </a:lnTo>
                  <a:lnTo>
                    <a:pt x="5126419" y="1395395"/>
                  </a:lnTo>
                  <a:lnTo>
                    <a:pt x="5127054" y="1385574"/>
                  </a:lnTo>
                  <a:lnTo>
                    <a:pt x="5127689" y="1374927"/>
                  </a:lnTo>
                  <a:lnTo>
                    <a:pt x="5128324" y="1367002"/>
                  </a:lnTo>
                  <a:lnTo>
                    <a:pt x="5128959" y="1359032"/>
                  </a:lnTo>
                  <a:lnTo>
                    <a:pt x="5129593" y="1352533"/>
                  </a:lnTo>
                  <a:lnTo>
                    <a:pt x="5130228" y="1345943"/>
                  </a:lnTo>
                  <a:lnTo>
                    <a:pt x="5130863" y="1338860"/>
                  </a:lnTo>
                  <a:lnTo>
                    <a:pt x="5131498" y="1331613"/>
                  </a:lnTo>
                  <a:lnTo>
                    <a:pt x="5132133" y="1324464"/>
                  </a:lnTo>
                  <a:lnTo>
                    <a:pt x="5132768" y="1317467"/>
                  </a:lnTo>
                  <a:lnTo>
                    <a:pt x="5133403" y="1310757"/>
                  </a:lnTo>
                  <a:lnTo>
                    <a:pt x="5134037" y="1304799"/>
                  </a:lnTo>
                  <a:lnTo>
                    <a:pt x="5134672" y="1299920"/>
                  </a:lnTo>
                  <a:lnTo>
                    <a:pt x="5135307" y="1295741"/>
                  </a:lnTo>
                  <a:lnTo>
                    <a:pt x="5135942" y="1291882"/>
                  </a:lnTo>
                  <a:lnTo>
                    <a:pt x="5136577" y="1289205"/>
                  </a:lnTo>
                  <a:lnTo>
                    <a:pt x="5137212" y="1287988"/>
                  </a:lnTo>
                  <a:lnTo>
                    <a:pt x="5137846" y="1287850"/>
                  </a:lnTo>
                  <a:lnTo>
                    <a:pt x="5138481" y="1287819"/>
                  </a:lnTo>
                  <a:lnTo>
                    <a:pt x="5139116" y="1287648"/>
                  </a:lnTo>
                  <a:lnTo>
                    <a:pt x="5139751" y="1288003"/>
                  </a:lnTo>
                  <a:lnTo>
                    <a:pt x="5140386" y="1287406"/>
                  </a:lnTo>
                  <a:lnTo>
                    <a:pt x="5141021" y="1286812"/>
                  </a:lnTo>
                  <a:lnTo>
                    <a:pt x="5141656" y="1286577"/>
                  </a:lnTo>
                  <a:lnTo>
                    <a:pt x="5142290" y="1286273"/>
                  </a:lnTo>
                  <a:lnTo>
                    <a:pt x="5142925" y="1286038"/>
                  </a:lnTo>
                  <a:lnTo>
                    <a:pt x="5143560" y="1285105"/>
                  </a:lnTo>
                  <a:lnTo>
                    <a:pt x="5144195" y="1283419"/>
                  </a:lnTo>
                  <a:lnTo>
                    <a:pt x="5144830" y="1281179"/>
                  </a:lnTo>
                  <a:lnTo>
                    <a:pt x="5145465" y="1278331"/>
                  </a:lnTo>
                  <a:lnTo>
                    <a:pt x="5146099" y="1274502"/>
                  </a:lnTo>
                  <a:lnTo>
                    <a:pt x="5146734" y="1269532"/>
                  </a:lnTo>
                  <a:lnTo>
                    <a:pt x="5147369" y="1263338"/>
                  </a:lnTo>
                  <a:lnTo>
                    <a:pt x="5148004" y="1256039"/>
                  </a:lnTo>
                  <a:lnTo>
                    <a:pt x="5148639" y="1248262"/>
                  </a:lnTo>
                  <a:lnTo>
                    <a:pt x="5149274" y="1239863"/>
                  </a:lnTo>
                  <a:lnTo>
                    <a:pt x="5149908" y="1230740"/>
                  </a:lnTo>
                  <a:lnTo>
                    <a:pt x="5150543" y="1221867"/>
                  </a:lnTo>
                  <a:lnTo>
                    <a:pt x="5151178" y="1213207"/>
                  </a:lnTo>
                  <a:lnTo>
                    <a:pt x="5151813" y="1205569"/>
                  </a:lnTo>
                  <a:lnTo>
                    <a:pt x="5152448" y="1198617"/>
                  </a:lnTo>
                  <a:lnTo>
                    <a:pt x="5153083" y="1191526"/>
                  </a:lnTo>
                  <a:lnTo>
                    <a:pt x="5153718" y="1184680"/>
                  </a:lnTo>
                  <a:lnTo>
                    <a:pt x="5154352" y="1179932"/>
                  </a:lnTo>
                  <a:lnTo>
                    <a:pt x="5154987" y="1174658"/>
                  </a:lnTo>
                  <a:lnTo>
                    <a:pt x="5155622" y="1169746"/>
                  </a:lnTo>
                  <a:lnTo>
                    <a:pt x="5156257" y="1164831"/>
                  </a:lnTo>
                  <a:lnTo>
                    <a:pt x="5156892" y="1160292"/>
                  </a:lnTo>
                  <a:lnTo>
                    <a:pt x="5157527" y="1156352"/>
                  </a:lnTo>
                  <a:lnTo>
                    <a:pt x="5158161" y="1153955"/>
                  </a:lnTo>
                  <a:lnTo>
                    <a:pt x="5158796" y="1151604"/>
                  </a:lnTo>
                  <a:lnTo>
                    <a:pt x="5159431" y="1149417"/>
                  </a:lnTo>
                  <a:lnTo>
                    <a:pt x="5160066" y="1146578"/>
                  </a:lnTo>
                  <a:lnTo>
                    <a:pt x="5160701" y="1140370"/>
                  </a:lnTo>
                  <a:lnTo>
                    <a:pt x="5161336" y="1133933"/>
                  </a:lnTo>
                  <a:lnTo>
                    <a:pt x="5161971" y="1126018"/>
                  </a:lnTo>
                  <a:lnTo>
                    <a:pt x="5162605" y="1118415"/>
                  </a:lnTo>
                  <a:lnTo>
                    <a:pt x="5163240" y="1111261"/>
                  </a:lnTo>
                  <a:lnTo>
                    <a:pt x="5163875" y="1104921"/>
                  </a:lnTo>
                  <a:lnTo>
                    <a:pt x="5164510" y="1095138"/>
                  </a:lnTo>
                  <a:lnTo>
                    <a:pt x="5165145" y="1088467"/>
                  </a:lnTo>
                  <a:lnTo>
                    <a:pt x="5165780" y="1083332"/>
                  </a:lnTo>
                  <a:lnTo>
                    <a:pt x="5166414" y="1078917"/>
                  </a:lnTo>
                  <a:lnTo>
                    <a:pt x="5167049" y="1073601"/>
                  </a:lnTo>
                  <a:lnTo>
                    <a:pt x="5167684" y="1068657"/>
                  </a:lnTo>
                  <a:lnTo>
                    <a:pt x="5168319" y="1062929"/>
                  </a:lnTo>
                  <a:lnTo>
                    <a:pt x="5168954" y="1057796"/>
                  </a:lnTo>
                  <a:lnTo>
                    <a:pt x="5169589" y="1053692"/>
                  </a:lnTo>
                  <a:lnTo>
                    <a:pt x="5170224" y="1050040"/>
                  </a:lnTo>
                  <a:lnTo>
                    <a:pt x="5170858" y="1047001"/>
                  </a:lnTo>
                  <a:lnTo>
                    <a:pt x="5171493" y="1044369"/>
                  </a:lnTo>
                  <a:lnTo>
                    <a:pt x="5172128" y="1041255"/>
                  </a:lnTo>
                  <a:lnTo>
                    <a:pt x="5172763" y="1038508"/>
                  </a:lnTo>
                  <a:lnTo>
                    <a:pt x="5173398" y="1035018"/>
                  </a:lnTo>
                  <a:lnTo>
                    <a:pt x="5174033" y="1031817"/>
                  </a:lnTo>
                  <a:lnTo>
                    <a:pt x="5174667" y="1028313"/>
                  </a:lnTo>
                  <a:lnTo>
                    <a:pt x="5175302" y="1025079"/>
                  </a:lnTo>
                  <a:lnTo>
                    <a:pt x="5175937" y="1022341"/>
                  </a:lnTo>
                  <a:lnTo>
                    <a:pt x="5176572" y="1019303"/>
                  </a:lnTo>
                  <a:lnTo>
                    <a:pt x="5177207" y="1016176"/>
                  </a:lnTo>
                  <a:lnTo>
                    <a:pt x="5177842" y="1012822"/>
                  </a:lnTo>
                  <a:lnTo>
                    <a:pt x="5178477" y="1009485"/>
                  </a:lnTo>
                  <a:lnTo>
                    <a:pt x="5179111" y="1007400"/>
                  </a:lnTo>
                  <a:lnTo>
                    <a:pt x="5179746" y="1004626"/>
                  </a:lnTo>
                  <a:lnTo>
                    <a:pt x="5180381" y="1003259"/>
                  </a:lnTo>
                  <a:lnTo>
                    <a:pt x="5181016" y="1001693"/>
                  </a:lnTo>
                  <a:lnTo>
                    <a:pt x="5181651" y="999789"/>
                  </a:lnTo>
                  <a:lnTo>
                    <a:pt x="5182286" y="996788"/>
                  </a:lnTo>
                  <a:lnTo>
                    <a:pt x="5182920" y="994268"/>
                  </a:lnTo>
                  <a:lnTo>
                    <a:pt x="5183555" y="990225"/>
                  </a:lnTo>
                  <a:lnTo>
                    <a:pt x="5184190" y="986294"/>
                  </a:lnTo>
                  <a:lnTo>
                    <a:pt x="5184825" y="980450"/>
                  </a:lnTo>
                  <a:lnTo>
                    <a:pt x="5185460" y="974073"/>
                  </a:lnTo>
                  <a:lnTo>
                    <a:pt x="5186095" y="966757"/>
                  </a:lnTo>
                  <a:lnTo>
                    <a:pt x="5186730" y="958470"/>
                  </a:lnTo>
                  <a:lnTo>
                    <a:pt x="5187364" y="949480"/>
                  </a:lnTo>
                  <a:lnTo>
                    <a:pt x="5187999" y="940171"/>
                  </a:lnTo>
                  <a:lnTo>
                    <a:pt x="5188634" y="930700"/>
                  </a:lnTo>
                  <a:lnTo>
                    <a:pt x="5189269" y="921598"/>
                  </a:lnTo>
                  <a:lnTo>
                    <a:pt x="5189904" y="913243"/>
                  </a:lnTo>
                  <a:lnTo>
                    <a:pt x="5190539" y="906472"/>
                  </a:lnTo>
                  <a:lnTo>
                    <a:pt x="5191173" y="900256"/>
                  </a:lnTo>
                  <a:lnTo>
                    <a:pt x="5191808" y="896748"/>
                  </a:lnTo>
                  <a:lnTo>
                    <a:pt x="5192443" y="894209"/>
                  </a:lnTo>
                  <a:lnTo>
                    <a:pt x="5193078" y="893286"/>
                  </a:lnTo>
                  <a:lnTo>
                    <a:pt x="5193713" y="892934"/>
                  </a:lnTo>
                  <a:lnTo>
                    <a:pt x="5194348" y="893552"/>
                  </a:lnTo>
                  <a:lnTo>
                    <a:pt x="5194983" y="894927"/>
                  </a:lnTo>
                  <a:lnTo>
                    <a:pt x="5195617" y="896673"/>
                  </a:lnTo>
                  <a:lnTo>
                    <a:pt x="5196252" y="899628"/>
                  </a:lnTo>
                  <a:lnTo>
                    <a:pt x="5196887" y="903880"/>
                  </a:lnTo>
                  <a:lnTo>
                    <a:pt x="5197522" y="908717"/>
                  </a:lnTo>
                  <a:lnTo>
                    <a:pt x="5198157" y="914087"/>
                  </a:lnTo>
                  <a:lnTo>
                    <a:pt x="5198792" y="919646"/>
                  </a:lnTo>
                  <a:lnTo>
                    <a:pt x="5199426" y="924974"/>
                  </a:lnTo>
                  <a:lnTo>
                    <a:pt x="5200061" y="930018"/>
                  </a:lnTo>
                  <a:lnTo>
                    <a:pt x="5200696" y="935051"/>
                  </a:lnTo>
                  <a:lnTo>
                    <a:pt x="5201331" y="939522"/>
                  </a:lnTo>
                  <a:lnTo>
                    <a:pt x="5201966" y="939986"/>
                  </a:lnTo>
                  <a:lnTo>
                    <a:pt x="5202601" y="938923"/>
                  </a:lnTo>
                  <a:lnTo>
                    <a:pt x="5203235" y="937722"/>
                  </a:lnTo>
                  <a:lnTo>
                    <a:pt x="5203870" y="935280"/>
                  </a:lnTo>
                  <a:lnTo>
                    <a:pt x="5204505" y="933565"/>
                  </a:lnTo>
                  <a:lnTo>
                    <a:pt x="5205140" y="931673"/>
                  </a:lnTo>
                  <a:lnTo>
                    <a:pt x="5205775" y="930453"/>
                  </a:lnTo>
                  <a:lnTo>
                    <a:pt x="5206410" y="928493"/>
                  </a:lnTo>
                  <a:lnTo>
                    <a:pt x="5207045" y="926453"/>
                  </a:lnTo>
                  <a:lnTo>
                    <a:pt x="5207679" y="924623"/>
                  </a:lnTo>
                  <a:lnTo>
                    <a:pt x="5208314" y="922370"/>
                  </a:lnTo>
                  <a:lnTo>
                    <a:pt x="5208949" y="920609"/>
                  </a:lnTo>
                  <a:lnTo>
                    <a:pt x="5209584" y="919686"/>
                  </a:lnTo>
                  <a:lnTo>
                    <a:pt x="5210219" y="918895"/>
                  </a:lnTo>
                  <a:lnTo>
                    <a:pt x="5210854" y="918483"/>
                  </a:lnTo>
                  <a:lnTo>
                    <a:pt x="5211488" y="918568"/>
                  </a:lnTo>
                  <a:lnTo>
                    <a:pt x="5212123" y="919495"/>
                  </a:lnTo>
                  <a:lnTo>
                    <a:pt x="5212758" y="925506"/>
                  </a:lnTo>
                  <a:lnTo>
                    <a:pt x="5213393" y="932448"/>
                  </a:lnTo>
                  <a:lnTo>
                    <a:pt x="5214028" y="937331"/>
                  </a:lnTo>
                  <a:lnTo>
                    <a:pt x="5214663" y="943158"/>
                  </a:lnTo>
                  <a:lnTo>
                    <a:pt x="5215298" y="949008"/>
                  </a:lnTo>
                  <a:lnTo>
                    <a:pt x="5215932" y="951845"/>
                  </a:lnTo>
                  <a:lnTo>
                    <a:pt x="5216567" y="954906"/>
                  </a:lnTo>
                  <a:lnTo>
                    <a:pt x="5217202" y="956627"/>
                  </a:lnTo>
                  <a:lnTo>
                    <a:pt x="5217837" y="958327"/>
                  </a:lnTo>
                  <a:lnTo>
                    <a:pt x="5218472" y="959393"/>
                  </a:lnTo>
                  <a:lnTo>
                    <a:pt x="5219107" y="957818"/>
                  </a:lnTo>
                  <a:lnTo>
                    <a:pt x="5219741" y="954197"/>
                  </a:lnTo>
                  <a:lnTo>
                    <a:pt x="5220376" y="950874"/>
                  </a:lnTo>
                  <a:lnTo>
                    <a:pt x="5221011" y="950841"/>
                  </a:lnTo>
                  <a:lnTo>
                    <a:pt x="5221646" y="950985"/>
                  </a:lnTo>
                  <a:lnTo>
                    <a:pt x="5222281" y="950965"/>
                  </a:lnTo>
                  <a:lnTo>
                    <a:pt x="5222916" y="950797"/>
                  </a:lnTo>
                  <a:lnTo>
                    <a:pt x="5223551" y="950108"/>
                  </a:lnTo>
                  <a:lnTo>
                    <a:pt x="5224185" y="948989"/>
                  </a:lnTo>
                  <a:lnTo>
                    <a:pt x="5224820" y="949956"/>
                  </a:lnTo>
                  <a:lnTo>
                    <a:pt x="5225455" y="950704"/>
                  </a:lnTo>
                  <a:lnTo>
                    <a:pt x="5226090" y="951391"/>
                  </a:lnTo>
                  <a:lnTo>
                    <a:pt x="5226725" y="952078"/>
                  </a:lnTo>
                  <a:lnTo>
                    <a:pt x="5227360" y="954449"/>
                  </a:lnTo>
                  <a:lnTo>
                    <a:pt x="5227994" y="957429"/>
                  </a:lnTo>
                  <a:lnTo>
                    <a:pt x="5228629" y="960601"/>
                  </a:lnTo>
                  <a:lnTo>
                    <a:pt x="5229264" y="963511"/>
                  </a:lnTo>
                  <a:lnTo>
                    <a:pt x="5229899" y="966242"/>
                  </a:lnTo>
                  <a:lnTo>
                    <a:pt x="5230534" y="968467"/>
                  </a:lnTo>
                  <a:lnTo>
                    <a:pt x="5231169" y="970279"/>
                  </a:lnTo>
                  <a:lnTo>
                    <a:pt x="5231804" y="969439"/>
                  </a:lnTo>
                  <a:lnTo>
                    <a:pt x="5232438" y="968512"/>
                  </a:lnTo>
                  <a:lnTo>
                    <a:pt x="5233073" y="968745"/>
                  </a:lnTo>
                  <a:lnTo>
                    <a:pt x="5233708" y="969730"/>
                  </a:lnTo>
                  <a:lnTo>
                    <a:pt x="5234343" y="971378"/>
                  </a:lnTo>
                  <a:lnTo>
                    <a:pt x="5234978" y="973585"/>
                  </a:lnTo>
                  <a:lnTo>
                    <a:pt x="5235613" y="975629"/>
                  </a:lnTo>
                  <a:lnTo>
                    <a:pt x="5236247" y="977421"/>
                  </a:lnTo>
                  <a:lnTo>
                    <a:pt x="5236882" y="975773"/>
                  </a:lnTo>
                  <a:lnTo>
                    <a:pt x="5237517" y="971729"/>
                  </a:lnTo>
                  <a:lnTo>
                    <a:pt x="5238152" y="965272"/>
                  </a:lnTo>
                  <a:lnTo>
                    <a:pt x="5238787" y="958481"/>
                  </a:lnTo>
                  <a:lnTo>
                    <a:pt x="5239422" y="951272"/>
                  </a:lnTo>
                  <a:lnTo>
                    <a:pt x="5240057" y="944841"/>
                  </a:lnTo>
                  <a:lnTo>
                    <a:pt x="5240691" y="938279"/>
                  </a:lnTo>
                  <a:lnTo>
                    <a:pt x="5241326" y="933898"/>
                  </a:lnTo>
                  <a:lnTo>
                    <a:pt x="5241961" y="928696"/>
                  </a:lnTo>
                  <a:lnTo>
                    <a:pt x="5242596" y="921860"/>
                  </a:lnTo>
                  <a:lnTo>
                    <a:pt x="5243231" y="913751"/>
                  </a:lnTo>
                  <a:lnTo>
                    <a:pt x="5243866" y="904766"/>
                  </a:lnTo>
                  <a:lnTo>
                    <a:pt x="5244500" y="894875"/>
                  </a:lnTo>
                  <a:lnTo>
                    <a:pt x="5245135" y="884186"/>
                  </a:lnTo>
                  <a:lnTo>
                    <a:pt x="5245770" y="873320"/>
                  </a:lnTo>
                  <a:lnTo>
                    <a:pt x="5246405" y="863090"/>
                  </a:lnTo>
                  <a:lnTo>
                    <a:pt x="5247040" y="853123"/>
                  </a:lnTo>
                  <a:lnTo>
                    <a:pt x="5247675" y="844187"/>
                  </a:lnTo>
                  <a:lnTo>
                    <a:pt x="5248310" y="834957"/>
                  </a:lnTo>
                  <a:lnTo>
                    <a:pt x="5248944" y="826101"/>
                  </a:lnTo>
                  <a:lnTo>
                    <a:pt x="5249579" y="817326"/>
                  </a:lnTo>
                  <a:lnTo>
                    <a:pt x="5250214" y="809387"/>
                  </a:lnTo>
                  <a:lnTo>
                    <a:pt x="5250849" y="802419"/>
                  </a:lnTo>
                  <a:lnTo>
                    <a:pt x="5251484" y="796741"/>
                  </a:lnTo>
                  <a:lnTo>
                    <a:pt x="5252119" y="793594"/>
                  </a:lnTo>
                  <a:lnTo>
                    <a:pt x="5252753" y="791034"/>
                  </a:lnTo>
                  <a:lnTo>
                    <a:pt x="5253388" y="788355"/>
                  </a:lnTo>
                  <a:lnTo>
                    <a:pt x="5254023" y="784995"/>
                  </a:lnTo>
                  <a:lnTo>
                    <a:pt x="5254658" y="781627"/>
                  </a:lnTo>
                  <a:lnTo>
                    <a:pt x="5255293" y="774797"/>
                  </a:lnTo>
                  <a:lnTo>
                    <a:pt x="5255928" y="767735"/>
                  </a:lnTo>
                  <a:lnTo>
                    <a:pt x="5256563" y="759110"/>
                  </a:lnTo>
                  <a:lnTo>
                    <a:pt x="5257197" y="749988"/>
                  </a:lnTo>
                  <a:lnTo>
                    <a:pt x="5257832" y="740841"/>
                  </a:lnTo>
                  <a:lnTo>
                    <a:pt x="5258467" y="732393"/>
                  </a:lnTo>
                  <a:lnTo>
                    <a:pt x="5259102" y="724230"/>
                  </a:lnTo>
                  <a:lnTo>
                    <a:pt x="5259737" y="715771"/>
                  </a:lnTo>
                  <a:lnTo>
                    <a:pt x="5260372" y="706878"/>
                  </a:lnTo>
                  <a:lnTo>
                    <a:pt x="5261006" y="696795"/>
                  </a:lnTo>
                  <a:lnTo>
                    <a:pt x="5261641" y="685135"/>
                  </a:lnTo>
                  <a:lnTo>
                    <a:pt x="5262276" y="672707"/>
                  </a:lnTo>
                  <a:lnTo>
                    <a:pt x="5262911" y="659209"/>
                  </a:lnTo>
                  <a:lnTo>
                    <a:pt x="5263546" y="640450"/>
                  </a:lnTo>
                  <a:lnTo>
                    <a:pt x="5264181" y="621769"/>
                  </a:lnTo>
                  <a:lnTo>
                    <a:pt x="5264815" y="603271"/>
                  </a:lnTo>
                  <a:lnTo>
                    <a:pt x="5265450" y="584893"/>
                  </a:lnTo>
                  <a:lnTo>
                    <a:pt x="5266085" y="567814"/>
                  </a:lnTo>
                  <a:lnTo>
                    <a:pt x="5266720" y="551840"/>
                  </a:lnTo>
                  <a:lnTo>
                    <a:pt x="5267355" y="536768"/>
                  </a:lnTo>
                  <a:lnTo>
                    <a:pt x="5267990" y="522435"/>
                  </a:lnTo>
                  <a:lnTo>
                    <a:pt x="5268625" y="508983"/>
                  </a:lnTo>
                  <a:lnTo>
                    <a:pt x="5269259" y="496353"/>
                  </a:lnTo>
                  <a:lnTo>
                    <a:pt x="5269894" y="483550"/>
                  </a:lnTo>
                  <a:lnTo>
                    <a:pt x="5270529" y="471070"/>
                  </a:lnTo>
                  <a:lnTo>
                    <a:pt x="5271164" y="458633"/>
                  </a:lnTo>
                  <a:lnTo>
                    <a:pt x="5271799" y="446743"/>
                  </a:lnTo>
                  <a:lnTo>
                    <a:pt x="5272434" y="440157"/>
                  </a:lnTo>
                  <a:lnTo>
                    <a:pt x="5273068" y="437714"/>
                  </a:lnTo>
                  <a:lnTo>
                    <a:pt x="5273703" y="435842"/>
                  </a:lnTo>
                  <a:lnTo>
                    <a:pt x="5274338" y="434746"/>
                  </a:lnTo>
                  <a:lnTo>
                    <a:pt x="5274973" y="434400"/>
                  </a:lnTo>
                  <a:lnTo>
                    <a:pt x="5275608" y="433544"/>
                  </a:lnTo>
                  <a:lnTo>
                    <a:pt x="5276243" y="434173"/>
                  </a:lnTo>
                  <a:lnTo>
                    <a:pt x="5276878" y="435164"/>
                  </a:lnTo>
                  <a:lnTo>
                    <a:pt x="5277512" y="435509"/>
                  </a:lnTo>
                  <a:lnTo>
                    <a:pt x="5278147" y="434060"/>
                  </a:lnTo>
                  <a:lnTo>
                    <a:pt x="5278782" y="432972"/>
                  </a:lnTo>
                  <a:lnTo>
                    <a:pt x="5279417" y="432311"/>
                  </a:lnTo>
                  <a:lnTo>
                    <a:pt x="5280052" y="432425"/>
                  </a:lnTo>
                  <a:lnTo>
                    <a:pt x="5280687" y="432819"/>
                  </a:lnTo>
                  <a:lnTo>
                    <a:pt x="5281321" y="431467"/>
                  </a:lnTo>
                  <a:lnTo>
                    <a:pt x="5281956" y="430116"/>
                  </a:lnTo>
                  <a:lnTo>
                    <a:pt x="5282591" y="429616"/>
                  </a:lnTo>
                  <a:lnTo>
                    <a:pt x="5283226" y="427399"/>
                  </a:lnTo>
                  <a:lnTo>
                    <a:pt x="5283861" y="426916"/>
                  </a:lnTo>
                  <a:lnTo>
                    <a:pt x="5284496" y="425498"/>
                  </a:lnTo>
                  <a:lnTo>
                    <a:pt x="5285131" y="423702"/>
                  </a:lnTo>
                  <a:lnTo>
                    <a:pt x="5285765" y="421784"/>
                  </a:lnTo>
                  <a:lnTo>
                    <a:pt x="5286400" y="419390"/>
                  </a:lnTo>
                  <a:lnTo>
                    <a:pt x="5287035" y="417474"/>
                  </a:lnTo>
                  <a:lnTo>
                    <a:pt x="5287670" y="418593"/>
                  </a:lnTo>
                  <a:lnTo>
                    <a:pt x="5288305" y="419172"/>
                  </a:lnTo>
                  <a:lnTo>
                    <a:pt x="5288940" y="420314"/>
                  </a:lnTo>
                  <a:lnTo>
                    <a:pt x="5289574" y="420522"/>
                  </a:lnTo>
                  <a:lnTo>
                    <a:pt x="5290209" y="420348"/>
                  </a:lnTo>
                  <a:lnTo>
                    <a:pt x="5290844" y="419224"/>
                  </a:lnTo>
                  <a:lnTo>
                    <a:pt x="5291479" y="419943"/>
                  </a:lnTo>
                  <a:lnTo>
                    <a:pt x="5292114" y="417414"/>
                  </a:lnTo>
                  <a:lnTo>
                    <a:pt x="5292749" y="413814"/>
                  </a:lnTo>
                  <a:lnTo>
                    <a:pt x="5293384" y="409518"/>
                  </a:lnTo>
                  <a:lnTo>
                    <a:pt x="5294018" y="407669"/>
                  </a:lnTo>
                  <a:lnTo>
                    <a:pt x="5294653" y="403931"/>
                  </a:lnTo>
                  <a:lnTo>
                    <a:pt x="5295288" y="400235"/>
                  </a:lnTo>
                  <a:lnTo>
                    <a:pt x="5295923" y="397097"/>
                  </a:lnTo>
                  <a:lnTo>
                    <a:pt x="5296558" y="391689"/>
                  </a:lnTo>
                  <a:lnTo>
                    <a:pt x="5297193" y="386043"/>
                  </a:lnTo>
                  <a:lnTo>
                    <a:pt x="5297827" y="379579"/>
                  </a:lnTo>
                  <a:lnTo>
                    <a:pt x="5298462" y="372374"/>
                  </a:lnTo>
                  <a:lnTo>
                    <a:pt x="5299097" y="365803"/>
                  </a:lnTo>
                  <a:lnTo>
                    <a:pt x="5299732" y="359525"/>
                  </a:lnTo>
                  <a:lnTo>
                    <a:pt x="5300367" y="354031"/>
                  </a:lnTo>
                  <a:lnTo>
                    <a:pt x="5301002" y="348569"/>
                  </a:lnTo>
                  <a:lnTo>
                    <a:pt x="5301637" y="343750"/>
                  </a:lnTo>
                  <a:lnTo>
                    <a:pt x="5302271" y="339212"/>
                  </a:lnTo>
                  <a:lnTo>
                    <a:pt x="5302906" y="336222"/>
                  </a:lnTo>
                  <a:lnTo>
                    <a:pt x="5303541" y="331313"/>
                  </a:lnTo>
                  <a:lnTo>
                    <a:pt x="5304176" y="323153"/>
                  </a:lnTo>
                  <a:lnTo>
                    <a:pt x="5304811" y="316055"/>
                  </a:lnTo>
                  <a:lnTo>
                    <a:pt x="5305446" y="309807"/>
                  </a:lnTo>
                  <a:lnTo>
                    <a:pt x="5306080" y="304458"/>
                  </a:lnTo>
                  <a:lnTo>
                    <a:pt x="5306715" y="300599"/>
                  </a:lnTo>
                  <a:lnTo>
                    <a:pt x="5307350" y="299205"/>
                  </a:lnTo>
                  <a:lnTo>
                    <a:pt x="5307985" y="299177"/>
                  </a:lnTo>
                  <a:lnTo>
                    <a:pt x="5308620" y="300739"/>
                  </a:lnTo>
                  <a:lnTo>
                    <a:pt x="5309255" y="303199"/>
                  </a:lnTo>
                  <a:lnTo>
                    <a:pt x="5309890" y="306071"/>
                  </a:lnTo>
                  <a:lnTo>
                    <a:pt x="5310524" y="310588"/>
                  </a:lnTo>
                  <a:lnTo>
                    <a:pt x="5311159" y="314167"/>
                  </a:lnTo>
                  <a:lnTo>
                    <a:pt x="5311794" y="319689"/>
                  </a:lnTo>
                  <a:lnTo>
                    <a:pt x="5312429" y="323864"/>
                  </a:lnTo>
                  <a:lnTo>
                    <a:pt x="5313064" y="327802"/>
                  </a:lnTo>
                  <a:lnTo>
                    <a:pt x="5313699" y="331487"/>
                  </a:lnTo>
                  <a:lnTo>
                    <a:pt x="5314333" y="335211"/>
                  </a:lnTo>
                  <a:lnTo>
                    <a:pt x="5314968" y="338267"/>
                  </a:lnTo>
                  <a:lnTo>
                    <a:pt x="5315603" y="340365"/>
                  </a:lnTo>
                  <a:lnTo>
                    <a:pt x="5316238" y="344049"/>
                  </a:lnTo>
                  <a:lnTo>
                    <a:pt x="5316873" y="347021"/>
                  </a:lnTo>
                  <a:lnTo>
                    <a:pt x="5317508" y="348991"/>
                  </a:lnTo>
                  <a:lnTo>
                    <a:pt x="5318142" y="350633"/>
                  </a:lnTo>
                  <a:lnTo>
                    <a:pt x="5318777" y="351769"/>
                  </a:lnTo>
                  <a:lnTo>
                    <a:pt x="5319412" y="351726"/>
                  </a:lnTo>
                  <a:lnTo>
                    <a:pt x="5320047" y="350175"/>
                  </a:lnTo>
                  <a:lnTo>
                    <a:pt x="5320682" y="348742"/>
                  </a:lnTo>
                  <a:lnTo>
                    <a:pt x="5321317" y="346815"/>
                  </a:lnTo>
                  <a:lnTo>
                    <a:pt x="5321952" y="344417"/>
                  </a:lnTo>
                  <a:lnTo>
                    <a:pt x="5322586" y="342011"/>
                  </a:lnTo>
                  <a:lnTo>
                    <a:pt x="5323221" y="339371"/>
                  </a:lnTo>
                  <a:lnTo>
                    <a:pt x="5323856" y="336546"/>
                  </a:lnTo>
                  <a:lnTo>
                    <a:pt x="5324491" y="333816"/>
                  </a:lnTo>
                  <a:lnTo>
                    <a:pt x="5325126" y="330953"/>
                  </a:lnTo>
                  <a:lnTo>
                    <a:pt x="5325761" y="328480"/>
                  </a:lnTo>
                  <a:lnTo>
                    <a:pt x="5326395" y="326265"/>
                  </a:lnTo>
                  <a:lnTo>
                    <a:pt x="5327030" y="324164"/>
                  </a:lnTo>
                  <a:lnTo>
                    <a:pt x="5327665" y="318806"/>
                  </a:lnTo>
                  <a:lnTo>
                    <a:pt x="5328300" y="313695"/>
                  </a:lnTo>
                  <a:lnTo>
                    <a:pt x="5328935" y="308554"/>
                  </a:lnTo>
                  <a:lnTo>
                    <a:pt x="5329570" y="304468"/>
                  </a:lnTo>
                  <a:lnTo>
                    <a:pt x="5330205" y="300049"/>
                  </a:lnTo>
                  <a:lnTo>
                    <a:pt x="5330839" y="298980"/>
                  </a:lnTo>
                  <a:lnTo>
                    <a:pt x="5331474" y="296620"/>
                  </a:lnTo>
                  <a:lnTo>
                    <a:pt x="5332109" y="294322"/>
                  </a:lnTo>
                  <a:lnTo>
                    <a:pt x="5332744" y="290701"/>
                  </a:lnTo>
                  <a:lnTo>
                    <a:pt x="5333379" y="287995"/>
                  </a:lnTo>
                  <a:lnTo>
                    <a:pt x="5334014" y="285896"/>
                  </a:lnTo>
                  <a:lnTo>
                    <a:pt x="5334648" y="283210"/>
                  </a:lnTo>
                  <a:lnTo>
                    <a:pt x="5335283" y="281468"/>
                  </a:lnTo>
                  <a:lnTo>
                    <a:pt x="5335918" y="278691"/>
                  </a:lnTo>
                  <a:lnTo>
                    <a:pt x="5336553" y="274521"/>
                  </a:lnTo>
                  <a:lnTo>
                    <a:pt x="5337188" y="270686"/>
                  </a:lnTo>
                  <a:lnTo>
                    <a:pt x="5337823" y="267317"/>
                  </a:lnTo>
                  <a:lnTo>
                    <a:pt x="5338458" y="264181"/>
                  </a:lnTo>
                  <a:lnTo>
                    <a:pt x="5339092" y="261340"/>
                  </a:lnTo>
                  <a:lnTo>
                    <a:pt x="5339727" y="256701"/>
                  </a:lnTo>
                  <a:lnTo>
                    <a:pt x="5340362" y="252662"/>
                  </a:lnTo>
                  <a:lnTo>
                    <a:pt x="5340997" y="248505"/>
                  </a:lnTo>
                  <a:lnTo>
                    <a:pt x="5341632" y="244884"/>
                  </a:lnTo>
                  <a:lnTo>
                    <a:pt x="5342267" y="240101"/>
                  </a:lnTo>
                  <a:lnTo>
                    <a:pt x="5342901" y="234484"/>
                  </a:lnTo>
                  <a:lnTo>
                    <a:pt x="5343536" y="229395"/>
                  </a:lnTo>
                  <a:lnTo>
                    <a:pt x="5344171" y="222529"/>
                  </a:lnTo>
                  <a:lnTo>
                    <a:pt x="5344806" y="215632"/>
                  </a:lnTo>
                  <a:lnTo>
                    <a:pt x="5345441" y="209314"/>
                  </a:lnTo>
                  <a:lnTo>
                    <a:pt x="5346076" y="206563"/>
                  </a:lnTo>
                  <a:lnTo>
                    <a:pt x="5346711" y="202217"/>
                  </a:lnTo>
                  <a:lnTo>
                    <a:pt x="5347345" y="196904"/>
                  </a:lnTo>
                  <a:lnTo>
                    <a:pt x="5347980" y="188635"/>
                  </a:lnTo>
                  <a:lnTo>
                    <a:pt x="5348615" y="178790"/>
                  </a:lnTo>
                  <a:lnTo>
                    <a:pt x="5349250" y="168981"/>
                  </a:lnTo>
                  <a:lnTo>
                    <a:pt x="5349885" y="158555"/>
                  </a:lnTo>
                  <a:lnTo>
                    <a:pt x="5350520" y="152378"/>
                  </a:lnTo>
                  <a:lnTo>
                    <a:pt x="5351154" y="144767"/>
                  </a:lnTo>
                  <a:lnTo>
                    <a:pt x="5351789" y="140235"/>
                  </a:lnTo>
                  <a:lnTo>
                    <a:pt x="5352424" y="135142"/>
                  </a:lnTo>
                  <a:lnTo>
                    <a:pt x="5353059" y="129536"/>
                  </a:lnTo>
                  <a:lnTo>
                    <a:pt x="5353694" y="123747"/>
                  </a:lnTo>
                  <a:lnTo>
                    <a:pt x="5354329" y="116769"/>
                  </a:lnTo>
                  <a:lnTo>
                    <a:pt x="5354964" y="109596"/>
                  </a:lnTo>
                  <a:lnTo>
                    <a:pt x="5355598" y="101406"/>
                  </a:lnTo>
                  <a:lnTo>
                    <a:pt x="5356233" y="92622"/>
                  </a:lnTo>
                  <a:lnTo>
                    <a:pt x="5356868" y="83531"/>
                  </a:lnTo>
                  <a:lnTo>
                    <a:pt x="5357503" y="74838"/>
                  </a:lnTo>
                  <a:lnTo>
                    <a:pt x="5358138" y="67772"/>
                  </a:lnTo>
                  <a:lnTo>
                    <a:pt x="5358773" y="63544"/>
                  </a:lnTo>
                  <a:lnTo>
                    <a:pt x="5359407" y="59833"/>
                  </a:lnTo>
                  <a:lnTo>
                    <a:pt x="5360042" y="55820"/>
                  </a:lnTo>
                  <a:lnTo>
                    <a:pt x="5360677" y="49823"/>
                  </a:lnTo>
                  <a:lnTo>
                    <a:pt x="5361312" y="44056"/>
                  </a:lnTo>
                  <a:lnTo>
                    <a:pt x="5361947" y="35469"/>
                  </a:lnTo>
                  <a:lnTo>
                    <a:pt x="5362582" y="27650"/>
                  </a:lnTo>
                  <a:lnTo>
                    <a:pt x="5363217" y="20524"/>
                  </a:lnTo>
                  <a:lnTo>
                    <a:pt x="5363851" y="14584"/>
                  </a:lnTo>
                  <a:lnTo>
                    <a:pt x="5364486" y="10950"/>
                  </a:lnTo>
                  <a:lnTo>
                    <a:pt x="5365121" y="9061"/>
                  </a:lnTo>
                  <a:lnTo>
                    <a:pt x="5365756" y="8122"/>
                  </a:lnTo>
                  <a:lnTo>
                    <a:pt x="5366391" y="8150"/>
                  </a:lnTo>
                  <a:lnTo>
                    <a:pt x="5367026" y="7201"/>
                  </a:lnTo>
                  <a:lnTo>
                    <a:pt x="5367660" y="6063"/>
                  </a:lnTo>
                  <a:lnTo>
                    <a:pt x="5368295" y="2805"/>
                  </a:lnTo>
                  <a:lnTo>
                    <a:pt x="5368930" y="540"/>
                  </a:lnTo>
                  <a:lnTo>
                    <a:pt x="5369565" y="0"/>
                  </a:lnTo>
                  <a:lnTo>
                    <a:pt x="5370200" y="726"/>
                  </a:lnTo>
                  <a:lnTo>
                    <a:pt x="5370835" y="2383"/>
                  </a:lnTo>
                  <a:lnTo>
                    <a:pt x="5371469" y="5612"/>
                  </a:lnTo>
                  <a:lnTo>
                    <a:pt x="5372104" y="10045"/>
                  </a:lnTo>
                  <a:lnTo>
                    <a:pt x="5372739" y="13785"/>
                  </a:lnTo>
                  <a:lnTo>
                    <a:pt x="5373374" y="16554"/>
                  </a:lnTo>
                  <a:lnTo>
                    <a:pt x="5374009" y="18261"/>
                  </a:lnTo>
                  <a:lnTo>
                    <a:pt x="5374644" y="23045"/>
                  </a:lnTo>
                  <a:lnTo>
                    <a:pt x="5375279" y="27772"/>
                  </a:lnTo>
                  <a:lnTo>
                    <a:pt x="5375913" y="33427"/>
                  </a:lnTo>
                  <a:lnTo>
                    <a:pt x="5376548" y="40332"/>
                  </a:lnTo>
                  <a:lnTo>
                    <a:pt x="5377183" y="47196"/>
                  </a:lnTo>
                  <a:lnTo>
                    <a:pt x="5377818" y="53303"/>
                  </a:lnTo>
                  <a:lnTo>
                    <a:pt x="5378453" y="58958"/>
                  </a:lnTo>
                  <a:lnTo>
                    <a:pt x="5379088" y="63999"/>
                  </a:lnTo>
                  <a:lnTo>
                    <a:pt x="5379722" y="69503"/>
                  </a:lnTo>
                  <a:lnTo>
                    <a:pt x="5380357" y="75039"/>
                  </a:lnTo>
                  <a:lnTo>
                    <a:pt x="5380992" y="81205"/>
                  </a:lnTo>
                  <a:lnTo>
                    <a:pt x="5381627" y="88297"/>
                  </a:lnTo>
                  <a:lnTo>
                    <a:pt x="5382262" y="96668"/>
                  </a:lnTo>
                  <a:lnTo>
                    <a:pt x="5382897" y="105972"/>
                  </a:lnTo>
                  <a:lnTo>
                    <a:pt x="5383532" y="115995"/>
                  </a:lnTo>
                  <a:lnTo>
                    <a:pt x="5384166" y="126501"/>
                  </a:lnTo>
                  <a:lnTo>
                    <a:pt x="5384801" y="138187"/>
                  </a:lnTo>
                  <a:lnTo>
                    <a:pt x="5385436" y="148265"/>
                  </a:lnTo>
                  <a:lnTo>
                    <a:pt x="5386071" y="157655"/>
                  </a:lnTo>
                  <a:lnTo>
                    <a:pt x="5386706" y="167770"/>
                  </a:lnTo>
                  <a:lnTo>
                    <a:pt x="5387341" y="178741"/>
                  </a:lnTo>
                  <a:lnTo>
                    <a:pt x="5387975" y="190692"/>
                  </a:lnTo>
                  <a:lnTo>
                    <a:pt x="5388610" y="203389"/>
                  </a:lnTo>
                  <a:lnTo>
                    <a:pt x="5389245" y="216571"/>
                  </a:lnTo>
                  <a:lnTo>
                    <a:pt x="5389880" y="230844"/>
                  </a:lnTo>
                  <a:lnTo>
                    <a:pt x="5390515" y="250021"/>
                  </a:lnTo>
                  <a:lnTo>
                    <a:pt x="5391150" y="268477"/>
                  </a:lnTo>
                  <a:lnTo>
                    <a:pt x="5391785" y="286544"/>
                  </a:lnTo>
                  <a:lnTo>
                    <a:pt x="5392419" y="305209"/>
                  </a:lnTo>
                  <a:lnTo>
                    <a:pt x="5393054" y="323465"/>
                  </a:lnTo>
                  <a:lnTo>
                    <a:pt x="5393689" y="340906"/>
                  </a:lnTo>
                  <a:lnTo>
                    <a:pt x="5394324" y="357654"/>
                  </a:lnTo>
                  <a:lnTo>
                    <a:pt x="5394959" y="374079"/>
                  </a:lnTo>
                  <a:lnTo>
                    <a:pt x="5395594" y="390295"/>
                  </a:lnTo>
                  <a:lnTo>
                    <a:pt x="5396228" y="405980"/>
                  </a:lnTo>
                  <a:lnTo>
                    <a:pt x="5396863" y="421770"/>
                  </a:lnTo>
                  <a:lnTo>
                    <a:pt x="5397498" y="437626"/>
                  </a:lnTo>
                  <a:lnTo>
                    <a:pt x="5398133" y="453785"/>
                  </a:lnTo>
                  <a:lnTo>
                    <a:pt x="5398768" y="469869"/>
                  </a:lnTo>
                  <a:lnTo>
                    <a:pt x="5399403" y="481534"/>
                  </a:lnTo>
                  <a:lnTo>
                    <a:pt x="5400038" y="489926"/>
                  </a:lnTo>
                  <a:lnTo>
                    <a:pt x="5400672" y="498808"/>
                  </a:lnTo>
                  <a:lnTo>
                    <a:pt x="5401307" y="507660"/>
                  </a:lnTo>
                  <a:lnTo>
                    <a:pt x="5401942" y="516290"/>
                  </a:lnTo>
                  <a:lnTo>
                    <a:pt x="5402577" y="525008"/>
                  </a:lnTo>
                  <a:lnTo>
                    <a:pt x="5403212" y="532187"/>
                  </a:lnTo>
                  <a:lnTo>
                    <a:pt x="5403847" y="538762"/>
                  </a:lnTo>
                  <a:lnTo>
                    <a:pt x="5404481" y="545889"/>
                  </a:lnTo>
                  <a:lnTo>
                    <a:pt x="5405116" y="554510"/>
                  </a:lnTo>
                  <a:lnTo>
                    <a:pt x="5405751" y="562895"/>
                  </a:lnTo>
                  <a:lnTo>
                    <a:pt x="5406386" y="571182"/>
                  </a:lnTo>
                  <a:lnTo>
                    <a:pt x="5407021" y="578937"/>
                  </a:lnTo>
                  <a:lnTo>
                    <a:pt x="5407656" y="586974"/>
                  </a:lnTo>
                  <a:lnTo>
                    <a:pt x="5408291" y="594601"/>
                  </a:lnTo>
                  <a:lnTo>
                    <a:pt x="5408925" y="602573"/>
                  </a:lnTo>
                  <a:lnTo>
                    <a:pt x="5409560" y="610036"/>
                  </a:lnTo>
                  <a:lnTo>
                    <a:pt x="5410195" y="619407"/>
                  </a:lnTo>
                  <a:lnTo>
                    <a:pt x="5410830" y="627077"/>
                  </a:lnTo>
                  <a:lnTo>
                    <a:pt x="5411465" y="635679"/>
                  </a:lnTo>
                  <a:lnTo>
                    <a:pt x="5412100" y="643820"/>
                  </a:lnTo>
                  <a:lnTo>
                    <a:pt x="5412734" y="652833"/>
                  </a:lnTo>
                  <a:lnTo>
                    <a:pt x="5413369" y="662795"/>
                  </a:lnTo>
                  <a:lnTo>
                    <a:pt x="5414004" y="672883"/>
                  </a:lnTo>
                  <a:lnTo>
                    <a:pt x="5414639" y="682829"/>
                  </a:lnTo>
                  <a:lnTo>
                    <a:pt x="5415274" y="693233"/>
                  </a:lnTo>
                  <a:lnTo>
                    <a:pt x="5415909" y="703859"/>
                  </a:lnTo>
                  <a:lnTo>
                    <a:pt x="5416544" y="715560"/>
                  </a:lnTo>
                  <a:lnTo>
                    <a:pt x="5417178" y="726751"/>
                  </a:lnTo>
                  <a:lnTo>
                    <a:pt x="5417813" y="737717"/>
                  </a:lnTo>
                  <a:lnTo>
                    <a:pt x="5418448" y="748786"/>
                  </a:lnTo>
                  <a:lnTo>
                    <a:pt x="5419083" y="759508"/>
                  </a:lnTo>
                  <a:lnTo>
                    <a:pt x="5419718" y="769931"/>
                  </a:lnTo>
                  <a:lnTo>
                    <a:pt x="5420353" y="780756"/>
                  </a:lnTo>
                  <a:lnTo>
                    <a:pt x="5420987" y="790530"/>
                  </a:lnTo>
                  <a:lnTo>
                    <a:pt x="5421622" y="801790"/>
                  </a:lnTo>
                  <a:lnTo>
                    <a:pt x="5422257" y="812676"/>
                  </a:lnTo>
                  <a:lnTo>
                    <a:pt x="5422892" y="823106"/>
                  </a:lnTo>
                  <a:lnTo>
                    <a:pt x="5423527" y="835143"/>
                  </a:lnTo>
                  <a:lnTo>
                    <a:pt x="5424162" y="846212"/>
                  </a:lnTo>
                  <a:lnTo>
                    <a:pt x="5424796" y="857806"/>
                  </a:lnTo>
                  <a:lnTo>
                    <a:pt x="5425431" y="869709"/>
                  </a:lnTo>
                  <a:lnTo>
                    <a:pt x="5426066" y="881266"/>
                  </a:lnTo>
                  <a:lnTo>
                    <a:pt x="5426701" y="891977"/>
                  </a:lnTo>
                  <a:lnTo>
                    <a:pt x="5427336" y="902675"/>
                  </a:lnTo>
                  <a:lnTo>
                    <a:pt x="5427971" y="913121"/>
                  </a:lnTo>
                  <a:lnTo>
                    <a:pt x="5428606" y="922806"/>
                  </a:lnTo>
                  <a:lnTo>
                    <a:pt x="5429240" y="931495"/>
                  </a:lnTo>
                  <a:lnTo>
                    <a:pt x="5429875" y="939205"/>
                  </a:lnTo>
                  <a:lnTo>
                    <a:pt x="5430510" y="948904"/>
                  </a:lnTo>
                  <a:lnTo>
                    <a:pt x="5431145" y="962188"/>
                  </a:lnTo>
                  <a:lnTo>
                    <a:pt x="5431780" y="974230"/>
                  </a:lnTo>
                  <a:lnTo>
                    <a:pt x="5432415" y="984829"/>
                  </a:lnTo>
                  <a:lnTo>
                    <a:pt x="5433049" y="994450"/>
                  </a:lnTo>
                  <a:lnTo>
                    <a:pt x="5433684" y="1002820"/>
                  </a:lnTo>
                  <a:lnTo>
                    <a:pt x="5434319" y="1008873"/>
                  </a:lnTo>
                  <a:lnTo>
                    <a:pt x="5434954" y="1013096"/>
                  </a:lnTo>
                  <a:lnTo>
                    <a:pt x="5435589" y="1015240"/>
                  </a:lnTo>
                  <a:lnTo>
                    <a:pt x="5436224" y="1017337"/>
                  </a:lnTo>
                  <a:lnTo>
                    <a:pt x="5436859" y="1018875"/>
                  </a:lnTo>
                  <a:lnTo>
                    <a:pt x="5437493" y="1020251"/>
                  </a:lnTo>
                  <a:lnTo>
                    <a:pt x="5438128" y="1021636"/>
                  </a:lnTo>
                  <a:lnTo>
                    <a:pt x="5438763" y="1022262"/>
                  </a:lnTo>
                  <a:lnTo>
                    <a:pt x="5439398" y="1022044"/>
                  </a:lnTo>
                  <a:lnTo>
                    <a:pt x="5440033" y="1020061"/>
                  </a:lnTo>
                  <a:lnTo>
                    <a:pt x="5440668" y="1017015"/>
                  </a:lnTo>
                  <a:lnTo>
                    <a:pt x="5441302" y="1013808"/>
                  </a:lnTo>
                  <a:lnTo>
                    <a:pt x="5441937" y="1011350"/>
                  </a:lnTo>
                  <a:lnTo>
                    <a:pt x="5442572" y="1009149"/>
                  </a:lnTo>
                  <a:lnTo>
                    <a:pt x="5443207" y="1004451"/>
                  </a:lnTo>
                  <a:lnTo>
                    <a:pt x="5443842" y="999852"/>
                  </a:lnTo>
                  <a:lnTo>
                    <a:pt x="5444477" y="998356"/>
                  </a:lnTo>
                  <a:lnTo>
                    <a:pt x="5445112" y="996375"/>
                  </a:lnTo>
                  <a:lnTo>
                    <a:pt x="5445746" y="991706"/>
                  </a:lnTo>
                  <a:lnTo>
                    <a:pt x="5446381" y="986979"/>
                  </a:lnTo>
                  <a:lnTo>
                    <a:pt x="5447016" y="985006"/>
                  </a:lnTo>
                  <a:lnTo>
                    <a:pt x="5447651" y="982338"/>
                  </a:lnTo>
                  <a:lnTo>
                    <a:pt x="5448286" y="979494"/>
                  </a:lnTo>
                  <a:lnTo>
                    <a:pt x="5448921" y="978764"/>
                  </a:lnTo>
                  <a:lnTo>
                    <a:pt x="5449555" y="977870"/>
                  </a:lnTo>
                  <a:lnTo>
                    <a:pt x="5450190" y="976543"/>
                  </a:lnTo>
                  <a:lnTo>
                    <a:pt x="5450825" y="974509"/>
                  </a:lnTo>
                  <a:lnTo>
                    <a:pt x="5451460" y="972000"/>
                  </a:lnTo>
                  <a:lnTo>
                    <a:pt x="5452095" y="969145"/>
                  </a:lnTo>
                  <a:lnTo>
                    <a:pt x="5452730" y="965277"/>
                  </a:lnTo>
                  <a:lnTo>
                    <a:pt x="5453365" y="960346"/>
                  </a:lnTo>
                  <a:lnTo>
                    <a:pt x="5453999" y="956454"/>
                  </a:lnTo>
                  <a:lnTo>
                    <a:pt x="5454634" y="955295"/>
                  </a:lnTo>
                  <a:lnTo>
                    <a:pt x="5455269" y="955012"/>
                  </a:lnTo>
                  <a:lnTo>
                    <a:pt x="5455904" y="954351"/>
                  </a:lnTo>
                  <a:lnTo>
                    <a:pt x="5456539" y="953584"/>
                  </a:lnTo>
                  <a:lnTo>
                    <a:pt x="5457174" y="952895"/>
                  </a:lnTo>
                  <a:lnTo>
                    <a:pt x="5457808" y="950886"/>
                  </a:lnTo>
                  <a:lnTo>
                    <a:pt x="5458443" y="949421"/>
                  </a:lnTo>
                  <a:lnTo>
                    <a:pt x="5459078" y="948026"/>
                  </a:lnTo>
                  <a:lnTo>
                    <a:pt x="5459713" y="947280"/>
                  </a:lnTo>
                  <a:lnTo>
                    <a:pt x="5460348" y="945024"/>
                  </a:lnTo>
                  <a:lnTo>
                    <a:pt x="5460983" y="942518"/>
                  </a:lnTo>
                  <a:lnTo>
                    <a:pt x="5461618" y="940312"/>
                  </a:lnTo>
                  <a:lnTo>
                    <a:pt x="5462252" y="937643"/>
                  </a:lnTo>
                  <a:lnTo>
                    <a:pt x="5462887" y="935808"/>
                  </a:lnTo>
                  <a:lnTo>
                    <a:pt x="5463522" y="933531"/>
                  </a:lnTo>
                  <a:lnTo>
                    <a:pt x="5464157" y="931982"/>
                  </a:lnTo>
                  <a:lnTo>
                    <a:pt x="5464792" y="928651"/>
                  </a:lnTo>
                  <a:lnTo>
                    <a:pt x="5465427" y="925910"/>
                  </a:lnTo>
                  <a:lnTo>
                    <a:pt x="5466061" y="923639"/>
                  </a:lnTo>
                  <a:lnTo>
                    <a:pt x="5466696" y="920698"/>
                  </a:lnTo>
                  <a:lnTo>
                    <a:pt x="5467331" y="918121"/>
                  </a:lnTo>
                  <a:lnTo>
                    <a:pt x="5467966" y="915281"/>
                  </a:lnTo>
                  <a:lnTo>
                    <a:pt x="5468601" y="908709"/>
                  </a:lnTo>
                  <a:lnTo>
                    <a:pt x="5469236" y="903517"/>
                  </a:lnTo>
                  <a:lnTo>
                    <a:pt x="5469871" y="899672"/>
                  </a:lnTo>
                  <a:lnTo>
                    <a:pt x="5470505" y="895542"/>
                  </a:lnTo>
                  <a:lnTo>
                    <a:pt x="5471140" y="896178"/>
                  </a:lnTo>
                  <a:lnTo>
                    <a:pt x="5471775" y="898096"/>
                  </a:lnTo>
                  <a:lnTo>
                    <a:pt x="5472410" y="901123"/>
                  </a:lnTo>
                  <a:lnTo>
                    <a:pt x="5473045" y="904987"/>
                  </a:lnTo>
                  <a:lnTo>
                    <a:pt x="5473680" y="912721"/>
                  </a:lnTo>
                  <a:lnTo>
                    <a:pt x="5474314" y="920350"/>
                  </a:lnTo>
                  <a:lnTo>
                    <a:pt x="5474949" y="927400"/>
                  </a:lnTo>
                  <a:lnTo>
                    <a:pt x="5475584" y="935048"/>
                  </a:lnTo>
                  <a:lnTo>
                    <a:pt x="5476219" y="942354"/>
                  </a:lnTo>
                  <a:lnTo>
                    <a:pt x="5476854" y="950572"/>
                  </a:lnTo>
                  <a:lnTo>
                    <a:pt x="5477489" y="955638"/>
                  </a:lnTo>
                  <a:lnTo>
                    <a:pt x="5478124" y="962603"/>
                  </a:lnTo>
                  <a:lnTo>
                    <a:pt x="5478758" y="966906"/>
                  </a:lnTo>
                  <a:lnTo>
                    <a:pt x="5479393" y="972245"/>
                  </a:lnTo>
                  <a:lnTo>
                    <a:pt x="5480028" y="977967"/>
                  </a:lnTo>
                  <a:lnTo>
                    <a:pt x="5480663" y="983601"/>
                  </a:lnTo>
                  <a:lnTo>
                    <a:pt x="5481298" y="989028"/>
                  </a:lnTo>
                  <a:lnTo>
                    <a:pt x="5481933" y="993940"/>
                  </a:lnTo>
                  <a:lnTo>
                    <a:pt x="5482567" y="998337"/>
                  </a:lnTo>
                  <a:lnTo>
                    <a:pt x="5483202" y="1002898"/>
                  </a:lnTo>
                  <a:lnTo>
                    <a:pt x="5483837" y="1007731"/>
                  </a:lnTo>
                  <a:lnTo>
                    <a:pt x="5484472" y="1012387"/>
                  </a:lnTo>
                  <a:lnTo>
                    <a:pt x="5485107" y="1016206"/>
                  </a:lnTo>
                  <a:lnTo>
                    <a:pt x="5485742" y="1019504"/>
                  </a:lnTo>
                  <a:lnTo>
                    <a:pt x="5486376" y="1022247"/>
                  </a:lnTo>
                  <a:lnTo>
                    <a:pt x="5487011" y="1024344"/>
                  </a:lnTo>
                  <a:lnTo>
                    <a:pt x="5487646" y="1028177"/>
                  </a:lnTo>
                  <a:lnTo>
                    <a:pt x="5488281" y="1031239"/>
                  </a:lnTo>
                  <a:lnTo>
                    <a:pt x="5488916" y="1036316"/>
                  </a:lnTo>
                  <a:lnTo>
                    <a:pt x="5489551" y="1039637"/>
                  </a:lnTo>
                  <a:lnTo>
                    <a:pt x="5490186" y="1041734"/>
                  </a:lnTo>
                  <a:lnTo>
                    <a:pt x="5490820" y="1043822"/>
                  </a:lnTo>
                  <a:lnTo>
                    <a:pt x="5491455" y="1044894"/>
                  </a:lnTo>
                  <a:lnTo>
                    <a:pt x="5492090" y="1045719"/>
                  </a:lnTo>
                  <a:lnTo>
                    <a:pt x="5492725" y="1046611"/>
                  </a:lnTo>
                  <a:lnTo>
                    <a:pt x="5493360" y="1046905"/>
                  </a:lnTo>
                  <a:lnTo>
                    <a:pt x="5493995" y="1046175"/>
                  </a:lnTo>
                  <a:lnTo>
                    <a:pt x="5494629" y="1043850"/>
                  </a:lnTo>
                  <a:lnTo>
                    <a:pt x="5495264" y="1039248"/>
                  </a:lnTo>
                  <a:lnTo>
                    <a:pt x="5495899" y="1037058"/>
                  </a:lnTo>
                  <a:lnTo>
                    <a:pt x="5496534" y="1033199"/>
                  </a:lnTo>
                  <a:lnTo>
                    <a:pt x="5497169" y="1030832"/>
                  </a:lnTo>
                  <a:lnTo>
                    <a:pt x="5497804" y="1028286"/>
                  </a:lnTo>
                  <a:lnTo>
                    <a:pt x="5498439" y="1024479"/>
                  </a:lnTo>
                  <a:lnTo>
                    <a:pt x="5499073" y="1022263"/>
                  </a:lnTo>
                  <a:lnTo>
                    <a:pt x="5499708" y="1020139"/>
                  </a:lnTo>
                  <a:lnTo>
                    <a:pt x="5500343" y="1018740"/>
                  </a:lnTo>
                  <a:lnTo>
                    <a:pt x="5500978" y="1017417"/>
                  </a:lnTo>
                  <a:lnTo>
                    <a:pt x="5501613" y="1013139"/>
                  </a:lnTo>
                  <a:lnTo>
                    <a:pt x="5502248" y="1008418"/>
                  </a:lnTo>
                  <a:lnTo>
                    <a:pt x="5502882" y="1003128"/>
                  </a:lnTo>
                  <a:lnTo>
                    <a:pt x="5503517" y="997415"/>
                  </a:lnTo>
                  <a:lnTo>
                    <a:pt x="5504152" y="991890"/>
                  </a:lnTo>
                  <a:lnTo>
                    <a:pt x="5504787" y="988108"/>
                  </a:lnTo>
                  <a:lnTo>
                    <a:pt x="5505422" y="984473"/>
                  </a:lnTo>
                  <a:lnTo>
                    <a:pt x="5506057" y="980977"/>
                  </a:lnTo>
                  <a:lnTo>
                    <a:pt x="5506692" y="976452"/>
                  </a:lnTo>
                  <a:lnTo>
                    <a:pt x="5507326" y="971750"/>
                  </a:lnTo>
                  <a:lnTo>
                    <a:pt x="5507961" y="968285"/>
                  </a:lnTo>
                  <a:lnTo>
                    <a:pt x="5508596" y="963958"/>
                  </a:lnTo>
                  <a:lnTo>
                    <a:pt x="5509231" y="960236"/>
                  </a:lnTo>
                  <a:lnTo>
                    <a:pt x="5509866" y="955381"/>
                  </a:lnTo>
                  <a:lnTo>
                    <a:pt x="5510501" y="949914"/>
                  </a:lnTo>
                  <a:lnTo>
                    <a:pt x="5511135" y="944532"/>
                  </a:lnTo>
                  <a:lnTo>
                    <a:pt x="5511770" y="938571"/>
                  </a:lnTo>
                  <a:lnTo>
                    <a:pt x="5512405" y="932975"/>
                  </a:lnTo>
                  <a:lnTo>
                    <a:pt x="5513040" y="927854"/>
                  </a:lnTo>
                  <a:lnTo>
                    <a:pt x="5513675" y="922778"/>
                  </a:lnTo>
                  <a:lnTo>
                    <a:pt x="5514310" y="917000"/>
                  </a:lnTo>
                  <a:lnTo>
                    <a:pt x="5514945" y="910430"/>
                  </a:lnTo>
                  <a:lnTo>
                    <a:pt x="5515579" y="903614"/>
                  </a:lnTo>
                  <a:lnTo>
                    <a:pt x="5516214" y="897212"/>
                  </a:lnTo>
                  <a:lnTo>
                    <a:pt x="5516849" y="889314"/>
                  </a:lnTo>
                  <a:lnTo>
                    <a:pt x="5517484" y="879327"/>
                  </a:lnTo>
                  <a:lnTo>
                    <a:pt x="5518119" y="868092"/>
                  </a:lnTo>
                  <a:lnTo>
                    <a:pt x="5518754" y="856151"/>
                  </a:lnTo>
                  <a:lnTo>
                    <a:pt x="5519388" y="845030"/>
                  </a:lnTo>
                  <a:lnTo>
                    <a:pt x="5520023" y="835810"/>
                  </a:lnTo>
                  <a:lnTo>
                    <a:pt x="5520658" y="826896"/>
                  </a:lnTo>
                  <a:lnTo>
                    <a:pt x="5521293" y="817628"/>
                  </a:lnTo>
                  <a:lnTo>
                    <a:pt x="5521928" y="807694"/>
                  </a:lnTo>
                  <a:lnTo>
                    <a:pt x="5522563" y="797868"/>
                  </a:lnTo>
                  <a:lnTo>
                    <a:pt x="5523198" y="787370"/>
                  </a:lnTo>
                  <a:lnTo>
                    <a:pt x="5523832" y="776859"/>
                  </a:lnTo>
                  <a:lnTo>
                    <a:pt x="5524467" y="766810"/>
                  </a:lnTo>
                  <a:lnTo>
                    <a:pt x="5525102" y="758183"/>
                  </a:lnTo>
                  <a:lnTo>
                    <a:pt x="5525737" y="749676"/>
                  </a:lnTo>
                  <a:lnTo>
                    <a:pt x="5526372" y="741110"/>
                  </a:lnTo>
                  <a:lnTo>
                    <a:pt x="5527007" y="733218"/>
                  </a:lnTo>
                  <a:lnTo>
                    <a:pt x="5527641" y="725219"/>
                  </a:lnTo>
                  <a:lnTo>
                    <a:pt x="5528276" y="717447"/>
                  </a:lnTo>
                  <a:lnTo>
                    <a:pt x="5528911" y="710806"/>
                  </a:lnTo>
                  <a:lnTo>
                    <a:pt x="5529546" y="704758"/>
                  </a:lnTo>
                  <a:lnTo>
                    <a:pt x="5530181" y="698721"/>
                  </a:lnTo>
                  <a:lnTo>
                    <a:pt x="5530816" y="694123"/>
                  </a:lnTo>
                  <a:lnTo>
                    <a:pt x="5531451" y="689487"/>
                  </a:lnTo>
                  <a:lnTo>
                    <a:pt x="5532085" y="684475"/>
                  </a:lnTo>
                  <a:lnTo>
                    <a:pt x="5532720" y="679302"/>
                  </a:lnTo>
                  <a:lnTo>
                    <a:pt x="5533355" y="674662"/>
                  </a:lnTo>
                  <a:lnTo>
                    <a:pt x="5533990" y="669832"/>
                  </a:lnTo>
                  <a:lnTo>
                    <a:pt x="5534625" y="665256"/>
                  </a:lnTo>
                  <a:lnTo>
                    <a:pt x="5535260" y="660787"/>
                  </a:lnTo>
                  <a:lnTo>
                    <a:pt x="5535894" y="656490"/>
                  </a:lnTo>
                  <a:lnTo>
                    <a:pt x="5536529" y="651664"/>
                  </a:lnTo>
                  <a:lnTo>
                    <a:pt x="5537164" y="647090"/>
                  </a:lnTo>
                  <a:lnTo>
                    <a:pt x="5537799" y="641663"/>
                  </a:lnTo>
                  <a:lnTo>
                    <a:pt x="5538434" y="636084"/>
                  </a:lnTo>
                  <a:lnTo>
                    <a:pt x="5539069" y="629517"/>
                  </a:lnTo>
                  <a:lnTo>
                    <a:pt x="5539703" y="621187"/>
                  </a:lnTo>
                  <a:lnTo>
                    <a:pt x="5540338" y="612397"/>
                  </a:lnTo>
                  <a:lnTo>
                    <a:pt x="5540973" y="602954"/>
                  </a:lnTo>
                  <a:lnTo>
                    <a:pt x="5541608" y="593739"/>
                  </a:lnTo>
                  <a:lnTo>
                    <a:pt x="5542243" y="583912"/>
                  </a:lnTo>
                  <a:lnTo>
                    <a:pt x="5542878" y="574022"/>
                  </a:lnTo>
                  <a:lnTo>
                    <a:pt x="5543513" y="562365"/>
                  </a:lnTo>
                  <a:lnTo>
                    <a:pt x="5544147" y="549697"/>
                  </a:lnTo>
                  <a:lnTo>
                    <a:pt x="5544782" y="536231"/>
                  </a:lnTo>
                  <a:lnTo>
                    <a:pt x="5545417" y="523740"/>
                  </a:lnTo>
                  <a:lnTo>
                    <a:pt x="5546052" y="508990"/>
                  </a:lnTo>
                  <a:lnTo>
                    <a:pt x="5546687" y="494582"/>
                  </a:lnTo>
                  <a:lnTo>
                    <a:pt x="5547322" y="480169"/>
                  </a:lnTo>
                  <a:lnTo>
                    <a:pt x="5547956" y="469396"/>
                  </a:lnTo>
                  <a:lnTo>
                    <a:pt x="5548591" y="459741"/>
                  </a:lnTo>
                  <a:lnTo>
                    <a:pt x="5549226" y="452389"/>
                  </a:lnTo>
                  <a:lnTo>
                    <a:pt x="5549861" y="445462"/>
                  </a:lnTo>
                  <a:lnTo>
                    <a:pt x="5550496" y="438282"/>
                  </a:lnTo>
                  <a:lnTo>
                    <a:pt x="5551131" y="431730"/>
                  </a:lnTo>
                  <a:lnTo>
                    <a:pt x="5551766" y="425993"/>
                  </a:lnTo>
                  <a:lnTo>
                    <a:pt x="5552400" y="421296"/>
                  </a:lnTo>
                  <a:lnTo>
                    <a:pt x="5553035" y="416704"/>
                  </a:lnTo>
                  <a:lnTo>
                    <a:pt x="5553670" y="412627"/>
                  </a:lnTo>
                  <a:lnTo>
                    <a:pt x="5554305" y="408756"/>
                  </a:lnTo>
                  <a:lnTo>
                    <a:pt x="5554940" y="404851"/>
                  </a:lnTo>
                  <a:lnTo>
                    <a:pt x="5555575" y="401405"/>
                  </a:lnTo>
                  <a:lnTo>
                    <a:pt x="5556209" y="398680"/>
                  </a:lnTo>
                  <a:lnTo>
                    <a:pt x="5556844" y="396702"/>
                  </a:lnTo>
                  <a:lnTo>
                    <a:pt x="5557479" y="395152"/>
                  </a:lnTo>
                  <a:lnTo>
                    <a:pt x="5558114" y="393922"/>
                  </a:lnTo>
                  <a:lnTo>
                    <a:pt x="5558749" y="393329"/>
                  </a:lnTo>
                  <a:lnTo>
                    <a:pt x="5559384" y="392630"/>
                  </a:lnTo>
                  <a:lnTo>
                    <a:pt x="5560019" y="392044"/>
                  </a:lnTo>
                  <a:lnTo>
                    <a:pt x="5560653" y="391756"/>
                  </a:lnTo>
                  <a:lnTo>
                    <a:pt x="5561288" y="391402"/>
                  </a:lnTo>
                  <a:lnTo>
                    <a:pt x="5561923" y="389755"/>
                  </a:lnTo>
                  <a:lnTo>
                    <a:pt x="5562558" y="386217"/>
                  </a:lnTo>
                  <a:lnTo>
                    <a:pt x="5563193" y="383230"/>
                  </a:lnTo>
                  <a:lnTo>
                    <a:pt x="5563828" y="379894"/>
                  </a:lnTo>
                  <a:lnTo>
                    <a:pt x="5564462" y="376052"/>
                  </a:lnTo>
                  <a:lnTo>
                    <a:pt x="5565097" y="374308"/>
                  </a:lnTo>
                  <a:lnTo>
                    <a:pt x="5565732" y="372009"/>
                  </a:lnTo>
                  <a:lnTo>
                    <a:pt x="5566367" y="370287"/>
                  </a:lnTo>
                  <a:lnTo>
                    <a:pt x="5567002" y="370153"/>
                  </a:lnTo>
                  <a:lnTo>
                    <a:pt x="5567637" y="371397"/>
                  </a:lnTo>
                  <a:lnTo>
                    <a:pt x="5568272" y="372625"/>
                  </a:lnTo>
                  <a:lnTo>
                    <a:pt x="5568906" y="374201"/>
                  </a:lnTo>
                  <a:lnTo>
                    <a:pt x="5569541" y="377028"/>
                  </a:lnTo>
                  <a:lnTo>
                    <a:pt x="5570176" y="381237"/>
                  </a:lnTo>
                  <a:lnTo>
                    <a:pt x="5570811" y="386082"/>
                  </a:lnTo>
                  <a:lnTo>
                    <a:pt x="5571446" y="388341"/>
                  </a:lnTo>
                  <a:lnTo>
                    <a:pt x="5572081" y="392237"/>
                  </a:lnTo>
                  <a:lnTo>
                    <a:pt x="5572715" y="398135"/>
                  </a:lnTo>
                  <a:lnTo>
                    <a:pt x="5573350" y="405510"/>
                  </a:lnTo>
                  <a:lnTo>
                    <a:pt x="5573985" y="409087"/>
                  </a:lnTo>
                  <a:lnTo>
                    <a:pt x="5574620" y="414184"/>
                  </a:lnTo>
                  <a:lnTo>
                    <a:pt x="5575255" y="420521"/>
                  </a:lnTo>
                  <a:lnTo>
                    <a:pt x="5575890" y="423166"/>
                  </a:lnTo>
                  <a:lnTo>
                    <a:pt x="5576525" y="425840"/>
                  </a:lnTo>
                  <a:lnTo>
                    <a:pt x="5577159" y="428693"/>
                  </a:lnTo>
                  <a:lnTo>
                    <a:pt x="5577794" y="432119"/>
                  </a:lnTo>
                  <a:lnTo>
                    <a:pt x="5578429" y="435993"/>
                  </a:lnTo>
                  <a:lnTo>
                    <a:pt x="5579064" y="441474"/>
                  </a:lnTo>
                  <a:lnTo>
                    <a:pt x="5579699" y="448215"/>
                  </a:lnTo>
                  <a:lnTo>
                    <a:pt x="5580334" y="456970"/>
                  </a:lnTo>
                  <a:lnTo>
                    <a:pt x="5580968" y="465462"/>
                  </a:lnTo>
                  <a:lnTo>
                    <a:pt x="5581603" y="474234"/>
                  </a:lnTo>
                  <a:lnTo>
                    <a:pt x="5582238" y="482046"/>
                  </a:lnTo>
                  <a:lnTo>
                    <a:pt x="5582873" y="490820"/>
                  </a:lnTo>
                  <a:lnTo>
                    <a:pt x="5583508" y="499405"/>
                  </a:lnTo>
                  <a:lnTo>
                    <a:pt x="5584143" y="509901"/>
                  </a:lnTo>
                  <a:lnTo>
                    <a:pt x="5584778" y="519798"/>
                  </a:lnTo>
                  <a:lnTo>
                    <a:pt x="5585412" y="529816"/>
                  </a:lnTo>
                  <a:lnTo>
                    <a:pt x="5586047" y="540380"/>
                  </a:lnTo>
                  <a:lnTo>
                    <a:pt x="5586682" y="550550"/>
                  </a:lnTo>
                  <a:lnTo>
                    <a:pt x="5587317" y="561536"/>
                  </a:lnTo>
                  <a:lnTo>
                    <a:pt x="5587952" y="572072"/>
                  </a:lnTo>
                  <a:lnTo>
                    <a:pt x="5588587" y="582437"/>
                  </a:lnTo>
                  <a:lnTo>
                    <a:pt x="5589221" y="592474"/>
                  </a:lnTo>
                  <a:lnTo>
                    <a:pt x="5589856" y="602269"/>
                  </a:lnTo>
                  <a:lnTo>
                    <a:pt x="5590491" y="613600"/>
                  </a:lnTo>
                  <a:lnTo>
                    <a:pt x="5591126" y="623943"/>
                  </a:lnTo>
                  <a:lnTo>
                    <a:pt x="5591761" y="635431"/>
                  </a:lnTo>
                  <a:lnTo>
                    <a:pt x="5592396" y="646313"/>
                  </a:lnTo>
                  <a:lnTo>
                    <a:pt x="5593030" y="656805"/>
                  </a:lnTo>
                  <a:lnTo>
                    <a:pt x="5593665" y="669432"/>
                  </a:lnTo>
                  <a:lnTo>
                    <a:pt x="5594300" y="681134"/>
                  </a:lnTo>
                  <a:lnTo>
                    <a:pt x="5594935" y="691362"/>
                  </a:lnTo>
                  <a:lnTo>
                    <a:pt x="5595570" y="704390"/>
                  </a:lnTo>
                  <a:lnTo>
                    <a:pt x="5596205" y="716868"/>
                  </a:lnTo>
                  <a:lnTo>
                    <a:pt x="5596840" y="728511"/>
                  </a:lnTo>
                  <a:lnTo>
                    <a:pt x="5597474" y="739641"/>
                  </a:lnTo>
                  <a:lnTo>
                    <a:pt x="5598109" y="749216"/>
                  </a:lnTo>
                  <a:lnTo>
                    <a:pt x="5598744" y="757462"/>
                  </a:lnTo>
                  <a:lnTo>
                    <a:pt x="5599379" y="764436"/>
                  </a:lnTo>
                  <a:lnTo>
                    <a:pt x="5600014" y="769332"/>
                  </a:lnTo>
                  <a:lnTo>
                    <a:pt x="5600649" y="774257"/>
                  </a:lnTo>
                  <a:lnTo>
                    <a:pt x="5601283" y="779836"/>
                  </a:lnTo>
                  <a:lnTo>
                    <a:pt x="5601918" y="785957"/>
                  </a:lnTo>
                  <a:lnTo>
                    <a:pt x="5602553" y="792846"/>
                  </a:lnTo>
                  <a:lnTo>
                    <a:pt x="5603188" y="799810"/>
                  </a:lnTo>
                  <a:lnTo>
                    <a:pt x="5603823" y="806690"/>
                  </a:lnTo>
                  <a:lnTo>
                    <a:pt x="5604458" y="813066"/>
                  </a:lnTo>
                  <a:lnTo>
                    <a:pt x="5605093" y="818940"/>
                  </a:lnTo>
                  <a:lnTo>
                    <a:pt x="5605727" y="824292"/>
                  </a:lnTo>
                  <a:lnTo>
                    <a:pt x="5606362" y="829691"/>
                  </a:lnTo>
                  <a:lnTo>
                    <a:pt x="5606997" y="835356"/>
                  </a:lnTo>
                  <a:lnTo>
                    <a:pt x="5607632" y="840888"/>
                  </a:lnTo>
                  <a:lnTo>
                    <a:pt x="5608267" y="846439"/>
                  </a:lnTo>
                  <a:lnTo>
                    <a:pt x="5608902" y="852075"/>
                  </a:lnTo>
                  <a:lnTo>
                    <a:pt x="5609536" y="859201"/>
                  </a:lnTo>
                  <a:lnTo>
                    <a:pt x="5610171" y="867039"/>
                  </a:lnTo>
                  <a:lnTo>
                    <a:pt x="5610806" y="875057"/>
                  </a:lnTo>
                  <a:lnTo>
                    <a:pt x="5611441" y="882838"/>
                  </a:lnTo>
                  <a:lnTo>
                    <a:pt x="5612076" y="890334"/>
                  </a:lnTo>
                  <a:lnTo>
                    <a:pt x="5612711" y="896939"/>
                  </a:lnTo>
                  <a:lnTo>
                    <a:pt x="5613346" y="902613"/>
                  </a:lnTo>
                  <a:lnTo>
                    <a:pt x="5613980" y="907263"/>
                  </a:lnTo>
                  <a:lnTo>
                    <a:pt x="5614615" y="910925"/>
                  </a:lnTo>
                  <a:lnTo>
                    <a:pt x="5615250" y="914616"/>
                  </a:lnTo>
                  <a:lnTo>
                    <a:pt x="5615885" y="918630"/>
                  </a:lnTo>
                  <a:lnTo>
                    <a:pt x="5616520" y="925228"/>
                  </a:lnTo>
                  <a:lnTo>
                    <a:pt x="5617155" y="933101"/>
                  </a:lnTo>
                  <a:lnTo>
                    <a:pt x="5617789" y="940354"/>
                  </a:lnTo>
                  <a:lnTo>
                    <a:pt x="5618424" y="948498"/>
                  </a:lnTo>
                  <a:lnTo>
                    <a:pt x="5619059" y="956872"/>
                  </a:lnTo>
                  <a:lnTo>
                    <a:pt x="5619694" y="964811"/>
                  </a:lnTo>
                  <a:lnTo>
                    <a:pt x="5620329" y="972731"/>
                  </a:lnTo>
                  <a:lnTo>
                    <a:pt x="5620964" y="981823"/>
                  </a:lnTo>
                  <a:lnTo>
                    <a:pt x="5621599" y="991959"/>
                  </a:lnTo>
                  <a:lnTo>
                    <a:pt x="5622233" y="1004172"/>
                  </a:lnTo>
                  <a:lnTo>
                    <a:pt x="5622868" y="1013405"/>
                  </a:lnTo>
                  <a:lnTo>
                    <a:pt x="5623503" y="1023715"/>
                  </a:lnTo>
                  <a:lnTo>
                    <a:pt x="5624138" y="1032462"/>
                  </a:lnTo>
                  <a:lnTo>
                    <a:pt x="5624773" y="1040862"/>
                  </a:lnTo>
                  <a:lnTo>
                    <a:pt x="5625408" y="1049446"/>
                  </a:lnTo>
                  <a:lnTo>
                    <a:pt x="5626042" y="1056366"/>
                  </a:lnTo>
                  <a:lnTo>
                    <a:pt x="5626677" y="1063992"/>
                  </a:lnTo>
                  <a:lnTo>
                    <a:pt x="5627312" y="1071752"/>
                  </a:lnTo>
                  <a:lnTo>
                    <a:pt x="5627947" y="1080095"/>
                  </a:lnTo>
                  <a:lnTo>
                    <a:pt x="5628582" y="1087331"/>
                  </a:lnTo>
                  <a:lnTo>
                    <a:pt x="5629217" y="1094554"/>
                  </a:lnTo>
                  <a:lnTo>
                    <a:pt x="5629852" y="1101820"/>
                  </a:lnTo>
                  <a:lnTo>
                    <a:pt x="5630486" y="1108539"/>
                  </a:lnTo>
                  <a:lnTo>
                    <a:pt x="5631121" y="1113721"/>
                  </a:lnTo>
                  <a:lnTo>
                    <a:pt x="5631756" y="1117586"/>
                  </a:lnTo>
                  <a:lnTo>
                    <a:pt x="5632391" y="1121311"/>
                  </a:lnTo>
                  <a:lnTo>
                    <a:pt x="5633026" y="1125441"/>
                  </a:lnTo>
                  <a:lnTo>
                    <a:pt x="5633661" y="1130662"/>
                  </a:lnTo>
                  <a:lnTo>
                    <a:pt x="5634295" y="1136354"/>
                  </a:lnTo>
                  <a:lnTo>
                    <a:pt x="5634930" y="1141484"/>
                  </a:lnTo>
                  <a:lnTo>
                    <a:pt x="5635565" y="1147737"/>
                  </a:lnTo>
                  <a:lnTo>
                    <a:pt x="5636200" y="1153108"/>
                  </a:lnTo>
                  <a:lnTo>
                    <a:pt x="5636835" y="1158685"/>
                  </a:lnTo>
                  <a:lnTo>
                    <a:pt x="5637470" y="1164511"/>
                  </a:lnTo>
                  <a:lnTo>
                    <a:pt x="5638105" y="1169879"/>
                  </a:lnTo>
                  <a:lnTo>
                    <a:pt x="5638739" y="1174962"/>
                  </a:lnTo>
                  <a:lnTo>
                    <a:pt x="5639374" y="1181074"/>
                  </a:lnTo>
                  <a:lnTo>
                    <a:pt x="5640009" y="1187255"/>
                  </a:lnTo>
                  <a:lnTo>
                    <a:pt x="5640644" y="1193176"/>
                  </a:lnTo>
                  <a:lnTo>
                    <a:pt x="5641279" y="1199135"/>
                  </a:lnTo>
                  <a:lnTo>
                    <a:pt x="5641914" y="1205519"/>
                  </a:lnTo>
                  <a:lnTo>
                    <a:pt x="5642548" y="1212020"/>
                  </a:lnTo>
                  <a:lnTo>
                    <a:pt x="5643183" y="1217417"/>
                  </a:lnTo>
                  <a:lnTo>
                    <a:pt x="5643818" y="1223642"/>
                  </a:lnTo>
                  <a:lnTo>
                    <a:pt x="5644453" y="1231329"/>
                  </a:lnTo>
                  <a:lnTo>
                    <a:pt x="5645088" y="1239649"/>
                  </a:lnTo>
                  <a:lnTo>
                    <a:pt x="5645723" y="1247720"/>
                  </a:lnTo>
                  <a:lnTo>
                    <a:pt x="5646357" y="1253282"/>
                  </a:lnTo>
                  <a:lnTo>
                    <a:pt x="5646992" y="1256945"/>
                  </a:lnTo>
                  <a:lnTo>
                    <a:pt x="5647627" y="1260411"/>
                  </a:lnTo>
                  <a:lnTo>
                    <a:pt x="5648262" y="1263130"/>
                  </a:lnTo>
                  <a:lnTo>
                    <a:pt x="5648897" y="1266041"/>
                  </a:lnTo>
                  <a:lnTo>
                    <a:pt x="5649532" y="1267825"/>
                  </a:lnTo>
                  <a:lnTo>
                    <a:pt x="5650167" y="1269812"/>
                  </a:lnTo>
                  <a:lnTo>
                    <a:pt x="5650801" y="1271672"/>
                  </a:lnTo>
                  <a:lnTo>
                    <a:pt x="5651436" y="1271393"/>
                  </a:lnTo>
                  <a:lnTo>
                    <a:pt x="5652071" y="1270025"/>
                  </a:lnTo>
                  <a:lnTo>
                    <a:pt x="5652706" y="1265794"/>
                  </a:lnTo>
                  <a:lnTo>
                    <a:pt x="5653341" y="1260942"/>
                  </a:lnTo>
                  <a:lnTo>
                    <a:pt x="5653976" y="1255617"/>
                  </a:lnTo>
                  <a:lnTo>
                    <a:pt x="5654610" y="1250329"/>
                  </a:lnTo>
                  <a:lnTo>
                    <a:pt x="5655245" y="1244519"/>
                  </a:lnTo>
                  <a:lnTo>
                    <a:pt x="5655880" y="1238043"/>
                  </a:lnTo>
                  <a:lnTo>
                    <a:pt x="5656515" y="1231737"/>
                  </a:lnTo>
                  <a:lnTo>
                    <a:pt x="5657150" y="1229305"/>
                  </a:lnTo>
                  <a:lnTo>
                    <a:pt x="5657785" y="1228433"/>
                  </a:lnTo>
                  <a:lnTo>
                    <a:pt x="5658420" y="1228611"/>
                  </a:lnTo>
                  <a:lnTo>
                    <a:pt x="5659054" y="1229366"/>
                  </a:lnTo>
                  <a:lnTo>
                    <a:pt x="5659689" y="1230330"/>
                  </a:lnTo>
                  <a:lnTo>
                    <a:pt x="5660324" y="1230383"/>
                  </a:lnTo>
                  <a:lnTo>
                    <a:pt x="5660959" y="1230714"/>
                  </a:lnTo>
                  <a:lnTo>
                    <a:pt x="5661594" y="1230357"/>
                  </a:lnTo>
                  <a:lnTo>
                    <a:pt x="5662229" y="1230176"/>
                  </a:lnTo>
                  <a:lnTo>
                    <a:pt x="5662863" y="1230355"/>
                  </a:lnTo>
                  <a:lnTo>
                    <a:pt x="5663498" y="1230745"/>
                  </a:lnTo>
                  <a:lnTo>
                    <a:pt x="5664133" y="1231373"/>
                  </a:lnTo>
                  <a:lnTo>
                    <a:pt x="5664768" y="1232981"/>
                  </a:lnTo>
                  <a:lnTo>
                    <a:pt x="5665403" y="1234088"/>
                  </a:lnTo>
                  <a:lnTo>
                    <a:pt x="5666038" y="1235524"/>
                  </a:lnTo>
                  <a:lnTo>
                    <a:pt x="5666673" y="1237288"/>
                  </a:lnTo>
                  <a:lnTo>
                    <a:pt x="5667307" y="1239285"/>
                  </a:lnTo>
                  <a:lnTo>
                    <a:pt x="5667942" y="1239753"/>
                  </a:lnTo>
                  <a:lnTo>
                    <a:pt x="5668577" y="1236197"/>
                  </a:lnTo>
                  <a:lnTo>
                    <a:pt x="5669212" y="1236980"/>
                  </a:lnTo>
                  <a:lnTo>
                    <a:pt x="5669847" y="1238356"/>
                  </a:lnTo>
                  <a:lnTo>
                    <a:pt x="5670482" y="1241198"/>
                  </a:lnTo>
                  <a:lnTo>
                    <a:pt x="5671116" y="1245724"/>
                  </a:lnTo>
                  <a:lnTo>
                    <a:pt x="5671751" y="1251756"/>
                  </a:lnTo>
                  <a:lnTo>
                    <a:pt x="5672386" y="1257243"/>
                  </a:lnTo>
                  <a:lnTo>
                    <a:pt x="5673021" y="1265017"/>
                  </a:lnTo>
                  <a:lnTo>
                    <a:pt x="5673656" y="1271939"/>
                  </a:lnTo>
                  <a:lnTo>
                    <a:pt x="5674291" y="1278051"/>
                  </a:lnTo>
                  <a:lnTo>
                    <a:pt x="5674926" y="1280368"/>
                  </a:lnTo>
                  <a:lnTo>
                    <a:pt x="5675560" y="1283475"/>
                  </a:lnTo>
                  <a:lnTo>
                    <a:pt x="5676195" y="1283817"/>
                  </a:lnTo>
                  <a:lnTo>
                    <a:pt x="5676830" y="1284354"/>
                  </a:lnTo>
                  <a:lnTo>
                    <a:pt x="5677465" y="1285084"/>
                  </a:lnTo>
                  <a:lnTo>
                    <a:pt x="5678100" y="1285353"/>
                  </a:lnTo>
                  <a:lnTo>
                    <a:pt x="5678735" y="1285537"/>
                  </a:lnTo>
                  <a:lnTo>
                    <a:pt x="5679369" y="1285457"/>
                  </a:lnTo>
                  <a:lnTo>
                    <a:pt x="5680004" y="1284241"/>
                  </a:lnTo>
                  <a:lnTo>
                    <a:pt x="5680639" y="1282784"/>
                  </a:lnTo>
                  <a:lnTo>
                    <a:pt x="5681274" y="1281023"/>
                  </a:lnTo>
                  <a:lnTo>
                    <a:pt x="5681909" y="1278888"/>
                  </a:lnTo>
                  <a:lnTo>
                    <a:pt x="5682544" y="1276104"/>
                  </a:lnTo>
                  <a:lnTo>
                    <a:pt x="5683179" y="1272874"/>
                  </a:lnTo>
                  <a:lnTo>
                    <a:pt x="5683813" y="1270037"/>
                  </a:lnTo>
                  <a:lnTo>
                    <a:pt x="5684448" y="1267965"/>
                  </a:lnTo>
                  <a:lnTo>
                    <a:pt x="5685083" y="1266848"/>
                  </a:lnTo>
                  <a:lnTo>
                    <a:pt x="5685718" y="1264419"/>
                  </a:lnTo>
                  <a:lnTo>
                    <a:pt x="5686353" y="1263122"/>
                  </a:lnTo>
                  <a:lnTo>
                    <a:pt x="5686988" y="1260159"/>
                  </a:lnTo>
                  <a:lnTo>
                    <a:pt x="5687622" y="1258169"/>
                  </a:lnTo>
                  <a:lnTo>
                    <a:pt x="5688257" y="1257223"/>
                  </a:lnTo>
                  <a:lnTo>
                    <a:pt x="5688892" y="1256878"/>
                  </a:lnTo>
                  <a:lnTo>
                    <a:pt x="5689527" y="1257967"/>
                  </a:lnTo>
                  <a:lnTo>
                    <a:pt x="5690162" y="1258943"/>
                  </a:lnTo>
                  <a:lnTo>
                    <a:pt x="5690797" y="1259925"/>
                  </a:lnTo>
                  <a:lnTo>
                    <a:pt x="5691432" y="1261054"/>
                  </a:lnTo>
                  <a:lnTo>
                    <a:pt x="5692066" y="1260872"/>
                  </a:lnTo>
                  <a:lnTo>
                    <a:pt x="5692701" y="1261463"/>
                  </a:lnTo>
                  <a:lnTo>
                    <a:pt x="5693336" y="1262084"/>
                  </a:lnTo>
                  <a:lnTo>
                    <a:pt x="5693971" y="1262389"/>
                  </a:lnTo>
                  <a:lnTo>
                    <a:pt x="5694606" y="1262378"/>
                  </a:lnTo>
                  <a:lnTo>
                    <a:pt x="5695241" y="1261615"/>
                  </a:lnTo>
                  <a:lnTo>
                    <a:pt x="5695875" y="1259261"/>
                  </a:lnTo>
                  <a:lnTo>
                    <a:pt x="5696510" y="1255134"/>
                  </a:lnTo>
                  <a:lnTo>
                    <a:pt x="5697145" y="1249379"/>
                  </a:lnTo>
                  <a:lnTo>
                    <a:pt x="5697780" y="1241364"/>
                  </a:lnTo>
                  <a:lnTo>
                    <a:pt x="5698415" y="1232982"/>
                  </a:lnTo>
                  <a:lnTo>
                    <a:pt x="5699050" y="1224149"/>
                  </a:lnTo>
                  <a:lnTo>
                    <a:pt x="5699685" y="1214048"/>
                  </a:lnTo>
                  <a:lnTo>
                    <a:pt x="5700319" y="1203648"/>
                  </a:lnTo>
                  <a:lnTo>
                    <a:pt x="5700954" y="1195105"/>
                  </a:lnTo>
                  <a:lnTo>
                    <a:pt x="5701589" y="1185039"/>
                  </a:lnTo>
                  <a:lnTo>
                    <a:pt x="5702224" y="1174761"/>
                  </a:lnTo>
                  <a:lnTo>
                    <a:pt x="5702859" y="1167293"/>
                  </a:lnTo>
                  <a:lnTo>
                    <a:pt x="5703494" y="1159825"/>
                  </a:lnTo>
                  <a:lnTo>
                    <a:pt x="5704128" y="1152566"/>
                  </a:lnTo>
                  <a:lnTo>
                    <a:pt x="5704763" y="1146332"/>
                  </a:lnTo>
                  <a:lnTo>
                    <a:pt x="5705398" y="1141085"/>
                  </a:lnTo>
                  <a:lnTo>
                    <a:pt x="5706033" y="1135524"/>
                  </a:lnTo>
                  <a:lnTo>
                    <a:pt x="5706668" y="1129300"/>
                  </a:lnTo>
                  <a:lnTo>
                    <a:pt x="5707303" y="1123236"/>
                  </a:lnTo>
                  <a:lnTo>
                    <a:pt x="5707937" y="1117059"/>
                  </a:lnTo>
                  <a:lnTo>
                    <a:pt x="5708572" y="1111698"/>
                  </a:lnTo>
                  <a:lnTo>
                    <a:pt x="5709207" y="1106745"/>
                  </a:lnTo>
                  <a:lnTo>
                    <a:pt x="5709842" y="1102399"/>
                  </a:lnTo>
                  <a:lnTo>
                    <a:pt x="5710477" y="1097616"/>
                  </a:lnTo>
                  <a:lnTo>
                    <a:pt x="5711112" y="1091303"/>
                  </a:lnTo>
                  <a:lnTo>
                    <a:pt x="5711747" y="1085078"/>
                  </a:lnTo>
                  <a:lnTo>
                    <a:pt x="5712381" y="1078384"/>
                  </a:lnTo>
                  <a:lnTo>
                    <a:pt x="5713016" y="1072051"/>
                  </a:lnTo>
                  <a:lnTo>
                    <a:pt x="5713651" y="1065719"/>
                  </a:lnTo>
                  <a:lnTo>
                    <a:pt x="5714286" y="1059327"/>
                  </a:lnTo>
                  <a:lnTo>
                    <a:pt x="5714921" y="1052787"/>
                  </a:lnTo>
                  <a:lnTo>
                    <a:pt x="5715556" y="1046022"/>
                  </a:lnTo>
                  <a:lnTo>
                    <a:pt x="5716190" y="1041673"/>
                  </a:lnTo>
                  <a:lnTo>
                    <a:pt x="5716825" y="1036830"/>
                  </a:lnTo>
                  <a:lnTo>
                    <a:pt x="5717460" y="1031092"/>
                  </a:lnTo>
                  <a:lnTo>
                    <a:pt x="5718095" y="1025686"/>
                  </a:lnTo>
                  <a:lnTo>
                    <a:pt x="5718730" y="1020453"/>
                  </a:lnTo>
                  <a:lnTo>
                    <a:pt x="5719365" y="1014398"/>
                  </a:lnTo>
                  <a:lnTo>
                    <a:pt x="5720000" y="1010289"/>
                  </a:lnTo>
                  <a:lnTo>
                    <a:pt x="5720634" y="1005656"/>
                  </a:lnTo>
                  <a:lnTo>
                    <a:pt x="5721269" y="1000533"/>
                  </a:lnTo>
                  <a:lnTo>
                    <a:pt x="5721904" y="997546"/>
                  </a:lnTo>
                  <a:lnTo>
                    <a:pt x="5722539" y="994155"/>
                  </a:lnTo>
                  <a:lnTo>
                    <a:pt x="5723174" y="990242"/>
                  </a:lnTo>
                  <a:lnTo>
                    <a:pt x="5723809" y="987177"/>
                  </a:lnTo>
                  <a:lnTo>
                    <a:pt x="5724443" y="984522"/>
                  </a:lnTo>
                  <a:lnTo>
                    <a:pt x="5725078" y="981396"/>
                  </a:lnTo>
                  <a:lnTo>
                    <a:pt x="5725713" y="977719"/>
                  </a:lnTo>
                  <a:lnTo>
                    <a:pt x="5726348" y="973786"/>
                  </a:lnTo>
                  <a:lnTo>
                    <a:pt x="5726983" y="970139"/>
                  </a:lnTo>
                  <a:lnTo>
                    <a:pt x="5727618" y="964824"/>
                  </a:lnTo>
                  <a:lnTo>
                    <a:pt x="5728253" y="958930"/>
                  </a:lnTo>
                  <a:lnTo>
                    <a:pt x="5728887" y="952618"/>
                  </a:lnTo>
                  <a:lnTo>
                    <a:pt x="5729522" y="946130"/>
                  </a:lnTo>
                  <a:lnTo>
                    <a:pt x="5730157" y="938557"/>
                  </a:lnTo>
                  <a:lnTo>
                    <a:pt x="5730792" y="930691"/>
                  </a:lnTo>
                  <a:lnTo>
                    <a:pt x="5731427" y="922615"/>
                  </a:lnTo>
                  <a:lnTo>
                    <a:pt x="5732062" y="914135"/>
                  </a:lnTo>
                  <a:lnTo>
                    <a:pt x="5732696" y="905293"/>
                  </a:lnTo>
                  <a:lnTo>
                    <a:pt x="5733331" y="895878"/>
                  </a:lnTo>
                  <a:lnTo>
                    <a:pt x="5733966" y="883143"/>
                  </a:lnTo>
                  <a:lnTo>
                    <a:pt x="5734601" y="869695"/>
                  </a:lnTo>
                  <a:lnTo>
                    <a:pt x="5735236" y="856489"/>
                  </a:lnTo>
                  <a:lnTo>
                    <a:pt x="5735871" y="846667"/>
                  </a:lnTo>
                  <a:lnTo>
                    <a:pt x="5736506" y="836348"/>
                  </a:lnTo>
                  <a:lnTo>
                    <a:pt x="5737140" y="825611"/>
                  </a:lnTo>
                  <a:lnTo>
                    <a:pt x="5737775" y="815711"/>
                  </a:lnTo>
                  <a:lnTo>
                    <a:pt x="5738410" y="807758"/>
                  </a:lnTo>
                  <a:lnTo>
                    <a:pt x="5739045" y="799682"/>
                  </a:lnTo>
                  <a:lnTo>
                    <a:pt x="5739680" y="792610"/>
                  </a:lnTo>
                  <a:lnTo>
                    <a:pt x="5740315" y="786462"/>
                  </a:lnTo>
                  <a:lnTo>
                    <a:pt x="5740949" y="781325"/>
                  </a:lnTo>
                  <a:lnTo>
                    <a:pt x="5741584" y="778089"/>
                  </a:lnTo>
                  <a:lnTo>
                    <a:pt x="5742219" y="776229"/>
                  </a:lnTo>
                  <a:lnTo>
                    <a:pt x="5742854" y="775998"/>
                  </a:lnTo>
                  <a:lnTo>
                    <a:pt x="5743489" y="774604"/>
                  </a:lnTo>
                  <a:lnTo>
                    <a:pt x="5744124" y="773145"/>
                  </a:lnTo>
                  <a:lnTo>
                    <a:pt x="5744759" y="772557"/>
                  </a:lnTo>
                  <a:lnTo>
                    <a:pt x="5745393" y="771734"/>
                  </a:lnTo>
                  <a:lnTo>
                    <a:pt x="5746028" y="769322"/>
                  </a:lnTo>
                  <a:lnTo>
                    <a:pt x="5746663" y="766525"/>
                  </a:lnTo>
                  <a:lnTo>
                    <a:pt x="5747298" y="763824"/>
                  </a:lnTo>
                  <a:lnTo>
                    <a:pt x="5747933" y="760527"/>
                  </a:lnTo>
                  <a:lnTo>
                    <a:pt x="5748568" y="757906"/>
                  </a:lnTo>
                  <a:lnTo>
                    <a:pt x="5749202" y="754840"/>
                  </a:lnTo>
                  <a:lnTo>
                    <a:pt x="5749837" y="752356"/>
                  </a:lnTo>
                  <a:lnTo>
                    <a:pt x="5750472" y="748613"/>
                  </a:lnTo>
                  <a:lnTo>
                    <a:pt x="5751107" y="744823"/>
                  </a:lnTo>
                  <a:lnTo>
                    <a:pt x="5751742" y="739445"/>
                  </a:lnTo>
                  <a:lnTo>
                    <a:pt x="5752377" y="734018"/>
                  </a:lnTo>
                  <a:lnTo>
                    <a:pt x="5753012" y="729758"/>
                  </a:lnTo>
                  <a:lnTo>
                    <a:pt x="5753646" y="724361"/>
                  </a:lnTo>
                  <a:lnTo>
                    <a:pt x="5754281" y="716606"/>
                  </a:lnTo>
                  <a:lnTo>
                    <a:pt x="5754916" y="709234"/>
                  </a:lnTo>
                  <a:lnTo>
                    <a:pt x="5755551" y="703876"/>
                  </a:lnTo>
                  <a:lnTo>
                    <a:pt x="5756186" y="699899"/>
                  </a:lnTo>
                  <a:lnTo>
                    <a:pt x="5756821" y="694597"/>
                  </a:lnTo>
                  <a:lnTo>
                    <a:pt x="5757455" y="690365"/>
                  </a:lnTo>
                  <a:lnTo>
                    <a:pt x="5758090" y="687399"/>
                  </a:lnTo>
                  <a:lnTo>
                    <a:pt x="5758725" y="685434"/>
                  </a:lnTo>
                  <a:lnTo>
                    <a:pt x="5759360" y="683583"/>
                  </a:lnTo>
                  <a:lnTo>
                    <a:pt x="5759995" y="681369"/>
                  </a:lnTo>
                  <a:lnTo>
                    <a:pt x="5760630" y="679809"/>
                  </a:lnTo>
                  <a:lnTo>
                    <a:pt x="5761264" y="678512"/>
                  </a:lnTo>
                  <a:lnTo>
                    <a:pt x="5761899" y="676670"/>
                  </a:lnTo>
                  <a:lnTo>
                    <a:pt x="5762534" y="674398"/>
                  </a:lnTo>
                  <a:lnTo>
                    <a:pt x="5763169" y="670735"/>
                  </a:lnTo>
                  <a:lnTo>
                    <a:pt x="5763804" y="667430"/>
                  </a:lnTo>
                  <a:lnTo>
                    <a:pt x="5764439" y="664163"/>
                  </a:lnTo>
                  <a:lnTo>
                    <a:pt x="5765074" y="661298"/>
                  </a:lnTo>
                  <a:lnTo>
                    <a:pt x="5765708" y="658854"/>
                  </a:lnTo>
                  <a:lnTo>
                    <a:pt x="5766343" y="656573"/>
                  </a:lnTo>
                  <a:lnTo>
                    <a:pt x="5766978" y="654004"/>
                  </a:lnTo>
                  <a:lnTo>
                    <a:pt x="5767613" y="651309"/>
                  </a:lnTo>
                  <a:lnTo>
                    <a:pt x="5768248" y="648518"/>
                  </a:lnTo>
                  <a:lnTo>
                    <a:pt x="5768883" y="646465"/>
                  </a:lnTo>
                  <a:lnTo>
                    <a:pt x="5769517" y="645443"/>
                  </a:lnTo>
                  <a:lnTo>
                    <a:pt x="5770152" y="645223"/>
                  </a:lnTo>
                  <a:lnTo>
                    <a:pt x="5770787" y="645985"/>
                  </a:lnTo>
                  <a:lnTo>
                    <a:pt x="5771422" y="647374"/>
                  </a:lnTo>
                  <a:lnTo>
                    <a:pt x="5772057" y="648477"/>
                  </a:lnTo>
                  <a:lnTo>
                    <a:pt x="5772692" y="652143"/>
                  </a:lnTo>
                  <a:lnTo>
                    <a:pt x="5773327" y="656736"/>
                  </a:lnTo>
                  <a:lnTo>
                    <a:pt x="5773961" y="660726"/>
                  </a:lnTo>
                  <a:lnTo>
                    <a:pt x="5774596" y="664072"/>
                  </a:lnTo>
                  <a:lnTo>
                    <a:pt x="5775231" y="667844"/>
                  </a:lnTo>
                  <a:lnTo>
                    <a:pt x="5775866" y="671345"/>
                  </a:lnTo>
                  <a:lnTo>
                    <a:pt x="5776501" y="675385"/>
                  </a:lnTo>
                  <a:lnTo>
                    <a:pt x="5777136" y="679631"/>
                  </a:lnTo>
                  <a:lnTo>
                    <a:pt x="5777770" y="684308"/>
                  </a:lnTo>
                  <a:lnTo>
                    <a:pt x="5778405" y="690845"/>
                  </a:lnTo>
                  <a:lnTo>
                    <a:pt x="5779040" y="697145"/>
                  </a:lnTo>
                  <a:lnTo>
                    <a:pt x="5779675" y="706090"/>
                  </a:lnTo>
                  <a:lnTo>
                    <a:pt x="5780310" y="715479"/>
                  </a:lnTo>
                  <a:lnTo>
                    <a:pt x="5780945" y="724600"/>
                  </a:lnTo>
                  <a:lnTo>
                    <a:pt x="5781580" y="733863"/>
                  </a:lnTo>
                  <a:lnTo>
                    <a:pt x="5782214" y="743918"/>
                  </a:lnTo>
                  <a:lnTo>
                    <a:pt x="5782849" y="754243"/>
                  </a:lnTo>
                  <a:lnTo>
                    <a:pt x="5783484" y="764432"/>
                  </a:lnTo>
                  <a:lnTo>
                    <a:pt x="5784119" y="769294"/>
                  </a:lnTo>
                  <a:lnTo>
                    <a:pt x="5784754" y="772107"/>
                  </a:lnTo>
                  <a:lnTo>
                    <a:pt x="5785389" y="773927"/>
                  </a:lnTo>
                  <a:lnTo>
                    <a:pt x="5786023" y="775375"/>
                  </a:lnTo>
                  <a:lnTo>
                    <a:pt x="5786658" y="776861"/>
                  </a:lnTo>
                  <a:lnTo>
                    <a:pt x="5787293" y="778004"/>
                  </a:lnTo>
                  <a:lnTo>
                    <a:pt x="5787928" y="778916"/>
                  </a:lnTo>
                  <a:lnTo>
                    <a:pt x="5788563" y="779855"/>
                  </a:lnTo>
                  <a:lnTo>
                    <a:pt x="5789198" y="780120"/>
                  </a:lnTo>
                  <a:lnTo>
                    <a:pt x="5789833" y="779626"/>
                  </a:lnTo>
                  <a:lnTo>
                    <a:pt x="5790467" y="779385"/>
                  </a:lnTo>
                  <a:lnTo>
                    <a:pt x="5791102" y="778758"/>
                  </a:lnTo>
                  <a:lnTo>
                    <a:pt x="5791737" y="777604"/>
                  </a:lnTo>
                  <a:lnTo>
                    <a:pt x="5792372" y="776753"/>
                  </a:lnTo>
                  <a:lnTo>
                    <a:pt x="5793007" y="775839"/>
                  </a:lnTo>
                  <a:lnTo>
                    <a:pt x="5793642" y="776152"/>
                  </a:lnTo>
                  <a:lnTo>
                    <a:pt x="5794276" y="775723"/>
                  </a:lnTo>
                  <a:lnTo>
                    <a:pt x="5794911" y="777174"/>
                  </a:lnTo>
                  <a:lnTo>
                    <a:pt x="5795546" y="782393"/>
                  </a:lnTo>
                  <a:lnTo>
                    <a:pt x="5796181" y="784442"/>
                  </a:lnTo>
                  <a:lnTo>
                    <a:pt x="5796816" y="786505"/>
                  </a:lnTo>
                  <a:lnTo>
                    <a:pt x="5797451" y="787937"/>
                  </a:lnTo>
                  <a:lnTo>
                    <a:pt x="5798086" y="788668"/>
                  </a:lnTo>
                  <a:lnTo>
                    <a:pt x="5798720" y="789166"/>
                  </a:lnTo>
                  <a:lnTo>
                    <a:pt x="5799355" y="789585"/>
                  </a:lnTo>
                  <a:lnTo>
                    <a:pt x="5799990" y="790554"/>
                  </a:lnTo>
                  <a:lnTo>
                    <a:pt x="5800625" y="792090"/>
                  </a:lnTo>
                  <a:lnTo>
                    <a:pt x="5801260" y="794451"/>
                  </a:lnTo>
                  <a:lnTo>
                    <a:pt x="5801895" y="796892"/>
                  </a:lnTo>
                  <a:lnTo>
                    <a:pt x="5802529" y="798240"/>
                  </a:lnTo>
                  <a:lnTo>
                    <a:pt x="5803164" y="800770"/>
                  </a:lnTo>
                  <a:lnTo>
                    <a:pt x="5803799" y="802976"/>
                  </a:lnTo>
                  <a:lnTo>
                    <a:pt x="5804434" y="805517"/>
                  </a:lnTo>
                  <a:lnTo>
                    <a:pt x="5805069" y="807692"/>
                  </a:lnTo>
                  <a:lnTo>
                    <a:pt x="5805704" y="808528"/>
                  </a:lnTo>
                  <a:lnTo>
                    <a:pt x="5806339" y="808343"/>
                  </a:lnTo>
                  <a:lnTo>
                    <a:pt x="5806973" y="810033"/>
                  </a:lnTo>
                  <a:lnTo>
                    <a:pt x="5807608" y="812208"/>
                  </a:lnTo>
                  <a:lnTo>
                    <a:pt x="5808243" y="815259"/>
                  </a:lnTo>
                  <a:lnTo>
                    <a:pt x="5808878" y="819069"/>
                  </a:lnTo>
                  <a:lnTo>
                    <a:pt x="5809513" y="823430"/>
                  </a:lnTo>
                  <a:lnTo>
                    <a:pt x="5810148" y="828331"/>
                  </a:lnTo>
                  <a:lnTo>
                    <a:pt x="5810782" y="832605"/>
                  </a:lnTo>
                  <a:lnTo>
                    <a:pt x="5811417" y="836237"/>
                  </a:lnTo>
                  <a:lnTo>
                    <a:pt x="5812052" y="838043"/>
                  </a:lnTo>
                  <a:lnTo>
                    <a:pt x="5812687" y="840229"/>
                  </a:lnTo>
                  <a:lnTo>
                    <a:pt x="5813322" y="841714"/>
                  </a:lnTo>
                  <a:lnTo>
                    <a:pt x="5813957" y="845405"/>
                  </a:lnTo>
                  <a:lnTo>
                    <a:pt x="5814591" y="848878"/>
                  </a:lnTo>
                  <a:lnTo>
                    <a:pt x="5815226" y="852484"/>
                  </a:lnTo>
                  <a:lnTo>
                    <a:pt x="5815861" y="857418"/>
                  </a:lnTo>
                  <a:lnTo>
                    <a:pt x="5816496" y="863529"/>
                  </a:lnTo>
                  <a:lnTo>
                    <a:pt x="5817131" y="869013"/>
                  </a:lnTo>
                  <a:lnTo>
                    <a:pt x="5817766" y="874223"/>
                  </a:lnTo>
                  <a:lnTo>
                    <a:pt x="5818401" y="879660"/>
                  </a:lnTo>
                  <a:lnTo>
                    <a:pt x="5819035" y="884167"/>
                  </a:lnTo>
                  <a:lnTo>
                    <a:pt x="5819670" y="888674"/>
                  </a:lnTo>
                  <a:lnTo>
                    <a:pt x="5820305" y="894169"/>
                  </a:lnTo>
                  <a:lnTo>
                    <a:pt x="5820940" y="900763"/>
                  </a:lnTo>
                  <a:lnTo>
                    <a:pt x="5821575" y="908753"/>
                  </a:lnTo>
                  <a:lnTo>
                    <a:pt x="5822210" y="918422"/>
                  </a:lnTo>
                  <a:lnTo>
                    <a:pt x="5822844" y="929942"/>
                  </a:lnTo>
                  <a:lnTo>
                    <a:pt x="5823479" y="942894"/>
                  </a:lnTo>
                  <a:lnTo>
                    <a:pt x="5824114" y="957042"/>
                  </a:lnTo>
                  <a:lnTo>
                    <a:pt x="5824749" y="973306"/>
                  </a:lnTo>
                  <a:lnTo>
                    <a:pt x="5825384" y="990375"/>
                  </a:lnTo>
                  <a:lnTo>
                    <a:pt x="5826019" y="1007198"/>
                  </a:lnTo>
                  <a:lnTo>
                    <a:pt x="5826654" y="1024818"/>
                  </a:lnTo>
                  <a:lnTo>
                    <a:pt x="5827288" y="1042331"/>
                  </a:lnTo>
                  <a:lnTo>
                    <a:pt x="5827923" y="1059312"/>
                  </a:lnTo>
                  <a:lnTo>
                    <a:pt x="5828558" y="1076522"/>
                  </a:lnTo>
                  <a:lnTo>
                    <a:pt x="5829193" y="1092952"/>
                  </a:lnTo>
                  <a:lnTo>
                    <a:pt x="5829828" y="1108187"/>
                  </a:lnTo>
                  <a:lnTo>
                    <a:pt x="5830463" y="1123373"/>
                  </a:lnTo>
                  <a:lnTo>
                    <a:pt x="5831097" y="1138485"/>
                  </a:lnTo>
                  <a:lnTo>
                    <a:pt x="5831732" y="1152852"/>
                  </a:lnTo>
                  <a:lnTo>
                    <a:pt x="5832367" y="1166243"/>
                  </a:lnTo>
                  <a:lnTo>
                    <a:pt x="5833002" y="1178884"/>
                  </a:lnTo>
                  <a:lnTo>
                    <a:pt x="5833637" y="1191448"/>
                  </a:lnTo>
                  <a:lnTo>
                    <a:pt x="5834272" y="1202524"/>
                  </a:lnTo>
                  <a:lnTo>
                    <a:pt x="5834907" y="1212556"/>
                  </a:lnTo>
                  <a:lnTo>
                    <a:pt x="5835541" y="1221586"/>
                  </a:lnTo>
                  <a:lnTo>
                    <a:pt x="5836176" y="1230057"/>
                  </a:lnTo>
                  <a:lnTo>
                    <a:pt x="5836811" y="1238112"/>
                  </a:lnTo>
                  <a:lnTo>
                    <a:pt x="5837446" y="1246856"/>
                  </a:lnTo>
                  <a:lnTo>
                    <a:pt x="5838081" y="1256088"/>
                  </a:lnTo>
                  <a:lnTo>
                    <a:pt x="5838716" y="1264931"/>
                  </a:lnTo>
                  <a:lnTo>
                    <a:pt x="5839350" y="1274038"/>
                  </a:lnTo>
                  <a:lnTo>
                    <a:pt x="5839985" y="1282251"/>
                  </a:lnTo>
                  <a:lnTo>
                    <a:pt x="5840620" y="1290414"/>
                  </a:lnTo>
                  <a:lnTo>
                    <a:pt x="5841255" y="1298521"/>
                  </a:lnTo>
                  <a:lnTo>
                    <a:pt x="5841890" y="1306692"/>
                  </a:lnTo>
                  <a:lnTo>
                    <a:pt x="5842525" y="1314881"/>
                  </a:lnTo>
                  <a:lnTo>
                    <a:pt x="5843160" y="1320294"/>
                  </a:lnTo>
                  <a:lnTo>
                    <a:pt x="5843794" y="1325801"/>
                  </a:lnTo>
                  <a:lnTo>
                    <a:pt x="5844429" y="1331905"/>
                  </a:lnTo>
                  <a:lnTo>
                    <a:pt x="5845064" y="1337835"/>
                  </a:lnTo>
                  <a:lnTo>
                    <a:pt x="5845699" y="1343935"/>
                  </a:lnTo>
                  <a:lnTo>
                    <a:pt x="5846334" y="1349744"/>
                  </a:lnTo>
                  <a:lnTo>
                    <a:pt x="5846969" y="1353497"/>
                  </a:lnTo>
                  <a:lnTo>
                    <a:pt x="5847603" y="1357405"/>
                  </a:lnTo>
                  <a:lnTo>
                    <a:pt x="5848238" y="1361754"/>
                  </a:lnTo>
                  <a:lnTo>
                    <a:pt x="5848873" y="1364893"/>
                  </a:lnTo>
                  <a:lnTo>
                    <a:pt x="5849508" y="1368303"/>
                  </a:lnTo>
                  <a:lnTo>
                    <a:pt x="5850143" y="1371950"/>
                  </a:lnTo>
                  <a:lnTo>
                    <a:pt x="5850778" y="1375139"/>
                  </a:lnTo>
                  <a:lnTo>
                    <a:pt x="5851413" y="1377594"/>
                  </a:lnTo>
                  <a:lnTo>
                    <a:pt x="5852047" y="1380501"/>
                  </a:lnTo>
                  <a:lnTo>
                    <a:pt x="5852682" y="1384558"/>
                  </a:lnTo>
                  <a:lnTo>
                    <a:pt x="5853317" y="1389469"/>
                  </a:lnTo>
                  <a:lnTo>
                    <a:pt x="5853952" y="1394539"/>
                  </a:lnTo>
                  <a:lnTo>
                    <a:pt x="5854587" y="1401191"/>
                  </a:lnTo>
                  <a:lnTo>
                    <a:pt x="5855222" y="1408130"/>
                  </a:lnTo>
                  <a:lnTo>
                    <a:pt x="5855856" y="1415058"/>
                  </a:lnTo>
                  <a:lnTo>
                    <a:pt x="5856491" y="1421859"/>
                  </a:lnTo>
                  <a:lnTo>
                    <a:pt x="5857126" y="1429821"/>
                  </a:lnTo>
                  <a:lnTo>
                    <a:pt x="5857761" y="1438323"/>
                  </a:lnTo>
                  <a:lnTo>
                    <a:pt x="5858396" y="1447140"/>
                  </a:lnTo>
                  <a:lnTo>
                    <a:pt x="5859031" y="1456388"/>
                  </a:lnTo>
                  <a:lnTo>
                    <a:pt x="5859666" y="1466074"/>
                  </a:lnTo>
                  <a:lnTo>
                    <a:pt x="5860300" y="1475689"/>
                  </a:lnTo>
                  <a:lnTo>
                    <a:pt x="5860935" y="1488547"/>
                  </a:lnTo>
                  <a:lnTo>
                    <a:pt x="5861570" y="1502175"/>
                  </a:lnTo>
                  <a:lnTo>
                    <a:pt x="5862205" y="1515419"/>
                  </a:lnTo>
                  <a:lnTo>
                    <a:pt x="5862840" y="1525545"/>
                  </a:lnTo>
                  <a:lnTo>
                    <a:pt x="5863475" y="1535655"/>
                  </a:lnTo>
                  <a:lnTo>
                    <a:pt x="5864109" y="1545833"/>
                  </a:lnTo>
                  <a:lnTo>
                    <a:pt x="5864744" y="1554926"/>
                  </a:lnTo>
                  <a:lnTo>
                    <a:pt x="5865379" y="1562424"/>
                  </a:lnTo>
                  <a:lnTo>
                    <a:pt x="5866014" y="1570214"/>
                  </a:lnTo>
                  <a:lnTo>
                    <a:pt x="5866649" y="1577164"/>
                  </a:lnTo>
                  <a:lnTo>
                    <a:pt x="5867284" y="1583331"/>
                  </a:lnTo>
                  <a:lnTo>
                    <a:pt x="5867919" y="1589473"/>
                  </a:lnTo>
                  <a:lnTo>
                    <a:pt x="5868553" y="1595062"/>
                  </a:lnTo>
                  <a:lnTo>
                    <a:pt x="5869188" y="1600823"/>
                  </a:lnTo>
                  <a:lnTo>
                    <a:pt x="5869823" y="1606367"/>
                  </a:lnTo>
                  <a:lnTo>
                    <a:pt x="5870458" y="1612028"/>
                  </a:lnTo>
                  <a:lnTo>
                    <a:pt x="5871093" y="1617532"/>
                  </a:lnTo>
                  <a:lnTo>
                    <a:pt x="5871728" y="1622985"/>
                  </a:lnTo>
                  <a:lnTo>
                    <a:pt x="5872362" y="1627534"/>
                  </a:lnTo>
                  <a:lnTo>
                    <a:pt x="5872997" y="1633015"/>
                  </a:lnTo>
                  <a:lnTo>
                    <a:pt x="5873632" y="1638577"/>
                  </a:lnTo>
                  <a:lnTo>
                    <a:pt x="5874267" y="1644043"/>
                  </a:lnTo>
                  <a:lnTo>
                    <a:pt x="5874902" y="1650013"/>
                  </a:lnTo>
                  <a:lnTo>
                    <a:pt x="5875537" y="1655688"/>
                  </a:lnTo>
                  <a:lnTo>
                    <a:pt x="5876171" y="1662180"/>
                  </a:lnTo>
                  <a:lnTo>
                    <a:pt x="5876806" y="1668599"/>
                  </a:lnTo>
                  <a:lnTo>
                    <a:pt x="5877441" y="1676319"/>
                  </a:lnTo>
                  <a:lnTo>
                    <a:pt x="5878076" y="1683427"/>
                  </a:lnTo>
                  <a:lnTo>
                    <a:pt x="5878711" y="1691376"/>
                  </a:lnTo>
                  <a:lnTo>
                    <a:pt x="5879346" y="1698859"/>
                  </a:lnTo>
                  <a:lnTo>
                    <a:pt x="5879981" y="1704896"/>
                  </a:lnTo>
                  <a:lnTo>
                    <a:pt x="5880615" y="1711993"/>
                  </a:lnTo>
                  <a:lnTo>
                    <a:pt x="5881250" y="1721081"/>
                  </a:lnTo>
                  <a:lnTo>
                    <a:pt x="5881885" y="1729917"/>
                  </a:lnTo>
                  <a:lnTo>
                    <a:pt x="5882520" y="1737300"/>
                  </a:lnTo>
                  <a:lnTo>
                    <a:pt x="5883155" y="1743554"/>
                  </a:lnTo>
                  <a:lnTo>
                    <a:pt x="5883790" y="1750519"/>
                  </a:lnTo>
                  <a:lnTo>
                    <a:pt x="5884424" y="1756842"/>
                  </a:lnTo>
                  <a:lnTo>
                    <a:pt x="5885059" y="1763002"/>
                  </a:lnTo>
                  <a:lnTo>
                    <a:pt x="5885694" y="1767507"/>
                  </a:lnTo>
                  <a:lnTo>
                    <a:pt x="5886329" y="1772203"/>
                  </a:lnTo>
                  <a:lnTo>
                    <a:pt x="5886964" y="1776443"/>
                  </a:lnTo>
                  <a:lnTo>
                    <a:pt x="5887599" y="1779589"/>
                  </a:lnTo>
                  <a:lnTo>
                    <a:pt x="5888234" y="1782403"/>
                  </a:lnTo>
                  <a:lnTo>
                    <a:pt x="5888868" y="1785446"/>
                  </a:lnTo>
                  <a:lnTo>
                    <a:pt x="5889503" y="1788638"/>
                  </a:lnTo>
                  <a:lnTo>
                    <a:pt x="5890138" y="1792805"/>
                  </a:lnTo>
                  <a:lnTo>
                    <a:pt x="5890773" y="1797087"/>
                  </a:lnTo>
                  <a:lnTo>
                    <a:pt x="5891408" y="1801144"/>
                  </a:lnTo>
                  <a:lnTo>
                    <a:pt x="5892043" y="1805261"/>
                  </a:lnTo>
                  <a:lnTo>
                    <a:pt x="5892677" y="1809034"/>
                  </a:lnTo>
                  <a:lnTo>
                    <a:pt x="5893312" y="1812822"/>
                  </a:lnTo>
                  <a:lnTo>
                    <a:pt x="5893947" y="1817372"/>
                  </a:lnTo>
                  <a:lnTo>
                    <a:pt x="5894582" y="1822248"/>
                  </a:lnTo>
                  <a:lnTo>
                    <a:pt x="5895217" y="1827287"/>
                  </a:lnTo>
                  <a:lnTo>
                    <a:pt x="5895852" y="1831421"/>
                  </a:lnTo>
                  <a:lnTo>
                    <a:pt x="5896487" y="1835130"/>
                  </a:lnTo>
                  <a:lnTo>
                    <a:pt x="5897121" y="1837578"/>
                  </a:lnTo>
                  <a:lnTo>
                    <a:pt x="5897756" y="1838518"/>
                  </a:lnTo>
                  <a:lnTo>
                    <a:pt x="5898391" y="1839201"/>
                  </a:lnTo>
                  <a:lnTo>
                    <a:pt x="5899026" y="1840283"/>
                  </a:lnTo>
                  <a:lnTo>
                    <a:pt x="5899661" y="1839538"/>
                  </a:lnTo>
                  <a:lnTo>
                    <a:pt x="5900296" y="1838626"/>
                  </a:lnTo>
                  <a:lnTo>
                    <a:pt x="5900930" y="1837753"/>
                  </a:lnTo>
                  <a:lnTo>
                    <a:pt x="5901565" y="1837236"/>
                  </a:lnTo>
                  <a:lnTo>
                    <a:pt x="5902200" y="1838039"/>
                  </a:lnTo>
                  <a:lnTo>
                    <a:pt x="5902835" y="1839513"/>
                  </a:lnTo>
                  <a:lnTo>
                    <a:pt x="5903470" y="1840990"/>
                  </a:lnTo>
                  <a:lnTo>
                    <a:pt x="5904105" y="1842684"/>
                  </a:lnTo>
                  <a:lnTo>
                    <a:pt x="5904740" y="1844248"/>
                  </a:lnTo>
                  <a:lnTo>
                    <a:pt x="5905374" y="1846027"/>
                  </a:lnTo>
                  <a:lnTo>
                    <a:pt x="5906009" y="1848147"/>
                  </a:lnTo>
                  <a:lnTo>
                    <a:pt x="5906644" y="1850307"/>
                  </a:lnTo>
                  <a:lnTo>
                    <a:pt x="5907279" y="1852201"/>
                  </a:lnTo>
                  <a:lnTo>
                    <a:pt x="5907914" y="1854172"/>
                  </a:lnTo>
                  <a:lnTo>
                    <a:pt x="5908549" y="1856109"/>
                  </a:lnTo>
                  <a:lnTo>
                    <a:pt x="5909183" y="1857804"/>
                  </a:lnTo>
                  <a:lnTo>
                    <a:pt x="5909818" y="1859419"/>
                  </a:lnTo>
                  <a:lnTo>
                    <a:pt x="5910453" y="1861130"/>
                  </a:lnTo>
                  <a:lnTo>
                    <a:pt x="5911088" y="1864404"/>
                  </a:lnTo>
                  <a:lnTo>
                    <a:pt x="5911723" y="1867089"/>
                  </a:lnTo>
                  <a:lnTo>
                    <a:pt x="5912358" y="1869537"/>
                  </a:lnTo>
                  <a:lnTo>
                    <a:pt x="5912993" y="1872156"/>
                  </a:lnTo>
                  <a:lnTo>
                    <a:pt x="5913627" y="1874689"/>
                  </a:lnTo>
                  <a:lnTo>
                    <a:pt x="5914262" y="1878030"/>
                  </a:lnTo>
                  <a:lnTo>
                    <a:pt x="5914897" y="1881607"/>
                  </a:lnTo>
                  <a:lnTo>
                    <a:pt x="5915532" y="1884966"/>
                  </a:lnTo>
                  <a:lnTo>
                    <a:pt x="5916167" y="1888761"/>
                  </a:lnTo>
                  <a:lnTo>
                    <a:pt x="5916802" y="1893420"/>
                  </a:lnTo>
                  <a:lnTo>
                    <a:pt x="5917436" y="1897975"/>
                  </a:lnTo>
                  <a:lnTo>
                    <a:pt x="5918071" y="1902065"/>
                  </a:lnTo>
                  <a:lnTo>
                    <a:pt x="5918706" y="1906468"/>
                  </a:lnTo>
                  <a:lnTo>
                    <a:pt x="5919341" y="1910965"/>
                  </a:lnTo>
                  <a:lnTo>
                    <a:pt x="5919976" y="1915890"/>
                  </a:lnTo>
                  <a:lnTo>
                    <a:pt x="5920611" y="1920815"/>
                  </a:lnTo>
                  <a:lnTo>
                    <a:pt x="5921246" y="1926689"/>
                  </a:lnTo>
                  <a:lnTo>
                    <a:pt x="5921880" y="1933378"/>
                  </a:lnTo>
                  <a:lnTo>
                    <a:pt x="5922515" y="1940172"/>
                  </a:lnTo>
                  <a:lnTo>
                    <a:pt x="5923150" y="1946406"/>
                  </a:lnTo>
                  <a:lnTo>
                    <a:pt x="5923785" y="1951948"/>
                  </a:lnTo>
                  <a:lnTo>
                    <a:pt x="5924420" y="1958135"/>
                  </a:lnTo>
                  <a:lnTo>
                    <a:pt x="5925055" y="1965062"/>
                  </a:lnTo>
                  <a:lnTo>
                    <a:pt x="5925689" y="1972226"/>
                  </a:lnTo>
                  <a:lnTo>
                    <a:pt x="5926324" y="1979494"/>
                  </a:lnTo>
                  <a:lnTo>
                    <a:pt x="5926959" y="1986791"/>
                  </a:lnTo>
                  <a:lnTo>
                    <a:pt x="5927594" y="1994553"/>
                  </a:lnTo>
                  <a:lnTo>
                    <a:pt x="5928229" y="2002220"/>
                  </a:lnTo>
                  <a:lnTo>
                    <a:pt x="5928864" y="2009460"/>
                  </a:lnTo>
                  <a:lnTo>
                    <a:pt x="5929498" y="2015874"/>
                  </a:lnTo>
                  <a:lnTo>
                    <a:pt x="5930133" y="2021444"/>
                  </a:lnTo>
                  <a:lnTo>
                    <a:pt x="5930768" y="2026179"/>
                  </a:lnTo>
                  <a:lnTo>
                    <a:pt x="5931403" y="2029747"/>
                  </a:lnTo>
                  <a:lnTo>
                    <a:pt x="5932038" y="2033400"/>
                  </a:lnTo>
                  <a:lnTo>
                    <a:pt x="5932673" y="2037338"/>
                  </a:lnTo>
                  <a:lnTo>
                    <a:pt x="5933308" y="2041608"/>
                  </a:lnTo>
                  <a:lnTo>
                    <a:pt x="5933942" y="2044768"/>
                  </a:lnTo>
                  <a:lnTo>
                    <a:pt x="5934577" y="2047083"/>
                  </a:lnTo>
                  <a:lnTo>
                    <a:pt x="5935212" y="2048535"/>
                  </a:lnTo>
                  <a:lnTo>
                    <a:pt x="5935847" y="2049237"/>
                  </a:lnTo>
                  <a:lnTo>
                    <a:pt x="5936482" y="2049664"/>
                  </a:lnTo>
                  <a:lnTo>
                    <a:pt x="5937117" y="2048858"/>
                  </a:lnTo>
                  <a:lnTo>
                    <a:pt x="5937751" y="2047330"/>
                  </a:lnTo>
                  <a:lnTo>
                    <a:pt x="5938386" y="2045148"/>
                  </a:lnTo>
                  <a:lnTo>
                    <a:pt x="5939021" y="2043506"/>
                  </a:lnTo>
                  <a:lnTo>
                    <a:pt x="5939656" y="2042975"/>
                  </a:lnTo>
                  <a:lnTo>
                    <a:pt x="5940291" y="2042832"/>
                  </a:lnTo>
                  <a:lnTo>
                    <a:pt x="5940926" y="2043307"/>
                  </a:lnTo>
                  <a:lnTo>
                    <a:pt x="5941561" y="2043259"/>
                  </a:lnTo>
                  <a:lnTo>
                    <a:pt x="5942195" y="2042358"/>
                  </a:lnTo>
                  <a:lnTo>
                    <a:pt x="5942830" y="2040185"/>
                  </a:lnTo>
                  <a:lnTo>
                    <a:pt x="5943465" y="2037490"/>
                  </a:lnTo>
                  <a:lnTo>
                    <a:pt x="5944100" y="2034539"/>
                  </a:lnTo>
                  <a:lnTo>
                    <a:pt x="5944735" y="2031692"/>
                  </a:lnTo>
                  <a:lnTo>
                    <a:pt x="5945370" y="2029216"/>
                  </a:lnTo>
                  <a:lnTo>
                    <a:pt x="5946004" y="2027071"/>
                  </a:lnTo>
                  <a:lnTo>
                    <a:pt x="5946639" y="2025648"/>
                  </a:lnTo>
                  <a:lnTo>
                    <a:pt x="5947274" y="2024263"/>
                  </a:lnTo>
                  <a:lnTo>
                    <a:pt x="5947909" y="2022963"/>
                  </a:lnTo>
                  <a:lnTo>
                    <a:pt x="5948544" y="2020733"/>
                  </a:lnTo>
                  <a:lnTo>
                    <a:pt x="5949179" y="2017336"/>
                  </a:lnTo>
                  <a:lnTo>
                    <a:pt x="5949814" y="2013104"/>
                  </a:lnTo>
                  <a:lnTo>
                    <a:pt x="5950448" y="2008426"/>
                  </a:lnTo>
                  <a:lnTo>
                    <a:pt x="5951083" y="2003890"/>
                  </a:lnTo>
                  <a:lnTo>
                    <a:pt x="5951718" y="1999924"/>
                  </a:lnTo>
                  <a:lnTo>
                    <a:pt x="5952353" y="1996034"/>
                  </a:lnTo>
                  <a:lnTo>
                    <a:pt x="5952988" y="1992591"/>
                  </a:lnTo>
                  <a:lnTo>
                    <a:pt x="5953623" y="1989404"/>
                  </a:lnTo>
                  <a:lnTo>
                    <a:pt x="5954257" y="1985952"/>
                  </a:lnTo>
                  <a:lnTo>
                    <a:pt x="5954892" y="1982341"/>
                  </a:lnTo>
                  <a:lnTo>
                    <a:pt x="5955527" y="1979033"/>
                  </a:lnTo>
                  <a:lnTo>
                    <a:pt x="5956162" y="1975688"/>
                  </a:lnTo>
                  <a:lnTo>
                    <a:pt x="5956797" y="1973768"/>
                  </a:lnTo>
                  <a:lnTo>
                    <a:pt x="5957432" y="1972252"/>
                  </a:lnTo>
                  <a:lnTo>
                    <a:pt x="5958067" y="1970870"/>
                  </a:lnTo>
                  <a:lnTo>
                    <a:pt x="5958701" y="1969294"/>
                  </a:lnTo>
                  <a:lnTo>
                    <a:pt x="5959336" y="1967331"/>
                  </a:lnTo>
                  <a:lnTo>
                    <a:pt x="5959971" y="1964946"/>
                  </a:lnTo>
                  <a:lnTo>
                    <a:pt x="5960606" y="1963111"/>
                  </a:lnTo>
                  <a:lnTo>
                    <a:pt x="5961241" y="1961435"/>
                  </a:lnTo>
                  <a:lnTo>
                    <a:pt x="5961876" y="1959450"/>
                  </a:lnTo>
                  <a:lnTo>
                    <a:pt x="5962510" y="1957124"/>
                  </a:lnTo>
                  <a:lnTo>
                    <a:pt x="5963145" y="1954979"/>
                  </a:lnTo>
                  <a:lnTo>
                    <a:pt x="5963780" y="1952938"/>
                  </a:lnTo>
                  <a:lnTo>
                    <a:pt x="5964415" y="1950923"/>
                  </a:lnTo>
                  <a:lnTo>
                    <a:pt x="5965050" y="1948447"/>
                  </a:lnTo>
                  <a:lnTo>
                    <a:pt x="5965685" y="1945709"/>
                  </a:lnTo>
                  <a:lnTo>
                    <a:pt x="5966320" y="1942778"/>
                  </a:lnTo>
                  <a:lnTo>
                    <a:pt x="5966954" y="1939740"/>
                  </a:lnTo>
                  <a:lnTo>
                    <a:pt x="5967589" y="1936289"/>
                  </a:lnTo>
                  <a:lnTo>
                    <a:pt x="5968224" y="1932970"/>
                  </a:lnTo>
                  <a:lnTo>
                    <a:pt x="5968859" y="1930159"/>
                  </a:lnTo>
                  <a:lnTo>
                    <a:pt x="5969494" y="1928035"/>
                  </a:lnTo>
                  <a:lnTo>
                    <a:pt x="5970129" y="1926746"/>
                  </a:lnTo>
                  <a:lnTo>
                    <a:pt x="5970763" y="1925688"/>
                  </a:lnTo>
                  <a:lnTo>
                    <a:pt x="5971398" y="1925326"/>
                  </a:lnTo>
                  <a:lnTo>
                    <a:pt x="5972033" y="1924853"/>
                  </a:lnTo>
                  <a:lnTo>
                    <a:pt x="5972668" y="1925138"/>
                  </a:lnTo>
                  <a:lnTo>
                    <a:pt x="5973303" y="1926416"/>
                  </a:lnTo>
                  <a:lnTo>
                    <a:pt x="5973938" y="1927128"/>
                  </a:lnTo>
                  <a:lnTo>
                    <a:pt x="5974573" y="1928532"/>
                  </a:lnTo>
                  <a:lnTo>
                    <a:pt x="5975207" y="1930980"/>
                  </a:lnTo>
                  <a:lnTo>
                    <a:pt x="5975842" y="1934026"/>
                  </a:lnTo>
                  <a:lnTo>
                    <a:pt x="5976477" y="1937708"/>
                  </a:lnTo>
                  <a:lnTo>
                    <a:pt x="5977112" y="1941883"/>
                  </a:lnTo>
                  <a:lnTo>
                    <a:pt x="5977747" y="1946229"/>
                  </a:lnTo>
                  <a:lnTo>
                    <a:pt x="5978382" y="1950821"/>
                  </a:lnTo>
                  <a:lnTo>
                    <a:pt x="5979016" y="1954854"/>
                  </a:lnTo>
                  <a:lnTo>
                    <a:pt x="5979651" y="1958403"/>
                  </a:lnTo>
                  <a:lnTo>
                    <a:pt x="5980286" y="1961392"/>
                  </a:lnTo>
                  <a:lnTo>
                    <a:pt x="5980921" y="1963926"/>
                  </a:lnTo>
                  <a:lnTo>
                    <a:pt x="5981556" y="1966013"/>
                  </a:lnTo>
                  <a:lnTo>
                    <a:pt x="5982191" y="1967854"/>
                  </a:lnTo>
                  <a:lnTo>
                    <a:pt x="5982825" y="1969752"/>
                  </a:lnTo>
                  <a:lnTo>
                    <a:pt x="5983460" y="1971612"/>
                  </a:lnTo>
                  <a:lnTo>
                    <a:pt x="5984095" y="1973016"/>
                  </a:lnTo>
                  <a:lnTo>
                    <a:pt x="5984730" y="1973604"/>
                  </a:lnTo>
                  <a:lnTo>
                    <a:pt x="5985365" y="1973481"/>
                  </a:lnTo>
                  <a:lnTo>
                    <a:pt x="5986000" y="1972627"/>
                  </a:lnTo>
                  <a:lnTo>
                    <a:pt x="5986635" y="1971441"/>
                  </a:lnTo>
                  <a:lnTo>
                    <a:pt x="5987269" y="1970226"/>
                  </a:lnTo>
                  <a:lnTo>
                    <a:pt x="5987904" y="1968452"/>
                  </a:lnTo>
                  <a:lnTo>
                    <a:pt x="5988539" y="1967142"/>
                  </a:lnTo>
                  <a:lnTo>
                    <a:pt x="5989174" y="1965747"/>
                  </a:lnTo>
                  <a:lnTo>
                    <a:pt x="5989809" y="1963717"/>
                  </a:lnTo>
                  <a:lnTo>
                    <a:pt x="5990444" y="1962056"/>
                  </a:lnTo>
                  <a:lnTo>
                    <a:pt x="5991078" y="1960538"/>
                  </a:lnTo>
                  <a:lnTo>
                    <a:pt x="5991713" y="1958934"/>
                  </a:lnTo>
                  <a:lnTo>
                    <a:pt x="5992348" y="1956790"/>
                  </a:lnTo>
                  <a:lnTo>
                    <a:pt x="5992983" y="1954427"/>
                  </a:lnTo>
                  <a:lnTo>
                    <a:pt x="5993618" y="1952824"/>
                  </a:lnTo>
                  <a:lnTo>
                    <a:pt x="5994253" y="1952083"/>
                  </a:lnTo>
                  <a:lnTo>
                    <a:pt x="5994888" y="1951837"/>
                  </a:lnTo>
                  <a:lnTo>
                    <a:pt x="5995522" y="1951856"/>
                  </a:lnTo>
                  <a:lnTo>
                    <a:pt x="5996157" y="1951476"/>
                  </a:lnTo>
                  <a:lnTo>
                    <a:pt x="5996792" y="1950774"/>
                  </a:lnTo>
                  <a:lnTo>
                    <a:pt x="5997427" y="1950290"/>
                  </a:lnTo>
                  <a:lnTo>
                    <a:pt x="5998062" y="1949616"/>
                  </a:lnTo>
                  <a:lnTo>
                    <a:pt x="5998697" y="1948516"/>
                  </a:lnTo>
                  <a:lnTo>
                    <a:pt x="5999331" y="1947918"/>
                  </a:lnTo>
                  <a:lnTo>
                    <a:pt x="5999966" y="1946646"/>
                  </a:lnTo>
                  <a:lnTo>
                    <a:pt x="6000601" y="1944549"/>
                  </a:lnTo>
                  <a:lnTo>
                    <a:pt x="6001236" y="1942225"/>
                  </a:lnTo>
                  <a:lnTo>
                    <a:pt x="6001871" y="1940175"/>
                  </a:lnTo>
                  <a:lnTo>
                    <a:pt x="6002506" y="1937679"/>
                  </a:lnTo>
                  <a:lnTo>
                    <a:pt x="6003141" y="1934311"/>
                  </a:lnTo>
                  <a:lnTo>
                    <a:pt x="6003775" y="1930022"/>
                  </a:lnTo>
                  <a:lnTo>
                    <a:pt x="6004410" y="1925021"/>
                  </a:lnTo>
                  <a:lnTo>
                    <a:pt x="6005045" y="1919489"/>
                  </a:lnTo>
                  <a:lnTo>
                    <a:pt x="6005680" y="1914621"/>
                  </a:lnTo>
                  <a:lnTo>
                    <a:pt x="6006315" y="1910475"/>
                  </a:lnTo>
                  <a:lnTo>
                    <a:pt x="6006950" y="1906243"/>
                  </a:lnTo>
                  <a:lnTo>
                    <a:pt x="6007584" y="1901698"/>
                  </a:lnTo>
                  <a:lnTo>
                    <a:pt x="6008219" y="1896887"/>
                  </a:lnTo>
                  <a:lnTo>
                    <a:pt x="6008854" y="1891658"/>
                  </a:lnTo>
                  <a:lnTo>
                    <a:pt x="6009489" y="1886667"/>
                  </a:lnTo>
                  <a:lnTo>
                    <a:pt x="6010124" y="1882549"/>
                  </a:lnTo>
                  <a:lnTo>
                    <a:pt x="6010759" y="1879712"/>
                  </a:lnTo>
                  <a:lnTo>
                    <a:pt x="6011394" y="1876728"/>
                  </a:lnTo>
                  <a:lnTo>
                    <a:pt x="6012028" y="1874222"/>
                  </a:lnTo>
                  <a:lnTo>
                    <a:pt x="6012663" y="1872753"/>
                  </a:lnTo>
                  <a:lnTo>
                    <a:pt x="6013298" y="1870723"/>
                  </a:lnTo>
                  <a:lnTo>
                    <a:pt x="6013933" y="1868505"/>
                  </a:lnTo>
                  <a:lnTo>
                    <a:pt x="6014568" y="1867000"/>
                  </a:lnTo>
                  <a:lnTo>
                    <a:pt x="6015203" y="1864699"/>
                  </a:lnTo>
                  <a:lnTo>
                    <a:pt x="6015837" y="1862054"/>
                  </a:lnTo>
                  <a:lnTo>
                    <a:pt x="6016472" y="1859232"/>
                  </a:lnTo>
                  <a:lnTo>
                    <a:pt x="6017107" y="1858209"/>
                  </a:lnTo>
                  <a:lnTo>
                    <a:pt x="6017742" y="1857552"/>
                  </a:lnTo>
                  <a:lnTo>
                    <a:pt x="6018377" y="1857294"/>
                  </a:lnTo>
                  <a:lnTo>
                    <a:pt x="6019012" y="1857120"/>
                  </a:lnTo>
                  <a:lnTo>
                    <a:pt x="6019647" y="1857845"/>
                  </a:lnTo>
                  <a:lnTo>
                    <a:pt x="6020281" y="1858166"/>
                  </a:lnTo>
                  <a:lnTo>
                    <a:pt x="6020916" y="1857475"/>
                  </a:lnTo>
                  <a:lnTo>
                    <a:pt x="6021551" y="1856139"/>
                  </a:lnTo>
                  <a:lnTo>
                    <a:pt x="6022186" y="1854474"/>
                  </a:lnTo>
                  <a:lnTo>
                    <a:pt x="6022821" y="1853033"/>
                  </a:lnTo>
                  <a:lnTo>
                    <a:pt x="6023456" y="1851083"/>
                  </a:lnTo>
                  <a:lnTo>
                    <a:pt x="6024090" y="1849793"/>
                  </a:lnTo>
                  <a:lnTo>
                    <a:pt x="6024725" y="1849622"/>
                  </a:lnTo>
                  <a:lnTo>
                    <a:pt x="6025360" y="1849503"/>
                  </a:lnTo>
                  <a:lnTo>
                    <a:pt x="6025995" y="1849656"/>
                  </a:lnTo>
                  <a:lnTo>
                    <a:pt x="6026630" y="1850111"/>
                  </a:lnTo>
                  <a:lnTo>
                    <a:pt x="6027265" y="1850969"/>
                  </a:lnTo>
                  <a:lnTo>
                    <a:pt x="6027900" y="1851388"/>
                  </a:lnTo>
                  <a:lnTo>
                    <a:pt x="6028534" y="1851677"/>
                  </a:lnTo>
                  <a:lnTo>
                    <a:pt x="6029169" y="1851668"/>
                  </a:lnTo>
                  <a:lnTo>
                    <a:pt x="6029804" y="1851871"/>
                  </a:lnTo>
                  <a:lnTo>
                    <a:pt x="6030439" y="1852400"/>
                  </a:lnTo>
                  <a:lnTo>
                    <a:pt x="6031074" y="1851204"/>
                  </a:lnTo>
                  <a:lnTo>
                    <a:pt x="6031709" y="1849810"/>
                  </a:lnTo>
                  <a:lnTo>
                    <a:pt x="6032343" y="1848462"/>
                  </a:lnTo>
                  <a:lnTo>
                    <a:pt x="6032978" y="1846991"/>
                  </a:lnTo>
                  <a:lnTo>
                    <a:pt x="6033613" y="1845910"/>
                  </a:lnTo>
                  <a:lnTo>
                    <a:pt x="6034248" y="1845236"/>
                  </a:lnTo>
                  <a:lnTo>
                    <a:pt x="6034883" y="1844164"/>
                  </a:lnTo>
                  <a:lnTo>
                    <a:pt x="6035518" y="1842475"/>
                  </a:lnTo>
                  <a:lnTo>
                    <a:pt x="6036152" y="1839884"/>
                  </a:lnTo>
                  <a:lnTo>
                    <a:pt x="6036787" y="1835605"/>
                  </a:lnTo>
                  <a:lnTo>
                    <a:pt x="6037422" y="1830168"/>
                  </a:lnTo>
                  <a:lnTo>
                    <a:pt x="6038057" y="1826750"/>
                  </a:lnTo>
                  <a:lnTo>
                    <a:pt x="6038692" y="1822783"/>
                  </a:lnTo>
                  <a:lnTo>
                    <a:pt x="6039327" y="1819530"/>
                  </a:lnTo>
                  <a:lnTo>
                    <a:pt x="6039962" y="1815457"/>
                  </a:lnTo>
                  <a:lnTo>
                    <a:pt x="6040596" y="1811051"/>
                  </a:lnTo>
                  <a:lnTo>
                    <a:pt x="6041231" y="1807406"/>
                  </a:lnTo>
                  <a:lnTo>
                    <a:pt x="6041866" y="1803451"/>
                  </a:lnTo>
                  <a:lnTo>
                    <a:pt x="6042501" y="1801035"/>
                  </a:lnTo>
                  <a:lnTo>
                    <a:pt x="6043136" y="1799302"/>
                  </a:lnTo>
                  <a:lnTo>
                    <a:pt x="6043771" y="1797140"/>
                  </a:lnTo>
                  <a:lnTo>
                    <a:pt x="6044405" y="1795044"/>
                  </a:lnTo>
                  <a:lnTo>
                    <a:pt x="6045040" y="1794384"/>
                  </a:lnTo>
                  <a:lnTo>
                    <a:pt x="6045675" y="1793871"/>
                  </a:lnTo>
                  <a:lnTo>
                    <a:pt x="6046310" y="1793343"/>
                  </a:lnTo>
                  <a:lnTo>
                    <a:pt x="6046945" y="1792919"/>
                  </a:lnTo>
                  <a:lnTo>
                    <a:pt x="6047580" y="1791828"/>
                  </a:lnTo>
                  <a:lnTo>
                    <a:pt x="6048215" y="1790340"/>
                  </a:lnTo>
                  <a:lnTo>
                    <a:pt x="6048849" y="1788721"/>
                  </a:lnTo>
                  <a:lnTo>
                    <a:pt x="6049484" y="1787061"/>
                  </a:lnTo>
                  <a:lnTo>
                    <a:pt x="6050119" y="1785580"/>
                  </a:lnTo>
                  <a:lnTo>
                    <a:pt x="6050754" y="1784348"/>
                  </a:lnTo>
                  <a:lnTo>
                    <a:pt x="6051389" y="1782684"/>
                  </a:lnTo>
                  <a:lnTo>
                    <a:pt x="6052024" y="1780462"/>
                  </a:lnTo>
                  <a:lnTo>
                    <a:pt x="6052658" y="1778136"/>
                  </a:lnTo>
                  <a:lnTo>
                    <a:pt x="6053293" y="1775907"/>
                  </a:lnTo>
                  <a:lnTo>
                    <a:pt x="6053928" y="1773730"/>
                  </a:lnTo>
                  <a:lnTo>
                    <a:pt x="6054563" y="1771161"/>
                  </a:lnTo>
                  <a:lnTo>
                    <a:pt x="6055198" y="1768731"/>
                  </a:lnTo>
                  <a:lnTo>
                    <a:pt x="6055833" y="1766859"/>
                  </a:lnTo>
                  <a:lnTo>
                    <a:pt x="6056468" y="1764873"/>
                  </a:lnTo>
                  <a:lnTo>
                    <a:pt x="6057102" y="1763108"/>
                  </a:lnTo>
                  <a:lnTo>
                    <a:pt x="6057737" y="1761664"/>
                  </a:lnTo>
                  <a:lnTo>
                    <a:pt x="6058372" y="1761155"/>
                  </a:lnTo>
                  <a:lnTo>
                    <a:pt x="6059007" y="1760844"/>
                  </a:lnTo>
                  <a:lnTo>
                    <a:pt x="6059642" y="1760882"/>
                  </a:lnTo>
                  <a:lnTo>
                    <a:pt x="6060277" y="1760666"/>
                  </a:lnTo>
                  <a:lnTo>
                    <a:pt x="6060911" y="1760573"/>
                  </a:lnTo>
                  <a:lnTo>
                    <a:pt x="6061546" y="1760866"/>
                  </a:lnTo>
                  <a:lnTo>
                    <a:pt x="6062181" y="1760966"/>
                  </a:lnTo>
                  <a:lnTo>
                    <a:pt x="6062816" y="1761051"/>
                  </a:lnTo>
                  <a:lnTo>
                    <a:pt x="6063451" y="1761197"/>
                  </a:lnTo>
                  <a:lnTo>
                    <a:pt x="6064086" y="1761590"/>
                  </a:lnTo>
                  <a:lnTo>
                    <a:pt x="6064721" y="1761985"/>
                  </a:lnTo>
                  <a:lnTo>
                    <a:pt x="6065355" y="1762861"/>
                  </a:lnTo>
                  <a:lnTo>
                    <a:pt x="6065990" y="1764203"/>
                  </a:lnTo>
                  <a:lnTo>
                    <a:pt x="6066625" y="1765741"/>
                  </a:lnTo>
                  <a:lnTo>
                    <a:pt x="6067260" y="1767225"/>
                  </a:lnTo>
                  <a:lnTo>
                    <a:pt x="6067895" y="1767416"/>
                  </a:lnTo>
                  <a:lnTo>
                    <a:pt x="6068530" y="1767504"/>
                  </a:lnTo>
                  <a:lnTo>
                    <a:pt x="6069164" y="1766902"/>
                  </a:lnTo>
                  <a:lnTo>
                    <a:pt x="6069799" y="1767506"/>
                  </a:lnTo>
                  <a:lnTo>
                    <a:pt x="6070434" y="1768370"/>
                  </a:lnTo>
                  <a:lnTo>
                    <a:pt x="6071069" y="1769388"/>
                  </a:lnTo>
                  <a:lnTo>
                    <a:pt x="6071704" y="1769831"/>
                  </a:lnTo>
                  <a:lnTo>
                    <a:pt x="6072339" y="1770316"/>
                  </a:lnTo>
                  <a:lnTo>
                    <a:pt x="6072974" y="1770670"/>
                  </a:lnTo>
                  <a:lnTo>
                    <a:pt x="6073608" y="1770595"/>
                  </a:lnTo>
                  <a:lnTo>
                    <a:pt x="6074243" y="1770391"/>
                  </a:lnTo>
                  <a:lnTo>
                    <a:pt x="6074878" y="1769538"/>
                  </a:lnTo>
                  <a:lnTo>
                    <a:pt x="6075513" y="1768398"/>
                  </a:lnTo>
                  <a:lnTo>
                    <a:pt x="6076148" y="1767120"/>
                  </a:lnTo>
                  <a:lnTo>
                    <a:pt x="6076783" y="1766207"/>
                  </a:lnTo>
                  <a:lnTo>
                    <a:pt x="6077417" y="1765484"/>
                  </a:lnTo>
                  <a:lnTo>
                    <a:pt x="6078052" y="1764894"/>
                  </a:lnTo>
                  <a:lnTo>
                    <a:pt x="6078687" y="1763815"/>
                  </a:lnTo>
                  <a:lnTo>
                    <a:pt x="6079322" y="1762666"/>
                  </a:lnTo>
                  <a:lnTo>
                    <a:pt x="6079957" y="1761431"/>
                  </a:lnTo>
                  <a:lnTo>
                    <a:pt x="6080592" y="1760142"/>
                  </a:lnTo>
                  <a:lnTo>
                    <a:pt x="6081227" y="1759109"/>
                  </a:lnTo>
                  <a:lnTo>
                    <a:pt x="6081861" y="1758088"/>
                  </a:lnTo>
                  <a:lnTo>
                    <a:pt x="6082496" y="1757337"/>
                  </a:lnTo>
                  <a:lnTo>
                    <a:pt x="6083131" y="1756827"/>
                  </a:lnTo>
                  <a:lnTo>
                    <a:pt x="6083766" y="1755159"/>
                  </a:lnTo>
                  <a:lnTo>
                    <a:pt x="6084401" y="1753489"/>
                  </a:lnTo>
                  <a:lnTo>
                    <a:pt x="6085036" y="1752026"/>
                  </a:lnTo>
                  <a:lnTo>
                    <a:pt x="6085670" y="1750932"/>
                  </a:lnTo>
                  <a:lnTo>
                    <a:pt x="6086305" y="1750003"/>
                  </a:lnTo>
                  <a:lnTo>
                    <a:pt x="6086940" y="1749497"/>
                  </a:lnTo>
                  <a:lnTo>
                    <a:pt x="6087575" y="1748313"/>
                  </a:lnTo>
                  <a:lnTo>
                    <a:pt x="6088210" y="1746992"/>
                  </a:lnTo>
                  <a:lnTo>
                    <a:pt x="6088845" y="1745951"/>
                  </a:lnTo>
                  <a:lnTo>
                    <a:pt x="6089480" y="1744781"/>
                  </a:lnTo>
                  <a:lnTo>
                    <a:pt x="6090114" y="1743493"/>
                  </a:lnTo>
                  <a:lnTo>
                    <a:pt x="6090749" y="1742249"/>
                  </a:lnTo>
                  <a:lnTo>
                    <a:pt x="6091384" y="1741318"/>
                  </a:lnTo>
                  <a:lnTo>
                    <a:pt x="6092019" y="1740207"/>
                  </a:lnTo>
                  <a:lnTo>
                    <a:pt x="6092654" y="1739312"/>
                  </a:lnTo>
                  <a:lnTo>
                    <a:pt x="6093289" y="1737723"/>
                  </a:lnTo>
                  <a:lnTo>
                    <a:pt x="6093923" y="1736253"/>
                  </a:lnTo>
                  <a:lnTo>
                    <a:pt x="6094558" y="1735406"/>
                  </a:lnTo>
                  <a:lnTo>
                    <a:pt x="6095193" y="1734475"/>
                  </a:lnTo>
                  <a:lnTo>
                    <a:pt x="6095828" y="1732427"/>
                  </a:lnTo>
                  <a:lnTo>
                    <a:pt x="6096463" y="1730210"/>
                  </a:lnTo>
                  <a:lnTo>
                    <a:pt x="6097098" y="1728057"/>
                  </a:lnTo>
                  <a:lnTo>
                    <a:pt x="6097732" y="1726536"/>
                  </a:lnTo>
                  <a:lnTo>
                    <a:pt x="6098367" y="1725114"/>
                  </a:lnTo>
                  <a:lnTo>
                    <a:pt x="6099002" y="1724533"/>
                  </a:lnTo>
                  <a:lnTo>
                    <a:pt x="6099637" y="1723588"/>
                  </a:lnTo>
                  <a:lnTo>
                    <a:pt x="6100272" y="1723033"/>
                  </a:lnTo>
                  <a:lnTo>
                    <a:pt x="6100907" y="1723149"/>
                  </a:lnTo>
                  <a:lnTo>
                    <a:pt x="6101542" y="1722842"/>
                  </a:lnTo>
                  <a:lnTo>
                    <a:pt x="6102176" y="1720915"/>
                  </a:lnTo>
                  <a:lnTo>
                    <a:pt x="6102811" y="1718961"/>
                  </a:lnTo>
                  <a:lnTo>
                    <a:pt x="6103446" y="1717016"/>
                  </a:lnTo>
                  <a:lnTo>
                    <a:pt x="6104081" y="1715184"/>
                  </a:lnTo>
                  <a:lnTo>
                    <a:pt x="6104716" y="1713267"/>
                  </a:lnTo>
                  <a:lnTo>
                    <a:pt x="6105351" y="1711417"/>
                  </a:lnTo>
                  <a:lnTo>
                    <a:pt x="6105985" y="1709937"/>
                  </a:lnTo>
                  <a:lnTo>
                    <a:pt x="6106620" y="1708419"/>
                  </a:lnTo>
                  <a:lnTo>
                    <a:pt x="6107255" y="1706938"/>
                  </a:lnTo>
                  <a:lnTo>
                    <a:pt x="6107890" y="1705306"/>
                  </a:lnTo>
                  <a:lnTo>
                    <a:pt x="6108525" y="1703522"/>
                  </a:lnTo>
                  <a:lnTo>
                    <a:pt x="6109160" y="1701947"/>
                  </a:lnTo>
                  <a:lnTo>
                    <a:pt x="6109795" y="1700609"/>
                  </a:lnTo>
                  <a:lnTo>
                    <a:pt x="6110429" y="1699594"/>
                  </a:lnTo>
                  <a:lnTo>
                    <a:pt x="6111064" y="1699157"/>
                  </a:lnTo>
                  <a:lnTo>
                    <a:pt x="6111699" y="1699499"/>
                  </a:lnTo>
                  <a:lnTo>
                    <a:pt x="6112334" y="1700154"/>
                  </a:lnTo>
                  <a:lnTo>
                    <a:pt x="6112969" y="1701217"/>
                  </a:lnTo>
                  <a:lnTo>
                    <a:pt x="6113604" y="1702592"/>
                  </a:lnTo>
                  <a:lnTo>
                    <a:pt x="6114238" y="1704272"/>
                  </a:lnTo>
                  <a:lnTo>
                    <a:pt x="6114873" y="1706492"/>
                  </a:lnTo>
                  <a:lnTo>
                    <a:pt x="6115508" y="1708352"/>
                  </a:lnTo>
                  <a:lnTo>
                    <a:pt x="6116143" y="1710506"/>
                  </a:lnTo>
                  <a:lnTo>
                    <a:pt x="6116778" y="1713524"/>
                  </a:lnTo>
                  <a:lnTo>
                    <a:pt x="6117413" y="1716788"/>
                  </a:lnTo>
                  <a:lnTo>
                    <a:pt x="6118048" y="1720118"/>
                  </a:lnTo>
                  <a:lnTo>
                    <a:pt x="6118682" y="1723430"/>
                  </a:lnTo>
                  <a:lnTo>
                    <a:pt x="6119317" y="1726846"/>
                  </a:lnTo>
                  <a:lnTo>
                    <a:pt x="6119952" y="1730158"/>
                  </a:lnTo>
                  <a:lnTo>
                    <a:pt x="6120587" y="1733204"/>
                  </a:lnTo>
                  <a:lnTo>
                    <a:pt x="6121222" y="1736031"/>
                  </a:lnTo>
                  <a:lnTo>
                    <a:pt x="6121857" y="1738489"/>
                  </a:lnTo>
                  <a:lnTo>
                    <a:pt x="6122491" y="1740301"/>
                  </a:lnTo>
                  <a:lnTo>
                    <a:pt x="6123126" y="1741848"/>
                  </a:lnTo>
                  <a:lnTo>
                    <a:pt x="6123761" y="1743414"/>
                  </a:lnTo>
                  <a:lnTo>
                    <a:pt x="6124396" y="1744239"/>
                  </a:lnTo>
                  <a:lnTo>
                    <a:pt x="6125031" y="1744638"/>
                  </a:lnTo>
                  <a:lnTo>
                    <a:pt x="6125666" y="1744837"/>
                  </a:lnTo>
                  <a:lnTo>
                    <a:pt x="6126301" y="1744657"/>
                  </a:lnTo>
                  <a:lnTo>
                    <a:pt x="6126935" y="1745141"/>
                  </a:lnTo>
                  <a:lnTo>
                    <a:pt x="6127570" y="1746137"/>
                  </a:lnTo>
                  <a:lnTo>
                    <a:pt x="6128205" y="1747076"/>
                  </a:lnTo>
                  <a:lnTo>
                    <a:pt x="6128840" y="1747797"/>
                  </a:lnTo>
                  <a:lnTo>
                    <a:pt x="6129475" y="1748822"/>
                  </a:lnTo>
                  <a:lnTo>
                    <a:pt x="6130110" y="1749534"/>
                  </a:lnTo>
                  <a:lnTo>
                    <a:pt x="6130744" y="1749904"/>
                  </a:lnTo>
                  <a:lnTo>
                    <a:pt x="6131379" y="1750739"/>
                  </a:lnTo>
                  <a:lnTo>
                    <a:pt x="6132014" y="1752770"/>
                  </a:lnTo>
                  <a:lnTo>
                    <a:pt x="6132649" y="1755132"/>
                  </a:lnTo>
                  <a:lnTo>
                    <a:pt x="6133284" y="1757172"/>
                  </a:lnTo>
                  <a:lnTo>
                    <a:pt x="6133919" y="1759772"/>
                  </a:lnTo>
                  <a:lnTo>
                    <a:pt x="6134554" y="1762894"/>
                  </a:lnTo>
                  <a:lnTo>
                    <a:pt x="6135188" y="1766310"/>
                  </a:lnTo>
                  <a:lnTo>
                    <a:pt x="6135823" y="1769764"/>
                  </a:lnTo>
                  <a:lnTo>
                    <a:pt x="6136458" y="1771966"/>
                  </a:lnTo>
                  <a:lnTo>
                    <a:pt x="6137093" y="1773636"/>
                  </a:lnTo>
                  <a:lnTo>
                    <a:pt x="6137728" y="1775021"/>
                  </a:lnTo>
                  <a:lnTo>
                    <a:pt x="6138363" y="1776530"/>
                  </a:lnTo>
                  <a:lnTo>
                    <a:pt x="6138997" y="1777830"/>
                  </a:lnTo>
                  <a:lnTo>
                    <a:pt x="6139632" y="1779310"/>
                  </a:lnTo>
                  <a:lnTo>
                    <a:pt x="6140267" y="1781910"/>
                  </a:lnTo>
                  <a:lnTo>
                    <a:pt x="6140902" y="1784889"/>
                  </a:lnTo>
                  <a:lnTo>
                    <a:pt x="6141537" y="1786977"/>
                  </a:lnTo>
                  <a:lnTo>
                    <a:pt x="6142172" y="1789586"/>
                  </a:lnTo>
                  <a:lnTo>
                    <a:pt x="6142807" y="1792338"/>
                  </a:lnTo>
                  <a:lnTo>
                    <a:pt x="6143441" y="1794986"/>
                  </a:lnTo>
                  <a:lnTo>
                    <a:pt x="6144076" y="1795704"/>
                  </a:lnTo>
                  <a:lnTo>
                    <a:pt x="6144711" y="1796359"/>
                  </a:lnTo>
                  <a:lnTo>
                    <a:pt x="6145346" y="1796906"/>
                  </a:lnTo>
                  <a:lnTo>
                    <a:pt x="6145981" y="1798266"/>
                  </a:lnTo>
                  <a:lnTo>
                    <a:pt x="6146616" y="1799348"/>
                  </a:lnTo>
                  <a:lnTo>
                    <a:pt x="6147250" y="1800998"/>
                  </a:lnTo>
                  <a:lnTo>
                    <a:pt x="6147885" y="1803185"/>
                  </a:lnTo>
                  <a:lnTo>
                    <a:pt x="6148520" y="1805983"/>
                  </a:lnTo>
                  <a:lnTo>
                    <a:pt x="6149155" y="1809317"/>
                  </a:lnTo>
                  <a:lnTo>
                    <a:pt x="6149790" y="1812451"/>
                  </a:lnTo>
                  <a:lnTo>
                    <a:pt x="6150425" y="1815265"/>
                  </a:lnTo>
                  <a:lnTo>
                    <a:pt x="6151059" y="1818434"/>
                  </a:lnTo>
                  <a:lnTo>
                    <a:pt x="6151694" y="1821594"/>
                  </a:lnTo>
                  <a:lnTo>
                    <a:pt x="6152329" y="1825015"/>
                  </a:lnTo>
                  <a:lnTo>
                    <a:pt x="6152964" y="1828610"/>
                  </a:lnTo>
                  <a:lnTo>
                    <a:pt x="6153599" y="1832273"/>
                  </a:lnTo>
                  <a:lnTo>
                    <a:pt x="6154234" y="1835999"/>
                  </a:lnTo>
                  <a:lnTo>
                    <a:pt x="6154869" y="1840286"/>
                  </a:lnTo>
                  <a:lnTo>
                    <a:pt x="6155503" y="1844371"/>
                  </a:lnTo>
                  <a:lnTo>
                    <a:pt x="6156138" y="1847815"/>
                  </a:lnTo>
                  <a:lnTo>
                    <a:pt x="6156773" y="1850250"/>
                  </a:lnTo>
                  <a:lnTo>
                    <a:pt x="6157408" y="1851847"/>
                  </a:lnTo>
                  <a:lnTo>
                    <a:pt x="6158043" y="1854684"/>
                  </a:lnTo>
                  <a:lnTo>
                    <a:pt x="6158678" y="1857293"/>
                  </a:lnTo>
                  <a:lnTo>
                    <a:pt x="6159312" y="1859703"/>
                  </a:lnTo>
                  <a:lnTo>
                    <a:pt x="6159947" y="1862142"/>
                  </a:lnTo>
                  <a:lnTo>
                    <a:pt x="6160582" y="1864287"/>
                  </a:lnTo>
                  <a:lnTo>
                    <a:pt x="6161217" y="1866327"/>
                  </a:lnTo>
                  <a:lnTo>
                    <a:pt x="6161852" y="1868319"/>
                  </a:lnTo>
                  <a:lnTo>
                    <a:pt x="6162487" y="1870284"/>
                  </a:lnTo>
                  <a:lnTo>
                    <a:pt x="6163122" y="1872902"/>
                  </a:lnTo>
                  <a:lnTo>
                    <a:pt x="6163756" y="1876717"/>
                  </a:lnTo>
                  <a:lnTo>
                    <a:pt x="6164391" y="1881794"/>
                  </a:lnTo>
                  <a:lnTo>
                    <a:pt x="6165026" y="1885116"/>
                  </a:lnTo>
                  <a:lnTo>
                    <a:pt x="6165661" y="1889340"/>
                  </a:lnTo>
                  <a:lnTo>
                    <a:pt x="6166296" y="1893209"/>
                  </a:lnTo>
                  <a:lnTo>
                    <a:pt x="6166931" y="1898194"/>
                  </a:lnTo>
                  <a:lnTo>
                    <a:pt x="6167565" y="1903833"/>
                  </a:lnTo>
                  <a:lnTo>
                    <a:pt x="6168200" y="1908617"/>
                  </a:lnTo>
                  <a:lnTo>
                    <a:pt x="6168835" y="1914014"/>
                  </a:lnTo>
                  <a:lnTo>
                    <a:pt x="6169470" y="1918423"/>
                  </a:lnTo>
                  <a:lnTo>
                    <a:pt x="6170105" y="1922016"/>
                  </a:lnTo>
                  <a:lnTo>
                    <a:pt x="6170740" y="1925477"/>
                  </a:lnTo>
                  <a:lnTo>
                    <a:pt x="6171375" y="1929281"/>
                  </a:lnTo>
                  <a:lnTo>
                    <a:pt x="6172009" y="1932323"/>
                  </a:lnTo>
                  <a:lnTo>
                    <a:pt x="6172644" y="1934781"/>
                  </a:lnTo>
                  <a:lnTo>
                    <a:pt x="6173279" y="1936684"/>
                  </a:lnTo>
                  <a:lnTo>
                    <a:pt x="6173914" y="1938077"/>
                  </a:lnTo>
                  <a:lnTo>
                    <a:pt x="6174549" y="1940022"/>
                  </a:lnTo>
                  <a:lnTo>
                    <a:pt x="6175184" y="1942107"/>
                  </a:lnTo>
                  <a:lnTo>
                    <a:pt x="6175818" y="1944107"/>
                  </a:lnTo>
                  <a:lnTo>
                    <a:pt x="6176453" y="1946146"/>
                  </a:lnTo>
                  <a:lnTo>
                    <a:pt x="6177088" y="1948006"/>
                  </a:lnTo>
                  <a:lnTo>
                    <a:pt x="6177723" y="1949789"/>
                  </a:lnTo>
                  <a:lnTo>
                    <a:pt x="6178358" y="1951405"/>
                  </a:lnTo>
                  <a:lnTo>
                    <a:pt x="6178993" y="1953067"/>
                  </a:lnTo>
                  <a:lnTo>
                    <a:pt x="6179628" y="1954672"/>
                  </a:lnTo>
                  <a:lnTo>
                    <a:pt x="6180262" y="1956218"/>
                  </a:lnTo>
                  <a:lnTo>
                    <a:pt x="6180897" y="1957342"/>
                  </a:lnTo>
                  <a:lnTo>
                    <a:pt x="6181532" y="1958478"/>
                  </a:lnTo>
                  <a:lnTo>
                    <a:pt x="6182167" y="1959988"/>
                  </a:lnTo>
                  <a:lnTo>
                    <a:pt x="6182802" y="1962115"/>
                  </a:lnTo>
                  <a:lnTo>
                    <a:pt x="6183437" y="1964472"/>
                  </a:lnTo>
                  <a:lnTo>
                    <a:pt x="6184071" y="1966806"/>
                  </a:lnTo>
                  <a:lnTo>
                    <a:pt x="6184706" y="1969047"/>
                  </a:lnTo>
                  <a:lnTo>
                    <a:pt x="6185341" y="1971283"/>
                  </a:lnTo>
                  <a:lnTo>
                    <a:pt x="6185976" y="1973710"/>
                  </a:lnTo>
                  <a:lnTo>
                    <a:pt x="6186611" y="1976329"/>
                  </a:lnTo>
                  <a:lnTo>
                    <a:pt x="6187246" y="1979477"/>
                  </a:lnTo>
                  <a:lnTo>
                    <a:pt x="6187881" y="1983403"/>
                  </a:lnTo>
                  <a:lnTo>
                    <a:pt x="6188515" y="1987485"/>
                  </a:lnTo>
                  <a:lnTo>
                    <a:pt x="6189150" y="1992091"/>
                  </a:lnTo>
                  <a:lnTo>
                    <a:pt x="6189785" y="1996808"/>
                  </a:lnTo>
                  <a:lnTo>
                    <a:pt x="6190420" y="2001881"/>
                  </a:lnTo>
                  <a:lnTo>
                    <a:pt x="6191055" y="2007589"/>
                  </a:lnTo>
                  <a:lnTo>
                    <a:pt x="6191690" y="2013703"/>
                  </a:lnTo>
                  <a:lnTo>
                    <a:pt x="6192324" y="2019726"/>
                  </a:lnTo>
                  <a:lnTo>
                    <a:pt x="6192959" y="2025605"/>
                  </a:lnTo>
                  <a:lnTo>
                    <a:pt x="6193594" y="2031089"/>
                  </a:lnTo>
                  <a:lnTo>
                    <a:pt x="6194229" y="2036399"/>
                  </a:lnTo>
                  <a:lnTo>
                    <a:pt x="6194864" y="2042072"/>
                  </a:lnTo>
                  <a:lnTo>
                    <a:pt x="6195499" y="2047648"/>
                  </a:lnTo>
                  <a:lnTo>
                    <a:pt x="6196134" y="2053944"/>
                  </a:lnTo>
                  <a:lnTo>
                    <a:pt x="6196768" y="2059688"/>
                  </a:lnTo>
                  <a:lnTo>
                    <a:pt x="6197403" y="2065267"/>
                  </a:lnTo>
                  <a:lnTo>
                    <a:pt x="6198038" y="2070682"/>
                  </a:lnTo>
                  <a:lnTo>
                    <a:pt x="6198673" y="2076502"/>
                  </a:lnTo>
                  <a:lnTo>
                    <a:pt x="6199308" y="2082043"/>
                  </a:lnTo>
                  <a:lnTo>
                    <a:pt x="6199943" y="2087524"/>
                  </a:lnTo>
                  <a:lnTo>
                    <a:pt x="6200577" y="2092439"/>
                  </a:lnTo>
                  <a:lnTo>
                    <a:pt x="6201212" y="2097293"/>
                  </a:lnTo>
                  <a:lnTo>
                    <a:pt x="6201847" y="2102387"/>
                  </a:lnTo>
                  <a:lnTo>
                    <a:pt x="6202482" y="2107701"/>
                  </a:lnTo>
                  <a:lnTo>
                    <a:pt x="6203117" y="2113373"/>
                  </a:lnTo>
                  <a:lnTo>
                    <a:pt x="6203752" y="2118935"/>
                  </a:lnTo>
                  <a:lnTo>
                    <a:pt x="6204386" y="2124555"/>
                  </a:lnTo>
                  <a:lnTo>
                    <a:pt x="6205021" y="2129776"/>
                  </a:lnTo>
                  <a:lnTo>
                    <a:pt x="6205656" y="2134839"/>
                  </a:lnTo>
                  <a:lnTo>
                    <a:pt x="6206291" y="2139547"/>
                  </a:lnTo>
                  <a:lnTo>
                    <a:pt x="6206926" y="2144008"/>
                  </a:lnTo>
                  <a:lnTo>
                    <a:pt x="6207561" y="2148154"/>
                  </a:lnTo>
                  <a:lnTo>
                    <a:pt x="6208196" y="2152261"/>
                  </a:lnTo>
                  <a:lnTo>
                    <a:pt x="6208830" y="2156461"/>
                  </a:lnTo>
                  <a:lnTo>
                    <a:pt x="6209465" y="2160372"/>
                  </a:lnTo>
                  <a:lnTo>
                    <a:pt x="6210100" y="2164478"/>
                  </a:lnTo>
                  <a:lnTo>
                    <a:pt x="6210735" y="2168649"/>
                  </a:lnTo>
                  <a:lnTo>
                    <a:pt x="6211370" y="2172618"/>
                  </a:lnTo>
                  <a:lnTo>
                    <a:pt x="6212005" y="2176455"/>
                  </a:lnTo>
                  <a:lnTo>
                    <a:pt x="6212639" y="2180233"/>
                  </a:lnTo>
                  <a:lnTo>
                    <a:pt x="6213274" y="2184234"/>
                  </a:lnTo>
                  <a:lnTo>
                    <a:pt x="6213909" y="2188233"/>
                  </a:lnTo>
                  <a:lnTo>
                    <a:pt x="6214544" y="2192466"/>
                  </a:lnTo>
                  <a:lnTo>
                    <a:pt x="6215179" y="2196799"/>
                  </a:lnTo>
                  <a:lnTo>
                    <a:pt x="6215814" y="2201122"/>
                  </a:lnTo>
                  <a:lnTo>
                    <a:pt x="6216449" y="2205836"/>
                  </a:lnTo>
                  <a:lnTo>
                    <a:pt x="6217083" y="2210542"/>
                  </a:lnTo>
                  <a:lnTo>
                    <a:pt x="6217718" y="2215206"/>
                  </a:lnTo>
                  <a:lnTo>
                    <a:pt x="6218353" y="2219599"/>
                  </a:lnTo>
                  <a:lnTo>
                    <a:pt x="6218988" y="2224334"/>
                  </a:lnTo>
                  <a:lnTo>
                    <a:pt x="6219623" y="2229069"/>
                  </a:lnTo>
                  <a:lnTo>
                    <a:pt x="6220258" y="2234293"/>
                  </a:lnTo>
                  <a:lnTo>
                    <a:pt x="6220892" y="2239299"/>
                  </a:lnTo>
                  <a:lnTo>
                    <a:pt x="6221527" y="2243641"/>
                  </a:lnTo>
                  <a:lnTo>
                    <a:pt x="6222162" y="2247442"/>
                  </a:lnTo>
                  <a:lnTo>
                    <a:pt x="6222797" y="2251693"/>
                  </a:lnTo>
                  <a:lnTo>
                    <a:pt x="6223432" y="2255625"/>
                  </a:lnTo>
                  <a:lnTo>
                    <a:pt x="6224067" y="2258769"/>
                  </a:lnTo>
                  <a:lnTo>
                    <a:pt x="6224702" y="2261176"/>
                  </a:lnTo>
                  <a:lnTo>
                    <a:pt x="6225336" y="2262894"/>
                  </a:lnTo>
                  <a:lnTo>
                    <a:pt x="6225971" y="2264028"/>
                  </a:lnTo>
                  <a:lnTo>
                    <a:pt x="6226606" y="2264714"/>
                  </a:lnTo>
                  <a:lnTo>
                    <a:pt x="6227241" y="2264996"/>
                  </a:lnTo>
                  <a:lnTo>
                    <a:pt x="6227876" y="2264871"/>
                  </a:lnTo>
                  <a:lnTo>
                    <a:pt x="6228511" y="2264134"/>
                  </a:lnTo>
                  <a:lnTo>
                    <a:pt x="6229145" y="2264248"/>
                  </a:lnTo>
                  <a:lnTo>
                    <a:pt x="6229780" y="2264229"/>
                  </a:lnTo>
                  <a:lnTo>
                    <a:pt x="6230415" y="2264106"/>
                  </a:lnTo>
                  <a:lnTo>
                    <a:pt x="6231050" y="2263783"/>
                  </a:lnTo>
                  <a:lnTo>
                    <a:pt x="6231685" y="2263347"/>
                  </a:lnTo>
                  <a:lnTo>
                    <a:pt x="6232320" y="2262711"/>
                  </a:lnTo>
                  <a:lnTo>
                    <a:pt x="6232955" y="2261677"/>
                  </a:lnTo>
                  <a:lnTo>
                    <a:pt x="6233589" y="2260500"/>
                  </a:lnTo>
                  <a:lnTo>
                    <a:pt x="6234224" y="2259124"/>
                  </a:lnTo>
                  <a:lnTo>
                    <a:pt x="6234859" y="2257966"/>
                  </a:lnTo>
                  <a:lnTo>
                    <a:pt x="6235494" y="2257084"/>
                  </a:lnTo>
                  <a:lnTo>
                    <a:pt x="6236129" y="2256116"/>
                  </a:lnTo>
                  <a:lnTo>
                    <a:pt x="6236764" y="2255063"/>
                  </a:lnTo>
                  <a:lnTo>
                    <a:pt x="6237398" y="2253962"/>
                  </a:lnTo>
                  <a:lnTo>
                    <a:pt x="6238033" y="2252880"/>
                  </a:lnTo>
                  <a:lnTo>
                    <a:pt x="6238668" y="2251315"/>
                  </a:lnTo>
                  <a:lnTo>
                    <a:pt x="6239303" y="2249740"/>
                  </a:lnTo>
                  <a:lnTo>
                    <a:pt x="6239938" y="2248098"/>
                  </a:lnTo>
                  <a:lnTo>
                    <a:pt x="6240573" y="2246532"/>
                  </a:lnTo>
                  <a:lnTo>
                    <a:pt x="6241208" y="2245318"/>
                  </a:lnTo>
                  <a:lnTo>
                    <a:pt x="6241842" y="2244426"/>
                  </a:lnTo>
                  <a:lnTo>
                    <a:pt x="6242477" y="2244008"/>
                  </a:lnTo>
                  <a:lnTo>
                    <a:pt x="6243112" y="2243942"/>
                  </a:lnTo>
                  <a:lnTo>
                    <a:pt x="6243747" y="2244170"/>
                  </a:lnTo>
                  <a:lnTo>
                    <a:pt x="6244382" y="2244283"/>
                  </a:lnTo>
                  <a:lnTo>
                    <a:pt x="6245017" y="2244397"/>
                  </a:lnTo>
                  <a:lnTo>
                    <a:pt x="6245651" y="2244758"/>
                  </a:lnTo>
                  <a:lnTo>
                    <a:pt x="6246286" y="2245213"/>
                  </a:lnTo>
                  <a:lnTo>
                    <a:pt x="6246921" y="2245906"/>
                  </a:lnTo>
                  <a:lnTo>
                    <a:pt x="6247556" y="2246523"/>
                  </a:lnTo>
                  <a:lnTo>
                    <a:pt x="6248191" y="2247007"/>
                  </a:lnTo>
                  <a:lnTo>
                    <a:pt x="6248826" y="2247453"/>
                  </a:lnTo>
                  <a:lnTo>
                    <a:pt x="6249461" y="2248117"/>
                  </a:lnTo>
                  <a:lnTo>
                    <a:pt x="6250095" y="2249227"/>
                  </a:lnTo>
                  <a:lnTo>
                    <a:pt x="6250730" y="2250299"/>
                  </a:lnTo>
                  <a:lnTo>
                    <a:pt x="6251365" y="2251495"/>
                  </a:lnTo>
                  <a:lnTo>
                    <a:pt x="6252000" y="2253032"/>
                  </a:lnTo>
                  <a:lnTo>
                    <a:pt x="6252635" y="2255120"/>
                  </a:lnTo>
                  <a:lnTo>
                    <a:pt x="6253270" y="2257264"/>
                  </a:lnTo>
                  <a:lnTo>
                    <a:pt x="6253904" y="2259361"/>
                  </a:lnTo>
                  <a:lnTo>
                    <a:pt x="6254539" y="2261857"/>
                  </a:lnTo>
                  <a:lnTo>
                    <a:pt x="6255174" y="2264760"/>
                  </a:lnTo>
                  <a:lnTo>
                    <a:pt x="6255809" y="2267360"/>
                  </a:lnTo>
                  <a:lnTo>
                    <a:pt x="6256444" y="2269970"/>
                  </a:lnTo>
                  <a:lnTo>
                    <a:pt x="6257079" y="2273433"/>
                  </a:lnTo>
                  <a:lnTo>
                    <a:pt x="6257713" y="2277419"/>
                  </a:lnTo>
                  <a:lnTo>
                    <a:pt x="6258348" y="2281527"/>
                  </a:lnTo>
                  <a:lnTo>
                    <a:pt x="6258983" y="2285143"/>
                  </a:lnTo>
                  <a:lnTo>
                    <a:pt x="6259618" y="2288236"/>
                  </a:lnTo>
                  <a:lnTo>
                    <a:pt x="6260253" y="2291130"/>
                  </a:lnTo>
                  <a:lnTo>
                    <a:pt x="6260888" y="2293664"/>
                  </a:lnTo>
                  <a:lnTo>
                    <a:pt x="6261523" y="2295694"/>
                  </a:lnTo>
                  <a:lnTo>
                    <a:pt x="6262157" y="2297554"/>
                  </a:lnTo>
                  <a:lnTo>
                    <a:pt x="6262792" y="2299347"/>
                  </a:lnTo>
                  <a:lnTo>
                    <a:pt x="6263427" y="2302033"/>
                  </a:lnTo>
                  <a:lnTo>
                    <a:pt x="6264062" y="2304557"/>
                  </a:lnTo>
                  <a:lnTo>
                    <a:pt x="6264697" y="2306901"/>
                  </a:lnTo>
                  <a:lnTo>
                    <a:pt x="6265332" y="2309396"/>
                  </a:lnTo>
                  <a:lnTo>
                    <a:pt x="6265966" y="2312044"/>
                  </a:lnTo>
                  <a:lnTo>
                    <a:pt x="6266601" y="2314368"/>
                  </a:lnTo>
                  <a:lnTo>
                    <a:pt x="6267236" y="2316200"/>
                  </a:lnTo>
                  <a:lnTo>
                    <a:pt x="6267871" y="2317993"/>
                  </a:lnTo>
                  <a:lnTo>
                    <a:pt x="6268506" y="2320223"/>
                  </a:lnTo>
                  <a:lnTo>
                    <a:pt x="6269141" y="2322633"/>
                  </a:lnTo>
                  <a:lnTo>
                    <a:pt x="6269776" y="2325556"/>
                  </a:lnTo>
                  <a:lnTo>
                    <a:pt x="6270410" y="2328772"/>
                  </a:lnTo>
                  <a:lnTo>
                    <a:pt x="6271045" y="2332492"/>
                  </a:lnTo>
                  <a:lnTo>
                    <a:pt x="6271680" y="2335737"/>
                  </a:lnTo>
                  <a:lnTo>
                    <a:pt x="6272315" y="2339011"/>
                  </a:lnTo>
                  <a:lnTo>
                    <a:pt x="6272950" y="2341412"/>
                  </a:lnTo>
                  <a:lnTo>
                    <a:pt x="6273585" y="2343300"/>
                  </a:lnTo>
                  <a:lnTo>
                    <a:pt x="6274219" y="2344885"/>
                  </a:lnTo>
                  <a:lnTo>
                    <a:pt x="6274854" y="2346431"/>
                  </a:lnTo>
                  <a:lnTo>
                    <a:pt x="6275489" y="2347627"/>
                  </a:lnTo>
                  <a:lnTo>
                    <a:pt x="6276124" y="2348272"/>
                  </a:lnTo>
                  <a:lnTo>
                    <a:pt x="6276759" y="2349117"/>
                  </a:lnTo>
                  <a:lnTo>
                    <a:pt x="6277394" y="2350103"/>
                  </a:lnTo>
                  <a:lnTo>
                    <a:pt x="6278029" y="2350863"/>
                  </a:lnTo>
                  <a:lnTo>
                    <a:pt x="6278663" y="2351460"/>
                  </a:lnTo>
                  <a:lnTo>
                    <a:pt x="6279298" y="2351783"/>
                  </a:lnTo>
                  <a:lnTo>
                    <a:pt x="6279933" y="2352049"/>
                  </a:lnTo>
                  <a:lnTo>
                    <a:pt x="6280568" y="2351973"/>
                  </a:lnTo>
                  <a:lnTo>
                    <a:pt x="6281203" y="2352030"/>
                  </a:lnTo>
                  <a:lnTo>
                    <a:pt x="6281838" y="2352390"/>
                  </a:lnTo>
                  <a:lnTo>
                    <a:pt x="6282472" y="2352960"/>
                  </a:lnTo>
                  <a:lnTo>
                    <a:pt x="6283107" y="2353766"/>
                  </a:lnTo>
                  <a:lnTo>
                    <a:pt x="6283742" y="2355066"/>
                  </a:lnTo>
                  <a:lnTo>
                    <a:pt x="6284377" y="2356670"/>
                  </a:lnTo>
                  <a:lnTo>
                    <a:pt x="6285012" y="2358416"/>
                  </a:lnTo>
                  <a:lnTo>
                    <a:pt x="6285647" y="2360399"/>
                  </a:lnTo>
                  <a:lnTo>
                    <a:pt x="6286282" y="2362363"/>
                  </a:lnTo>
                  <a:lnTo>
                    <a:pt x="6286916" y="2364251"/>
                  </a:lnTo>
                  <a:lnTo>
                    <a:pt x="6287551" y="2365656"/>
                  </a:lnTo>
                  <a:lnTo>
                    <a:pt x="6288186" y="2366823"/>
                  </a:lnTo>
                  <a:lnTo>
                    <a:pt x="6288821" y="2368028"/>
                  </a:lnTo>
                  <a:lnTo>
                    <a:pt x="6289456" y="2368901"/>
                  </a:lnTo>
                  <a:lnTo>
                    <a:pt x="6290091" y="2369698"/>
                  </a:lnTo>
                  <a:lnTo>
                    <a:pt x="6290725" y="2370419"/>
                  </a:lnTo>
                  <a:lnTo>
                    <a:pt x="6291360" y="2370647"/>
                  </a:lnTo>
                  <a:lnTo>
                    <a:pt x="6291995" y="2370846"/>
                  </a:lnTo>
                  <a:lnTo>
                    <a:pt x="6292630" y="2370704"/>
                  </a:lnTo>
                  <a:lnTo>
                    <a:pt x="6293265" y="2369916"/>
                  </a:lnTo>
                  <a:lnTo>
                    <a:pt x="6293900" y="2368294"/>
                  </a:lnTo>
                  <a:lnTo>
                    <a:pt x="6294535" y="2366045"/>
                  </a:lnTo>
                  <a:lnTo>
                    <a:pt x="6295169" y="2363435"/>
                  </a:lnTo>
                  <a:lnTo>
                    <a:pt x="6295804" y="2360589"/>
                  </a:lnTo>
                  <a:lnTo>
                    <a:pt x="6296439" y="2357638"/>
                  </a:lnTo>
                  <a:lnTo>
                    <a:pt x="6297074" y="2354981"/>
                  </a:lnTo>
                  <a:lnTo>
                    <a:pt x="6297709" y="2352182"/>
                  </a:lnTo>
                  <a:lnTo>
                    <a:pt x="6298344" y="2349268"/>
                  </a:lnTo>
                  <a:lnTo>
                    <a:pt x="6298978" y="2346687"/>
                  </a:lnTo>
                  <a:lnTo>
                    <a:pt x="6299613" y="2344609"/>
                  </a:lnTo>
                  <a:lnTo>
                    <a:pt x="6300248" y="2343281"/>
                  </a:lnTo>
                  <a:lnTo>
                    <a:pt x="6300883" y="2342313"/>
                  </a:lnTo>
                  <a:lnTo>
                    <a:pt x="6301518" y="2341165"/>
                  </a:lnTo>
                  <a:lnTo>
                    <a:pt x="6302153" y="2340235"/>
                  </a:lnTo>
                  <a:lnTo>
                    <a:pt x="6302788" y="2339533"/>
                  </a:lnTo>
                  <a:lnTo>
                    <a:pt x="6303422" y="2339362"/>
                  </a:lnTo>
                  <a:lnTo>
                    <a:pt x="6304057" y="2339675"/>
                  </a:lnTo>
                  <a:lnTo>
                    <a:pt x="6304692" y="2340406"/>
                  </a:lnTo>
                  <a:lnTo>
                    <a:pt x="6305327" y="2341668"/>
                  </a:lnTo>
                  <a:lnTo>
                    <a:pt x="6305962" y="2342987"/>
                  </a:lnTo>
                  <a:lnTo>
                    <a:pt x="6306597" y="2344619"/>
                  </a:lnTo>
                  <a:lnTo>
                    <a:pt x="6307231" y="2346631"/>
                  </a:lnTo>
                  <a:lnTo>
                    <a:pt x="6307866" y="2348889"/>
                  </a:lnTo>
                  <a:lnTo>
                    <a:pt x="6308501" y="2351166"/>
                  </a:lnTo>
                  <a:lnTo>
                    <a:pt x="6309136" y="2353017"/>
                  </a:lnTo>
                  <a:lnTo>
                    <a:pt x="6309771" y="2354060"/>
                  </a:lnTo>
                  <a:lnTo>
                    <a:pt x="6310406" y="2354943"/>
                  </a:lnTo>
                  <a:lnTo>
                    <a:pt x="6311041" y="2355892"/>
                  </a:lnTo>
                  <a:lnTo>
                    <a:pt x="6311675" y="2356793"/>
                  </a:lnTo>
                  <a:lnTo>
                    <a:pt x="6312310" y="2357552"/>
                  </a:lnTo>
                  <a:lnTo>
                    <a:pt x="6312945" y="2358311"/>
                  </a:lnTo>
                  <a:lnTo>
                    <a:pt x="6313580" y="2359070"/>
                  </a:lnTo>
                  <a:lnTo>
                    <a:pt x="6314215" y="2359687"/>
                  </a:lnTo>
                  <a:lnTo>
                    <a:pt x="6314850" y="2359943"/>
                  </a:lnTo>
                  <a:lnTo>
                    <a:pt x="6315484" y="2360133"/>
                  </a:lnTo>
                  <a:lnTo>
                    <a:pt x="6316119" y="2360133"/>
                  </a:lnTo>
                  <a:lnTo>
                    <a:pt x="6316754" y="2360133"/>
                  </a:lnTo>
                  <a:lnTo>
                    <a:pt x="6317389" y="2359962"/>
                  </a:lnTo>
                  <a:lnTo>
                    <a:pt x="6318024" y="2359773"/>
                  </a:lnTo>
                  <a:lnTo>
                    <a:pt x="6318659" y="2359583"/>
                  </a:lnTo>
                  <a:lnTo>
                    <a:pt x="6319293" y="2359488"/>
                  </a:lnTo>
                  <a:lnTo>
                    <a:pt x="6319928" y="2359365"/>
                  </a:lnTo>
                  <a:lnTo>
                    <a:pt x="6320563" y="2359175"/>
                  </a:lnTo>
                  <a:lnTo>
                    <a:pt x="6321198" y="2359033"/>
                  </a:lnTo>
                  <a:lnTo>
                    <a:pt x="6321833" y="2358871"/>
                  </a:lnTo>
                  <a:lnTo>
                    <a:pt x="6322468" y="2358539"/>
                  </a:lnTo>
                  <a:lnTo>
                    <a:pt x="6323103" y="2358046"/>
                  </a:lnTo>
                  <a:lnTo>
                    <a:pt x="6323737" y="2357476"/>
                  </a:lnTo>
                  <a:lnTo>
                    <a:pt x="6324372" y="2356907"/>
                  </a:lnTo>
                  <a:lnTo>
                    <a:pt x="6325007" y="2356167"/>
                  </a:lnTo>
                  <a:lnTo>
                    <a:pt x="6325642" y="2355408"/>
                  </a:lnTo>
                  <a:lnTo>
                    <a:pt x="6326277" y="2354535"/>
                  </a:lnTo>
                  <a:lnTo>
                    <a:pt x="6326912" y="2353690"/>
                  </a:lnTo>
                  <a:lnTo>
                    <a:pt x="6327546" y="2353073"/>
                  </a:lnTo>
                  <a:lnTo>
                    <a:pt x="6328181" y="2352314"/>
                  </a:lnTo>
                  <a:lnTo>
                    <a:pt x="6328816" y="2351555"/>
                  </a:lnTo>
                  <a:lnTo>
                    <a:pt x="6329451" y="2350768"/>
                  </a:lnTo>
                  <a:lnTo>
                    <a:pt x="6330086" y="2349800"/>
                  </a:lnTo>
                  <a:lnTo>
                    <a:pt x="6330721" y="2348661"/>
                  </a:lnTo>
                  <a:lnTo>
                    <a:pt x="6331356" y="2347636"/>
                  </a:lnTo>
                  <a:lnTo>
                    <a:pt x="6331990" y="2346241"/>
                  </a:lnTo>
                  <a:lnTo>
                    <a:pt x="6332625" y="2344856"/>
                  </a:lnTo>
                  <a:lnTo>
                    <a:pt x="6333260" y="2343528"/>
                  </a:lnTo>
                  <a:lnTo>
                    <a:pt x="6333895" y="2342123"/>
                  </a:lnTo>
                  <a:lnTo>
                    <a:pt x="6334530" y="2340586"/>
                  </a:lnTo>
                  <a:lnTo>
                    <a:pt x="6335165" y="2339068"/>
                  </a:lnTo>
                  <a:lnTo>
                    <a:pt x="6335799" y="2337388"/>
                  </a:lnTo>
                  <a:lnTo>
                    <a:pt x="6336434" y="2335092"/>
                  </a:lnTo>
                  <a:lnTo>
                    <a:pt x="6337069" y="2332454"/>
                  </a:lnTo>
                  <a:lnTo>
                    <a:pt x="6337704" y="2329332"/>
                  </a:lnTo>
                  <a:lnTo>
                    <a:pt x="6338339" y="2326106"/>
                  </a:lnTo>
                  <a:lnTo>
                    <a:pt x="6338974" y="2322842"/>
                  </a:lnTo>
                  <a:lnTo>
                    <a:pt x="6339609" y="2319473"/>
                  </a:lnTo>
                  <a:lnTo>
                    <a:pt x="6340243" y="2316247"/>
                  </a:lnTo>
                  <a:lnTo>
                    <a:pt x="6340878" y="2312774"/>
                  </a:lnTo>
                  <a:lnTo>
                    <a:pt x="6341513" y="2309624"/>
                  </a:lnTo>
                  <a:lnTo>
                    <a:pt x="6342148" y="2306550"/>
                  </a:lnTo>
                  <a:lnTo>
                    <a:pt x="6342783" y="2303295"/>
                  </a:lnTo>
                  <a:lnTo>
                    <a:pt x="6343418" y="2299860"/>
                  </a:lnTo>
                  <a:lnTo>
                    <a:pt x="6344052" y="2296586"/>
                  </a:lnTo>
                  <a:lnTo>
                    <a:pt x="6344687" y="2293170"/>
                  </a:lnTo>
                  <a:lnTo>
                    <a:pt x="6345322" y="2290029"/>
                  </a:lnTo>
                  <a:lnTo>
                    <a:pt x="6345957" y="2287477"/>
                  </a:lnTo>
                  <a:lnTo>
                    <a:pt x="6346592" y="2285038"/>
                  </a:lnTo>
                  <a:lnTo>
                    <a:pt x="6347227" y="2283387"/>
                  </a:lnTo>
                  <a:lnTo>
                    <a:pt x="6347862" y="2281888"/>
                  </a:lnTo>
                  <a:lnTo>
                    <a:pt x="6348496" y="2280702"/>
                  </a:lnTo>
                  <a:lnTo>
                    <a:pt x="6349131" y="2280189"/>
                  </a:lnTo>
                  <a:lnTo>
                    <a:pt x="6349766" y="2279990"/>
                  </a:lnTo>
                  <a:lnTo>
                    <a:pt x="6350401" y="2280161"/>
                  </a:lnTo>
                  <a:lnTo>
                    <a:pt x="6351036" y="2280759"/>
                  </a:lnTo>
                  <a:lnTo>
                    <a:pt x="6351671" y="2281698"/>
                  </a:lnTo>
                  <a:lnTo>
                    <a:pt x="6352305" y="2282932"/>
                  </a:lnTo>
                  <a:lnTo>
                    <a:pt x="6352940" y="2284564"/>
                  </a:lnTo>
                  <a:lnTo>
                    <a:pt x="6353575" y="2286661"/>
                  </a:lnTo>
                  <a:lnTo>
                    <a:pt x="6354210" y="2288938"/>
                  </a:lnTo>
                  <a:lnTo>
                    <a:pt x="6354845" y="2291576"/>
                  </a:lnTo>
                  <a:lnTo>
                    <a:pt x="6355480" y="2294423"/>
                  </a:lnTo>
                  <a:lnTo>
                    <a:pt x="6356115" y="2297118"/>
                  </a:lnTo>
                  <a:lnTo>
                    <a:pt x="6356749" y="2299718"/>
                  </a:lnTo>
                  <a:lnTo>
                    <a:pt x="6357384" y="2302166"/>
                  </a:lnTo>
                  <a:lnTo>
                    <a:pt x="6358019" y="2304699"/>
                  </a:lnTo>
                  <a:lnTo>
                    <a:pt x="6358654" y="2307375"/>
                  </a:lnTo>
                  <a:lnTo>
                    <a:pt x="6359289" y="2310241"/>
                  </a:lnTo>
                  <a:lnTo>
                    <a:pt x="6359924" y="2313571"/>
                  </a:lnTo>
                  <a:lnTo>
                    <a:pt x="6360558" y="2317215"/>
                  </a:lnTo>
                  <a:lnTo>
                    <a:pt x="6361193" y="2321039"/>
                  </a:lnTo>
                  <a:lnTo>
                    <a:pt x="6361828" y="2324958"/>
                  </a:lnTo>
                  <a:lnTo>
                    <a:pt x="6362463" y="2328763"/>
                  </a:lnTo>
                  <a:lnTo>
                    <a:pt x="6363098" y="2332521"/>
                  </a:lnTo>
                  <a:lnTo>
                    <a:pt x="6363733" y="2336126"/>
                  </a:lnTo>
                  <a:lnTo>
                    <a:pt x="6364368" y="2339495"/>
                  </a:lnTo>
                  <a:lnTo>
                    <a:pt x="6365002" y="2342769"/>
                  </a:lnTo>
                  <a:lnTo>
                    <a:pt x="6365637" y="2346213"/>
                  </a:lnTo>
                  <a:lnTo>
                    <a:pt x="6366272" y="2349487"/>
                  </a:lnTo>
                  <a:lnTo>
                    <a:pt x="6366907" y="2352485"/>
                  </a:lnTo>
                  <a:lnTo>
                    <a:pt x="6367542" y="2355000"/>
                  </a:lnTo>
                  <a:lnTo>
                    <a:pt x="6368177" y="2356983"/>
                  </a:lnTo>
                  <a:lnTo>
                    <a:pt x="6368811" y="2358321"/>
                  </a:lnTo>
                  <a:lnTo>
                    <a:pt x="6369446" y="2359099"/>
                  </a:lnTo>
                  <a:lnTo>
                    <a:pt x="6370081" y="2359355"/>
                  </a:lnTo>
                  <a:lnTo>
                    <a:pt x="6370716" y="2359165"/>
                  </a:lnTo>
                  <a:lnTo>
                    <a:pt x="6371351" y="2358786"/>
                  </a:lnTo>
                  <a:lnTo>
                    <a:pt x="6371986" y="2358311"/>
                  </a:lnTo>
                  <a:lnTo>
                    <a:pt x="6372620" y="2356926"/>
                  </a:lnTo>
                  <a:lnTo>
                    <a:pt x="6373255" y="2355598"/>
                  </a:lnTo>
                  <a:lnTo>
                    <a:pt x="6373890" y="2354146"/>
                  </a:lnTo>
                  <a:lnTo>
                    <a:pt x="6374525" y="2352713"/>
                  </a:lnTo>
                  <a:lnTo>
                    <a:pt x="6375160" y="2351403"/>
                  </a:lnTo>
                  <a:lnTo>
                    <a:pt x="6375795" y="2350493"/>
                  </a:lnTo>
                  <a:lnTo>
                    <a:pt x="6376430" y="2349952"/>
                  </a:lnTo>
                  <a:lnTo>
                    <a:pt x="6377064" y="2349382"/>
                  </a:lnTo>
                  <a:lnTo>
                    <a:pt x="6377699" y="2348737"/>
                  </a:lnTo>
                  <a:lnTo>
                    <a:pt x="6378334" y="2348414"/>
                  </a:lnTo>
                  <a:lnTo>
                    <a:pt x="6378969" y="2348139"/>
                  </a:lnTo>
                  <a:lnTo>
                    <a:pt x="6379604" y="2347760"/>
                  </a:lnTo>
                  <a:lnTo>
                    <a:pt x="6380239" y="2347513"/>
                  </a:lnTo>
                  <a:lnTo>
                    <a:pt x="6380873" y="2347190"/>
                  </a:lnTo>
                  <a:lnTo>
                    <a:pt x="6381508" y="2346877"/>
                  </a:lnTo>
                  <a:lnTo>
                    <a:pt x="6382143" y="2347200"/>
                  </a:lnTo>
                  <a:lnTo>
                    <a:pt x="6382778" y="2347826"/>
                  </a:lnTo>
                  <a:lnTo>
                    <a:pt x="6383413" y="2348471"/>
                  </a:lnTo>
                  <a:lnTo>
                    <a:pt x="6384048" y="2349107"/>
                  </a:lnTo>
                  <a:lnTo>
                    <a:pt x="6384683" y="2349800"/>
                  </a:lnTo>
                  <a:lnTo>
                    <a:pt x="6385317" y="2350369"/>
                  </a:lnTo>
                  <a:lnTo>
                    <a:pt x="6385952" y="2351090"/>
                  </a:lnTo>
                  <a:lnTo>
                    <a:pt x="6386587" y="2352039"/>
                  </a:lnTo>
                  <a:lnTo>
                    <a:pt x="6387222" y="2353463"/>
                  </a:lnTo>
                  <a:lnTo>
                    <a:pt x="6387857" y="2354563"/>
                  </a:lnTo>
                  <a:lnTo>
                    <a:pt x="6388492" y="2355484"/>
                  </a:lnTo>
                  <a:lnTo>
                    <a:pt x="6389126" y="2356366"/>
                  </a:lnTo>
                  <a:lnTo>
                    <a:pt x="6389761" y="2357287"/>
                  </a:lnTo>
                  <a:lnTo>
                    <a:pt x="6390396" y="2357989"/>
                  </a:lnTo>
                  <a:lnTo>
                    <a:pt x="6391031" y="2358653"/>
                  </a:lnTo>
                  <a:lnTo>
                    <a:pt x="6391666" y="2359412"/>
                  </a:lnTo>
                  <a:lnTo>
                    <a:pt x="6392301" y="2360086"/>
                  </a:lnTo>
                  <a:lnTo>
                    <a:pt x="6392936" y="2360769"/>
                  </a:lnTo>
                  <a:lnTo>
                    <a:pt x="6393570" y="2361329"/>
                  </a:lnTo>
                  <a:lnTo>
                    <a:pt x="6394205" y="2361841"/>
                  </a:lnTo>
                  <a:lnTo>
                    <a:pt x="6394840" y="2362221"/>
                  </a:lnTo>
                  <a:lnTo>
                    <a:pt x="6395475" y="2362458"/>
                  </a:lnTo>
                  <a:lnTo>
                    <a:pt x="6396110" y="2362714"/>
                  </a:lnTo>
                  <a:lnTo>
                    <a:pt x="6396745" y="2362695"/>
                  </a:lnTo>
                  <a:lnTo>
                    <a:pt x="6397379" y="2363008"/>
                  </a:lnTo>
                  <a:lnTo>
                    <a:pt x="6398014" y="2363530"/>
                  </a:lnTo>
                  <a:lnTo>
                    <a:pt x="6398649" y="2364536"/>
                  </a:lnTo>
                  <a:lnTo>
                    <a:pt x="6399284" y="2365381"/>
                  </a:lnTo>
                  <a:lnTo>
                    <a:pt x="6399919" y="2366519"/>
                  </a:lnTo>
                  <a:lnTo>
                    <a:pt x="6400554" y="2367867"/>
                  </a:lnTo>
                  <a:lnTo>
                    <a:pt x="6401189" y="2369195"/>
                  </a:lnTo>
                  <a:lnTo>
                    <a:pt x="6401823" y="2370362"/>
                  </a:lnTo>
                  <a:lnTo>
                    <a:pt x="6402458" y="2371501"/>
                  </a:lnTo>
                  <a:lnTo>
                    <a:pt x="6403093" y="2372791"/>
                  </a:lnTo>
                  <a:lnTo>
                    <a:pt x="6403728" y="2373968"/>
                  </a:lnTo>
                  <a:lnTo>
                    <a:pt x="6404363" y="2375107"/>
                  </a:lnTo>
                  <a:lnTo>
                    <a:pt x="6404998" y="2376245"/>
                  </a:lnTo>
                  <a:lnTo>
                    <a:pt x="6405632" y="2377318"/>
                  </a:lnTo>
                  <a:lnTo>
                    <a:pt x="6406267" y="2378266"/>
                  </a:lnTo>
                  <a:lnTo>
                    <a:pt x="6406902" y="2379054"/>
                  </a:lnTo>
                  <a:lnTo>
                    <a:pt x="6407537" y="2379785"/>
                  </a:lnTo>
                  <a:lnTo>
                    <a:pt x="6408172" y="2380174"/>
                  </a:lnTo>
                  <a:lnTo>
                    <a:pt x="6408807" y="2380553"/>
                  </a:lnTo>
                  <a:lnTo>
                    <a:pt x="6409442" y="2380933"/>
                  </a:lnTo>
                  <a:lnTo>
                    <a:pt x="6410076" y="2381199"/>
                  </a:lnTo>
                  <a:lnTo>
                    <a:pt x="6410711" y="2381388"/>
                  </a:lnTo>
                  <a:lnTo>
                    <a:pt x="6411346" y="2381644"/>
                  </a:lnTo>
                  <a:lnTo>
                    <a:pt x="6411981" y="2382081"/>
                  </a:lnTo>
                  <a:lnTo>
                    <a:pt x="6412616" y="2382498"/>
                  </a:lnTo>
                  <a:lnTo>
                    <a:pt x="6413251" y="2382878"/>
                  </a:lnTo>
                  <a:lnTo>
                    <a:pt x="6413885" y="2383400"/>
                  </a:lnTo>
                  <a:lnTo>
                    <a:pt x="6414520" y="2384463"/>
                  </a:lnTo>
                  <a:lnTo>
                    <a:pt x="6415155" y="2385782"/>
                  </a:lnTo>
                  <a:lnTo>
                    <a:pt x="6415790" y="2387300"/>
                  </a:lnTo>
                  <a:lnTo>
                    <a:pt x="6416425" y="2389463"/>
                  </a:lnTo>
                  <a:lnTo>
                    <a:pt x="6417060" y="2391750"/>
                  </a:lnTo>
                  <a:lnTo>
                    <a:pt x="6417695" y="2394217"/>
                  </a:lnTo>
                  <a:lnTo>
                    <a:pt x="6418329" y="2396865"/>
                  </a:lnTo>
                  <a:lnTo>
                    <a:pt x="6418964" y="2399607"/>
                  </a:lnTo>
                  <a:lnTo>
                    <a:pt x="6419599" y="2402662"/>
                  </a:lnTo>
                  <a:lnTo>
                    <a:pt x="6420234" y="2406249"/>
                  </a:lnTo>
                  <a:lnTo>
                    <a:pt x="6420869" y="2410377"/>
                  </a:lnTo>
                  <a:lnTo>
                    <a:pt x="6421504" y="2414808"/>
                  </a:lnTo>
                  <a:lnTo>
                    <a:pt x="6422138" y="2419695"/>
                  </a:lnTo>
                  <a:lnTo>
                    <a:pt x="6422773" y="2424819"/>
                  </a:lnTo>
                  <a:lnTo>
                    <a:pt x="6423408" y="2429867"/>
                  </a:lnTo>
                  <a:lnTo>
                    <a:pt x="6424043" y="2434773"/>
                  </a:lnTo>
                  <a:lnTo>
                    <a:pt x="6424678" y="2439660"/>
                  </a:lnTo>
                  <a:lnTo>
                    <a:pt x="6425313" y="2444404"/>
                  </a:lnTo>
                  <a:lnTo>
                    <a:pt x="6425947" y="2448503"/>
                  </a:lnTo>
                  <a:lnTo>
                    <a:pt x="6426582" y="2452479"/>
                  </a:lnTo>
                  <a:lnTo>
                    <a:pt x="6427217" y="2456275"/>
                  </a:lnTo>
                  <a:lnTo>
                    <a:pt x="6427852" y="2459890"/>
                  </a:lnTo>
                  <a:lnTo>
                    <a:pt x="6428487" y="2463239"/>
                  </a:lnTo>
                  <a:lnTo>
                    <a:pt x="6429122" y="2466257"/>
                  </a:lnTo>
                  <a:lnTo>
                    <a:pt x="6429757" y="2468743"/>
                  </a:lnTo>
                  <a:lnTo>
                    <a:pt x="6430391" y="2470479"/>
                  </a:lnTo>
                  <a:lnTo>
                    <a:pt x="6431026" y="2471675"/>
                  </a:lnTo>
                  <a:lnTo>
                    <a:pt x="6431661" y="2472102"/>
                  </a:lnTo>
                  <a:lnTo>
                    <a:pt x="6432296" y="2472292"/>
                  </a:lnTo>
                  <a:lnTo>
                    <a:pt x="6432931" y="2472415"/>
                  </a:lnTo>
                  <a:lnTo>
                    <a:pt x="6433566" y="2472140"/>
                  </a:lnTo>
                  <a:lnTo>
                    <a:pt x="6434200" y="2471628"/>
                  </a:lnTo>
                  <a:lnTo>
                    <a:pt x="6434835" y="2471058"/>
                  </a:lnTo>
                  <a:lnTo>
                    <a:pt x="6435470" y="2470489"/>
                  </a:lnTo>
                  <a:lnTo>
                    <a:pt x="6436105" y="2469920"/>
                  </a:lnTo>
                  <a:lnTo>
                    <a:pt x="6436740" y="2469445"/>
                  </a:lnTo>
                  <a:lnTo>
                    <a:pt x="6437375" y="2469066"/>
                  </a:lnTo>
                  <a:lnTo>
                    <a:pt x="6438010" y="2468857"/>
                  </a:lnTo>
                  <a:lnTo>
                    <a:pt x="6438644" y="2468714"/>
                  </a:lnTo>
                  <a:lnTo>
                    <a:pt x="6439279" y="2468714"/>
                  </a:lnTo>
                  <a:lnTo>
                    <a:pt x="6439914" y="2468857"/>
                  </a:lnTo>
                  <a:lnTo>
                    <a:pt x="6440549" y="2469056"/>
                  </a:lnTo>
                  <a:lnTo>
                    <a:pt x="6441184" y="2469436"/>
                  </a:lnTo>
                  <a:lnTo>
                    <a:pt x="6441819" y="2469730"/>
                  </a:lnTo>
                  <a:lnTo>
                    <a:pt x="6442453" y="2469920"/>
                  </a:lnTo>
                  <a:lnTo>
                    <a:pt x="6443088" y="2470005"/>
                  </a:lnTo>
                  <a:lnTo>
                    <a:pt x="6443723" y="2470005"/>
                  </a:lnTo>
                  <a:lnTo>
                    <a:pt x="6444358" y="2469844"/>
                  </a:lnTo>
                  <a:lnTo>
                    <a:pt x="6444993" y="2469654"/>
                  </a:lnTo>
                  <a:lnTo>
                    <a:pt x="6445628" y="2469464"/>
                  </a:lnTo>
                  <a:lnTo>
                    <a:pt x="6446263" y="2469179"/>
                  </a:lnTo>
                  <a:lnTo>
                    <a:pt x="6446897" y="2468800"/>
                  </a:lnTo>
                  <a:lnTo>
                    <a:pt x="6447532" y="2468249"/>
                  </a:lnTo>
                  <a:lnTo>
                    <a:pt x="6448167" y="2467633"/>
                  </a:lnTo>
                  <a:lnTo>
                    <a:pt x="6448802" y="2467035"/>
                  </a:lnTo>
                  <a:lnTo>
                    <a:pt x="6449437" y="2466608"/>
                  </a:lnTo>
                  <a:lnTo>
                    <a:pt x="6450072" y="2466342"/>
                  </a:lnTo>
                  <a:lnTo>
                    <a:pt x="6450706" y="2466152"/>
                  </a:lnTo>
                  <a:lnTo>
                    <a:pt x="6451341" y="2466048"/>
                  </a:lnTo>
                  <a:lnTo>
                    <a:pt x="6451976" y="2466219"/>
                  </a:lnTo>
                  <a:lnTo>
                    <a:pt x="6452611" y="2466513"/>
                  </a:lnTo>
                  <a:lnTo>
                    <a:pt x="6453246" y="2467006"/>
                  </a:lnTo>
                  <a:lnTo>
                    <a:pt x="6453881" y="2467737"/>
                  </a:lnTo>
                  <a:lnTo>
                    <a:pt x="6454516" y="2468544"/>
                  </a:lnTo>
                  <a:lnTo>
                    <a:pt x="6455150" y="2469493"/>
                  </a:lnTo>
                  <a:lnTo>
                    <a:pt x="6455785" y="2470441"/>
                  </a:lnTo>
                  <a:lnTo>
                    <a:pt x="6456420" y="2471409"/>
                  </a:lnTo>
                  <a:lnTo>
                    <a:pt x="6457055" y="2472548"/>
                  </a:lnTo>
                  <a:lnTo>
                    <a:pt x="6457690" y="2473876"/>
                  </a:lnTo>
                  <a:lnTo>
                    <a:pt x="6458325" y="2474930"/>
                  </a:lnTo>
                  <a:lnTo>
                    <a:pt x="6458959" y="2476457"/>
                  </a:lnTo>
                  <a:lnTo>
                    <a:pt x="6459594" y="2478222"/>
                  </a:lnTo>
                  <a:lnTo>
                    <a:pt x="6460229" y="2479854"/>
                  </a:lnTo>
                  <a:lnTo>
                    <a:pt x="6460864" y="2481449"/>
                  </a:lnTo>
                  <a:lnTo>
                    <a:pt x="6461499" y="2483147"/>
                  </a:lnTo>
                  <a:lnTo>
                    <a:pt x="6462134" y="2484665"/>
                  </a:lnTo>
                  <a:lnTo>
                    <a:pt x="6462769" y="2486165"/>
                  </a:lnTo>
                  <a:lnTo>
                    <a:pt x="6463403" y="2488129"/>
                  </a:lnTo>
                  <a:lnTo>
                    <a:pt x="6464038" y="2489846"/>
                  </a:lnTo>
                  <a:lnTo>
                    <a:pt x="6464673" y="2491602"/>
                  </a:lnTo>
                  <a:lnTo>
                    <a:pt x="6465308" y="2493063"/>
                  </a:lnTo>
                  <a:lnTo>
                    <a:pt x="6465943" y="2494439"/>
                  </a:lnTo>
                  <a:lnTo>
                    <a:pt x="6466578" y="2496099"/>
                  </a:lnTo>
                  <a:lnTo>
                    <a:pt x="6467212" y="2497618"/>
                  </a:lnTo>
                  <a:lnTo>
                    <a:pt x="6467847" y="2499544"/>
                  </a:lnTo>
                  <a:lnTo>
                    <a:pt x="6468482" y="2500958"/>
                  </a:lnTo>
                  <a:lnTo>
                    <a:pt x="6469117" y="2501945"/>
                  </a:lnTo>
                  <a:lnTo>
                    <a:pt x="6469752" y="2503188"/>
                  </a:lnTo>
                  <a:lnTo>
                    <a:pt x="6470387" y="2504725"/>
                  </a:lnTo>
                  <a:lnTo>
                    <a:pt x="6471022" y="2506129"/>
                  </a:lnTo>
                  <a:lnTo>
                    <a:pt x="6471656" y="2507837"/>
                  </a:lnTo>
                  <a:lnTo>
                    <a:pt x="6472291" y="2509450"/>
                  </a:lnTo>
                  <a:lnTo>
                    <a:pt x="6472926" y="2510522"/>
                  </a:lnTo>
                  <a:lnTo>
                    <a:pt x="6473561" y="2511794"/>
                  </a:lnTo>
                  <a:lnTo>
                    <a:pt x="6474196" y="2512847"/>
                  </a:lnTo>
                  <a:lnTo>
                    <a:pt x="6474831" y="2513863"/>
                  </a:lnTo>
                  <a:lnTo>
                    <a:pt x="6475465" y="2514764"/>
                  </a:lnTo>
                  <a:lnTo>
                    <a:pt x="6476100" y="2515134"/>
                  </a:lnTo>
                  <a:lnTo>
                    <a:pt x="6476735" y="2515125"/>
                  </a:lnTo>
                  <a:lnTo>
                    <a:pt x="6477370" y="2514375"/>
                  </a:lnTo>
                  <a:lnTo>
                    <a:pt x="6478005" y="2513379"/>
                  </a:lnTo>
                  <a:lnTo>
                    <a:pt x="6478640" y="2512155"/>
                  </a:lnTo>
                  <a:lnTo>
                    <a:pt x="6479275" y="2510608"/>
                  </a:lnTo>
                  <a:lnTo>
                    <a:pt x="6479909" y="2508615"/>
                  </a:lnTo>
                  <a:lnTo>
                    <a:pt x="6480544" y="2506233"/>
                  </a:lnTo>
                  <a:lnTo>
                    <a:pt x="6481179" y="2503320"/>
                  </a:lnTo>
                  <a:lnTo>
                    <a:pt x="6481814" y="2499677"/>
                  </a:lnTo>
                  <a:lnTo>
                    <a:pt x="6482449" y="2495558"/>
                  </a:lnTo>
                  <a:lnTo>
                    <a:pt x="6483084" y="2490975"/>
                  </a:lnTo>
                  <a:lnTo>
                    <a:pt x="6483718" y="2486297"/>
                  </a:lnTo>
                  <a:lnTo>
                    <a:pt x="6484353" y="2481904"/>
                  </a:lnTo>
                  <a:lnTo>
                    <a:pt x="6484988" y="2477492"/>
                  </a:lnTo>
                  <a:lnTo>
                    <a:pt x="6485623" y="2472757"/>
                  </a:lnTo>
                  <a:lnTo>
                    <a:pt x="6486258" y="2468174"/>
                  </a:lnTo>
                  <a:lnTo>
                    <a:pt x="6486893" y="2463657"/>
                  </a:lnTo>
                  <a:lnTo>
                    <a:pt x="6487527" y="2458856"/>
                  </a:lnTo>
                  <a:lnTo>
                    <a:pt x="6488162" y="2454054"/>
                  </a:lnTo>
                  <a:lnTo>
                    <a:pt x="6488797" y="2449035"/>
                  </a:lnTo>
                  <a:lnTo>
                    <a:pt x="6489432" y="2443654"/>
                  </a:lnTo>
                  <a:lnTo>
                    <a:pt x="6490067" y="2438284"/>
                  </a:lnTo>
                  <a:lnTo>
                    <a:pt x="6490702" y="2433255"/>
                  </a:lnTo>
                  <a:lnTo>
                    <a:pt x="6491337" y="2428833"/>
                  </a:lnTo>
                  <a:lnTo>
                    <a:pt x="6491971" y="2424790"/>
                  </a:lnTo>
                  <a:lnTo>
                    <a:pt x="6492606" y="2421289"/>
                  </a:lnTo>
                  <a:lnTo>
                    <a:pt x="6493241" y="2417816"/>
                  </a:lnTo>
                  <a:lnTo>
                    <a:pt x="6493876" y="2414647"/>
                  </a:lnTo>
                  <a:lnTo>
                    <a:pt x="6494511" y="2411829"/>
                  </a:lnTo>
                  <a:lnTo>
                    <a:pt x="6495146" y="2409580"/>
                  </a:lnTo>
                  <a:lnTo>
                    <a:pt x="6495780" y="2407701"/>
                  </a:lnTo>
                  <a:lnTo>
                    <a:pt x="6496415" y="2405927"/>
                  </a:lnTo>
                  <a:lnTo>
                    <a:pt x="6497050" y="2404181"/>
                  </a:lnTo>
                  <a:lnTo>
                    <a:pt x="6497685" y="2402586"/>
                  </a:lnTo>
                  <a:lnTo>
                    <a:pt x="6498320" y="2401049"/>
                  </a:lnTo>
                  <a:lnTo>
                    <a:pt x="6498955" y="2399854"/>
                  </a:lnTo>
                  <a:lnTo>
                    <a:pt x="6499590" y="2399370"/>
                  </a:lnTo>
                  <a:lnTo>
                    <a:pt x="6500224" y="2398962"/>
                  </a:lnTo>
                  <a:lnTo>
                    <a:pt x="6500859" y="2398573"/>
                  </a:lnTo>
                  <a:lnTo>
                    <a:pt x="6501494" y="2398193"/>
                  </a:lnTo>
                  <a:lnTo>
                    <a:pt x="6502129" y="2397681"/>
                  </a:lnTo>
                  <a:lnTo>
                    <a:pt x="6502764" y="2396855"/>
                  </a:lnTo>
                  <a:lnTo>
                    <a:pt x="6503399" y="2395565"/>
                  </a:lnTo>
                  <a:lnTo>
                    <a:pt x="6504033" y="2394065"/>
                  </a:lnTo>
                  <a:lnTo>
                    <a:pt x="6504668" y="2392737"/>
                  </a:lnTo>
                  <a:lnTo>
                    <a:pt x="6505303" y="2391238"/>
                  </a:lnTo>
                  <a:lnTo>
                    <a:pt x="6505938" y="2390033"/>
                  </a:lnTo>
                  <a:lnTo>
                    <a:pt x="6506573" y="2389160"/>
                  </a:lnTo>
                  <a:lnTo>
                    <a:pt x="6507208" y="2388220"/>
                  </a:lnTo>
                  <a:lnTo>
                    <a:pt x="6507843" y="2387698"/>
                  </a:lnTo>
                  <a:lnTo>
                    <a:pt x="6508477" y="2387442"/>
                  </a:lnTo>
                  <a:lnTo>
                    <a:pt x="6509112" y="2386712"/>
                  </a:lnTo>
                  <a:lnTo>
                    <a:pt x="6509747" y="2385952"/>
                  </a:lnTo>
                  <a:lnTo>
                    <a:pt x="6510382" y="2385412"/>
                  </a:lnTo>
                  <a:lnTo>
                    <a:pt x="6511017" y="2385042"/>
                  </a:lnTo>
                  <a:lnTo>
                    <a:pt x="6511652" y="2384709"/>
                  </a:lnTo>
                  <a:lnTo>
                    <a:pt x="6512286" y="2385206"/>
                  </a:lnTo>
                  <a:lnTo>
                    <a:pt x="6512921" y="2385827"/>
                  </a:lnTo>
                  <a:lnTo>
                    <a:pt x="6513556" y="2386380"/>
                  </a:lnTo>
                  <a:lnTo>
                    <a:pt x="6514191" y="2386487"/>
                  </a:lnTo>
                  <a:lnTo>
                    <a:pt x="6514826" y="2386581"/>
                  </a:lnTo>
                  <a:lnTo>
                    <a:pt x="6515461" y="2386816"/>
                  </a:lnTo>
                  <a:lnTo>
                    <a:pt x="6516096" y="2386666"/>
                  </a:lnTo>
                  <a:lnTo>
                    <a:pt x="6516730" y="2386547"/>
                  </a:lnTo>
                  <a:lnTo>
                    <a:pt x="6517365" y="2386481"/>
                  </a:lnTo>
                  <a:lnTo>
                    <a:pt x="6518000" y="2386390"/>
                  </a:lnTo>
                  <a:lnTo>
                    <a:pt x="6518635" y="2386229"/>
                  </a:lnTo>
                  <a:lnTo>
                    <a:pt x="6519270" y="2385867"/>
                  </a:lnTo>
                  <a:lnTo>
                    <a:pt x="6519905" y="2385302"/>
                  </a:lnTo>
                  <a:lnTo>
                    <a:pt x="6520539" y="2384248"/>
                  </a:lnTo>
                  <a:lnTo>
                    <a:pt x="6521174" y="2382602"/>
                  </a:lnTo>
                  <a:lnTo>
                    <a:pt x="6521809" y="2380314"/>
                  </a:lnTo>
                  <a:lnTo>
                    <a:pt x="6522444" y="2377317"/>
                  </a:lnTo>
                  <a:lnTo>
                    <a:pt x="6523079" y="2372383"/>
                  </a:lnTo>
                  <a:lnTo>
                    <a:pt x="6523714" y="2367600"/>
                  </a:lnTo>
                  <a:lnTo>
                    <a:pt x="6524349" y="2364299"/>
                  </a:lnTo>
                  <a:lnTo>
                    <a:pt x="6524983" y="2361424"/>
                  </a:lnTo>
                  <a:lnTo>
                    <a:pt x="6525618" y="2358435"/>
                  </a:lnTo>
                  <a:lnTo>
                    <a:pt x="6526253" y="2355932"/>
                  </a:lnTo>
                  <a:lnTo>
                    <a:pt x="6526888" y="2353527"/>
                  </a:lnTo>
                  <a:lnTo>
                    <a:pt x="6527523" y="2351054"/>
                  </a:lnTo>
                  <a:lnTo>
                    <a:pt x="6528158" y="2348508"/>
                  </a:lnTo>
                  <a:lnTo>
                    <a:pt x="6528792" y="2346021"/>
                  </a:lnTo>
                  <a:lnTo>
                    <a:pt x="6529427" y="2343482"/>
                  </a:lnTo>
                  <a:lnTo>
                    <a:pt x="6530062" y="2341155"/>
                  </a:lnTo>
                  <a:lnTo>
                    <a:pt x="6530697" y="2339124"/>
                  </a:lnTo>
                  <a:lnTo>
                    <a:pt x="6531332" y="2337421"/>
                  </a:lnTo>
                  <a:lnTo>
                    <a:pt x="6531967" y="2335966"/>
                  </a:lnTo>
                  <a:lnTo>
                    <a:pt x="6532602" y="2334478"/>
                  </a:lnTo>
                  <a:lnTo>
                    <a:pt x="6533236" y="2333070"/>
                  </a:lnTo>
                  <a:lnTo>
                    <a:pt x="6533871" y="2331823"/>
                  </a:lnTo>
                  <a:lnTo>
                    <a:pt x="6534506" y="2330751"/>
                  </a:lnTo>
                  <a:lnTo>
                    <a:pt x="6535141" y="2329882"/>
                  </a:lnTo>
                  <a:lnTo>
                    <a:pt x="6535776" y="2328991"/>
                  </a:lnTo>
                  <a:lnTo>
                    <a:pt x="6536411" y="2328177"/>
                  </a:lnTo>
                  <a:lnTo>
                    <a:pt x="6537045" y="2327115"/>
                  </a:lnTo>
                  <a:lnTo>
                    <a:pt x="6537680" y="2325790"/>
                  </a:lnTo>
                  <a:lnTo>
                    <a:pt x="6538315" y="2323636"/>
                  </a:lnTo>
                  <a:lnTo>
                    <a:pt x="6538950" y="2321644"/>
                  </a:lnTo>
                  <a:lnTo>
                    <a:pt x="6539585" y="2320115"/>
                  </a:lnTo>
                  <a:lnTo>
                    <a:pt x="6540220" y="2318398"/>
                  </a:lnTo>
                  <a:lnTo>
                    <a:pt x="6540854" y="2316564"/>
                  </a:lnTo>
                  <a:lnTo>
                    <a:pt x="6541489" y="2314634"/>
                  </a:lnTo>
                  <a:lnTo>
                    <a:pt x="6542124" y="2312869"/>
                  </a:lnTo>
                  <a:lnTo>
                    <a:pt x="6542759" y="2311112"/>
                  </a:lnTo>
                  <a:lnTo>
                    <a:pt x="6543394" y="2309485"/>
                  </a:lnTo>
                  <a:lnTo>
                    <a:pt x="6544029" y="2307859"/>
                  </a:lnTo>
                  <a:lnTo>
                    <a:pt x="6544664" y="2306233"/>
                  </a:lnTo>
                  <a:lnTo>
                    <a:pt x="6545298" y="2304690"/>
                  </a:lnTo>
                  <a:lnTo>
                    <a:pt x="6545933" y="2303063"/>
                  </a:lnTo>
                  <a:lnTo>
                    <a:pt x="6546568" y="2301568"/>
                  </a:lnTo>
                  <a:lnTo>
                    <a:pt x="6547203" y="2300357"/>
                  </a:lnTo>
                  <a:lnTo>
                    <a:pt x="6547838" y="2299270"/>
                  </a:lnTo>
                  <a:lnTo>
                    <a:pt x="6548473" y="2298127"/>
                  </a:lnTo>
                  <a:lnTo>
                    <a:pt x="6549107" y="2297165"/>
                  </a:lnTo>
                  <a:lnTo>
                    <a:pt x="6549742" y="2296459"/>
                  </a:lnTo>
                  <a:lnTo>
                    <a:pt x="6550377" y="2295387"/>
                  </a:lnTo>
                  <a:lnTo>
                    <a:pt x="6551012" y="2294410"/>
                  </a:lnTo>
                  <a:lnTo>
                    <a:pt x="6551647" y="2293527"/>
                  </a:lnTo>
                  <a:lnTo>
                    <a:pt x="6552282" y="2292417"/>
                  </a:lnTo>
                  <a:lnTo>
                    <a:pt x="6552917" y="2291089"/>
                  </a:lnTo>
                  <a:lnTo>
                    <a:pt x="6553551" y="2289580"/>
                  </a:lnTo>
                  <a:lnTo>
                    <a:pt x="6554186" y="2288062"/>
                  </a:lnTo>
                  <a:lnTo>
                    <a:pt x="6554821" y="2286543"/>
                  </a:lnTo>
                  <a:lnTo>
                    <a:pt x="6555456" y="2285205"/>
                  </a:lnTo>
                  <a:lnTo>
                    <a:pt x="6556091" y="2283725"/>
                  </a:lnTo>
                  <a:lnTo>
                    <a:pt x="6556726" y="2282160"/>
                  </a:lnTo>
                  <a:lnTo>
                    <a:pt x="6557360" y="2280803"/>
                  </a:lnTo>
                  <a:lnTo>
                    <a:pt x="6557995" y="2279673"/>
                  </a:lnTo>
                  <a:lnTo>
                    <a:pt x="6558630" y="2278582"/>
                  </a:lnTo>
                  <a:lnTo>
                    <a:pt x="6559265" y="2277444"/>
                  </a:lnTo>
                  <a:lnTo>
                    <a:pt x="6559900" y="2276333"/>
                  </a:lnTo>
                  <a:lnTo>
                    <a:pt x="6560535" y="2275318"/>
                  </a:lnTo>
                  <a:lnTo>
                    <a:pt x="6561170" y="2274084"/>
                  </a:lnTo>
                  <a:lnTo>
                    <a:pt x="6561804" y="2272509"/>
                  </a:lnTo>
                  <a:lnTo>
                    <a:pt x="6562439" y="2270498"/>
                  </a:lnTo>
                  <a:lnTo>
                    <a:pt x="6563074" y="2268590"/>
                  </a:lnTo>
                  <a:lnTo>
                    <a:pt x="6563709" y="2266645"/>
                  </a:lnTo>
                  <a:lnTo>
                    <a:pt x="6564344" y="2265262"/>
                  </a:lnTo>
                  <a:lnTo>
                    <a:pt x="6564979" y="2263801"/>
                  </a:lnTo>
                  <a:lnTo>
                    <a:pt x="6565613" y="2262386"/>
                  </a:lnTo>
                  <a:lnTo>
                    <a:pt x="6566248" y="2260786"/>
                  </a:lnTo>
                  <a:lnTo>
                    <a:pt x="6566883" y="2258513"/>
                  </a:lnTo>
                  <a:lnTo>
                    <a:pt x="6567518" y="2255753"/>
                  </a:lnTo>
                  <a:lnTo>
                    <a:pt x="6568153" y="2252620"/>
                  </a:lnTo>
                  <a:lnTo>
                    <a:pt x="6568788" y="2249254"/>
                  </a:lnTo>
                  <a:lnTo>
                    <a:pt x="6569423" y="2245571"/>
                  </a:lnTo>
                  <a:lnTo>
                    <a:pt x="6570057" y="2241696"/>
                  </a:lnTo>
                  <a:lnTo>
                    <a:pt x="6570692" y="2237601"/>
                  </a:lnTo>
                  <a:lnTo>
                    <a:pt x="6571327" y="2233847"/>
                  </a:lnTo>
                  <a:lnTo>
                    <a:pt x="6571962" y="2230184"/>
                  </a:lnTo>
                  <a:lnTo>
                    <a:pt x="6572597" y="2226466"/>
                  </a:lnTo>
                  <a:lnTo>
                    <a:pt x="6573232" y="2222679"/>
                  </a:lnTo>
                  <a:lnTo>
                    <a:pt x="6573866" y="2219098"/>
                  </a:lnTo>
                  <a:lnTo>
                    <a:pt x="6574501" y="2215578"/>
                  </a:lnTo>
                  <a:lnTo>
                    <a:pt x="6575136" y="2211822"/>
                  </a:lnTo>
                  <a:lnTo>
                    <a:pt x="6575771" y="2206138"/>
                  </a:lnTo>
                  <a:lnTo>
                    <a:pt x="6576406" y="2199819"/>
                  </a:lnTo>
                  <a:lnTo>
                    <a:pt x="6577041" y="2192958"/>
                  </a:lnTo>
                  <a:lnTo>
                    <a:pt x="6577676" y="2185291"/>
                  </a:lnTo>
                  <a:lnTo>
                    <a:pt x="6578310" y="2179310"/>
                  </a:lnTo>
                  <a:lnTo>
                    <a:pt x="6578945" y="2173042"/>
                  </a:lnTo>
                  <a:lnTo>
                    <a:pt x="6579580" y="2166729"/>
                  </a:lnTo>
                  <a:lnTo>
                    <a:pt x="6580215" y="2160540"/>
                  </a:lnTo>
                  <a:lnTo>
                    <a:pt x="6580850" y="2154031"/>
                  </a:lnTo>
                  <a:lnTo>
                    <a:pt x="6581485" y="2147341"/>
                  </a:lnTo>
                  <a:lnTo>
                    <a:pt x="6582119" y="2140443"/>
                  </a:lnTo>
                  <a:lnTo>
                    <a:pt x="6582754" y="2133311"/>
                  </a:lnTo>
                  <a:lnTo>
                    <a:pt x="6583389" y="2125960"/>
                  </a:lnTo>
                  <a:lnTo>
                    <a:pt x="6584024" y="2118723"/>
                  </a:lnTo>
                  <a:lnTo>
                    <a:pt x="6584659" y="2111445"/>
                  </a:lnTo>
                  <a:lnTo>
                    <a:pt x="6585294" y="2104716"/>
                  </a:lnTo>
                  <a:lnTo>
                    <a:pt x="6585929" y="2098444"/>
                  </a:lnTo>
                  <a:lnTo>
                    <a:pt x="6586563" y="2092725"/>
                  </a:lnTo>
                  <a:lnTo>
                    <a:pt x="6587198" y="2087752"/>
                  </a:lnTo>
                  <a:lnTo>
                    <a:pt x="6587833" y="2083254"/>
                  </a:lnTo>
                  <a:lnTo>
                    <a:pt x="6588468" y="2079471"/>
                  </a:lnTo>
                  <a:lnTo>
                    <a:pt x="6589103" y="2076160"/>
                  </a:lnTo>
                  <a:lnTo>
                    <a:pt x="6589738" y="2072070"/>
                  </a:lnTo>
                  <a:lnTo>
                    <a:pt x="6590372" y="2068568"/>
                  </a:lnTo>
                  <a:lnTo>
                    <a:pt x="6591007" y="2066082"/>
                  </a:lnTo>
                  <a:lnTo>
                    <a:pt x="6591642" y="2064232"/>
                  </a:lnTo>
                  <a:lnTo>
                    <a:pt x="6592277" y="2063188"/>
                  </a:lnTo>
                  <a:lnTo>
                    <a:pt x="6592912" y="2062581"/>
                  </a:lnTo>
                  <a:lnTo>
                    <a:pt x="6593547" y="2061822"/>
                  </a:lnTo>
                  <a:lnTo>
                    <a:pt x="6594181" y="2061366"/>
                  </a:lnTo>
                  <a:lnTo>
                    <a:pt x="6594816" y="2061006"/>
                  </a:lnTo>
                  <a:lnTo>
                    <a:pt x="6595451" y="2061480"/>
                  </a:lnTo>
                  <a:lnTo>
                    <a:pt x="6596086" y="2062429"/>
                  </a:lnTo>
                  <a:lnTo>
                    <a:pt x="6596721" y="2063577"/>
                  </a:lnTo>
                  <a:lnTo>
                    <a:pt x="6597356" y="2064877"/>
                  </a:lnTo>
                  <a:lnTo>
                    <a:pt x="6597991" y="2066177"/>
                  </a:lnTo>
                  <a:lnTo>
                    <a:pt x="6598625" y="2067316"/>
                  </a:lnTo>
                  <a:lnTo>
                    <a:pt x="6599260" y="2068274"/>
                  </a:lnTo>
                  <a:lnTo>
                    <a:pt x="6599895" y="2069185"/>
                  </a:lnTo>
                  <a:lnTo>
                    <a:pt x="6600530" y="2069755"/>
                  </a:lnTo>
                  <a:lnTo>
                    <a:pt x="6601165" y="2070077"/>
                  </a:lnTo>
                  <a:lnTo>
                    <a:pt x="6601800" y="2070390"/>
                  </a:lnTo>
                  <a:lnTo>
                    <a:pt x="6602434" y="2070684"/>
                  </a:lnTo>
                  <a:lnTo>
                    <a:pt x="6603069" y="2071102"/>
                  </a:lnTo>
                  <a:lnTo>
                    <a:pt x="6603704" y="2071871"/>
                  </a:lnTo>
                  <a:lnTo>
                    <a:pt x="6604339" y="2073085"/>
                  </a:lnTo>
                  <a:lnTo>
                    <a:pt x="6604974" y="2074328"/>
                  </a:lnTo>
                  <a:lnTo>
                    <a:pt x="6605609" y="2075647"/>
                  </a:lnTo>
                  <a:lnTo>
                    <a:pt x="6606244" y="2076995"/>
                  </a:lnTo>
                  <a:lnTo>
                    <a:pt x="6606878" y="2078579"/>
                  </a:lnTo>
                  <a:lnTo>
                    <a:pt x="6607513" y="2080344"/>
                  </a:lnTo>
                  <a:lnTo>
                    <a:pt x="6608148" y="2082498"/>
                  </a:lnTo>
                  <a:lnTo>
                    <a:pt x="6608783" y="2085392"/>
                  </a:lnTo>
                  <a:lnTo>
                    <a:pt x="6609418" y="2088941"/>
                  </a:lnTo>
                  <a:lnTo>
                    <a:pt x="6610053" y="2093211"/>
                  </a:lnTo>
                  <a:lnTo>
                    <a:pt x="6610687" y="2097728"/>
                  </a:lnTo>
                  <a:lnTo>
                    <a:pt x="6611322" y="2102121"/>
                  </a:lnTo>
                  <a:lnTo>
                    <a:pt x="6611957" y="2106600"/>
                  </a:lnTo>
                  <a:lnTo>
                    <a:pt x="6612592" y="2111525"/>
                  </a:lnTo>
                  <a:lnTo>
                    <a:pt x="6613227" y="2116298"/>
                  </a:lnTo>
                  <a:lnTo>
                    <a:pt x="6613862" y="2121004"/>
                  </a:lnTo>
                  <a:lnTo>
                    <a:pt x="6614497" y="2125995"/>
                  </a:lnTo>
                  <a:lnTo>
                    <a:pt x="6615131" y="2131062"/>
                  </a:lnTo>
                  <a:lnTo>
                    <a:pt x="6615766" y="2136461"/>
                  </a:lnTo>
                  <a:lnTo>
                    <a:pt x="6616401" y="2142344"/>
                  </a:lnTo>
                  <a:lnTo>
                    <a:pt x="6617036" y="2148341"/>
                  </a:lnTo>
                  <a:lnTo>
                    <a:pt x="6617671" y="2154130"/>
                  </a:lnTo>
                  <a:lnTo>
                    <a:pt x="6618306" y="2159301"/>
                  </a:lnTo>
                  <a:lnTo>
                    <a:pt x="6618940" y="2163875"/>
                  </a:lnTo>
                  <a:lnTo>
                    <a:pt x="6619575" y="2167575"/>
                  </a:lnTo>
                  <a:lnTo>
                    <a:pt x="6620210" y="2171029"/>
                  </a:lnTo>
                  <a:lnTo>
                    <a:pt x="6620845" y="2174237"/>
                  </a:lnTo>
                  <a:lnTo>
                    <a:pt x="6621480" y="2177245"/>
                  </a:lnTo>
                  <a:lnTo>
                    <a:pt x="6622115" y="2179683"/>
                  </a:lnTo>
                  <a:lnTo>
                    <a:pt x="6622750" y="2181923"/>
                  </a:lnTo>
                  <a:lnTo>
                    <a:pt x="6623384" y="2184077"/>
                  </a:lnTo>
                  <a:lnTo>
                    <a:pt x="6624019" y="2186202"/>
                  </a:lnTo>
                  <a:lnTo>
                    <a:pt x="6624654" y="2188176"/>
                  </a:lnTo>
                  <a:lnTo>
                    <a:pt x="6625289" y="2190093"/>
                  </a:lnTo>
                  <a:lnTo>
                    <a:pt x="6625924" y="2191734"/>
                  </a:lnTo>
                  <a:lnTo>
                    <a:pt x="6626559" y="2193243"/>
                  </a:lnTo>
                  <a:lnTo>
                    <a:pt x="6627193" y="2194600"/>
                  </a:lnTo>
                  <a:lnTo>
                    <a:pt x="6627828" y="2195938"/>
                  </a:lnTo>
                  <a:lnTo>
                    <a:pt x="6628463" y="2197304"/>
                  </a:lnTo>
                  <a:lnTo>
                    <a:pt x="6629098" y="2198984"/>
                  </a:lnTo>
                  <a:lnTo>
                    <a:pt x="6629733" y="2201033"/>
                  </a:lnTo>
                  <a:lnTo>
                    <a:pt x="6630368" y="2203244"/>
                  </a:lnTo>
                  <a:lnTo>
                    <a:pt x="6631003" y="2205692"/>
                  </a:lnTo>
                  <a:lnTo>
                    <a:pt x="6631637" y="2208159"/>
                  </a:lnTo>
                  <a:lnTo>
                    <a:pt x="6632272" y="2210626"/>
                  </a:lnTo>
                  <a:lnTo>
                    <a:pt x="6632907" y="2212866"/>
                  </a:lnTo>
                  <a:lnTo>
                    <a:pt x="6633542" y="2214764"/>
                  </a:lnTo>
                  <a:lnTo>
                    <a:pt x="6634177" y="2216652"/>
                  </a:lnTo>
                  <a:lnTo>
                    <a:pt x="6634812" y="2218256"/>
                  </a:lnTo>
                  <a:lnTo>
                    <a:pt x="6635446" y="2219584"/>
                  </a:lnTo>
                  <a:lnTo>
                    <a:pt x="6636081" y="2220637"/>
                  </a:lnTo>
                  <a:lnTo>
                    <a:pt x="6636716" y="2221586"/>
                  </a:lnTo>
                  <a:lnTo>
                    <a:pt x="6637351" y="2222431"/>
                  </a:lnTo>
                  <a:lnTo>
                    <a:pt x="6637986" y="2223152"/>
                  </a:lnTo>
                  <a:lnTo>
                    <a:pt x="6638621" y="2223863"/>
                  </a:lnTo>
                  <a:lnTo>
                    <a:pt x="6639256" y="2223841"/>
                  </a:lnTo>
                  <a:lnTo>
                    <a:pt x="6639890" y="2223780"/>
                  </a:lnTo>
                  <a:lnTo>
                    <a:pt x="6640525" y="2223607"/>
                  </a:lnTo>
                  <a:lnTo>
                    <a:pt x="6641160" y="2223670"/>
                  </a:lnTo>
                  <a:lnTo>
                    <a:pt x="6641795" y="2223984"/>
                  </a:lnTo>
                  <a:lnTo>
                    <a:pt x="6642430" y="2224271"/>
                  </a:lnTo>
                  <a:lnTo>
                    <a:pt x="6643065" y="2225038"/>
                  </a:lnTo>
                  <a:lnTo>
                    <a:pt x="6643699" y="2225992"/>
                  </a:lnTo>
                  <a:lnTo>
                    <a:pt x="6644334" y="2226940"/>
                  </a:lnTo>
                  <a:lnTo>
                    <a:pt x="6644969" y="2227981"/>
                  </a:lnTo>
                  <a:lnTo>
                    <a:pt x="6645604" y="2229205"/>
                  </a:lnTo>
                  <a:lnTo>
                    <a:pt x="6646239" y="2230705"/>
                  </a:lnTo>
                  <a:lnTo>
                    <a:pt x="6646874" y="2232294"/>
                  </a:lnTo>
                  <a:lnTo>
                    <a:pt x="6647508" y="2234031"/>
                  </a:lnTo>
                  <a:lnTo>
                    <a:pt x="6648143" y="2236247"/>
                  </a:lnTo>
                  <a:lnTo>
                    <a:pt x="6648778" y="2238810"/>
                  </a:lnTo>
                  <a:lnTo>
                    <a:pt x="6649413" y="2241817"/>
                  </a:lnTo>
                  <a:lnTo>
                    <a:pt x="6650048" y="2246751"/>
                  </a:lnTo>
                  <a:lnTo>
                    <a:pt x="6650683" y="2251553"/>
                  </a:lnTo>
                  <a:lnTo>
                    <a:pt x="6651318" y="2254617"/>
                  </a:lnTo>
                  <a:lnTo>
                    <a:pt x="6651952" y="2256884"/>
                  </a:lnTo>
                  <a:lnTo>
                    <a:pt x="6652587" y="2259181"/>
                  </a:lnTo>
                  <a:lnTo>
                    <a:pt x="6653222" y="2260849"/>
                  </a:lnTo>
                  <a:lnTo>
                    <a:pt x="6653857" y="2262239"/>
                  </a:lnTo>
                  <a:lnTo>
                    <a:pt x="6654492" y="2263573"/>
                  </a:lnTo>
                  <a:lnTo>
                    <a:pt x="6655127" y="2264847"/>
                  </a:lnTo>
                  <a:lnTo>
                    <a:pt x="6655761" y="2265987"/>
                  </a:lnTo>
                  <a:lnTo>
                    <a:pt x="6656396" y="2267007"/>
                  </a:lnTo>
                  <a:lnTo>
                    <a:pt x="6657031" y="2268110"/>
                  </a:lnTo>
                  <a:lnTo>
                    <a:pt x="6657666" y="2268860"/>
                  </a:lnTo>
                  <a:lnTo>
                    <a:pt x="6658301" y="2269529"/>
                  </a:lnTo>
                  <a:lnTo>
                    <a:pt x="6658936" y="2269865"/>
                  </a:lnTo>
                  <a:lnTo>
                    <a:pt x="6659571" y="2269663"/>
                  </a:lnTo>
                  <a:lnTo>
                    <a:pt x="6660205" y="2269050"/>
                  </a:lnTo>
                  <a:lnTo>
                    <a:pt x="6660840" y="2268229"/>
                  </a:lnTo>
                  <a:lnTo>
                    <a:pt x="6661475" y="2267251"/>
                  </a:lnTo>
                  <a:lnTo>
                    <a:pt x="6662110" y="2265843"/>
                  </a:lnTo>
                  <a:lnTo>
                    <a:pt x="6662745" y="2264456"/>
                  </a:lnTo>
                  <a:lnTo>
                    <a:pt x="6663380" y="2262861"/>
                  </a:lnTo>
                  <a:lnTo>
                    <a:pt x="6664014" y="2260905"/>
                  </a:lnTo>
                  <a:lnTo>
                    <a:pt x="6664649" y="2258728"/>
                  </a:lnTo>
                  <a:lnTo>
                    <a:pt x="6665284" y="2257087"/>
                  </a:lnTo>
                  <a:lnTo>
                    <a:pt x="6665919" y="2255198"/>
                  </a:lnTo>
                  <a:lnTo>
                    <a:pt x="6666554" y="2252561"/>
                  </a:lnTo>
                  <a:lnTo>
                    <a:pt x="6667189" y="2250170"/>
                  </a:lnTo>
                  <a:lnTo>
                    <a:pt x="6667824" y="2247658"/>
                  </a:lnTo>
                  <a:lnTo>
                    <a:pt x="6668458" y="2246632"/>
                  </a:lnTo>
                  <a:lnTo>
                    <a:pt x="6669093" y="2245608"/>
                  </a:lnTo>
                  <a:lnTo>
                    <a:pt x="6669728" y="2244592"/>
                  </a:lnTo>
                  <a:lnTo>
                    <a:pt x="6670363" y="2243327"/>
                  </a:lnTo>
                  <a:lnTo>
                    <a:pt x="6670998" y="2241737"/>
                  </a:lnTo>
                  <a:lnTo>
                    <a:pt x="6671633" y="2240147"/>
                  </a:lnTo>
                  <a:lnTo>
                    <a:pt x="6672267" y="2238405"/>
                  </a:lnTo>
                  <a:lnTo>
                    <a:pt x="6672902" y="2236843"/>
                  </a:lnTo>
                  <a:lnTo>
                    <a:pt x="6673537" y="2235592"/>
                  </a:lnTo>
                  <a:lnTo>
                    <a:pt x="6674172" y="2234507"/>
                  </a:lnTo>
                  <a:lnTo>
                    <a:pt x="6674807" y="2233477"/>
                  </a:lnTo>
                  <a:lnTo>
                    <a:pt x="6675442" y="2232385"/>
                  </a:lnTo>
                  <a:lnTo>
                    <a:pt x="6676077" y="2231022"/>
                  </a:lnTo>
                  <a:lnTo>
                    <a:pt x="6676711" y="2229466"/>
                  </a:lnTo>
                  <a:lnTo>
                    <a:pt x="6677346" y="2228456"/>
                  </a:lnTo>
                  <a:lnTo>
                    <a:pt x="6677981" y="2227039"/>
                  </a:lnTo>
                  <a:lnTo>
                    <a:pt x="6678616" y="2225151"/>
                  </a:lnTo>
                  <a:lnTo>
                    <a:pt x="6679251" y="2221631"/>
                  </a:lnTo>
                  <a:lnTo>
                    <a:pt x="6679886" y="2217902"/>
                  </a:lnTo>
                  <a:lnTo>
                    <a:pt x="6680520" y="2214903"/>
                  </a:lnTo>
                  <a:lnTo>
                    <a:pt x="6681155" y="2211857"/>
                  </a:lnTo>
                  <a:lnTo>
                    <a:pt x="6681790" y="2208261"/>
                  </a:lnTo>
                  <a:lnTo>
                    <a:pt x="6682425" y="2204010"/>
                  </a:lnTo>
                  <a:lnTo>
                    <a:pt x="6683060" y="2199133"/>
                  </a:lnTo>
                  <a:lnTo>
                    <a:pt x="6683695" y="2193904"/>
                  </a:lnTo>
                  <a:lnTo>
                    <a:pt x="6684330" y="2188334"/>
                  </a:lnTo>
                  <a:lnTo>
                    <a:pt x="6684964" y="2182831"/>
                  </a:lnTo>
                  <a:lnTo>
                    <a:pt x="6685599" y="2177204"/>
                  </a:lnTo>
                  <a:lnTo>
                    <a:pt x="6686234" y="2170590"/>
                  </a:lnTo>
                  <a:lnTo>
                    <a:pt x="6686869" y="2162439"/>
                  </a:lnTo>
                  <a:lnTo>
                    <a:pt x="6687504" y="2153671"/>
                  </a:lnTo>
                  <a:lnTo>
                    <a:pt x="6688139" y="2145103"/>
                  </a:lnTo>
                  <a:lnTo>
                    <a:pt x="6688773" y="2137635"/>
                  </a:lnTo>
                  <a:lnTo>
                    <a:pt x="6689408" y="2131145"/>
                  </a:lnTo>
                  <a:lnTo>
                    <a:pt x="6690043" y="2123886"/>
                  </a:lnTo>
                  <a:lnTo>
                    <a:pt x="6690678" y="2118687"/>
                  </a:lnTo>
                  <a:lnTo>
                    <a:pt x="6691313" y="2112997"/>
                  </a:lnTo>
                  <a:lnTo>
                    <a:pt x="6691948" y="2106972"/>
                  </a:lnTo>
                  <a:lnTo>
                    <a:pt x="6692583" y="2100975"/>
                  </a:lnTo>
                  <a:lnTo>
                    <a:pt x="6693217" y="2095217"/>
                  </a:lnTo>
                  <a:lnTo>
                    <a:pt x="6693852" y="2090115"/>
                  </a:lnTo>
                  <a:lnTo>
                    <a:pt x="6694487" y="2084758"/>
                  </a:lnTo>
                  <a:lnTo>
                    <a:pt x="6695122" y="2079664"/>
                  </a:lnTo>
                  <a:lnTo>
                    <a:pt x="6695757" y="2075254"/>
                  </a:lnTo>
                  <a:lnTo>
                    <a:pt x="6696392" y="2072205"/>
                  </a:lnTo>
                  <a:lnTo>
                    <a:pt x="6697026" y="2069917"/>
                  </a:lnTo>
                  <a:lnTo>
                    <a:pt x="6697661" y="2067975"/>
                  </a:lnTo>
                  <a:lnTo>
                    <a:pt x="6698296" y="2065673"/>
                  </a:lnTo>
                  <a:lnTo>
                    <a:pt x="6698931" y="2063385"/>
                  </a:lnTo>
                  <a:lnTo>
                    <a:pt x="6699566" y="2061671"/>
                  </a:lnTo>
                  <a:lnTo>
                    <a:pt x="6700201" y="2060376"/>
                  </a:lnTo>
                  <a:lnTo>
                    <a:pt x="6700836" y="2059199"/>
                  </a:lnTo>
                  <a:lnTo>
                    <a:pt x="6701470" y="2058857"/>
                  </a:lnTo>
                  <a:lnTo>
                    <a:pt x="6702105" y="2057802"/>
                  </a:lnTo>
                  <a:lnTo>
                    <a:pt x="6702740" y="2058931"/>
                  </a:lnTo>
                  <a:lnTo>
                    <a:pt x="6703375" y="2060924"/>
                  </a:lnTo>
                  <a:lnTo>
                    <a:pt x="6704010" y="2064492"/>
                  </a:lnTo>
                  <a:lnTo>
                    <a:pt x="6704645" y="2069160"/>
                  </a:lnTo>
                  <a:lnTo>
                    <a:pt x="6705279" y="2072228"/>
                  </a:lnTo>
                  <a:lnTo>
                    <a:pt x="6705914" y="2075707"/>
                  </a:lnTo>
                  <a:lnTo>
                    <a:pt x="6706549" y="2079619"/>
                  </a:lnTo>
                  <a:lnTo>
                    <a:pt x="6707184" y="2084138"/>
                  </a:lnTo>
                  <a:lnTo>
                    <a:pt x="6707819" y="2089338"/>
                  </a:lnTo>
                  <a:lnTo>
                    <a:pt x="6708454" y="2094699"/>
                  </a:lnTo>
                  <a:lnTo>
                    <a:pt x="6709088" y="2100240"/>
                  </a:lnTo>
                  <a:lnTo>
                    <a:pt x="6709723" y="2106157"/>
                  </a:lnTo>
                  <a:lnTo>
                    <a:pt x="6710358" y="2112569"/>
                  </a:lnTo>
                  <a:lnTo>
                    <a:pt x="6710993" y="2118696"/>
                  </a:lnTo>
                  <a:lnTo>
                    <a:pt x="6711628" y="2124921"/>
                  </a:lnTo>
                  <a:lnTo>
                    <a:pt x="6712263" y="2130862"/>
                  </a:lnTo>
                  <a:lnTo>
                    <a:pt x="6712898" y="2136375"/>
                  </a:lnTo>
                  <a:lnTo>
                    <a:pt x="6713532" y="2141420"/>
                  </a:lnTo>
                  <a:lnTo>
                    <a:pt x="6714167" y="2146080"/>
                  </a:lnTo>
                  <a:lnTo>
                    <a:pt x="6714802" y="2150740"/>
                  </a:lnTo>
                  <a:lnTo>
                    <a:pt x="6715437" y="2154665"/>
                  </a:lnTo>
                  <a:lnTo>
                    <a:pt x="6716072" y="2157976"/>
                  </a:lnTo>
                  <a:lnTo>
                    <a:pt x="6716707" y="2162066"/>
                  </a:lnTo>
                  <a:lnTo>
                    <a:pt x="6717341" y="2165605"/>
                  </a:lnTo>
                  <a:lnTo>
                    <a:pt x="6717976" y="2168443"/>
                  </a:lnTo>
                  <a:lnTo>
                    <a:pt x="6718611" y="2171118"/>
                  </a:lnTo>
                  <a:lnTo>
                    <a:pt x="6719246" y="2173548"/>
                  </a:lnTo>
                  <a:lnTo>
                    <a:pt x="6719881" y="2175664"/>
                  </a:lnTo>
                  <a:lnTo>
                    <a:pt x="6720516" y="2177742"/>
                  </a:lnTo>
                  <a:lnTo>
                    <a:pt x="6721151" y="2179526"/>
                  </a:lnTo>
                  <a:lnTo>
                    <a:pt x="6721785" y="2180863"/>
                  </a:lnTo>
                  <a:lnTo>
                    <a:pt x="6722420" y="2181423"/>
                  </a:lnTo>
                  <a:lnTo>
                    <a:pt x="6723055" y="2181613"/>
                  </a:lnTo>
                  <a:lnTo>
                    <a:pt x="6723690" y="2181528"/>
                  </a:lnTo>
                  <a:lnTo>
                    <a:pt x="6724325" y="2181177"/>
                  </a:lnTo>
                  <a:lnTo>
                    <a:pt x="6724960" y="2180873"/>
                  </a:lnTo>
                  <a:lnTo>
                    <a:pt x="6725594" y="2180873"/>
                  </a:lnTo>
                  <a:lnTo>
                    <a:pt x="6726229" y="2181053"/>
                  </a:lnTo>
                  <a:lnTo>
                    <a:pt x="6726864" y="2181243"/>
                  </a:lnTo>
                  <a:lnTo>
                    <a:pt x="6727499" y="2181461"/>
                  </a:lnTo>
                  <a:lnTo>
                    <a:pt x="6728134" y="2181518"/>
                  </a:lnTo>
                  <a:lnTo>
                    <a:pt x="6728769" y="2181518"/>
                  </a:lnTo>
                  <a:lnTo>
                    <a:pt x="6729404" y="2181585"/>
                  </a:lnTo>
                  <a:lnTo>
                    <a:pt x="6730038" y="2181964"/>
                  </a:lnTo>
                  <a:lnTo>
                    <a:pt x="6730673" y="2182344"/>
                  </a:lnTo>
                  <a:lnTo>
                    <a:pt x="6731308" y="2182913"/>
                  </a:lnTo>
                  <a:lnTo>
                    <a:pt x="6731943" y="2183482"/>
                  </a:lnTo>
                  <a:lnTo>
                    <a:pt x="6732578" y="2184128"/>
                  </a:lnTo>
                  <a:lnTo>
                    <a:pt x="6733213" y="2184868"/>
                  </a:lnTo>
                  <a:lnTo>
                    <a:pt x="6733847" y="2185560"/>
                  </a:lnTo>
                  <a:lnTo>
                    <a:pt x="6734482" y="2186111"/>
                  </a:lnTo>
                  <a:lnTo>
                    <a:pt x="6735117" y="2186424"/>
                  </a:lnTo>
                  <a:lnTo>
                    <a:pt x="6735752" y="2186604"/>
                  </a:lnTo>
                  <a:lnTo>
                    <a:pt x="6736387" y="2186604"/>
                  </a:lnTo>
                  <a:lnTo>
                    <a:pt x="6737022" y="2186443"/>
                  </a:lnTo>
                  <a:lnTo>
                    <a:pt x="6737657" y="2185636"/>
                  </a:lnTo>
                  <a:lnTo>
                    <a:pt x="6738291" y="2184279"/>
                  </a:lnTo>
                  <a:lnTo>
                    <a:pt x="6738926" y="2182277"/>
                  </a:lnTo>
                  <a:lnTo>
                    <a:pt x="6739561" y="2179393"/>
                  </a:lnTo>
                  <a:lnTo>
                    <a:pt x="6740196" y="2175948"/>
                  </a:lnTo>
                  <a:lnTo>
                    <a:pt x="6740831" y="2171735"/>
                  </a:lnTo>
                  <a:lnTo>
                    <a:pt x="6741466" y="2166829"/>
                  </a:lnTo>
                  <a:lnTo>
                    <a:pt x="6742100" y="2161051"/>
                  </a:lnTo>
                  <a:lnTo>
                    <a:pt x="6742735" y="2154731"/>
                  </a:lnTo>
                  <a:lnTo>
                    <a:pt x="6743370" y="2148051"/>
                  </a:lnTo>
                  <a:lnTo>
                    <a:pt x="6744005" y="2140839"/>
                  </a:lnTo>
                  <a:lnTo>
                    <a:pt x="6744640" y="2133144"/>
                  </a:lnTo>
                  <a:lnTo>
                    <a:pt x="6745275" y="2124784"/>
                  </a:lnTo>
                  <a:lnTo>
                    <a:pt x="6745910" y="2116140"/>
                  </a:lnTo>
                  <a:lnTo>
                    <a:pt x="6746544" y="2107647"/>
                  </a:lnTo>
                  <a:lnTo>
                    <a:pt x="6747179" y="2098927"/>
                  </a:lnTo>
                  <a:lnTo>
                    <a:pt x="6747814" y="2090368"/>
                  </a:lnTo>
                  <a:lnTo>
                    <a:pt x="6748449" y="2081752"/>
                  </a:lnTo>
                  <a:lnTo>
                    <a:pt x="6749084" y="2073772"/>
                  </a:lnTo>
                  <a:lnTo>
                    <a:pt x="6749719" y="2066209"/>
                  </a:lnTo>
                  <a:lnTo>
                    <a:pt x="6750353" y="2059415"/>
                  </a:lnTo>
                  <a:lnTo>
                    <a:pt x="6750988" y="2053314"/>
                  </a:lnTo>
                  <a:lnTo>
                    <a:pt x="6751623" y="2047981"/>
                  </a:lnTo>
                  <a:lnTo>
                    <a:pt x="6752258" y="2042914"/>
                  </a:lnTo>
                  <a:lnTo>
                    <a:pt x="6752893" y="2038008"/>
                  </a:lnTo>
                  <a:lnTo>
                    <a:pt x="6753528" y="2033662"/>
                  </a:lnTo>
                  <a:lnTo>
                    <a:pt x="6754163" y="2030038"/>
                  </a:lnTo>
                  <a:lnTo>
                    <a:pt x="6754797" y="2026840"/>
                  </a:lnTo>
                  <a:lnTo>
                    <a:pt x="6755432" y="2023936"/>
                  </a:lnTo>
                  <a:lnTo>
                    <a:pt x="6756067" y="2020909"/>
                  </a:lnTo>
                  <a:lnTo>
                    <a:pt x="6756702" y="2018765"/>
                  </a:lnTo>
                  <a:lnTo>
                    <a:pt x="6757337" y="2017104"/>
                  </a:lnTo>
                  <a:lnTo>
                    <a:pt x="6757972" y="2016080"/>
                  </a:lnTo>
                  <a:lnTo>
                    <a:pt x="6758606" y="2015055"/>
                  </a:lnTo>
                  <a:lnTo>
                    <a:pt x="6759241" y="2014106"/>
                  </a:lnTo>
                  <a:lnTo>
                    <a:pt x="6759876" y="2012834"/>
                  </a:lnTo>
                  <a:lnTo>
                    <a:pt x="6760511" y="2011620"/>
                  </a:lnTo>
                  <a:lnTo>
                    <a:pt x="6761146" y="2010510"/>
                  </a:lnTo>
                  <a:lnTo>
                    <a:pt x="6761781" y="2009371"/>
                  </a:lnTo>
                  <a:lnTo>
                    <a:pt x="6762415" y="2008308"/>
                  </a:lnTo>
                  <a:lnTo>
                    <a:pt x="6763050" y="2007473"/>
                  </a:lnTo>
                  <a:lnTo>
                    <a:pt x="6763685" y="2006714"/>
                  </a:lnTo>
                  <a:lnTo>
                    <a:pt x="6764320" y="2006325"/>
                  </a:lnTo>
                  <a:lnTo>
                    <a:pt x="6764955" y="2006154"/>
                  </a:lnTo>
                  <a:lnTo>
                    <a:pt x="6765590" y="2006154"/>
                  </a:lnTo>
                  <a:lnTo>
                    <a:pt x="6766225" y="2006059"/>
                  </a:lnTo>
                  <a:lnTo>
                    <a:pt x="6766859" y="2005870"/>
                  </a:lnTo>
                  <a:lnTo>
                    <a:pt x="6767494" y="2005680"/>
                  </a:lnTo>
                  <a:lnTo>
                    <a:pt x="6768129" y="2005537"/>
                  </a:lnTo>
                  <a:lnTo>
                    <a:pt x="6768764" y="2005462"/>
                  </a:lnTo>
                  <a:lnTo>
                    <a:pt x="6769399" y="2005822"/>
                  </a:lnTo>
                  <a:lnTo>
                    <a:pt x="6770034" y="2006278"/>
                  </a:lnTo>
                  <a:lnTo>
                    <a:pt x="6770668" y="2006657"/>
                  </a:lnTo>
                  <a:lnTo>
                    <a:pt x="6771303" y="2007350"/>
                  </a:lnTo>
                  <a:lnTo>
                    <a:pt x="6771938" y="2008109"/>
                  </a:lnTo>
                  <a:lnTo>
                    <a:pt x="6772573" y="2008726"/>
                  </a:lnTo>
                  <a:lnTo>
                    <a:pt x="6773208" y="2009105"/>
                  </a:lnTo>
                  <a:lnTo>
                    <a:pt x="6773843" y="2009295"/>
                  </a:lnTo>
                  <a:lnTo>
                    <a:pt x="6774478" y="2009656"/>
                  </a:lnTo>
                  <a:lnTo>
                    <a:pt x="6775112" y="2009732"/>
                  </a:lnTo>
                  <a:lnTo>
                    <a:pt x="6775747" y="2009722"/>
                  </a:lnTo>
                  <a:lnTo>
                    <a:pt x="6776382" y="2009513"/>
                  </a:lnTo>
                  <a:lnTo>
                    <a:pt x="6777017" y="2009990"/>
                  </a:lnTo>
                  <a:lnTo>
                    <a:pt x="6777652" y="2010350"/>
                  </a:lnTo>
                  <a:lnTo>
                    <a:pt x="6778287" y="2011024"/>
                  </a:lnTo>
                  <a:lnTo>
                    <a:pt x="6778921" y="2011521"/>
                  </a:lnTo>
                  <a:lnTo>
                    <a:pt x="6779556" y="2011567"/>
                  </a:lnTo>
                  <a:lnTo>
                    <a:pt x="6780191" y="2011824"/>
                  </a:lnTo>
                  <a:lnTo>
                    <a:pt x="6780826" y="2011939"/>
                  </a:lnTo>
                  <a:lnTo>
                    <a:pt x="6781461" y="2011949"/>
                  </a:lnTo>
                  <a:lnTo>
                    <a:pt x="6782096" y="2012105"/>
                  </a:lnTo>
                  <a:lnTo>
                    <a:pt x="6782731" y="2012417"/>
                  </a:lnTo>
                  <a:lnTo>
                    <a:pt x="6783365" y="2012995"/>
                  </a:lnTo>
                  <a:lnTo>
                    <a:pt x="6784000" y="2013316"/>
                  </a:lnTo>
                  <a:lnTo>
                    <a:pt x="6784635" y="2013808"/>
                  </a:lnTo>
                  <a:lnTo>
                    <a:pt x="6785270" y="2014242"/>
                  </a:lnTo>
                  <a:lnTo>
                    <a:pt x="6785905" y="2014992"/>
                  </a:lnTo>
                  <a:lnTo>
                    <a:pt x="6786540" y="2016175"/>
                  </a:lnTo>
                  <a:lnTo>
                    <a:pt x="6787174" y="2017850"/>
                  </a:lnTo>
                  <a:lnTo>
                    <a:pt x="6787809" y="2019730"/>
                  </a:lnTo>
                  <a:lnTo>
                    <a:pt x="6788444" y="2021705"/>
                  </a:lnTo>
                  <a:lnTo>
                    <a:pt x="6789079" y="2023877"/>
                  </a:lnTo>
                  <a:lnTo>
                    <a:pt x="6789714" y="2026153"/>
                  </a:lnTo>
                  <a:lnTo>
                    <a:pt x="6790349" y="2028460"/>
                  </a:lnTo>
                  <a:lnTo>
                    <a:pt x="6790984" y="2030860"/>
                  </a:lnTo>
                  <a:lnTo>
                    <a:pt x="6791618" y="2033603"/>
                  </a:lnTo>
                  <a:lnTo>
                    <a:pt x="6792253" y="2036525"/>
                  </a:lnTo>
                  <a:lnTo>
                    <a:pt x="6792888" y="2039457"/>
                  </a:lnTo>
                  <a:lnTo>
                    <a:pt x="6793523" y="2042674"/>
                  </a:lnTo>
                  <a:lnTo>
                    <a:pt x="6794158" y="2045834"/>
                  </a:lnTo>
                  <a:lnTo>
                    <a:pt x="6794793" y="2049212"/>
                  </a:lnTo>
                  <a:lnTo>
                    <a:pt x="6795427" y="2050840"/>
                  </a:lnTo>
                  <a:lnTo>
                    <a:pt x="6796062" y="2052138"/>
                  </a:lnTo>
                  <a:lnTo>
                    <a:pt x="6796697" y="2053394"/>
                  </a:lnTo>
                  <a:lnTo>
                    <a:pt x="6797332" y="2054596"/>
                  </a:lnTo>
                  <a:lnTo>
                    <a:pt x="6797967" y="2056227"/>
                  </a:lnTo>
                  <a:lnTo>
                    <a:pt x="6798602" y="2057811"/>
                  </a:lnTo>
                  <a:lnTo>
                    <a:pt x="6799237" y="2059540"/>
                  </a:lnTo>
                  <a:lnTo>
                    <a:pt x="6799871" y="2061306"/>
                  </a:lnTo>
                  <a:lnTo>
                    <a:pt x="6800506" y="2062771"/>
                  </a:lnTo>
                  <a:lnTo>
                    <a:pt x="6801141" y="2063929"/>
                  </a:lnTo>
                  <a:lnTo>
                    <a:pt x="6801776" y="2065021"/>
                  </a:lnTo>
                  <a:lnTo>
                    <a:pt x="6802411" y="2066307"/>
                  </a:lnTo>
                  <a:lnTo>
                    <a:pt x="6803046" y="2067682"/>
                  </a:lnTo>
                  <a:lnTo>
                    <a:pt x="6803680" y="2068995"/>
                  </a:lnTo>
                  <a:lnTo>
                    <a:pt x="6804315" y="2070053"/>
                  </a:lnTo>
                  <a:lnTo>
                    <a:pt x="6804950" y="2071365"/>
                  </a:lnTo>
                  <a:lnTo>
                    <a:pt x="6805585" y="2073159"/>
                  </a:lnTo>
                  <a:lnTo>
                    <a:pt x="6806220" y="2076840"/>
                  </a:lnTo>
                  <a:lnTo>
                    <a:pt x="6806855" y="2081034"/>
                  </a:lnTo>
                  <a:lnTo>
                    <a:pt x="6807490" y="2084593"/>
                  </a:lnTo>
                  <a:lnTo>
                    <a:pt x="6808124" y="2088265"/>
                  </a:lnTo>
                  <a:lnTo>
                    <a:pt x="6808759" y="2092212"/>
                  </a:lnTo>
                  <a:lnTo>
                    <a:pt x="6809394" y="2096492"/>
                  </a:lnTo>
                  <a:lnTo>
                    <a:pt x="6810029" y="2101388"/>
                  </a:lnTo>
                  <a:lnTo>
                    <a:pt x="6810664" y="2106664"/>
                  </a:lnTo>
                  <a:lnTo>
                    <a:pt x="6811299" y="2112073"/>
                  </a:lnTo>
                  <a:lnTo>
                    <a:pt x="6811933" y="2117073"/>
                  </a:lnTo>
                  <a:lnTo>
                    <a:pt x="6812568" y="2121988"/>
                  </a:lnTo>
                  <a:lnTo>
                    <a:pt x="6813203" y="2127843"/>
                  </a:lnTo>
                  <a:lnTo>
                    <a:pt x="6813838" y="2135168"/>
                  </a:lnTo>
                  <a:lnTo>
                    <a:pt x="6814473" y="2143357"/>
                  </a:lnTo>
                  <a:lnTo>
                    <a:pt x="6815108" y="2151357"/>
                  </a:lnTo>
                  <a:lnTo>
                    <a:pt x="6815742" y="2158483"/>
                  </a:lnTo>
                  <a:lnTo>
                    <a:pt x="6816377" y="2165623"/>
                  </a:lnTo>
                  <a:lnTo>
                    <a:pt x="6817012" y="2173471"/>
                  </a:lnTo>
                  <a:lnTo>
                    <a:pt x="6817647" y="2179307"/>
                  </a:lnTo>
                  <a:lnTo>
                    <a:pt x="6818282" y="2185343"/>
                  </a:lnTo>
                  <a:lnTo>
                    <a:pt x="6818917" y="2191850"/>
                  </a:lnTo>
                  <a:lnTo>
                    <a:pt x="6819552" y="2198369"/>
                  </a:lnTo>
                  <a:lnTo>
                    <a:pt x="6820186" y="2204666"/>
                  </a:lnTo>
                  <a:lnTo>
                    <a:pt x="6820821" y="2210735"/>
                  </a:lnTo>
                  <a:lnTo>
                    <a:pt x="6821456" y="2217836"/>
                  </a:lnTo>
                  <a:lnTo>
                    <a:pt x="6822091" y="2224859"/>
                  </a:lnTo>
                  <a:lnTo>
                    <a:pt x="6822726" y="2231450"/>
                  </a:lnTo>
                  <a:lnTo>
                    <a:pt x="6823361" y="2237531"/>
                  </a:lnTo>
                  <a:lnTo>
                    <a:pt x="6823995" y="2243153"/>
                  </a:lnTo>
                  <a:lnTo>
                    <a:pt x="6824630" y="2248865"/>
                  </a:lnTo>
                  <a:lnTo>
                    <a:pt x="6825265" y="2254814"/>
                  </a:lnTo>
                  <a:lnTo>
                    <a:pt x="6825900" y="2260917"/>
                  </a:lnTo>
                  <a:lnTo>
                    <a:pt x="6826535" y="2266595"/>
                  </a:lnTo>
                  <a:lnTo>
                    <a:pt x="6827170" y="2271735"/>
                  </a:lnTo>
                  <a:lnTo>
                    <a:pt x="6827805" y="2276551"/>
                  </a:lnTo>
                  <a:lnTo>
                    <a:pt x="6828439" y="2280641"/>
                  </a:lnTo>
                  <a:lnTo>
                    <a:pt x="6829074" y="2285716"/>
                  </a:lnTo>
                  <a:lnTo>
                    <a:pt x="6829709" y="2290699"/>
                  </a:lnTo>
                  <a:lnTo>
                    <a:pt x="6830344" y="2295620"/>
                  </a:lnTo>
                  <a:lnTo>
                    <a:pt x="6830979" y="2299805"/>
                  </a:lnTo>
                  <a:lnTo>
                    <a:pt x="6831614" y="2303706"/>
                  </a:lnTo>
                  <a:lnTo>
                    <a:pt x="6832248" y="2307584"/>
                  </a:lnTo>
                  <a:lnTo>
                    <a:pt x="6832883" y="2311100"/>
                  </a:lnTo>
                  <a:lnTo>
                    <a:pt x="6833518" y="2313482"/>
                  </a:lnTo>
                  <a:lnTo>
                    <a:pt x="6834153" y="2314867"/>
                  </a:lnTo>
                  <a:lnTo>
                    <a:pt x="6834788" y="2315095"/>
                  </a:lnTo>
                  <a:lnTo>
                    <a:pt x="6835423" y="2315095"/>
                  </a:lnTo>
                  <a:lnTo>
                    <a:pt x="6836058" y="2315123"/>
                  </a:lnTo>
                  <a:lnTo>
                    <a:pt x="6836692" y="2315009"/>
                  </a:lnTo>
                  <a:lnTo>
                    <a:pt x="6837327" y="2314630"/>
                  </a:lnTo>
                  <a:lnTo>
                    <a:pt x="6837962" y="2314080"/>
                  </a:lnTo>
                  <a:lnTo>
                    <a:pt x="6838597" y="2313864"/>
                  </a:lnTo>
                  <a:lnTo>
                    <a:pt x="6839232" y="2313214"/>
                  </a:lnTo>
                  <a:lnTo>
                    <a:pt x="6839867" y="2312295"/>
                  </a:lnTo>
                  <a:lnTo>
                    <a:pt x="6840501" y="2311307"/>
                  </a:lnTo>
                  <a:lnTo>
                    <a:pt x="6841136" y="2309951"/>
                  </a:lnTo>
                  <a:lnTo>
                    <a:pt x="6841771" y="2308180"/>
                  </a:lnTo>
                  <a:lnTo>
                    <a:pt x="6842406" y="2306463"/>
                  </a:lnTo>
                  <a:lnTo>
                    <a:pt x="6843041" y="2304939"/>
                  </a:lnTo>
                  <a:lnTo>
                    <a:pt x="6843676" y="2303534"/>
                  </a:lnTo>
                  <a:lnTo>
                    <a:pt x="6844311" y="2302435"/>
                  </a:lnTo>
                  <a:lnTo>
                    <a:pt x="6844945" y="2301363"/>
                  </a:lnTo>
                  <a:lnTo>
                    <a:pt x="6845580" y="2300243"/>
                  </a:lnTo>
                  <a:lnTo>
                    <a:pt x="6846215" y="2298961"/>
                  </a:lnTo>
                  <a:lnTo>
                    <a:pt x="6846850" y="2297679"/>
                  </a:lnTo>
                  <a:lnTo>
                    <a:pt x="6847485" y="2296662"/>
                  </a:lnTo>
                  <a:lnTo>
                    <a:pt x="6848120" y="2295863"/>
                  </a:lnTo>
                  <a:lnTo>
                    <a:pt x="6848754" y="2295608"/>
                  </a:lnTo>
                  <a:lnTo>
                    <a:pt x="6849389" y="2295570"/>
                  </a:lnTo>
                  <a:lnTo>
                    <a:pt x="6850024" y="2294811"/>
                  </a:lnTo>
                  <a:lnTo>
                    <a:pt x="6850659" y="2294166"/>
                  </a:lnTo>
                  <a:lnTo>
                    <a:pt x="6851294" y="2293597"/>
                  </a:lnTo>
                  <a:lnTo>
                    <a:pt x="6851929" y="2293065"/>
                  </a:lnTo>
                  <a:lnTo>
                    <a:pt x="6852564" y="2292743"/>
                  </a:lnTo>
                  <a:lnTo>
                    <a:pt x="6853198" y="2292505"/>
                  </a:lnTo>
                  <a:lnTo>
                    <a:pt x="6853833" y="2292486"/>
                  </a:lnTo>
                  <a:lnTo>
                    <a:pt x="6854468" y="2292458"/>
                  </a:lnTo>
                  <a:lnTo>
                    <a:pt x="6855103" y="2292202"/>
                  </a:lnTo>
                  <a:lnTo>
                    <a:pt x="6855738" y="2291822"/>
                  </a:lnTo>
                  <a:lnTo>
                    <a:pt x="6856373" y="2291443"/>
                  </a:lnTo>
                  <a:lnTo>
                    <a:pt x="6857007" y="2290873"/>
                  </a:lnTo>
                  <a:lnTo>
                    <a:pt x="6857642" y="2290304"/>
                  </a:lnTo>
                  <a:lnTo>
                    <a:pt x="6858277" y="2289545"/>
                  </a:lnTo>
                  <a:lnTo>
                    <a:pt x="6858912" y="2288672"/>
                  </a:lnTo>
                  <a:lnTo>
                    <a:pt x="6859547" y="2288386"/>
                  </a:lnTo>
                  <a:lnTo>
                    <a:pt x="6860182" y="2288101"/>
                  </a:lnTo>
                  <a:lnTo>
                    <a:pt x="6860817" y="2287729"/>
                  </a:lnTo>
                  <a:lnTo>
                    <a:pt x="6861451" y="2287556"/>
                  </a:lnTo>
                  <a:lnTo>
                    <a:pt x="6862086" y="2287620"/>
                  </a:lnTo>
                  <a:lnTo>
                    <a:pt x="6862721" y="2287817"/>
                  </a:lnTo>
                  <a:lnTo>
                    <a:pt x="6863356" y="2288194"/>
                  </a:lnTo>
                  <a:lnTo>
                    <a:pt x="6863991" y="2288766"/>
                  </a:lnTo>
                  <a:lnTo>
                    <a:pt x="6864626" y="2290023"/>
                  </a:lnTo>
                  <a:lnTo>
                    <a:pt x="6865260" y="2291843"/>
                  </a:lnTo>
                  <a:lnTo>
                    <a:pt x="6865895" y="2294243"/>
                  </a:lnTo>
                  <a:lnTo>
                    <a:pt x="6866530" y="2297401"/>
                  </a:lnTo>
                  <a:lnTo>
                    <a:pt x="6867165" y="2301120"/>
                  </a:lnTo>
                  <a:lnTo>
                    <a:pt x="6867800" y="2305607"/>
                  </a:lnTo>
                  <a:lnTo>
                    <a:pt x="6868435" y="2310925"/>
                  </a:lnTo>
                  <a:lnTo>
                    <a:pt x="6869070" y="2317007"/>
                  </a:lnTo>
                  <a:lnTo>
                    <a:pt x="6869704" y="2323380"/>
                  </a:lnTo>
                  <a:lnTo>
                    <a:pt x="6870339" y="2330037"/>
                  </a:lnTo>
                  <a:lnTo>
                    <a:pt x="6870974" y="2336869"/>
                  </a:lnTo>
                  <a:lnTo>
                    <a:pt x="6871609" y="2344185"/>
                  </a:lnTo>
                  <a:lnTo>
                    <a:pt x="6872244" y="2352165"/>
                  </a:lnTo>
                  <a:lnTo>
                    <a:pt x="6872879" y="2360468"/>
                  </a:lnTo>
                  <a:lnTo>
                    <a:pt x="6873513" y="2368923"/>
                  </a:lnTo>
                  <a:lnTo>
                    <a:pt x="6874148" y="2377947"/>
                  </a:lnTo>
                  <a:lnTo>
                    <a:pt x="6874783" y="2386923"/>
                  </a:lnTo>
                  <a:lnTo>
                    <a:pt x="6875418" y="2395606"/>
                  </a:lnTo>
                  <a:lnTo>
                    <a:pt x="6876053" y="2403206"/>
                  </a:lnTo>
                  <a:lnTo>
                    <a:pt x="6876688" y="2410247"/>
                  </a:lnTo>
                  <a:lnTo>
                    <a:pt x="6877322" y="2416282"/>
                  </a:lnTo>
                  <a:lnTo>
                    <a:pt x="6877957" y="2421624"/>
                  </a:lnTo>
                  <a:lnTo>
                    <a:pt x="6878592" y="2426198"/>
                  </a:lnTo>
                  <a:lnTo>
                    <a:pt x="6879227" y="2431255"/>
                  </a:lnTo>
                  <a:lnTo>
                    <a:pt x="6879862" y="2436186"/>
                  </a:lnTo>
                  <a:lnTo>
                    <a:pt x="6880497" y="2440350"/>
                  </a:lnTo>
                  <a:lnTo>
                    <a:pt x="6881132" y="2443785"/>
                  </a:lnTo>
                  <a:lnTo>
                    <a:pt x="6881766" y="2446668"/>
                  </a:lnTo>
                  <a:lnTo>
                    <a:pt x="6882401" y="2449178"/>
                  </a:lnTo>
                  <a:lnTo>
                    <a:pt x="6883036" y="2451301"/>
                  </a:lnTo>
                  <a:lnTo>
                    <a:pt x="6883671" y="2452806"/>
                  </a:lnTo>
                  <a:lnTo>
                    <a:pt x="6884306" y="2453854"/>
                  </a:lnTo>
                  <a:lnTo>
                    <a:pt x="6884941" y="2454689"/>
                  </a:lnTo>
                  <a:lnTo>
                    <a:pt x="6885575" y="2455643"/>
                  </a:lnTo>
                  <a:lnTo>
                    <a:pt x="6886210" y="2456451"/>
                  </a:lnTo>
                  <a:lnTo>
                    <a:pt x="6886845" y="2457633"/>
                  </a:lnTo>
                  <a:lnTo>
                    <a:pt x="6887480" y="2458872"/>
                  </a:lnTo>
                  <a:lnTo>
                    <a:pt x="6888115" y="2460083"/>
                  </a:lnTo>
                  <a:lnTo>
                    <a:pt x="6888750" y="2461347"/>
                  </a:lnTo>
                  <a:lnTo>
                    <a:pt x="6889385" y="2462549"/>
                  </a:lnTo>
                  <a:lnTo>
                    <a:pt x="6890019" y="2463772"/>
                  </a:lnTo>
                  <a:lnTo>
                    <a:pt x="6890654" y="2464819"/>
                  </a:lnTo>
                  <a:lnTo>
                    <a:pt x="6891289" y="2465596"/>
                  </a:lnTo>
                  <a:lnTo>
                    <a:pt x="6891924" y="2466235"/>
                  </a:lnTo>
                  <a:lnTo>
                    <a:pt x="6892559" y="2467011"/>
                  </a:lnTo>
                  <a:lnTo>
                    <a:pt x="6893194" y="2467820"/>
                  </a:lnTo>
                  <a:lnTo>
                    <a:pt x="6893828" y="2468398"/>
                  </a:lnTo>
                  <a:lnTo>
                    <a:pt x="6894463" y="2468980"/>
                  </a:lnTo>
                  <a:lnTo>
                    <a:pt x="6895098" y="2469294"/>
                  </a:lnTo>
                  <a:lnTo>
                    <a:pt x="6895733" y="2469996"/>
                  </a:lnTo>
                  <a:lnTo>
                    <a:pt x="6896368" y="2470622"/>
                  </a:lnTo>
                  <a:lnTo>
                    <a:pt x="6897003" y="2471191"/>
                  </a:lnTo>
                  <a:lnTo>
                    <a:pt x="6897638" y="2471761"/>
                  </a:lnTo>
                  <a:lnTo>
                    <a:pt x="6898272" y="2472140"/>
                  </a:lnTo>
                  <a:lnTo>
                    <a:pt x="6898907" y="2472520"/>
                  </a:lnTo>
                  <a:lnTo>
                    <a:pt x="6899542" y="2472871"/>
                  </a:lnTo>
                  <a:lnTo>
                    <a:pt x="6900177" y="2473250"/>
                  </a:lnTo>
                  <a:lnTo>
                    <a:pt x="6900812" y="2473753"/>
                  </a:lnTo>
                  <a:lnTo>
                    <a:pt x="6901447" y="2474209"/>
                  </a:lnTo>
                  <a:lnTo>
                    <a:pt x="6902081" y="2474892"/>
                  </a:lnTo>
                  <a:lnTo>
                    <a:pt x="6902716" y="2475955"/>
                  </a:lnTo>
                  <a:lnTo>
                    <a:pt x="6903351" y="2477293"/>
                  </a:lnTo>
                  <a:lnTo>
                    <a:pt x="6903986" y="2478052"/>
                  </a:lnTo>
                  <a:lnTo>
                    <a:pt x="6904621" y="2479094"/>
                  </a:lnTo>
                  <a:lnTo>
                    <a:pt x="6905256" y="2479633"/>
                  </a:lnTo>
                  <a:lnTo>
                    <a:pt x="6905891" y="2480141"/>
                  </a:lnTo>
                  <a:lnTo>
                    <a:pt x="6906525" y="2481047"/>
                  </a:lnTo>
                  <a:lnTo>
                    <a:pt x="6907160" y="2481532"/>
                  </a:lnTo>
                  <a:lnTo>
                    <a:pt x="6907795" y="2481849"/>
                  </a:lnTo>
                  <a:lnTo>
                    <a:pt x="6908430" y="2482023"/>
                  </a:lnTo>
                  <a:lnTo>
                    <a:pt x="6909065" y="2482128"/>
                  </a:lnTo>
                  <a:lnTo>
                    <a:pt x="6909700" y="2481897"/>
                  </a:lnTo>
                  <a:lnTo>
                    <a:pt x="6910334" y="2481259"/>
                  </a:lnTo>
                  <a:lnTo>
                    <a:pt x="6910969" y="2480588"/>
                  </a:lnTo>
                  <a:lnTo>
                    <a:pt x="6911604" y="2480019"/>
                  </a:lnTo>
                  <a:lnTo>
                    <a:pt x="6912239" y="2479189"/>
                  </a:lnTo>
                  <a:lnTo>
                    <a:pt x="6912874" y="2477987"/>
                  </a:lnTo>
                  <a:lnTo>
                    <a:pt x="6913509" y="2476953"/>
                  </a:lnTo>
                  <a:lnTo>
                    <a:pt x="6914144" y="2475945"/>
                  </a:lnTo>
                  <a:lnTo>
                    <a:pt x="6914778" y="2474573"/>
                  </a:lnTo>
                  <a:lnTo>
                    <a:pt x="6915413" y="2473074"/>
                  </a:lnTo>
                  <a:lnTo>
                    <a:pt x="6916048" y="2471525"/>
                  </a:lnTo>
                  <a:lnTo>
                    <a:pt x="6916683" y="2470102"/>
                  </a:lnTo>
                  <a:lnTo>
                    <a:pt x="6917318" y="2468822"/>
                  </a:lnTo>
                  <a:lnTo>
                    <a:pt x="6917953" y="2467993"/>
                  </a:lnTo>
                  <a:lnTo>
                    <a:pt x="6918587" y="2467421"/>
                  </a:lnTo>
                  <a:lnTo>
                    <a:pt x="6919222" y="2467354"/>
                  </a:lnTo>
                  <a:lnTo>
                    <a:pt x="6919857" y="2467517"/>
                  </a:lnTo>
                  <a:lnTo>
                    <a:pt x="6920492" y="2467706"/>
                  </a:lnTo>
                  <a:lnTo>
                    <a:pt x="6921127" y="2467839"/>
                  </a:lnTo>
                  <a:lnTo>
                    <a:pt x="6921762" y="2467854"/>
                  </a:lnTo>
                  <a:lnTo>
                    <a:pt x="6922397" y="2468437"/>
                  </a:lnTo>
                  <a:lnTo>
                    <a:pt x="6923031" y="2469292"/>
                  </a:lnTo>
                  <a:lnTo>
                    <a:pt x="6923666" y="2470088"/>
                  </a:lnTo>
                  <a:lnTo>
                    <a:pt x="6924301" y="2471136"/>
                  </a:lnTo>
                  <a:lnTo>
                    <a:pt x="6924936" y="2472113"/>
                  </a:lnTo>
                  <a:lnTo>
                    <a:pt x="6925571" y="2473310"/>
                  </a:lnTo>
                  <a:lnTo>
                    <a:pt x="6926206" y="2474498"/>
                  </a:lnTo>
                  <a:lnTo>
                    <a:pt x="6926840" y="2475394"/>
                  </a:lnTo>
                  <a:lnTo>
                    <a:pt x="6927475" y="2476233"/>
                  </a:lnTo>
                  <a:lnTo>
                    <a:pt x="6928110" y="2476802"/>
                  </a:lnTo>
                  <a:lnTo>
                    <a:pt x="6928745" y="2477115"/>
                  </a:lnTo>
                  <a:lnTo>
                    <a:pt x="6929380" y="2477305"/>
                  </a:lnTo>
                  <a:lnTo>
                    <a:pt x="6930015" y="2477381"/>
                  </a:lnTo>
                  <a:lnTo>
                    <a:pt x="6930649" y="2477571"/>
                  </a:lnTo>
                  <a:lnTo>
                    <a:pt x="6931284" y="2477836"/>
                  </a:lnTo>
                  <a:lnTo>
                    <a:pt x="6931919" y="2478026"/>
                  </a:lnTo>
                  <a:lnTo>
                    <a:pt x="6932554" y="2478225"/>
                  </a:lnTo>
                  <a:lnTo>
                    <a:pt x="6933189" y="2478263"/>
                  </a:lnTo>
                  <a:lnTo>
                    <a:pt x="6933824" y="2478330"/>
                  </a:lnTo>
                  <a:lnTo>
                    <a:pt x="6934459" y="2478519"/>
                  </a:lnTo>
                  <a:lnTo>
                    <a:pt x="6935093" y="2478652"/>
                  </a:lnTo>
                  <a:lnTo>
                    <a:pt x="6935728" y="2479013"/>
                  </a:lnTo>
                  <a:lnTo>
                    <a:pt x="6936363" y="2479544"/>
                  </a:lnTo>
                  <a:lnTo>
                    <a:pt x="6936998" y="2480246"/>
                  </a:lnTo>
                  <a:lnTo>
                    <a:pt x="6937633" y="2481452"/>
                  </a:lnTo>
                  <a:lnTo>
                    <a:pt x="6938268" y="2482886"/>
                  </a:lnTo>
                  <a:lnTo>
                    <a:pt x="6938902" y="2484526"/>
                  </a:lnTo>
                  <a:lnTo>
                    <a:pt x="6939537" y="2486651"/>
                  </a:lnTo>
                  <a:lnTo>
                    <a:pt x="6940172" y="2488947"/>
                  </a:lnTo>
                  <a:lnTo>
                    <a:pt x="6940807" y="2491398"/>
                  </a:lnTo>
                  <a:lnTo>
                    <a:pt x="6941442" y="2493866"/>
                  </a:lnTo>
                  <a:lnTo>
                    <a:pt x="6942077" y="2496560"/>
                  </a:lnTo>
                  <a:lnTo>
                    <a:pt x="6942712" y="2499410"/>
                  </a:lnTo>
                  <a:lnTo>
                    <a:pt x="6943346" y="2501776"/>
                  </a:lnTo>
                  <a:lnTo>
                    <a:pt x="6943981" y="2504091"/>
                  </a:lnTo>
                  <a:lnTo>
                    <a:pt x="6944616" y="2506395"/>
                  </a:lnTo>
                  <a:lnTo>
                    <a:pt x="6945251" y="2508372"/>
                  </a:lnTo>
                  <a:lnTo>
                    <a:pt x="6945886" y="2510177"/>
                  </a:lnTo>
                  <a:lnTo>
                    <a:pt x="6946521" y="2511877"/>
                  </a:lnTo>
                  <a:lnTo>
                    <a:pt x="6947155" y="2513779"/>
                  </a:lnTo>
                  <a:lnTo>
                    <a:pt x="6947790" y="2515828"/>
                  </a:lnTo>
                  <a:lnTo>
                    <a:pt x="6948425" y="2517529"/>
                  </a:lnTo>
                  <a:lnTo>
                    <a:pt x="6949060" y="2519186"/>
                  </a:lnTo>
                  <a:lnTo>
                    <a:pt x="6949695" y="2520836"/>
                  </a:lnTo>
                  <a:lnTo>
                    <a:pt x="6950330" y="2521986"/>
                  </a:lnTo>
                  <a:lnTo>
                    <a:pt x="6950965" y="2523016"/>
                  </a:lnTo>
                  <a:lnTo>
                    <a:pt x="6951599" y="2523930"/>
                  </a:lnTo>
                  <a:lnTo>
                    <a:pt x="6952234" y="2524629"/>
                  </a:lnTo>
                  <a:lnTo>
                    <a:pt x="6952869" y="2524829"/>
                  </a:lnTo>
                  <a:lnTo>
                    <a:pt x="6953504" y="2525041"/>
                  </a:lnTo>
                  <a:lnTo>
                    <a:pt x="6954139" y="2525409"/>
                  </a:lnTo>
                  <a:lnTo>
                    <a:pt x="6954774" y="2525746"/>
                  </a:lnTo>
                  <a:lnTo>
                    <a:pt x="6955408" y="2526115"/>
                  </a:lnTo>
                  <a:lnTo>
                    <a:pt x="6956043" y="2526466"/>
                  </a:lnTo>
                  <a:lnTo>
                    <a:pt x="6956678" y="2526691"/>
                  </a:lnTo>
                  <a:lnTo>
                    <a:pt x="6957313" y="2526751"/>
                  </a:lnTo>
                  <a:lnTo>
                    <a:pt x="6957948" y="2526512"/>
                  </a:lnTo>
                  <a:lnTo>
                    <a:pt x="6958583" y="2526263"/>
                  </a:lnTo>
                  <a:lnTo>
                    <a:pt x="6959218" y="2525984"/>
                  </a:lnTo>
                  <a:lnTo>
                    <a:pt x="6959852" y="2525811"/>
                  </a:lnTo>
                  <a:lnTo>
                    <a:pt x="6960487" y="2526328"/>
                  </a:lnTo>
                  <a:lnTo>
                    <a:pt x="6961122" y="2527025"/>
                  </a:lnTo>
                  <a:lnTo>
                    <a:pt x="6961757" y="2528357"/>
                  </a:lnTo>
                  <a:lnTo>
                    <a:pt x="6962392" y="2529908"/>
                  </a:lnTo>
                  <a:lnTo>
                    <a:pt x="6963027" y="2531459"/>
                  </a:lnTo>
                  <a:lnTo>
                    <a:pt x="6963661" y="2533010"/>
                  </a:lnTo>
                  <a:lnTo>
                    <a:pt x="6964296" y="2534673"/>
                  </a:lnTo>
                  <a:lnTo>
                    <a:pt x="6964931" y="2536684"/>
                  </a:lnTo>
                  <a:lnTo>
                    <a:pt x="6965566" y="2538258"/>
                  </a:lnTo>
                  <a:lnTo>
                    <a:pt x="6966201" y="2539857"/>
                  </a:lnTo>
                  <a:lnTo>
                    <a:pt x="6966836" y="2541726"/>
                  </a:lnTo>
                  <a:lnTo>
                    <a:pt x="6967471" y="2543577"/>
                  </a:lnTo>
                  <a:lnTo>
                    <a:pt x="6968105" y="2545511"/>
                  </a:lnTo>
                  <a:lnTo>
                    <a:pt x="6968740" y="2547500"/>
                  </a:lnTo>
                  <a:lnTo>
                    <a:pt x="6969375" y="2549673"/>
                  </a:lnTo>
                  <a:lnTo>
                    <a:pt x="6970010" y="2551956"/>
                  </a:lnTo>
                  <a:lnTo>
                    <a:pt x="6970645" y="2554301"/>
                  </a:lnTo>
                  <a:lnTo>
                    <a:pt x="6971280" y="2556349"/>
                  </a:lnTo>
                  <a:lnTo>
                    <a:pt x="6971914" y="2558369"/>
                  </a:lnTo>
                  <a:lnTo>
                    <a:pt x="6972549" y="2560410"/>
                  </a:lnTo>
                  <a:lnTo>
                    <a:pt x="6973184" y="2562451"/>
                  </a:lnTo>
                  <a:lnTo>
                    <a:pt x="6973819" y="2564492"/>
                  </a:lnTo>
                  <a:lnTo>
                    <a:pt x="6974454" y="2566277"/>
                  </a:lnTo>
                  <a:lnTo>
                    <a:pt x="6975089" y="2567835"/>
                  </a:lnTo>
                  <a:lnTo>
                    <a:pt x="6975724" y="2569040"/>
                  </a:lnTo>
                  <a:lnTo>
                    <a:pt x="6976358" y="2570026"/>
                  </a:lnTo>
                  <a:lnTo>
                    <a:pt x="6976993" y="2571734"/>
                  </a:lnTo>
                  <a:lnTo>
                    <a:pt x="6977628" y="2573328"/>
                  </a:lnTo>
                  <a:lnTo>
                    <a:pt x="6978263" y="2574847"/>
                  </a:lnTo>
                  <a:lnTo>
                    <a:pt x="6978898" y="2576137"/>
                  </a:lnTo>
                  <a:lnTo>
                    <a:pt x="6979533" y="2576839"/>
                  </a:lnTo>
                  <a:lnTo>
                    <a:pt x="6980167" y="2577190"/>
                  </a:lnTo>
                  <a:lnTo>
                    <a:pt x="6980802" y="2577209"/>
                  </a:lnTo>
                  <a:lnTo>
                    <a:pt x="6981437" y="2577238"/>
                  </a:lnTo>
                  <a:lnTo>
                    <a:pt x="6982072" y="2577494"/>
                  </a:lnTo>
                  <a:lnTo>
                    <a:pt x="6982707" y="2577874"/>
                  </a:lnTo>
                  <a:lnTo>
                    <a:pt x="6983342" y="2578253"/>
                  </a:lnTo>
                  <a:lnTo>
                    <a:pt x="6983976" y="2578633"/>
                  </a:lnTo>
                  <a:lnTo>
                    <a:pt x="6984611" y="2579012"/>
                  </a:lnTo>
                  <a:lnTo>
                    <a:pt x="6985246" y="2579211"/>
                  </a:lnTo>
                  <a:lnTo>
                    <a:pt x="6985881" y="2579325"/>
                  </a:lnTo>
                  <a:lnTo>
                    <a:pt x="6986516" y="2578605"/>
                  </a:lnTo>
                  <a:lnTo>
                    <a:pt x="6987151" y="2577752"/>
                  </a:lnTo>
                  <a:lnTo>
                    <a:pt x="6987786" y="2576985"/>
                  </a:lnTo>
                  <a:lnTo>
                    <a:pt x="6988420" y="2576342"/>
                  </a:lnTo>
                  <a:lnTo>
                    <a:pt x="6989055" y="2575747"/>
                  </a:lnTo>
                  <a:lnTo>
                    <a:pt x="6989690" y="2575075"/>
                  </a:lnTo>
                  <a:lnTo>
                    <a:pt x="6990325" y="2574509"/>
                  </a:lnTo>
                  <a:lnTo>
                    <a:pt x="6990960" y="2573803"/>
                  </a:lnTo>
                  <a:lnTo>
                    <a:pt x="6991595" y="2572803"/>
                  </a:lnTo>
                  <a:lnTo>
                    <a:pt x="6992229" y="2571770"/>
                  </a:lnTo>
                  <a:lnTo>
                    <a:pt x="6992864" y="2570737"/>
                  </a:lnTo>
                  <a:lnTo>
                    <a:pt x="6993499" y="2569704"/>
                  </a:lnTo>
                  <a:lnTo>
                    <a:pt x="6994134" y="2568671"/>
                  </a:lnTo>
                  <a:lnTo>
                    <a:pt x="6994769" y="2567818"/>
                  </a:lnTo>
                  <a:lnTo>
                    <a:pt x="6995404" y="2567026"/>
                  </a:lnTo>
                  <a:lnTo>
                    <a:pt x="6996039" y="2566514"/>
                  </a:lnTo>
                  <a:lnTo>
                    <a:pt x="6996673" y="2566271"/>
                  </a:lnTo>
                  <a:lnTo>
                    <a:pt x="6997308" y="2565981"/>
                  </a:lnTo>
                  <a:lnTo>
                    <a:pt x="6997943" y="2565981"/>
                  </a:lnTo>
                  <a:lnTo>
                    <a:pt x="6998578" y="2566009"/>
                  </a:lnTo>
                  <a:lnTo>
                    <a:pt x="6999213" y="2566199"/>
                  </a:lnTo>
                  <a:lnTo>
                    <a:pt x="6999848" y="2566389"/>
                  </a:lnTo>
                  <a:lnTo>
                    <a:pt x="7000482" y="2566578"/>
                  </a:lnTo>
                  <a:lnTo>
                    <a:pt x="7001117" y="2566853"/>
                  </a:lnTo>
                  <a:lnTo>
                    <a:pt x="7001752" y="2567195"/>
                  </a:lnTo>
                  <a:lnTo>
                    <a:pt x="7002387" y="2567888"/>
                  </a:lnTo>
                  <a:lnTo>
                    <a:pt x="7003022" y="2569026"/>
                  </a:lnTo>
                  <a:lnTo>
                    <a:pt x="7003657" y="2570307"/>
                  </a:lnTo>
                  <a:lnTo>
                    <a:pt x="7004292" y="2571826"/>
                  </a:lnTo>
                  <a:lnTo>
                    <a:pt x="7004926" y="2573344"/>
                  </a:lnTo>
                  <a:lnTo>
                    <a:pt x="7005561" y="2574862"/>
                  </a:lnTo>
                  <a:lnTo>
                    <a:pt x="7006196" y="2575631"/>
                  </a:lnTo>
                  <a:lnTo>
                    <a:pt x="7006831" y="2576365"/>
                  </a:lnTo>
                  <a:lnTo>
                    <a:pt x="7007466" y="2577306"/>
                  </a:lnTo>
                  <a:lnTo>
                    <a:pt x="7008101" y="2578255"/>
                  </a:lnTo>
                  <a:lnTo>
                    <a:pt x="7008735" y="2579328"/>
                  </a:lnTo>
                  <a:lnTo>
                    <a:pt x="7009370" y="2580443"/>
                  </a:lnTo>
                  <a:lnTo>
                    <a:pt x="7010005" y="2581765"/>
                  </a:lnTo>
                  <a:lnTo>
                    <a:pt x="7010640" y="2582660"/>
                  </a:lnTo>
                  <a:lnTo>
                    <a:pt x="7011275" y="2583463"/>
                  </a:lnTo>
                  <a:lnTo>
                    <a:pt x="7011910" y="2583843"/>
                  </a:lnTo>
                  <a:lnTo>
                    <a:pt x="7012545" y="2583970"/>
                  </a:lnTo>
                  <a:lnTo>
                    <a:pt x="7013179" y="2583893"/>
                  </a:lnTo>
                  <a:lnTo>
                    <a:pt x="7013814" y="2583470"/>
                  </a:lnTo>
                  <a:lnTo>
                    <a:pt x="7014449" y="2582990"/>
                  </a:lnTo>
                  <a:lnTo>
                    <a:pt x="7015084" y="2582329"/>
                  </a:lnTo>
                  <a:lnTo>
                    <a:pt x="7015719" y="2581473"/>
                  </a:lnTo>
                  <a:lnTo>
                    <a:pt x="7016354" y="2580575"/>
                  </a:lnTo>
                  <a:lnTo>
                    <a:pt x="7016988" y="2579542"/>
                  </a:lnTo>
                  <a:lnTo>
                    <a:pt x="7017623" y="2578504"/>
                  </a:lnTo>
                  <a:lnTo>
                    <a:pt x="7018258" y="2577357"/>
                  </a:lnTo>
                  <a:lnTo>
                    <a:pt x="7018893" y="2576177"/>
                  </a:lnTo>
                  <a:lnTo>
                    <a:pt x="7019528" y="2574832"/>
                  </a:lnTo>
                  <a:lnTo>
                    <a:pt x="7020163" y="2573339"/>
                  </a:lnTo>
                  <a:lnTo>
                    <a:pt x="7020798" y="2572003"/>
                  </a:lnTo>
                  <a:lnTo>
                    <a:pt x="7021432" y="2570661"/>
                  </a:lnTo>
                  <a:lnTo>
                    <a:pt x="7022067" y="2569693"/>
                  </a:lnTo>
                  <a:lnTo>
                    <a:pt x="7022702" y="2568716"/>
                  </a:lnTo>
                  <a:lnTo>
                    <a:pt x="7023337" y="2567900"/>
                  </a:lnTo>
                  <a:lnTo>
                    <a:pt x="7023972" y="2567614"/>
                  </a:lnTo>
                  <a:lnTo>
                    <a:pt x="7024607" y="2567495"/>
                  </a:lnTo>
                  <a:lnTo>
                    <a:pt x="7025241" y="2567507"/>
                  </a:lnTo>
                  <a:lnTo>
                    <a:pt x="7025876" y="2567540"/>
                  </a:lnTo>
                  <a:lnTo>
                    <a:pt x="7026511" y="2567629"/>
                  </a:lnTo>
                  <a:lnTo>
                    <a:pt x="7027146" y="2567859"/>
                  </a:lnTo>
                  <a:lnTo>
                    <a:pt x="7027781" y="2568147"/>
                  </a:lnTo>
                  <a:lnTo>
                    <a:pt x="7028416" y="2568532"/>
                  </a:lnTo>
                  <a:lnTo>
                    <a:pt x="7029051" y="2568806"/>
                  </a:lnTo>
                  <a:lnTo>
                    <a:pt x="7029685" y="2569163"/>
                  </a:lnTo>
                  <a:lnTo>
                    <a:pt x="7030320" y="2569765"/>
                  </a:lnTo>
                  <a:lnTo>
                    <a:pt x="7030955" y="2570242"/>
                  </a:lnTo>
                  <a:lnTo>
                    <a:pt x="7031590" y="2570423"/>
                  </a:lnTo>
                  <a:lnTo>
                    <a:pt x="7032225" y="2570642"/>
                  </a:lnTo>
                  <a:lnTo>
                    <a:pt x="7032860" y="2571012"/>
                  </a:lnTo>
                  <a:lnTo>
                    <a:pt x="7033494" y="2571245"/>
                  </a:lnTo>
                  <a:lnTo>
                    <a:pt x="7034129" y="2571642"/>
                  </a:lnTo>
                  <a:lnTo>
                    <a:pt x="7034764" y="2571845"/>
                  </a:lnTo>
                  <a:lnTo>
                    <a:pt x="7035399" y="2572232"/>
                  </a:lnTo>
                  <a:lnTo>
                    <a:pt x="7036034" y="2572511"/>
                  </a:lnTo>
                  <a:lnTo>
                    <a:pt x="7036669" y="2573189"/>
                  </a:lnTo>
                  <a:lnTo>
                    <a:pt x="7037303" y="2574199"/>
                  </a:lnTo>
                  <a:lnTo>
                    <a:pt x="7037938" y="2575240"/>
                  </a:lnTo>
                  <a:lnTo>
                    <a:pt x="7038573" y="2576219"/>
                  </a:lnTo>
                  <a:lnTo>
                    <a:pt x="7039208" y="2577270"/>
                  </a:lnTo>
                  <a:lnTo>
                    <a:pt x="7039843" y="2578461"/>
                  </a:lnTo>
                  <a:lnTo>
                    <a:pt x="7040478" y="2579660"/>
                  </a:lnTo>
                  <a:lnTo>
                    <a:pt x="7041113" y="2580825"/>
                  </a:lnTo>
                  <a:lnTo>
                    <a:pt x="7041747" y="2582196"/>
                  </a:lnTo>
                  <a:lnTo>
                    <a:pt x="7042382" y="2583579"/>
                  </a:lnTo>
                  <a:lnTo>
                    <a:pt x="7043017" y="2585044"/>
                  </a:lnTo>
                  <a:lnTo>
                    <a:pt x="7043652" y="2586279"/>
                  </a:lnTo>
                  <a:lnTo>
                    <a:pt x="7044287" y="2587472"/>
                  </a:lnTo>
                  <a:lnTo>
                    <a:pt x="7044922" y="2588728"/>
                  </a:lnTo>
                  <a:lnTo>
                    <a:pt x="7045556" y="2590031"/>
                  </a:lnTo>
                  <a:lnTo>
                    <a:pt x="7046191" y="2590971"/>
                  </a:lnTo>
                  <a:lnTo>
                    <a:pt x="7046826" y="2591757"/>
                  </a:lnTo>
                  <a:lnTo>
                    <a:pt x="7047461" y="2592516"/>
                  </a:lnTo>
                  <a:lnTo>
                    <a:pt x="7048096" y="2593333"/>
                  </a:lnTo>
                  <a:lnTo>
                    <a:pt x="7048731" y="2594285"/>
                  </a:lnTo>
                  <a:lnTo>
                    <a:pt x="7049366" y="2595031"/>
                  </a:lnTo>
                  <a:lnTo>
                    <a:pt x="7050000" y="2595928"/>
                  </a:lnTo>
                  <a:lnTo>
                    <a:pt x="7050635" y="2596934"/>
                  </a:lnTo>
                  <a:lnTo>
                    <a:pt x="7051270" y="2597859"/>
                  </a:lnTo>
                  <a:lnTo>
                    <a:pt x="7051905" y="2598771"/>
                  </a:lnTo>
                  <a:lnTo>
                    <a:pt x="7052540" y="2599516"/>
                  </a:lnTo>
                  <a:lnTo>
                    <a:pt x="7053175" y="2600193"/>
                  </a:lnTo>
                  <a:lnTo>
                    <a:pt x="7053809" y="2601029"/>
                  </a:lnTo>
                  <a:lnTo>
                    <a:pt x="7054444" y="2601781"/>
                  </a:lnTo>
                  <a:lnTo>
                    <a:pt x="7055079" y="2602659"/>
                  </a:lnTo>
                  <a:lnTo>
                    <a:pt x="7055714" y="2603680"/>
                  </a:lnTo>
                  <a:lnTo>
                    <a:pt x="7056349" y="2604748"/>
                  </a:lnTo>
                  <a:lnTo>
                    <a:pt x="7056984" y="2605931"/>
                  </a:lnTo>
                  <a:lnTo>
                    <a:pt x="7057619" y="2606999"/>
                  </a:lnTo>
                  <a:lnTo>
                    <a:pt x="7058253" y="2608067"/>
                  </a:lnTo>
                  <a:lnTo>
                    <a:pt x="7058888" y="2609192"/>
                  </a:lnTo>
                  <a:lnTo>
                    <a:pt x="7059523" y="2610276"/>
                  </a:lnTo>
                  <a:lnTo>
                    <a:pt x="7060158" y="2611376"/>
                  </a:lnTo>
                  <a:lnTo>
                    <a:pt x="7060793" y="2612362"/>
                  </a:lnTo>
                  <a:lnTo>
                    <a:pt x="7061428" y="2613269"/>
                  </a:lnTo>
                  <a:lnTo>
                    <a:pt x="7062062" y="2613838"/>
                  </a:lnTo>
                  <a:lnTo>
                    <a:pt x="7062697" y="2614455"/>
                  </a:lnTo>
                  <a:lnTo>
                    <a:pt x="7063332" y="2615214"/>
                  </a:lnTo>
                  <a:lnTo>
                    <a:pt x="7063967" y="2615973"/>
                  </a:lnTo>
                  <a:lnTo>
                    <a:pt x="7064602" y="2616285"/>
                  </a:lnTo>
                  <a:lnTo>
                    <a:pt x="7065237" y="2616512"/>
                  </a:lnTo>
                  <a:lnTo>
                    <a:pt x="7065872" y="2616703"/>
                  </a:lnTo>
                  <a:lnTo>
                    <a:pt x="7066506" y="2616761"/>
                  </a:lnTo>
                  <a:lnTo>
                    <a:pt x="7067141" y="2616743"/>
                  </a:lnTo>
                  <a:lnTo>
                    <a:pt x="7067776" y="2616607"/>
                  </a:lnTo>
                  <a:lnTo>
                    <a:pt x="7068411" y="2616216"/>
                  </a:lnTo>
                  <a:lnTo>
                    <a:pt x="7069046" y="2615733"/>
                  </a:lnTo>
                  <a:lnTo>
                    <a:pt x="7069681" y="2615369"/>
                  </a:lnTo>
                  <a:lnTo>
                    <a:pt x="7070315" y="2614934"/>
                  </a:lnTo>
                  <a:lnTo>
                    <a:pt x="7070950" y="2614508"/>
                  </a:lnTo>
                  <a:lnTo>
                    <a:pt x="7071585" y="2614081"/>
                  </a:lnTo>
                  <a:lnTo>
                    <a:pt x="7072220" y="2613709"/>
                  </a:lnTo>
                  <a:lnTo>
                    <a:pt x="7072855" y="2613283"/>
                  </a:lnTo>
                  <a:lnTo>
                    <a:pt x="7073490" y="2612856"/>
                  </a:lnTo>
                  <a:lnTo>
                    <a:pt x="7074125" y="2612393"/>
                  </a:lnTo>
                  <a:lnTo>
                    <a:pt x="7074759" y="2611888"/>
                  </a:lnTo>
                  <a:lnTo>
                    <a:pt x="7075394" y="2611382"/>
                  </a:lnTo>
                  <a:lnTo>
                    <a:pt x="7076029" y="2610930"/>
                  </a:lnTo>
                  <a:lnTo>
                    <a:pt x="7076664" y="2610551"/>
                  </a:lnTo>
                  <a:lnTo>
                    <a:pt x="7077299" y="2610240"/>
                  </a:lnTo>
                  <a:lnTo>
                    <a:pt x="7077934" y="2609923"/>
                  </a:lnTo>
                  <a:lnTo>
                    <a:pt x="7078568" y="2609523"/>
                  </a:lnTo>
                  <a:lnTo>
                    <a:pt x="7079203" y="2609283"/>
                  </a:lnTo>
                  <a:lnTo>
                    <a:pt x="7079838" y="2609309"/>
                  </a:lnTo>
                  <a:lnTo>
                    <a:pt x="7080473" y="2609232"/>
                  </a:lnTo>
                  <a:lnTo>
                    <a:pt x="7081108" y="2609185"/>
                  </a:lnTo>
                  <a:lnTo>
                    <a:pt x="7081743" y="2609104"/>
                  </a:lnTo>
                  <a:lnTo>
                    <a:pt x="7082378" y="2608868"/>
                  </a:lnTo>
                  <a:lnTo>
                    <a:pt x="7083012" y="2608517"/>
                  </a:lnTo>
                  <a:lnTo>
                    <a:pt x="7083647" y="2607845"/>
                  </a:lnTo>
                  <a:lnTo>
                    <a:pt x="7084282" y="2607350"/>
                  </a:lnTo>
                  <a:lnTo>
                    <a:pt x="7084917" y="2606885"/>
                  </a:lnTo>
                  <a:lnTo>
                    <a:pt x="7085552" y="2606377"/>
                  </a:lnTo>
                  <a:lnTo>
                    <a:pt x="7086187" y="2605707"/>
                  </a:lnTo>
                  <a:lnTo>
                    <a:pt x="7086821" y="2604891"/>
                  </a:lnTo>
                  <a:lnTo>
                    <a:pt x="7087456" y="2603903"/>
                  </a:lnTo>
                  <a:lnTo>
                    <a:pt x="7088091" y="2602797"/>
                  </a:lnTo>
                  <a:lnTo>
                    <a:pt x="7088726" y="2601587"/>
                  </a:lnTo>
                  <a:lnTo>
                    <a:pt x="7089361" y="2600343"/>
                  </a:lnTo>
                  <a:lnTo>
                    <a:pt x="7089996" y="2599099"/>
                  </a:lnTo>
                  <a:lnTo>
                    <a:pt x="7090631" y="2597854"/>
                  </a:lnTo>
                  <a:lnTo>
                    <a:pt x="7091265" y="2596546"/>
                  </a:lnTo>
                  <a:lnTo>
                    <a:pt x="7091900" y="2595249"/>
                  </a:lnTo>
                  <a:lnTo>
                    <a:pt x="7092535" y="2594004"/>
                  </a:lnTo>
                  <a:lnTo>
                    <a:pt x="7093170" y="2593273"/>
                  </a:lnTo>
                  <a:lnTo>
                    <a:pt x="7093805" y="2592735"/>
                  </a:lnTo>
                  <a:lnTo>
                    <a:pt x="7094440" y="2592212"/>
                  </a:lnTo>
                  <a:lnTo>
                    <a:pt x="7095074" y="2591732"/>
                  </a:lnTo>
                  <a:lnTo>
                    <a:pt x="7095709" y="2590783"/>
                  </a:lnTo>
                  <a:lnTo>
                    <a:pt x="7096344" y="2589882"/>
                  </a:lnTo>
                  <a:lnTo>
                    <a:pt x="7096979" y="2589274"/>
                  </a:lnTo>
                  <a:lnTo>
                    <a:pt x="7097614" y="2588895"/>
                  </a:lnTo>
                  <a:lnTo>
                    <a:pt x="7098249" y="2588657"/>
                  </a:lnTo>
                  <a:lnTo>
                    <a:pt x="7098883" y="2588468"/>
                  </a:lnTo>
                  <a:lnTo>
                    <a:pt x="7099518" y="2588278"/>
                  </a:lnTo>
                  <a:lnTo>
                    <a:pt x="7100153" y="2588088"/>
                  </a:lnTo>
                  <a:lnTo>
                    <a:pt x="7100788" y="2587898"/>
                  </a:lnTo>
                  <a:lnTo>
                    <a:pt x="7101423" y="2587822"/>
                  </a:lnTo>
                  <a:lnTo>
                    <a:pt x="7102058" y="2587822"/>
                  </a:lnTo>
                  <a:lnTo>
                    <a:pt x="7102693" y="2587822"/>
                  </a:lnTo>
                  <a:lnTo>
                    <a:pt x="7103327" y="2587822"/>
                  </a:lnTo>
                  <a:lnTo>
                    <a:pt x="7103962" y="2587822"/>
                  </a:lnTo>
                  <a:lnTo>
                    <a:pt x="7104597" y="2587822"/>
                  </a:lnTo>
                  <a:lnTo>
                    <a:pt x="7105232" y="2587822"/>
                  </a:lnTo>
                  <a:lnTo>
                    <a:pt x="7105867" y="2587936"/>
                  </a:lnTo>
                  <a:lnTo>
                    <a:pt x="7106502" y="2588126"/>
                  </a:lnTo>
                  <a:lnTo>
                    <a:pt x="7107136" y="2588401"/>
                  </a:lnTo>
                  <a:lnTo>
                    <a:pt x="7107771" y="2588781"/>
                  </a:lnTo>
                  <a:lnTo>
                    <a:pt x="7108406" y="2589160"/>
                  </a:lnTo>
                  <a:lnTo>
                    <a:pt x="7109041" y="2589540"/>
                  </a:lnTo>
                  <a:lnTo>
                    <a:pt x="7109676" y="2590204"/>
                  </a:lnTo>
                  <a:lnTo>
                    <a:pt x="7110311" y="2590867"/>
                  </a:lnTo>
                  <a:lnTo>
                    <a:pt x="7110946" y="2591531"/>
                  </a:lnTo>
                  <a:lnTo>
                    <a:pt x="7111580" y="2592194"/>
                  </a:lnTo>
                  <a:lnTo>
                    <a:pt x="7112215" y="2593038"/>
                  </a:lnTo>
                  <a:lnTo>
                    <a:pt x="7112850" y="2594081"/>
                  </a:lnTo>
                  <a:lnTo>
                    <a:pt x="7113485" y="2595392"/>
                  </a:lnTo>
                  <a:lnTo>
                    <a:pt x="7114120" y="2596840"/>
                  </a:lnTo>
                  <a:lnTo>
                    <a:pt x="7114755" y="2598288"/>
                  </a:lnTo>
                  <a:lnTo>
                    <a:pt x="7115389" y="2599622"/>
                  </a:lnTo>
                  <a:lnTo>
                    <a:pt x="7116024" y="2600825"/>
                  </a:lnTo>
                  <a:lnTo>
                    <a:pt x="7116659" y="2601911"/>
                  </a:lnTo>
                  <a:lnTo>
                    <a:pt x="7117294" y="2602893"/>
                  </a:lnTo>
                  <a:lnTo>
                    <a:pt x="7117929" y="2603867"/>
                  </a:lnTo>
                  <a:lnTo>
                    <a:pt x="7118564" y="2604882"/>
                  </a:lnTo>
                  <a:lnTo>
                    <a:pt x="7119199" y="2605877"/>
                  </a:lnTo>
                  <a:lnTo>
                    <a:pt x="7119833" y="2606872"/>
                  </a:lnTo>
                  <a:lnTo>
                    <a:pt x="7120468" y="2607868"/>
                  </a:lnTo>
                  <a:lnTo>
                    <a:pt x="7121103" y="2608735"/>
                  </a:lnTo>
                  <a:lnTo>
                    <a:pt x="7121738" y="2609137"/>
                  </a:lnTo>
                  <a:lnTo>
                    <a:pt x="7122373" y="2608977"/>
                  </a:lnTo>
                  <a:lnTo>
                    <a:pt x="7123008" y="2608222"/>
                  </a:lnTo>
                  <a:lnTo>
                    <a:pt x="7123642" y="2606514"/>
                  </a:lnTo>
                  <a:lnTo>
                    <a:pt x="7124277" y="2604806"/>
                  </a:lnTo>
                  <a:lnTo>
                    <a:pt x="7124912" y="2603098"/>
                  </a:lnTo>
                  <a:lnTo>
                    <a:pt x="7125547" y="2601476"/>
                  </a:lnTo>
                  <a:lnTo>
                    <a:pt x="7126182" y="2599958"/>
                  </a:lnTo>
                  <a:lnTo>
                    <a:pt x="7126817" y="2598439"/>
                  </a:lnTo>
                  <a:lnTo>
                    <a:pt x="7127452" y="2596779"/>
                  </a:lnTo>
                  <a:lnTo>
                    <a:pt x="7128086" y="2594758"/>
                  </a:lnTo>
                  <a:lnTo>
                    <a:pt x="7128721" y="2592670"/>
                  </a:lnTo>
                  <a:lnTo>
                    <a:pt x="7129356" y="2590412"/>
                  </a:lnTo>
                  <a:lnTo>
                    <a:pt x="7129991" y="2587945"/>
                  </a:lnTo>
                  <a:lnTo>
                    <a:pt x="7130626" y="2585459"/>
                  </a:lnTo>
                  <a:lnTo>
                    <a:pt x="7131261" y="2583314"/>
                  </a:lnTo>
                  <a:lnTo>
                    <a:pt x="7131895" y="2581502"/>
                  </a:lnTo>
                  <a:lnTo>
                    <a:pt x="7132530" y="2579851"/>
                  </a:lnTo>
                  <a:lnTo>
                    <a:pt x="7133165" y="2578332"/>
                  </a:lnTo>
                  <a:lnTo>
                    <a:pt x="7133800" y="2576814"/>
                  </a:lnTo>
                  <a:lnTo>
                    <a:pt x="7134435" y="2575296"/>
                  </a:lnTo>
                  <a:lnTo>
                    <a:pt x="7135070" y="2573778"/>
                  </a:lnTo>
                  <a:lnTo>
                    <a:pt x="7135705" y="2572260"/>
                  </a:lnTo>
                  <a:lnTo>
                    <a:pt x="7136339" y="2570741"/>
                  </a:lnTo>
                  <a:lnTo>
                    <a:pt x="7136974" y="2569375"/>
                  </a:lnTo>
                  <a:lnTo>
                    <a:pt x="7137609" y="2568379"/>
                  </a:lnTo>
                  <a:lnTo>
                    <a:pt x="7138244" y="2567278"/>
                  </a:lnTo>
                  <a:lnTo>
                    <a:pt x="7138879" y="2566310"/>
                  </a:lnTo>
                  <a:lnTo>
                    <a:pt x="7139514" y="2565684"/>
                  </a:lnTo>
                  <a:lnTo>
                    <a:pt x="7140148" y="2565522"/>
                  </a:lnTo>
                  <a:lnTo>
                    <a:pt x="7140783" y="2565693"/>
                  </a:lnTo>
                  <a:lnTo>
                    <a:pt x="7141418" y="2566044"/>
                  </a:lnTo>
                  <a:lnTo>
                    <a:pt x="7142053" y="2566604"/>
                  </a:lnTo>
                  <a:lnTo>
                    <a:pt x="7142688" y="2567335"/>
                  </a:lnTo>
                  <a:lnTo>
                    <a:pt x="7143323" y="2568094"/>
                  </a:lnTo>
                  <a:lnTo>
                    <a:pt x="7143958" y="2568673"/>
                  </a:lnTo>
                  <a:lnTo>
                    <a:pt x="7144592" y="2569422"/>
                  </a:lnTo>
                  <a:lnTo>
                    <a:pt x="7145227" y="2570182"/>
                  </a:lnTo>
                  <a:lnTo>
                    <a:pt x="7145862" y="2570941"/>
                  </a:lnTo>
                  <a:lnTo>
                    <a:pt x="7146497" y="2571700"/>
                  </a:lnTo>
                  <a:lnTo>
                    <a:pt x="7147132" y="2572573"/>
                  </a:lnTo>
                  <a:lnTo>
                    <a:pt x="7147767" y="2573493"/>
                  </a:lnTo>
                  <a:lnTo>
                    <a:pt x="7148401" y="2574015"/>
                  </a:lnTo>
                  <a:lnTo>
                    <a:pt x="7149036" y="2574431"/>
                  </a:lnTo>
                  <a:lnTo>
                    <a:pt x="7149671" y="2574543"/>
                  </a:lnTo>
                  <a:lnTo>
                    <a:pt x="7150306" y="2574413"/>
                  </a:lnTo>
                  <a:lnTo>
                    <a:pt x="7150941" y="2573784"/>
                  </a:lnTo>
                  <a:lnTo>
                    <a:pt x="7151576" y="2573107"/>
                  </a:lnTo>
                  <a:lnTo>
                    <a:pt x="7152210" y="2572298"/>
                  </a:lnTo>
                  <a:lnTo>
                    <a:pt x="7152845" y="2571434"/>
                  </a:lnTo>
                  <a:lnTo>
                    <a:pt x="7153480" y="2570522"/>
                  </a:lnTo>
                  <a:lnTo>
                    <a:pt x="7154115" y="2569547"/>
                  </a:lnTo>
                  <a:lnTo>
                    <a:pt x="7154750" y="2568579"/>
                  </a:lnTo>
                  <a:lnTo>
                    <a:pt x="7155385" y="2567639"/>
                  </a:lnTo>
                  <a:lnTo>
                    <a:pt x="7156020" y="2566810"/>
                  </a:lnTo>
                  <a:lnTo>
                    <a:pt x="7156654" y="2565897"/>
                  </a:lnTo>
                  <a:lnTo>
                    <a:pt x="7157289" y="2565061"/>
                  </a:lnTo>
                  <a:lnTo>
                    <a:pt x="7157924" y="2564570"/>
                  </a:lnTo>
                  <a:lnTo>
                    <a:pt x="7158559" y="2564646"/>
                  </a:lnTo>
                  <a:lnTo>
                    <a:pt x="7159194" y="2564751"/>
                  </a:lnTo>
                  <a:lnTo>
                    <a:pt x="7159829" y="2564819"/>
                  </a:lnTo>
                  <a:lnTo>
                    <a:pt x="7160463" y="2564583"/>
                  </a:lnTo>
                  <a:lnTo>
                    <a:pt x="7161098" y="2564393"/>
                  </a:lnTo>
                  <a:lnTo>
                    <a:pt x="7161733" y="2564582"/>
                  </a:lnTo>
                  <a:lnTo>
                    <a:pt x="7162368" y="2564820"/>
                  </a:lnTo>
                  <a:lnTo>
                    <a:pt x="7163003" y="2565465"/>
                  </a:lnTo>
                  <a:lnTo>
                    <a:pt x="7163638" y="2566053"/>
                  </a:lnTo>
                  <a:lnTo>
                    <a:pt x="7164273" y="2566623"/>
                  </a:lnTo>
                  <a:lnTo>
                    <a:pt x="7164907" y="2567154"/>
                  </a:lnTo>
                  <a:lnTo>
                    <a:pt x="7165542" y="2567534"/>
                  </a:lnTo>
                  <a:lnTo>
                    <a:pt x="7166177" y="2567913"/>
                  </a:lnTo>
                  <a:lnTo>
                    <a:pt x="7166812" y="2568293"/>
                  </a:lnTo>
                  <a:lnTo>
                    <a:pt x="7167447" y="2568634"/>
                  </a:lnTo>
                  <a:lnTo>
                    <a:pt x="7168082" y="2568824"/>
                  </a:lnTo>
                  <a:lnTo>
                    <a:pt x="7168716" y="2569014"/>
                  </a:lnTo>
                  <a:lnTo>
                    <a:pt x="7169351" y="2569204"/>
                  </a:lnTo>
                  <a:lnTo>
                    <a:pt x="7169986" y="2569393"/>
                  </a:lnTo>
                  <a:lnTo>
                    <a:pt x="7170621" y="2569583"/>
                  </a:lnTo>
                  <a:lnTo>
                    <a:pt x="7171256" y="2569773"/>
                  </a:lnTo>
                  <a:lnTo>
                    <a:pt x="7171891" y="2569963"/>
                  </a:lnTo>
                  <a:lnTo>
                    <a:pt x="7172526" y="2569991"/>
                  </a:lnTo>
                  <a:lnTo>
                    <a:pt x="7173160" y="2569991"/>
                  </a:lnTo>
                  <a:lnTo>
                    <a:pt x="7173795" y="2569991"/>
                  </a:lnTo>
                  <a:lnTo>
                    <a:pt x="7174430" y="2569991"/>
                  </a:lnTo>
                  <a:lnTo>
                    <a:pt x="7175065" y="2569991"/>
                  </a:lnTo>
                  <a:lnTo>
                    <a:pt x="7175700" y="2569991"/>
                  </a:lnTo>
                  <a:lnTo>
                    <a:pt x="7176335" y="2569991"/>
                  </a:lnTo>
                  <a:lnTo>
                    <a:pt x="7176969" y="2569729"/>
                  </a:lnTo>
                  <a:lnTo>
                    <a:pt x="7177604" y="2569445"/>
                  </a:lnTo>
                  <a:lnTo>
                    <a:pt x="7178239" y="2569161"/>
                  </a:lnTo>
                  <a:lnTo>
                    <a:pt x="7178874" y="2568857"/>
                  </a:lnTo>
                  <a:lnTo>
                    <a:pt x="7179509" y="2568547"/>
                  </a:lnTo>
                  <a:lnTo>
                    <a:pt x="7180144" y="2568238"/>
                  </a:lnTo>
                  <a:lnTo>
                    <a:pt x="7180779" y="2567929"/>
                  </a:lnTo>
                  <a:lnTo>
                    <a:pt x="7181413" y="2567582"/>
                  </a:lnTo>
                  <a:lnTo>
                    <a:pt x="7182048" y="2567073"/>
                  </a:lnTo>
                  <a:lnTo>
                    <a:pt x="7182683" y="2566385"/>
                  </a:lnTo>
                  <a:lnTo>
                    <a:pt x="7183318" y="2565696"/>
                  </a:lnTo>
                  <a:lnTo>
                    <a:pt x="7183953" y="2564884"/>
                  </a:lnTo>
                  <a:lnTo>
                    <a:pt x="7184588" y="2563986"/>
                  </a:lnTo>
                  <a:lnTo>
                    <a:pt x="7185222" y="2562918"/>
                  </a:lnTo>
                  <a:lnTo>
                    <a:pt x="7185857" y="2561926"/>
                  </a:lnTo>
                  <a:lnTo>
                    <a:pt x="7186492" y="2561032"/>
                  </a:lnTo>
                  <a:lnTo>
                    <a:pt x="7187127" y="2560274"/>
                  </a:lnTo>
                  <a:lnTo>
                    <a:pt x="7187762" y="2559516"/>
                  </a:lnTo>
                  <a:lnTo>
                    <a:pt x="7188397" y="2558798"/>
                  </a:lnTo>
                  <a:lnTo>
                    <a:pt x="7189032" y="2558419"/>
                  </a:lnTo>
                  <a:lnTo>
                    <a:pt x="7189666" y="2558039"/>
                  </a:lnTo>
                  <a:lnTo>
                    <a:pt x="7190301" y="2557584"/>
                  </a:lnTo>
                  <a:lnTo>
                    <a:pt x="7190936" y="2557052"/>
                  </a:lnTo>
                  <a:lnTo>
                    <a:pt x="7191571" y="2556682"/>
                  </a:lnTo>
                  <a:lnTo>
                    <a:pt x="7192206" y="2556493"/>
                  </a:lnTo>
                  <a:lnTo>
                    <a:pt x="7192841" y="2556303"/>
                  </a:lnTo>
                  <a:lnTo>
                    <a:pt x="7193475" y="2556236"/>
                  </a:lnTo>
                  <a:lnTo>
                    <a:pt x="7194110" y="2556255"/>
                  </a:lnTo>
                  <a:lnTo>
                    <a:pt x="7194745" y="2556445"/>
                  </a:lnTo>
                  <a:lnTo>
                    <a:pt x="7195380" y="2556341"/>
                  </a:lnTo>
                  <a:lnTo>
                    <a:pt x="7196015" y="2556142"/>
                  </a:lnTo>
                  <a:lnTo>
                    <a:pt x="7196650" y="2555762"/>
                  </a:lnTo>
                  <a:lnTo>
                    <a:pt x="7197285" y="2555382"/>
                  </a:lnTo>
                  <a:lnTo>
                    <a:pt x="7197919" y="2555003"/>
                  </a:lnTo>
                  <a:lnTo>
                    <a:pt x="7198554" y="2554623"/>
                  </a:lnTo>
                  <a:lnTo>
                    <a:pt x="7199189" y="2554244"/>
                  </a:lnTo>
                  <a:lnTo>
                    <a:pt x="7199824" y="2553940"/>
                  </a:lnTo>
                  <a:lnTo>
                    <a:pt x="7200459" y="2553994"/>
                  </a:lnTo>
                  <a:lnTo>
                    <a:pt x="7201094" y="2553993"/>
                  </a:lnTo>
                  <a:lnTo>
                    <a:pt x="7201728" y="2554020"/>
                  </a:lnTo>
                  <a:lnTo>
                    <a:pt x="7202363" y="2553984"/>
                  </a:lnTo>
                  <a:lnTo>
                    <a:pt x="7202998" y="2553740"/>
                  </a:lnTo>
                  <a:lnTo>
                    <a:pt x="7203633" y="2553482"/>
                  </a:lnTo>
                  <a:lnTo>
                    <a:pt x="7204268" y="2552969"/>
                  </a:lnTo>
                  <a:lnTo>
                    <a:pt x="7204903" y="2552710"/>
                  </a:lnTo>
                  <a:lnTo>
                    <a:pt x="7205537" y="2552518"/>
                  </a:lnTo>
                  <a:lnTo>
                    <a:pt x="7206172" y="2552325"/>
                  </a:lnTo>
                  <a:lnTo>
                    <a:pt x="7206807" y="2552133"/>
                  </a:lnTo>
                  <a:lnTo>
                    <a:pt x="7207442" y="2551816"/>
                  </a:lnTo>
                  <a:lnTo>
                    <a:pt x="7208077" y="2551479"/>
                  </a:lnTo>
                  <a:lnTo>
                    <a:pt x="7208712" y="2551008"/>
                  </a:lnTo>
                  <a:lnTo>
                    <a:pt x="7209347" y="2550514"/>
                  </a:lnTo>
                  <a:lnTo>
                    <a:pt x="7209981" y="2549971"/>
                  </a:lnTo>
                  <a:lnTo>
                    <a:pt x="7210616" y="2549751"/>
                  </a:lnTo>
                  <a:lnTo>
                    <a:pt x="7211251" y="2549159"/>
                  </a:lnTo>
                  <a:lnTo>
                    <a:pt x="7211886" y="2547926"/>
                  </a:lnTo>
                  <a:lnTo>
                    <a:pt x="7212521" y="2547021"/>
                  </a:lnTo>
                  <a:lnTo>
                    <a:pt x="7213156" y="2546181"/>
                  </a:lnTo>
                  <a:lnTo>
                    <a:pt x="7213790" y="2545864"/>
                  </a:lnTo>
                  <a:lnTo>
                    <a:pt x="7214425" y="2545681"/>
                  </a:lnTo>
                  <a:lnTo>
                    <a:pt x="7215060" y="2545616"/>
                  </a:lnTo>
                  <a:lnTo>
                    <a:pt x="7215695" y="2545654"/>
                  </a:lnTo>
                  <a:lnTo>
                    <a:pt x="7216330" y="2545660"/>
                  </a:lnTo>
                  <a:lnTo>
                    <a:pt x="7216965" y="2545705"/>
                  </a:lnTo>
                  <a:lnTo>
                    <a:pt x="7217600" y="2545541"/>
                  </a:lnTo>
                  <a:lnTo>
                    <a:pt x="7218234" y="2545290"/>
                  </a:lnTo>
                  <a:lnTo>
                    <a:pt x="7218869" y="2545641"/>
                  </a:lnTo>
                  <a:lnTo>
                    <a:pt x="7219504" y="2546199"/>
                  </a:lnTo>
                  <a:lnTo>
                    <a:pt x="7220139" y="2546591"/>
                  </a:lnTo>
                  <a:lnTo>
                    <a:pt x="7220774" y="2546908"/>
                  </a:lnTo>
                  <a:lnTo>
                    <a:pt x="7221409" y="2547239"/>
                  </a:lnTo>
                  <a:lnTo>
                    <a:pt x="7222043" y="2547410"/>
                  </a:lnTo>
                  <a:lnTo>
                    <a:pt x="7222678" y="2547945"/>
                  </a:lnTo>
                  <a:lnTo>
                    <a:pt x="7223313" y="2548050"/>
                  </a:lnTo>
                  <a:lnTo>
                    <a:pt x="7223948" y="2547860"/>
                  </a:lnTo>
                  <a:lnTo>
                    <a:pt x="7224583" y="2547443"/>
                  </a:lnTo>
                  <a:lnTo>
                    <a:pt x="7225218" y="2546884"/>
                  </a:lnTo>
                  <a:lnTo>
                    <a:pt x="7225853" y="2546325"/>
                  </a:lnTo>
                  <a:lnTo>
                    <a:pt x="7226487" y="2545863"/>
                  </a:lnTo>
                  <a:lnTo>
                    <a:pt x="7227122" y="2545574"/>
                  </a:lnTo>
                  <a:lnTo>
                    <a:pt x="7227757" y="2545513"/>
                  </a:lnTo>
                  <a:lnTo>
                    <a:pt x="7228392" y="2545424"/>
                  </a:lnTo>
                  <a:lnTo>
                    <a:pt x="7229027" y="2545281"/>
                  </a:lnTo>
                  <a:lnTo>
                    <a:pt x="7229662" y="2545092"/>
                  </a:lnTo>
                  <a:lnTo>
                    <a:pt x="7230296" y="2544522"/>
                  </a:lnTo>
                  <a:lnTo>
                    <a:pt x="7230931" y="2543953"/>
                  </a:lnTo>
                  <a:lnTo>
                    <a:pt x="7231566" y="2543545"/>
                  </a:lnTo>
                  <a:lnTo>
                    <a:pt x="7232201" y="2543279"/>
                  </a:lnTo>
                  <a:lnTo>
                    <a:pt x="7232836" y="2543279"/>
                  </a:lnTo>
                  <a:lnTo>
                    <a:pt x="7233471" y="2543279"/>
                  </a:lnTo>
                  <a:lnTo>
                    <a:pt x="7234106" y="2543279"/>
                  </a:lnTo>
                  <a:lnTo>
                    <a:pt x="7234740" y="2543279"/>
                  </a:lnTo>
                  <a:lnTo>
                    <a:pt x="7235375" y="2543279"/>
                  </a:lnTo>
                  <a:lnTo>
                    <a:pt x="7236010" y="2543279"/>
                  </a:lnTo>
                  <a:lnTo>
                    <a:pt x="7236645" y="2542995"/>
                  </a:lnTo>
                  <a:lnTo>
                    <a:pt x="7237280" y="2542711"/>
                  </a:lnTo>
                  <a:lnTo>
                    <a:pt x="7237915" y="2542427"/>
                  </a:lnTo>
                  <a:lnTo>
                    <a:pt x="7238549" y="2542143"/>
                  </a:lnTo>
                  <a:lnTo>
                    <a:pt x="7239184" y="2541859"/>
                  </a:lnTo>
                  <a:lnTo>
                    <a:pt x="7239819" y="2541575"/>
                  </a:lnTo>
                  <a:lnTo>
                    <a:pt x="7240454" y="2541270"/>
                  </a:lnTo>
                  <a:lnTo>
                    <a:pt x="7241089" y="2540961"/>
                  </a:lnTo>
                  <a:lnTo>
                    <a:pt x="7241724" y="2540652"/>
                  </a:lnTo>
                  <a:lnTo>
                    <a:pt x="7242359" y="2540343"/>
                  </a:lnTo>
                  <a:lnTo>
                    <a:pt x="7242993" y="2540117"/>
                  </a:lnTo>
                  <a:lnTo>
                    <a:pt x="7243628" y="2540084"/>
                  </a:lnTo>
                  <a:lnTo>
                    <a:pt x="7244263" y="2540051"/>
                  </a:lnTo>
                  <a:lnTo>
                    <a:pt x="7244898" y="2540025"/>
                  </a:lnTo>
                  <a:lnTo>
                    <a:pt x="7245533" y="2540131"/>
                  </a:lnTo>
                  <a:lnTo>
                    <a:pt x="7246168" y="2540274"/>
                  </a:lnTo>
                  <a:lnTo>
                    <a:pt x="7246802" y="2540417"/>
                  </a:lnTo>
                  <a:lnTo>
                    <a:pt x="7247437" y="2540561"/>
                  </a:lnTo>
                  <a:lnTo>
                    <a:pt x="7248072" y="2540832"/>
                  </a:lnTo>
                  <a:lnTo>
                    <a:pt x="7248707" y="2541388"/>
                  </a:lnTo>
                  <a:lnTo>
                    <a:pt x="7249342" y="2542128"/>
                  </a:lnTo>
                  <a:lnTo>
                    <a:pt x="7249977" y="2543034"/>
                  </a:lnTo>
                  <a:lnTo>
                    <a:pt x="7250612" y="2544742"/>
                  </a:lnTo>
                  <a:lnTo>
                    <a:pt x="7251246" y="2546450"/>
                  </a:lnTo>
                  <a:lnTo>
                    <a:pt x="7251881" y="2548158"/>
                  </a:lnTo>
                  <a:lnTo>
                    <a:pt x="7252516" y="2549752"/>
                  </a:lnTo>
                  <a:lnTo>
                    <a:pt x="7253151" y="2551080"/>
                  </a:lnTo>
                  <a:lnTo>
                    <a:pt x="7253786" y="2552409"/>
                  </a:lnTo>
                  <a:lnTo>
                    <a:pt x="7254421" y="2553879"/>
                  </a:lnTo>
                  <a:lnTo>
                    <a:pt x="7255055" y="2555540"/>
                  </a:lnTo>
                  <a:lnTo>
                    <a:pt x="7255690" y="2557248"/>
                  </a:lnTo>
                  <a:lnTo>
                    <a:pt x="7256325" y="2559127"/>
                  </a:lnTo>
                  <a:lnTo>
                    <a:pt x="7256960" y="2561214"/>
                  </a:lnTo>
                  <a:lnTo>
                    <a:pt x="7257595" y="2563321"/>
                  </a:lnTo>
                  <a:lnTo>
                    <a:pt x="7258230" y="2565086"/>
                  </a:lnTo>
                  <a:lnTo>
                    <a:pt x="7258864" y="2566699"/>
                  </a:lnTo>
                  <a:lnTo>
                    <a:pt x="7259499" y="2568331"/>
                  </a:lnTo>
                  <a:lnTo>
                    <a:pt x="7260134" y="2569849"/>
                  </a:lnTo>
                  <a:lnTo>
                    <a:pt x="7260769" y="2571367"/>
                  </a:lnTo>
                  <a:lnTo>
                    <a:pt x="7261404" y="2572886"/>
                  </a:lnTo>
                  <a:lnTo>
                    <a:pt x="7262039" y="2574404"/>
                  </a:lnTo>
                  <a:lnTo>
                    <a:pt x="7262674" y="2575922"/>
                  </a:lnTo>
                  <a:lnTo>
                    <a:pt x="7263308" y="2577440"/>
                  </a:lnTo>
                  <a:lnTo>
                    <a:pt x="7263943" y="2578807"/>
                  </a:lnTo>
                  <a:lnTo>
                    <a:pt x="7264578" y="2579803"/>
                  </a:lnTo>
                  <a:lnTo>
                    <a:pt x="7265213" y="2580904"/>
                  </a:lnTo>
                  <a:lnTo>
                    <a:pt x="7265848" y="2581872"/>
                  </a:lnTo>
                  <a:lnTo>
                    <a:pt x="7266483" y="2582631"/>
                  </a:lnTo>
                  <a:lnTo>
                    <a:pt x="7267117" y="2583200"/>
                  </a:lnTo>
                  <a:lnTo>
                    <a:pt x="7267752" y="2583731"/>
                  </a:lnTo>
                  <a:lnTo>
                    <a:pt x="7268387" y="2584140"/>
                  </a:lnTo>
                  <a:lnTo>
                    <a:pt x="7269022" y="2584519"/>
                  </a:lnTo>
                  <a:lnTo>
                    <a:pt x="7269657" y="2584899"/>
                  </a:lnTo>
                  <a:lnTo>
                    <a:pt x="7270292" y="2585278"/>
                  </a:lnTo>
                  <a:lnTo>
                    <a:pt x="7270927" y="2585838"/>
                  </a:lnTo>
                  <a:lnTo>
                    <a:pt x="7271561" y="2586407"/>
                  </a:lnTo>
                  <a:lnTo>
                    <a:pt x="7272196" y="2586977"/>
                  </a:lnTo>
                  <a:lnTo>
                    <a:pt x="7272831" y="2587546"/>
                  </a:lnTo>
                  <a:lnTo>
                    <a:pt x="7273466" y="2588115"/>
                  </a:lnTo>
                  <a:lnTo>
                    <a:pt x="7274101" y="2588685"/>
                  </a:lnTo>
                  <a:lnTo>
                    <a:pt x="7274736" y="2589282"/>
                  </a:lnTo>
                  <a:lnTo>
                    <a:pt x="7275370" y="2590279"/>
                  </a:lnTo>
                  <a:lnTo>
                    <a:pt x="7276005" y="2591248"/>
                  </a:lnTo>
                  <a:lnTo>
                    <a:pt x="7276640" y="2592246"/>
                  </a:lnTo>
                  <a:lnTo>
                    <a:pt x="7277275" y="2593192"/>
                  </a:lnTo>
                  <a:lnTo>
                    <a:pt x="7277910" y="2593955"/>
                  </a:lnTo>
                  <a:lnTo>
                    <a:pt x="7278545" y="2594458"/>
                  </a:lnTo>
                  <a:lnTo>
                    <a:pt x="7279180" y="2594875"/>
                  </a:lnTo>
                  <a:lnTo>
                    <a:pt x="7279814" y="2595327"/>
                  </a:lnTo>
                  <a:lnTo>
                    <a:pt x="7280449" y="2595827"/>
                  </a:lnTo>
                  <a:lnTo>
                    <a:pt x="7281084" y="2596382"/>
                  </a:lnTo>
                  <a:lnTo>
                    <a:pt x="7281719" y="2596938"/>
                  </a:lnTo>
                  <a:lnTo>
                    <a:pt x="7282354" y="2597493"/>
                  </a:lnTo>
                  <a:lnTo>
                    <a:pt x="7282989" y="2597830"/>
                  </a:lnTo>
                  <a:lnTo>
                    <a:pt x="7283623" y="2597883"/>
                  </a:lnTo>
                  <a:lnTo>
                    <a:pt x="7284258" y="2597738"/>
                  </a:lnTo>
                  <a:lnTo>
                    <a:pt x="7284893" y="2597275"/>
                  </a:lnTo>
                  <a:lnTo>
                    <a:pt x="7285528" y="2596298"/>
                  </a:lnTo>
                  <a:lnTo>
                    <a:pt x="7286163" y="2595075"/>
                  </a:lnTo>
                  <a:lnTo>
                    <a:pt x="7286798" y="2593784"/>
                  </a:lnTo>
                  <a:lnTo>
                    <a:pt x="7287433" y="2592987"/>
                  </a:lnTo>
                  <a:lnTo>
                    <a:pt x="7288067" y="2592190"/>
                  </a:lnTo>
                  <a:lnTo>
                    <a:pt x="7288702" y="2591156"/>
                  </a:lnTo>
                  <a:lnTo>
                    <a:pt x="7289337" y="2589894"/>
                  </a:lnTo>
                  <a:lnTo>
                    <a:pt x="7289972" y="2588271"/>
                  </a:lnTo>
                  <a:lnTo>
                    <a:pt x="7290607" y="2586478"/>
                  </a:lnTo>
                  <a:lnTo>
                    <a:pt x="7291242" y="2584580"/>
                  </a:lnTo>
                  <a:lnTo>
                    <a:pt x="7291876" y="2582426"/>
                  </a:lnTo>
                  <a:lnTo>
                    <a:pt x="7292511" y="2580300"/>
                  </a:lnTo>
                  <a:lnTo>
                    <a:pt x="7293146" y="2578967"/>
                  </a:lnTo>
                  <a:lnTo>
                    <a:pt x="7293781" y="2577542"/>
                  </a:lnTo>
                  <a:lnTo>
                    <a:pt x="7294416" y="2575796"/>
                  </a:lnTo>
                  <a:lnTo>
                    <a:pt x="7295051" y="2573935"/>
                  </a:lnTo>
                  <a:lnTo>
                    <a:pt x="7295686" y="2572136"/>
                  </a:lnTo>
                  <a:lnTo>
                    <a:pt x="7296320" y="2570372"/>
                  </a:lnTo>
                  <a:lnTo>
                    <a:pt x="7296955" y="2568607"/>
                  </a:lnTo>
                  <a:lnTo>
                    <a:pt x="7297590" y="2566946"/>
                  </a:lnTo>
                  <a:lnTo>
                    <a:pt x="7298225" y="2565520"/>
                  </a:lnTo>
                  <a:lnTo>
                    <a:pt x="7298860" y="2564226"/>
                  </a:lnTo>
                  <a:lnTo>
                    <a:pt x="7299495" y="2563014"/>
                  </a:lnTo>
                  <a:lnTo>
                    <a:pt x="7300129" y="2561865"/>
                  </a:lnTo>
                  <a:lnTo>
                    <a:pt x="7300764" y="2560792"/>
                  </a:lnTo>
                  <a:lnTo>
                    <a:pt x="7301399" y="2559905"/>
                  </a:lnTo>
                  <a:lnTo>
                    <a:pt x="7302034" y="2559157"/>
                  </a:lnTo>
                  <a:lnTo>
                    <a:pt x="7302669" y="2558544"/>
                  </a:lnTo>
                  <a:lnTo>
                    <a:pt x="7303304" y="2558116"/>
                  </a:lnTo>
                  <a:lnTo>
                    <a:pt x="7303939" y="2558037"/>
                  </a:lnTo>
                  <a:lnTo>
                    <a:pt x="7304573" y="2557847"/>
                  </a:lnTo>
                  <a:lnTo>
                    <a:pt x="7305208" y="2557790"/>
                  </a:lnTo>
                  <a:lnTo>
                    <a:pt x="7305843" y="2557790"/>
                  </a:lnTo>
                  <a:lnTo>
                    <a:pt x="7306478" y="2557790"/>
                  </a:lnTo>
                  <a:lnTo>
                    <a:pt x="7307113" y="2557790"/>
                  </a:lnTo>
                  <a:lnTo>
                    <a:pt x="7307748" y="2557790"/>
                  </a:lnTo>
                  <a:lnTo>
                    <a:pt x="7308382" y="2557828"/>
                  </a:lnTo>
                  <a:lnTo>
                    <a:pt x="7309017" y="2558027"/>
                  </a:lnTo>
                  <a:lnTo>
                    <a:pt x="7309652" y="2558407"/>
                  </a:lnTo>
                  <a:lnTo>
                    <a:pt x="7310287" y="2558768"/>
                  </a:lnTo>
                  <a:lnTo>
                    <a:pt x="7310922" y="2559081"/>
                  </a:lnTo>
                  <a:lnTo>
                    <a:pt x="7311557" y="2559479"/>
                  </a:lnTo>
                  <a:lnTo>
                    <a:pt x="7312192" y="2560049"/>
                  </a:lnTo>
                  <a:lnTo>
                    <a:pt x="7312826" y="2560618"/>
                  </a:lnTo>
                  <a:lnTo>
                    <a:pt x="7313461" y="2561187"/>
                  </a:lnTo>
                  <a:lnTo>
                    <a:pt x="7314096" y="2561757"/>
                  </a:lnTo>
                  <a:lnTo>
                    <a:pt x="7314731" y="2562326"/>
                  </a:lnTo>
                  <a:lnTo>
                    <a:pt x="7315366" y="2562819"/>
                  </a:lnTo>
                  <a:lnTo>
                    <a:pt x="7316001" y="2563199"/>
                  </a:lnTo>
                  <a:lnTo>
                    <a:pt x="7316635" y="2563578"/>
                  </a:lnTo>
                  <a:lnTo>
                    <a:pt x="7317270" y="2564034"/>
                  </a:lnTo>
                  <a:lnTo>
                    <a:pt x="7317905" y="2564565"/>
                  </a:lnTo>
                  <a:lnTo>
                    <a:pt x="7318540" y="2564935"/>
                  </a:lnTo>
                  <a:lnTo>
                    <a:pt x="7319175" y="2565125"/>
                  </a:lnTo>
                  <a:lnTo>
                    <a:pt x="7319810" y="2565334"/>
                  </a:lnTo>
                  <a:lnTo>
                    <a:pt x="7320444" y="2565590"/>
                  </a:lnTo>
                  <a:lnTo>
                    <a:pt x="7321079" y="2565761"/>
                  </a:lnTo>
                  <a:lnTo>
                    <a:pt x="7321714" y="2565761"/>
                  </a:lnTo>
                  <a:lnTo>
                    <a:pt x="7322349" y="2565951"/>
                  </a:lnTo>
                  <a:lnTo>
                    <a:pt x="7322984" y="2566140"/>
                  </a:lnTo>
                  <a:lnTo>
                    <a:pt x="7323619" y="2566330"/>
                  </a:lnTo>
                  <a:lnTo>
                    <a:pt x="7324254" y="2566444"/>
                  </a:lnTo>
                  <a:lnTo>
                    <a:pt x="7324888" y="2566330"/>
                  </a:lnTo>
                  <a:lnTo>
                    <a:pt x="7325523" y="2566169"/>
                  </a:lnTo>
                  <a:lnTo>
                    <a:pt x="7326158" y="2565789"/>
                  </a:lnTo>
                  <a:lnTo>
                    <a:pt x="7326793" y="2565334"/>
                  </a:lnTo>
                  <a:lnTo>
                    <a:pt x="7327428" y="2564189"/>
                  </a:lnTo>
                  <a:lnTo>
                    <a:pt x="7328063" y="2562804"/>
                  </a:lnTo>
                  <a:lnTo>
                    <a:pt x="7328697" y="2561070"/>
                  </a:lnTo>
                  <a:lnTo>
                    <a:pt x="7329332" y="2559398"/>
                  </a:lnTo>
                  <a:lnTo>
                    <a:pt x="7329967" y="2557934"/>
                  </a:lnTo>
                  <a:lnTo>
                    <a:pt x="7330602" y="2556483"/>
                  </a:lnTo>
                  <a:lnTo>
                    <a:pt x="7331237" y="2555251"/>
                  </a:lnTo>
                  <a:lnTo>
                    <a:pt x="7331872" y="2553384"/>
                  </a:lnTo>
                  <a:lnTo>
                    <a:pt x="7332507" y="2551489"/>
                  </a:lnTo>
                  <a:lnTo>
                    <a:pt x="7333141" y="2549593"/>
                  </a:lnTo>
                  <a:lnTo>
                    <a:pt x="7333776" y="2547774"/>
                  </a:lnTo>
                  <a:lnTo>
                    <a:pt x="7334411" y="2546383"/>
                  </a:lnTo>
                  <a:lnTo>
                    <a:pt x="7335046" y="2545174"/>
                  </a:lnTo>
                  <a:lnTo>
                    <a:pt x="7335681" y="2544383"/>
                  </a:lnTo>
                  <a:lnTo>
                    <a:pt x="7336316" y="2543738"/>
                  </a:lnTo>
                  <a:lnTo>
                    <a:pt x="7336950" y="2543588"/>
                  </a:lnTo>
                  <a:lnTo>
                    <a:pt x="7337585" y="2543694"/>
                  </a:lnTo>
                  <a:lnTo>
                    <a:pt x="7338220" y="2544318"/>
                  </a:lnTo>
                  <a:lnTo>
                    <a:pt x="7338855" y="2545551"/>
                  </a:lnTo>
                  <a:lnTo>
                    <a:pt x="7339490" y="2546500"/>
                  </a:lnTo>
                  <a:lnTo>
                    <a:pt x="7340125" y="2547430"/>
                  </a:lnTo>
                  <a:lnTo>
                    <a:pt x="7340760" y="2548047"/>
                  </a:lnTo>
                  <a:lnTo>
                    <a:pt x="7341394" y="2549157"/>
                  </a:lnTo>
                  <a:lnTo>
                    <a:pt x="7342029" y="2550296"/>
                  </a:lnTo>
                  <a:lnTo>
                    <a:pt x="7342664" y="2551434"/>
                  </a:lnTo>
                  <a:lnTo>
                    <a:pt x="7343299" y="2552640"/>
                  </a:lnTo>
                  <a:lnTo>
                    <a:pt x="7343934" y="2553807"/>
                  </a:lnTo>
                  <a:lnTo>
                    <a:pt x="7344569" y="2555183"/>
                  </a:lnTo>
                  <a:lnTo>
                    <a:pt x="7345203" y="2556596"/>
                  </a:lnTo>
                  <a:lnTo>
                    <a:pt x="7345838" y="2557402"/>
                  </a:lnTo>
                  <a:lnTo>
                    <a:pt x="7346473" y="2557972"/>
                  </a:lnTo>
                  <a:lnTo>
                    <a:pt x="7347108" y="2558501"/>
                  </a:lnTo>
                  <a:lnTo>
                    <a:pt x="7347743" y="2558788"/>
                  </a:lnTo>
                  <a:lnTo>
                    <a:pt x="7348378" y="2558961"/>
                  </a:lnTo>
                  <a:lnTo>
                    <a:pt x="7349013" y="2559081"/>
                  </a:lnTo>
                  <a:lnTo>
                    <a:pt x="7349647" y="2559305"/>
                  </a:lnTo>
                  <a:lnTo>
                    <a:pt x="7350282" y="2559722"/>
                  </a:lnTo>
                  <a:lnTo>
                    <a:pt x="7350917" y="2560139"/>
                  </a:lnTo>
                  <a:lnTo>
                    <a:pt x="7351552" y="2560557"/>
                  </a:lnTo>
                  <a:lnTo>
                    <a:pt x="7352187" y="2560974"/>
                  </a:lnTo>
                  <a:lnTo>
                    <a:pt x="7352822" y="2561343"/>
                  </a:lnTo>
                  <a:lnTo>
                    <a:pt x="7353456" y="2561615"/>
                  </a:lnTo>
                  <a:lnTo>
                    <a:pt x="7354091" y="2561714"/>
                  </a:lnTo>
                  <a:lnTo>
                    <a:pt x="7354726" y="2561915"/>
                  </a:lnTo>
                  <a:lnTo>
                    <a:pt x="7355361" y="2561937"/>
                  </a:lnTo>
                  <a:lnTo>
                    <a:pt x="7355996" y="2561937"/>
                  </a:lnTo>
                  <a:lnTo>
                    <a:pt x="7356631" y="2561910"/>
                  </a:lnTo>
                  <a:lnTo>
                    <a:pt x="7357266" y="2562325"/>
                  </a:lnTo>
                  <a:lnTo>
                    <a:pt x="7357900" y="2562803"/>
                  </a:lnTo>
                  <a:lnTo>
                    <a:pt x="7358535" y="2563244"/>
                  </a:lnTo>
                  <a:lnTo>
                    <a:pt x="7359170" y="2563542"/>
                  </a:lnTo>
                  <a:lnTo>
                    <a:pt x="7359805" y="2563575"/>
                  </a:lnTo>
                  <a:lnTo>
                    <a:pt x="7360440" y="2563608"/>
                  </a:lnTo>
                  <a:lnTo>
                    <a:pt x="7361075" y="2563640"/>
                  </a:lnTo>
                  <a:lnTo>
                    <a:pt x="7361709" y="2563673"/>
                  </a:lnTo>
                  <a:lnTo>
                    <a:pt x="7362344" y="2563706"/>
                  </a:lnTo>
                  <a:lnTo>
                    <a:pt x="7362979" y="2563738"/>
                  </a:lnTo>
                  <a:lnTo>
                    <a:pt x="7363614" y="2563771"/>
                  </a:lnTo>
                  <a:lnTo>
                    <a:pt x="7364249" y="2563805"/>
                  </a:lnTo>
                  <a:lnTo>
                    <a:pt x="7364884" y="2563946"/>
                  </a:lnTo>
                  <a:lnTo>
                    <a:pt x="7365519" y="2564062"/>
                  </a:lnTo>
                  <a:lnTo>
                    <a:pt x="7366153" y="2564024"/>
                  </a:lnTo>
                  <a:lnTo>
                    <a:pt x="7366788" y="2564024"/>
                  </a:lnTo>
                  <a:lnTo>
                    <a:pt x="7367423" y="2564024"/>
                  </a:lnTo>
                  <a:lnTo>
                    <a:pt x="7368058" y="2564024"/>
                  </a:lnTo>
                  <a:lnTo>
                    <a:pt x="7368693" y="2564024"/>
                  </a:lnTo>
                  <a:lnTo>
                    <a:pt x="7369328" y="2564024"/>
                  </a:lnTo>
                  <a:lnTo>
                    <a:pt x="7369962" y="2564024"/>
                  </a:lnTo>
                  <a:lnTo>
                    <a:pt x="7370597" y="2564024"/>
                  </a:lnTo>
                  <a:lnTo>
                    <a:pt x="7371232" y="2564024"/>
                  </a:lnTo>
                  <a:lnTo>
                    <a:pt x="7371867" y="2564024"/>
                  </a:lnTo>
                  <a:lnTo>
                    <a:pt x="7372502" y="2564024"/>
                  </a:lnTo>
                  <a:lnTo>
                    <a:pt x="7373137" y="2564024"/>
                  </a:lnTo>
                  <a:lnTo>
                    <a:pt x="7373771" y="2564024"/>
                  </a:lnTo>
                  <a:lnTo>
                    <a:pt x="7374406" y="2564024"/>
                  </a:lnTo>
                  <a:lnTo>
                    <a:pt x="7375041" y="2564024"/>
                  </a:lnTo>
                  <a:lnTo>
                    <a:pt x="7375676" y="2564024"/>
                  </a:lnTo>
                  <a:lnTo>
                    <a:pt x="7376311" y="2564204"/>
                  </a:lnTo>
                  <a:lnTo>
                    <a:pt x="7376946" y="2564565"/>
                  </a:lnTo>
                  <a:lnTo>
                    <a:pt x="7377581" y="2564944"/>
                  </a:lnTo>
                  <a:lnTo>
                    <a:pt x="7378215" y="2565324"/>
                  </a:lnTo>
                  <a:lnTo>
                    <a:pt x="7378850" y="2565608"/>
                  </a:lnTo>
                  <a:lnTo>
                    <a:pt x="7379485" y="2565798"/>
                  </a:lnTo>
                  <a:lnTo>
                    <a:pt x="7380120" y="2565988"/>
                  </a:lnTo>
                  <a:lnTo>
                    <a:pt x="7380755" y="2566168"/>
                  </a:lnTo>
                  <a:lnTo>
                    <a:pt x="7381390" y="2566168"/>
                  </a:lnTo>
                  <a:lnTo>
                    <a:pt x="7382024" y="2566168"/>
                  </a:lnTo>
                  <a:lnTo>
                    <a:pt x="7382659" y="2566168"/>
                  </a:lnTo>
                  <a:lnTo>
                    <a:pt x="7383294" y="2566130"/>
                  </a:lnTo>
                  <a:lnTo>
                    <a:pt x="7383929" y="2565941"/>
                  </a:lnTo>
                  <a:lnTo>
                    <a:pt x="7384564" y="2565722"/>
                  </a:lnTo>
                  <a:lnTo>
                    <a:pt x="7385199" y="2565343"/>
                  </a:lnTo>
                  <a:lnTo>
                    <a:pt x="7385834" y="2564783"/>
                  </a:lnTo>
                  <a:lnTo>
                    <a:pt x="7386468" y="2564005"/>
                  </a:lnTo>
                  <a:lnTo>
                    <a:pt x="7387103" y="2562895"/>
                  </a:lnTo>
                  <a:lnTo>
                    <a:pt x="7387738" y="2561737"/>
                  </a:lnTo>
                  <a:lnTo>
                    <a:pt x="7388373" y="2560503"/>
                  </a:lnTo>
                  <a:lnTo>
                    <a:pt x="7389008" y="2559365"/>
                  </a:lnTo>
                  <a:lnTo>
                    <a:pt x="7389643" y="2557960"/>
                  </a:lnTo>
                  <a:lnTo>
                    <a:pt x="7390277" y="2556452"/>
                  </a:lnTo>
                  <a:lnTo>
                    <a:pt x="7390912" y="2555123"/>
                  </a:lnTo>
                  <a:lnTo>
                    <a:pt x="7391547" y="2553738"/>
                  </a:lnTo>
                  <a:lnTo>
                    <a:pt x="7392182" y="2552220"/>
                  </a:lnTo>
                  <a:lnTo>
                    <a:pt x="7392817" y="2550739"/>
                  </a:lnTo>
                  <a:lnTo>
                    <a:pt x="7393452" y="2549411"/>
                  </a:lnTo>
                  <a:lnTo>
                    <a:pt x="7394087" y="2548111"/>
                  </a:lnTo>
                  <a:lnTo>
                    <a:pt x="7394721" y="2546972"/>
                  </a:lnTo>
                  <a:lnTo>
                    <a:pt x="7395356" y="2545720"/>
                  </a:lnTo>
                  <a:lnTo>
                    <a:pt x="7395991" y="2544429"/>
                  </a:lnTo>
                  <a:lnTo>
                    <a:pt x="7396626" y="2543452"/>
                  </a:lnTo>
                  <a:lnTo>
                    <a:pt x="7397261" y="2542332"/>
                  </a:lnTo>
                  <a:lnTo>
                    <a:pt x="7397896" y="2541383"/>
                  </a:lnTo>
                  <a:lnTo>
                    <a:pt x="7398530" y="2540434"/>
                  </a:lnTo>
                  <a:lnTo>
                    <a:pt x="7399165" y="2539751"/>
                  </a:lnTo>
                  <a:lnTo>
                    <a:pt x="7399800" y="2539182"/>
                  </a:lnTo>
                  <a:lnTo>
                    <a:pt x="7400435" y="2538613"/>
                  </a:lnTo>
                  <a:lnTo>
                    <a:pt x="7401070" y="2537977"/>
                  </a:lnTo>
                  <a:lnTo>
                    <a:pt x="7401705" y="2537294"/>
                  </a:lnTo>
                  <a:lnTo>
                    <a:pt x="7402340" y="2536535"/>
                  </a:lnTo>
                  <a:lnTo>
                    <a:pt x="7402974" y="2535775"/>
                  </a:lnTo>
                  <a:lnTo>
                    <a:pt x="7403609" y="2534846"/>
                  </a:lnTo>
                  <a:lnTo>
                    <a:pt x="7404244" y="2533688"/>
                  </a:lnTo>
                  <a:lnTo>
                    <a:pt x="7404879" y="2532435"/>
                  </a:lnTo>
                  <a:lnTo>
                    <a:pt x="7405514" y="2531335"/>
                  </a:lnTo>
                  <a:lnTo>
                    <a:pt x="7406149" y="2530196"/>
                  </a:lnTo>
                  <a:lnTo>
                    <a:pt x="7406783" y="2529247"/>
                  </a:lnTo>
                  <a:lnTo>
                    <a:pt x="7407418" y="2528298"/>
                  </a:lnTo>
                  <a:lnTo>
                    <a:pt x="7408053" y="2527349"/>
                  </a:lnTo>
                  <a:lnTo>
                    <a:pt x="7408688" y="2526400"/>
                  </a:lnTo>
                  <a:lnTo>
                    <a:pt x="7409323" y="2525452"/>
                  </a:lnTo>
                  <a:lnTo>
                    <a:pt x="7409958" y="2524721"/>
                  </a:lnTo>
                  <a:lnTo>
                    <a:pt x="7410593" y="2524398"/>
                  </a:lnTo>
                  <a:lnTo>
                    <a:pt x="7411227" y="2524085"/>
                  </a:lnTo>
                  <a:lnTo>
                    <a:pt x="7411862" y="2523554"/>
                  </a:lnTo>
                  <a:lnTo>
                    <a:pt x="7412497" y="2522994"/>
                  </a:lnTo>
                  <a:lnTo>
                    <a:pt x="7413132" y="2522349"/>
                  </a:lnTo>
                  <a:lnTo>
                    <a:pt x="7413767" y="2521798"/>
                  </a:lnTo>
                  <a:lnTo>
                    <a:pt x="7414402" y="2521457"/>
                  </a:lnTo>
                  <a:lnTo>
                    <a:pt x="7415036" y="2521134"/>
                  </a:lnTo>
                  <a:lnTo>
                    <a:pt x="7415671" y="2521030"/>
                  </a:lnTo>
                  <a:lnTo>
                    <a:pt x="7416306" y="2521106"/>
                  </a:lnTo>
                  <a:lnTo>
                    <a:pt x="7416941" y="2521134"/>
                  </a:lnTo>
                  <a:lnTo>
                    <a:pt x="7417576" y="2521220"/>
                  </a:lnTo>
                  <a:lnTo>
                    <a:pt x="7418211" y="2521295"/>
                  </a:lnTo>
                  <a:lnTo>
                    <a:pt x="7418846" y="2520897"/>
                  </a:lnTo>
                  <a:lnTo>
                    <a:pt x="7419480" y="2520299"/>
                  </a:lnTo>
                  <a:lnTo>
                    <a:pt x="7420115" y="2518615"/>
                  </a:lnTo>
                  <a:lnTo>
                    <a:pt x="7420750" y="2517070"/>
                  </a:lnTo>
                  <a:lnTo>
                    <a:pt x="7421385" y="2515741"/>
                  </a:lnTo>
                  <a:lnTo>
                    <a:pt x="7422020" y="2514547"/>
                  </a:lnTo>
                  <a:lnTo>
                    <a:pt x="7422655" y="2513452"/>
                  </a:lnTo>
                  <a:lnTo>
                    <a:pt x="7423289" y="2512503"/>
                  </a:lnTo>
                  <a:lnTo>
                    <a:pt x="7423924" y="2511421"/>
                  </a:lnTo>
                  <a:lnTo>
                    <a:pt x="7424559" y="2510017"/>
                  </a:lnTo>
                  <a:lnTo>
                    <a:pt x="7425194" y="2507875"/>
                  </a:lnTo>
                  <a:lnTo>
                    <a:pt x="7425829" y="2504899"/>
                  </a:lnTo>
                  <a:lnTo>
                    <a:pt x="7426464" y="2501471"/>
                  </a:lnTo>
                  <a:lnTo>
                    <a:pt x="7427098" y="2497657"/>
                  </a:lnTo>
                  <a:lnTo>
                    <a:pt x="7427733" y="2493720"/>
                  </a:lnTo>
                  <a:lnTo>
                    <a:pt x="7428368" y="2490327"/>
                  </a:lnTo>
                  <a:lnTo>
                    <a:pt x="7429003" y="2486967"/>
                  </a:lnTo>
                  <a:lnTo>
                    <a:pt x="7429638" y="2483765"/>
                  </a:lnTo>
                  <a:lnTo>
                    <a:pt x="7430273" y="2480521"/>
                  </a:lnTo>
                  <a:lnTo>
                    <a:pt x="7430908" y="2477184"/>
                  </a:lnTo>
                  <a:lnTo>
                    <a:pt x="7431542" y="2473740"/>
                  </a:lnTo>
                  <a:lnTo>
                    <a:pt x="7432177" y="2470324"/>
                  </a:lnTo>
                  <a:lnTo>
                    <a:pt x="7432812" y="2466699"/>
                  </a:lnTo>
                  <a:lnTo>
                    <a:pt x="7433447" y="2462780"/>
                  </a:lnTo>
                  <a:lnTo>
                    <a:pt x="7434082" y="2459060"/>
                  </a:lnTo>
                  <a:lnTo>
                    <a:pt x="7434717" y="2455654"/>
                  </a:lnTo>
                  <a:lnTo>
                    <a:pt x="7435351" y="2452902"/>
                  </a:lnTo>
                  <a:lnTo>
                    <a:pt x="7435986" y="2450587"/>
                  </a:lnTo>
                  <a:lnTo>
                    <a:pt x="7436621" y="2448528"/>
                  </a:lnTo>
                  <a:lnTo>
                    <a:pt x="7437256" y="2446345"/>
                  </a:lnTo>
                  <a:lnTo>
                    <a:pt x="7437891" y="2443973"/>
                  </a:lnTo>
                  <a:lnTo>
                    <a:pt x="7438526" y="2441411"/>
                  </a:lnTo>
                  <a:lnTo>
                    <a:pt x="7439161" y="2438754"/>
                  </a:lnTo>
                  <a:lnTo>
                    <a:pt x="7439795" y="2436145"/>
                  </a:lnTo>
                  <a:lnTo>
                    <a:pt x="7440430" y="2433678"/>
                  </a:lnTo>
                  <a:lnTo>
                    <a:pt x="7441065" y="2431495"/>
                  </a:lnTo>
                  <a:lnTo>
                    <a:pt x="7441700" y="2429351"/>
                  </a:lnTo>
                  <a:lnTo>
                    <a:pt x="7442335" y="2427415"/>
                  </a:lnTo>
                  <a:lnTo>
                    <a:pt x="7442970" y="2426020"/>
                  </a:lnTo>
                  <a:lnTo>
                    <a:pt x="7443604" y="2424540"/>
                  </a:lnTo>
                  <a:lnTo>
                    <a:pt x="7444239" y="2423259"/>
                  </a:lnTo>
                  <a:lnTo>
                    <a:pt x="7444874" y="2421722"/>
                  </a:lnTo>
                  <a:lnTo>
                    <a:pt x="7445509" y="2420109"/>
                  </a:lnTo>
                  <a:lnTo>
                    <a:pt x="7446144" y="2418439"/>
                  </a:lnTo>
                  <a:lnTo>
                    <a:pt x="7446779" y="2416825"/>
                  </a:lnTo>
                  <a:lnTo>
                    <a:pt x="7447414" y="2415269"/>
                  </a:lnTo>
                  <a:lnTo>
                    <a:pt x="7448048" y="2413694"/>
                  </a:lnTo>
                  <a:lnTo>
                    <a:pt x="7448683" y="2411891"/>
                  </a:lnTo>
                  <a:lnTo>
                    <a:pt x="7449318" y="2409804"/>
                  </a:lnTo>
                  <a:lnTo>
                    <a:pt x="7449953" y="2407612"/>
                  </a:lnTo>
                  <a:lnTo>
                    <a:pt x="7450588" y="2405145"/>
                  </a:lnTo>
                  <a:lnTo>
                    <a:pt x="7451223" y="2402867"/>
                  </a:lnTo>
                  <a:lnTo>
                    <a:pt x="7451857" y="2400894"/>
                  </a:lnTo>
                  <a:lnTo>
                    <a:pt x="7452492" y="2398502"/>
                  </a:lnTo>
                  <a:lnTo>
                    <a:pt x="7453127" y="2396187"/>
                  </a:lnTo>
                  <a:lnTo>
                    <a:pt x="7453762" y="2393777"/>
                  </a:lnTo>
                  <a:lnTo>
                    <a:pt x="7454397" y="2391746"/>
                  </a:lnTo>
                  <a:lnTo>
                    <a:pt x="7455032" y="2390095"/>
                  </a:lnTo>
                  <a:lnTo>
                    <a:pt x="7455667" y="2388795"/>
                  </a:lnTo>
                  <a:lnTo>
                    <a:pt x="7456301" y="2387657"/>
                  </a:lnTo>
                  <a:lnTo>
                    <a:pt x="7456936" y="2386499"/>
                  </a:lnTo>
                  <a:lnTo>
                    <a:pt x="7457571" y="2385512"/>
                  </a:lnTo>
                  <a:lnTo>
                    <a:pt x="7458206" y="2384886"/>
                  </a:lnTo>
                  <a:lnTo>
                    <a:pt x="7458841" y="2385047"/>
                  </a:lnTo>
                  <a:lnTo>
                    <a:pt x="7459476" y="2385256"/>
                  </a:lnTo>
                  <a:lnTo>
                    <a:pt x="7460110" y="2385635"/>
                  </a:lnTo>
                  <a:lnTo>
                    <a:pt x="7460745" y="2385939"/>
                  </a:lnTo>
                  <a:lnTo>
                    <a:pt x="7461380" y="2385939"/>
                  </a:lnTo>
                  <a:lnTo>
                    <a:pt x="7462015" y="2386243"/>
                  </a:lnTo>
                  <a:lnTo>
                    <a:pt x="7462650" y="2386622"/>
                  </a:lnTo>
                  <a:lnTo>
                    <a:pt x="7463285" y="2387163"/>
                  </a:lnTo>
                  <a:lnTo>
                    <a:pt x="7463920" y="2387505"/>
                  </a:lnTo>
                  <a:lnTo>
                    <a:pt x="7464554" y="2387638"/>
                  </a:lnTo>
                  <a:lnTo>
                    <a:pt x="7465189" y="2387571"/>
                  </a:lnTo>
                  <a:lnTo>
                    <a:pt x="7465824" y="2387571"/>
                  </a:lnTo>
                  <a:lnTo>
                    <a:pt x="7466459" y="2387685"/>
                  </a:lnTo>
                  <a:lnTo>
                    <a:pt x="7467094" y="2387685"/>
                  </a:lnTo>
                  <a:lnTo>
                    <a:pt x="7467729" y="2387647"/>
                  </a:lnTo>
                  <a:lnTo>
                    <a:pt x="7468363" y="2386916"/>
                  </a:lnTo>
                  <a:lnTo>
                    <a:pt x="7468998" y="2386243"/>
                  </a:lnTo>
                  <a:lnTo>
                    <a:pt x="7469633" y="2385673"/>
                  </a:lnTo>
                  <a:lnTo>
                    <a:pt x="7470268" y="2385104"/>
                  </a:lnTo>
                  <a:lnTo>
                    <a:pt x="7470903" y="2384535"/>
                  </a:lnTo>
                  <a:lnTo>
                    <a:pt x="7471538" y="2383965"/>
                  </a:lnTo>
                  <a:lnTo>
                    <a:pt x="7472173" y="2383396"/>
                  </a:lnTo>
                  <a:lnTo>
                    <a:pt x="7472807" y="2382561"/>
                  </a:lnTo>
                  <a:lnTo>
                    <a:pt x="7473442" y="2381802"/>
                  </a:lnTo>
                  <a:lnTo>
                    <a:pt x="7474077" y="2380929"/>
                  </a:lnTo>
                  <a:lnTo>
                    <a:pt x="7474712" y="2380103"/>
                  </a:lnTo>
                  <a:lnTo>
                    <a:pt x="7475347" y="2379363"/>
                  </a:lnTo>
                  <a:lnTo>
                    <a:pt x="7475982" y="2378832"/>
                  </a:lnTo>
                  <a:lnTo>
                    <a:pt x="7476616" y="2378452"/>
                  </a:lnTo>
                  <a:lnTo>
                    <a:pt x="7477251" y="2378500"/>
                  </a:lnTo>
                  <a:lnTo>
                    <a:pt x="7477886" y="2378736"/>
                  </a:lnTo>
                  <a:lnTo>
                    <a:pt x="7478521" y="2378866"/>
                  </a:lnTo>
                  <a:lnTo>
                    <a:pt x="7479156" y="2378774"/>
                  </a:lnTo>
                  <a:lnTo>
                    <a:pt x="7479791" y="2378225"/>
                  </a:lnTo>
                  <a:lnTo>
                    <a:pt x="7480426" y="2377448"/>
                  </a:lnTo>
                  <a:lnTo>
                    <a:pt x="7481060" y="2376478"/>
                  </a:lnTo>
                  <a:lnTo>
                    <a:pt x="7481695" y="2375178"/>
                  </a:lnTo>
                  <a:lnTo>
                    <a:pt x="7482330" y="2374151"/>
                  </a:lnTo>
                  <a:lnTo>
                    <a:pt x="7482965" y="2372951"/>
                  </a:lnTo>
                  <a:lnTo>
                    <a:pt x="7483600" y="2371797"/>
                  </a:lnTo>
                  <a:lnTo>
                    <a:pt x="7484235" y="2370483"/>
                  </a:lnTo>
                  <a:lnTo>
                    <a:pt x="7484869" y="2368963"/>
                  </a:lnTo>
                  <a:lnTo>
                    <a:pt x="7485504" y="2367729"/>
                  </a:lnTo>
                  <a:lnTo>
                    <a:pt x="7486139" y="2366338"/>
                  </a:lnTo>
                  <a:lnTo>
                    <a:pt x="7486774" y="2364783"/>
                  </a:lnTo>
                  <a:lnTo>
                    <a:pt x="7487409" y="2363207"/>
                  </a:lnTo>
                  <a:lnTo>
                    <a:pt x="7488044" y="2361348"/>
                  </a:lnTo>
                  <a:lnTo>
                    <a:pt x="7488678" y="2358949"/>
                  </a:lnTo>
                  <a:lnTo>
                    <a:pt x="7489313" y="2356882"/>
                  </a:lnTo>
                  <a:lnTo>
                    <a:pt x="7489948" y="2355016"/>
                  </a:lnTo>
                  <a:lnTo>
                    <a:pt x="7490583" y="2353219"/>
                  </a:lnTo>
                  <a:lnTo>
                    <a:pt x="7491218" y="2351386"/>
                  </a:lnTo>
                  <a:lnTo>
                    <a:pt x="7491853" y="2349404"/>
                  </a:lnTo>
                  <a:lnTo>
                    <a:pt x="7492488" y="2347655"/>
                  </a:lnTo>
                  <a:lnTo>
                    <a:pt x="7493122" y="2346170"/>
                  </a:lnTo>
                  <a:lnTo>
                    <a:pt x="7493757" y="2344800"/>
                  </a:lnTo>
                  <a:lnTo>
                    <a:pt x="7494392" y="2343562"/>
                  </a:lnTo>
                  <a:lnTo>
                    <a:pt x="7495027" y="2342471"/>
                  </a:lnTo>
                  <a:lnTo>
                    <a:pt x="7495662" y="2341466"/>
                  </a:lnTo>
                  <a:lnTo>
                    <a:pt x="7496297" y="2340493"/>
                  </a:lnTo>
                  <a:lnTo>
                    <a:pt x="7496931" y="2339098"/>
                  </a:lnTo>
                  <a:lnTo>
                    <a:pt x="7497566" y="2338149"/>
                  </a:lnTo>
                  <a:lnTo>
                    <a:pt x="7498201" y="2337390"/>
                  </a:lnTo>
                  <a:lnTo>
                    <a:pt x="7498836" y="2336802"/>
                  </a:lnTo>
                  <a:lnTo>
                    <a:pt x="7499471" y="2336109"/>
                  </a:lnTo>
                  <a:lnTo>
                    <a:pt x="7500106" y="2335540"/>
                  </a:lnTo>
                  <a:lnTo>
                    <a:pt x="7500741" y="2335018"/>
                  </a:lnTo>
                  <a:lnTo>
                    <a:pt x="7501375" y="2334638"/>
                  </a:lnTo>
                  <a:lnTo>
                    <a:pt x="7502010" y="2334259"/>
                  </a:lnTo>
                  <a:lnTo>
                    <a:pt x="7502645" y="2333879"/>
                  </a:lnTo>
                  <a:lnTo>
                    <a:pt x="7503280" y="2333490"/>
                  </a:lnTo>
                  <a:lnTo>
                    <a:pt x="7503915" y="2332921"/>
                  </a:lnTo>
                  <a:lnTo>
                    <a:pt x="7504550" y="2332304"/>
                  </a:lnTo>
                  <a:lnTo>
                    <a:pt x="7505184" y="2331735"/>
                  </a:lnTo>
                  <a:lnTo>
                    <a:pt x="7505819" y="2331260"/>
                  </a:lnTo>
                  <a:lnTo>
                    <a:pt x="7506454" y="2330881"/>
                  </a:lnTo>
                  <a:lnTo>
                    <a:pt x="7507089" y="2330501"/>
                  </a:lnTo>
                  <a:lnTo>
                    <a:pt x="7507724" y="2330131"/>
                  </a:lnTo>
                  <a:lnTo>
                    <a:pt x="7508359" y="2329941"/>
                  </a:lnTo>
                  <a:lnTo>
                    <a:pt x="7508994" y="2329894"/>
                  </a:lnTo>
                  <a:lnTo>
                    <a:pt x="7509628" y="2329894"/>
                  </a:lnTo>
                  <a:lnTo>
                    <a:pt x="7510263" y="2329932"/>
                  </a:lnTo>
                  <a:lnTo>
                    <a:pt x="7510898" y="2330122"/>
                  </a:lnTo>
                  <a:lnTo>
                    <a:pt x="7511533" y="2330264"/>
                  </a:lnTo>
                  <a:lnTo>
                    <a:pt x="7512168" y="2330454"/>
                  </a:lnTo>
                  <a:lnTo>
                    <a:pt x="7512803" y="2330653"/>
                  </a:lnTo>
                  <a:lnTo>
                    <a:pt x="7513437" y="2331070"/>
                  </a:lnTo>
                  <a:lnTo>
                    <a:pt x="7514072" y="2331877"/>
                  </a:lnTo>
                  <a:lnTo>
                    <a:pt x="7514707" y="2332845"/>
                  </a:lnTo>
                  <a:lnTo>
                    <a:pt x="7515342" y="2333832"/>
                  </a:lnTo>
                  <a:lnTo>
                    <a:pt x="7515977" y="2334591"/>
                  </a:lnTo>
                  <a:lnTo>
                    <a:pt x="7516612" y="2335445"/>
                  </a:lnTo>
                  <a:lnTo>
                    <a:pt x="7517247" y="2336232"/>
                  </a:lnTo>
                  <a:lnTo>
                    <a:pt x="7517881" y="2336802"/>
                  </a:lnTo>
                  <a:lnTo>
                    <a:pt x="7518516" y="2337428"/>
                  </a:lnTo>
                  <a:lnTo>
                    <a:pt x="7519151" y="2338187"/>
                  </a:lnTo>
                  <a:lnTo>
                    <a:pt x="7519786" y="2338908"/>
                  </a:lnTo>
                  <a:lnTo>
                    <a:pt x="7520421" y="2339478"/>
                  </a:lnTo>
                  <a:lnTo>
                    <a:pt x="7521056" y="2340094"/>
                  </a:lnTo>
                  <a:lnTo>
                    <a:pt x="7521690" y="2340664"/>
                  </a:lnTo>
                  <a:lnTo>
                    <a:pt x="7522325" y="2341347"/>
                  </a:lnTo>
                  <a:lnTo>
                    <a:pt x="7522960" y="2342021"/>
                  </a:lnTo>
                  <a:lnTo>
                    <a:pt x="7523595" y="2342239"/>
                  </a:lnTo>
                  <a:lnTo>
                    <a:pt x="7524230" y="2342599"/>
                  </a:lnTo>
                  <a:lnTo>
                    <a:pt x="7524865" y="2342846"/>
                  </a:lnTo>
                  <a:lnTo>
                    <a:pt x="7525500" y="2343226"/>
                  </a:lnTo>
                  <a:lnTo>
                    <a:pt x="7526134" y="2343501"/>
                  </a:lnTo>
                  <a:lnTo>
                    <a:pt x="7526769" y="2343653"/>
                  </a:lnTo>
                  <a:lnTo>
                    <a:pt x="7527404" y="2343786"/>
                  </a:lnTo>
                  <a:lnTo>
                    <a:pt x="7528039" y="2343852"/>
                  </a:lnTo>
                  <a:lnTo>
                    <a:pt x="7528674" y="2343966"/>
                  </a:lnTo>
                  <a:lnTo>
                    <a:pt x="7529309" y="2344146"/>
                  </a:lnTo>
                  <a:lnTo>
                    <a:pt x="7529943" y="2344146"/>
                  </a:lnTo>
                  <a:lnTo>
                    <a:pt x="7530578" y="2344317"/>
                  </a:lnTo>
                  <a:lnTo>
                    <a:pt x="7531213" y="2344715"/>
                  </a:lnTo>
                  <a:lnTo>
                    <a:pt x="7531848" y="2345361"/>
                  </a:lnTo>
                  <a:lnTo>
                    <a:pt x="7532483" y="2346044"/>
                  </a:lnTo>
                  <a:lnTo>
                    <a:pt x="7533118" y="2346993"/>
                  </a:lnTo>
                  <a:lnTo>
                    <a:pt x="7533753" y="2347752"/>
                  </a:lnTo>
                  <a:lnTo>
                    <a:pt x="7534387" y="2348511"/>
                  </a:lnTo>
                  <a:lnTo>
                    <a:pt x="7535022" y="2349185"/>
                  </a:lnTo>
                  <a:lnTo>
                    <a:pt x="7535657" y="2349764"/>
                  </a:lnTo>
                  <a:lnTo>
                    <a:pt x="7536292" y="2350238"/>
                  </a:lnTo>
                  <a:lnTo>
                    <a:pt x="7536927" y="2350532"/>
                  </a:lnTo>
                  <a:lnTo>
                    <a:pt x="7537562" y="2350599"/>
                  </a:lnTo>
                  <a:lnTo>
                    <a:pt x="7538196" y="2350637"/>
                  </a:lnTo>
                  <a:lnTo>
                    <a:pt x="7538831" y="2350798"/>
                  </a:lnTo>
                  <a:lnTo>
                    <a:pt x="7539466" y="2351225"/>
                  </a:lnTo>
                  <a:lnTo>
                    <a:pt x="7540101" y="2351851"/>
                  </a:lnTo>
                  <a:lnTo>
                    <a:pt x="7540736" y="2352401"/>
                  </a:lnTo>
                  <a:lnTo>
                    <a:pt x="7541371" y="2352534"/>
                  </a:lnTo>
                  <a:lnTo>
                    <a:pt x="7542005" y="2352515"/>
                  </a:lnTo>
                  <a:lnTo>
                    <a:pt x="7542640" y="2352382"/>
                  </a:lnTo>
                  <a:lnTo>
                    <a:pt x="7543275" y="2352022"/>
                  </a:lnTo>
                  <a:lnTo>
                    <a:pt x="7543910" y="2351804"/>
                  </a:lnTo>
                  <a:lnTo>
                    <a:pt x="7544545" y="2351699"/>
                  </a:lnTo>
                  <a:lnTo>
                    <a:pt x="7545180" y="2351813"/>
                  </a:lnTo>
                  <a:lnTo>
                    <a:pt x="7545815" y="2352942"/>
                  </a:lnTo>
                  <a:lnTo>
                    <a:pt x="7546449" y="2354480"/>
                  </a:lnTo>
                  <a:lnTo>
                    <a:pt x="7547084" y="2356548"/>
                  </a:lnTo>
                  <a:lnTo>
                    <a:pt x="7547719" y="2358655"/>
                  </a:lnTo>
                  <a:lnTo>
                    <a:pt x="7548354" y="2360970"/>
                  </a:lnTo>
                  <a:lnTo>
                    <a:pt x="7548989" y="2363266"/>
                  </a:lnTo>
                  <a:lnTo>
                    <a:pt x="7549624" y="2365506"/>
                  </a:lnTo>
                  <a:lnTo>
                    <a:pt x="7550258" y="2367650"/>
                  </a:lnTo>
                  <a:lnTo>
                    <a:pt x="7550893" y="2369984"/>
                  </a:lnTo>
                  <a:lnTo>
                    <a:pt x="7551528" y="2372670"/>
                  </a:lnTo>
                  <a:lnTo>
                    <a:pt x="7552163" y="2375991"/>
                  </a:lnTo>
                  <a:lnTo>
                    <a:pt x="7552798" y="2380242"/>
                  </a:lnTo>
                  <a:lnTo>
                    <a:pt x="7553433" y="2384882"/>
                  </a:lnTo>
                  <a:lnTo>
                    <a:pt x="7554068" y="2389845"/>
                  </a:lnTo>
                  <a:lnTo>
                    <a:pt x="7554702" y="2394855"/>
                  </a:lnTo>
                  <a:lnTo>
                    <a:pt x="7555337" y="2399049"/>
                  </a:lnTo>
                  <a:lnTo>
                    <a:pt x="7555972" y="2402911"/>
                  </a:lnTo>
                  <a:lnTo>
                    <a:pt x="7556607" y="2406346"/>
                  </a:lnTo>
                  <a:lnTo>
                    <a:pt x="7557242" y="2409619"/>
                  </a:lnTo>
                  <a:lnTo>
                    <a:pt x="7557877" y="2412466"/>
                  </a:lnTo>
                  <a:lnTo>
                    <a:pt x="7558511" y="2415531"/>
                  </a:lnTo>
                  <a:lnTo>
                    <a:pt x="7559146" y="2418435"/>
                  </a:lnTo>
                  <a:lnTo>
                    <a:pt x="7559781" y="2421490"/>
                  </a:lnTo>
                  <a:lnTo>
                    <a:pt x="7560416" y="2424840"/>
                  </a:lnTo>
                  <a:lnTo>
                    <a:pt x="7561051" y="2427990"/>
                  </a:lnTo>
                  <a:lnTo>
                    <a:pt x="7561686" y="2430666"/>
                  </a:lnTo>
                  <a:lnTo>
                    <a:pt x="7562321" y="2432658"/>
                  </a:lnTo>
                  <a:lnTo>
                    <a:pt x="7562955" y="2434072"/>
                  </a:lnTo>
                  <a:lnTo>
                    <a:pt x="7563590" y="2435182"/>
                  </a:lnTo>
                  <a:lnTo>
                    <a:pt x="7564225" y="2436388"/>
                  </a:lnTo>
                  <a:lnTo>
                    <a:pt x="7564860" y="2437896"/>
                  </a:lnTo>
                  <a:lnTo>
                    <a:pt x="7565495" y="2439756"/>
                  </a:lnTo>
                  <a:lnTo>
                    <a:pt x="7566130" y="2441844"/>
                  </a:lnTo>
                  <a:lnTo>
                    <a:pt x="7566764" y="2443903"/>
                  </a:lnTo>
                  <a:lnTo>
                    <a:pt x="7567399" y="2445924"/>
                  </a:lnTo>
                  <a:lnTo>
                    <a:pt x="7568034" y="2447537"/>
                  </a:lnTo>
                  <a:lnTo>
                    <a:pt x="7568669" y="2448951"/>
                  </a:lnTo>
                  <a:lnTo>
                    <a:pt x="7569304" y="2450118"/>
                  </a:lnTo>
                  <a:lnTo>
                    <a:pt x="7569939" y="2450754"/>
                  </a:lnTo>
                  <a:lnTo>
                    <a:pt x="7570574" y="2451418"/>
                  </a:lnTo>
                  <a:lnTo>
                    <a:pt x="7571208" y="2451911"/>
                  </a:lnTo>
                  <a:lnTo>
                    <a:pt x="7571843" y="2452689"/>
                  </a:lnTo>
                  <a:lnTo>
                    <a:pt x="7572478" y="2453638"/>
                  </a:lnTo>
                  <a:lnTo>
                    <a:pt x="7573113" y="2454549"/>
                  </a:lnTo>
                  <a:lnTo>
                    <a:pt x="7573748" y="2455432"/>
                  </a:lnTo>
                  <a:lnTo>
                    <a:pt x="7574383" y="2456229"/>
                  </a:lnTo>
                  <a:lnTo>
                    <a:pt x="7575017" y="2457045"/>
                  </a:lnTo>
                  <a:lnTo>
                    <a:pt x="7575652" y="2458089"/>
                  </a:lnTo>
                  <a:lnTo>
                    <a:pt x="7576287" y="2459417"/>
                  </a:lnTo>
                  <a:lnTo>
                    <a:pt x="7576922" y="2460916"/>
                  </a:lnTo>
                  <a:lnTo>
                    <a:pt x="7577557" y="2462814"/>
                  </a:lnTo>
                  <a:lnTo>
                    <a:pt x="7578192" y="2464740"/>
                  </a:lnTo>
                  <a:lnTo>
                    <a:pt x="7578827" y="2466534"/>
                  </a:lnTo>
                  <a:lnTo>
                    <a:pt x="7579461" y="2468896"/>
                  </a:lnTo>
                  <a:lnTo>
                    <a:pt x="7580096" y="2471458"/>
                  </a:lnTo>
                  <a:lnTo>
                    <a:pt x="7580731" y="2474144"/>
                  </a:lnTo>
                  <a:lnTo>
                    <a:pt x="7581366" y="2476696"/>
                  </a:lnTo>
                  <a:lnTo>
                    <a:pt x="7582001" y="2479211"/>
                  </a:lnTo>
                  <a:lnTo>
                    <a:pt x="7582636" y="2481773"/>
                  </a:lnTo>
                  <a:lnTo>
                    <a:pt x="7583270" y="2484050"/>
                  </a:lnTo>
                  <a:lnTo>
                    <a:pt x="7583905" y="2486185"/>
                  </a:lnTo>
                  <a:lnTo>
                    <a:pt x="7584540" y="2488121"/>
                  </a:lnTo>
                  <a:lnTo>
                    <a:pt x="7585175" y="2489734"/>
                  </a:lnTo>
                  <a:lnTo>
                    <a:pt x="7585810" y="2490930"/>
                  </a:lnTo>
                  <a:lnTo>
                    <a:pt x="7586445" y="2491859"/>
                  </a:lnTo>
                  <a:lnTo>
                    <a:pt x="7587080" y="2492619"/>
                  </a:lnTo>
                  <a:lnTo>
                    <a:pt x="7587714" y="2493397"/>
                  </a:lnTo>
                  <a:lnTo>
                    <a:pt x="7588349" y="2494346"/>
                  </a:lnTo>
                  <a:lnTo>
                    <a:pt x="7588984" y="2494830"/>
                  </a:lnTo>
                  <a:lnTo>
                    <a:pt x="7589619" y="2495019"/>
                  </a:lnTo>
                  <a:lnTo>
                    <a:pt x="7590254" y="2495152"/>
                  </a:lnTo>
                  <a:lnTo>
                    <a:pt x="7590889" y="2495238"/>
                  </a:lnTo>
                  <a:lnTo>
                    <a:pt x="7591523" y="2495238"/>
                  </a:lnTo>
                  <a:lnTo>
                    <a:pt x="7592158" y="2495181"/>
                  </a:lnTo>
                  <a:lnTo>
                    <a:pt x="7592793" y="2495181"/>
                  </a:lnTo>
                  <a:lnTo>
                    <a:pt x="7593428" y="2495228"/>
                  </a:lnTo>
                  <a:lnTo>
                    <a:pt x="7594063" y="2495418"/>
                  </a:lnTo>
                  <a:lnTo>
                    <a:pt x="7594698" y="2495608"/>
                  </a:lnTo>
                  <a:lnTo>
                    <a:pt x="7595332" y="2496120"/>
                  </a:lnTo>
                  <a:lnTo>
                    <a:pt x="7595967" y="2496794"/>
                  </a:lnTo>
                  <a:lnTo>
                    <a:pt x="7596602" y="2497363"/>
                  </a:lnTo>
                  <a:lnTo>
                    <a:pt x="7597237" y="2497932"/>
                  </a:lnTo>
                  <a:lnTo>
                    <a:pt x="7597872" y="2498502"/>
                  </a:lnTo>
                  <a:lnTo>
                    <a:pt x="7598507" y="2499071"/>
                  </a:lnTo>
                  <a:lnTo>
                    <a:pt x="7599142" y="2499640"/>
                  </a:lnTo>
                  <a:lnTo>
                    <a:pt x="7599776" y="2500475"/>
                  </a:lnTo>
                  <a:lnTo>
                    <a:pt x="7600411" y="2501235"/>
                  </a:lnTo>
                  <a:lnTo>
                    <a:pt x="7601046" y="2502107"/>
                  </a:lnTo>
                  <a:lnTo>
                    <a:pt x="7601681" y="2503056"/>
                  </a:lnTo>
                  <a:lnTo>
                    <a:pt x="7602316" y="2504005"/>
                  </a:lnTo>
                  <a:lnTo>
                    <a:pt x="7602951" y="2504916"/>
                  </a:lnTo>
                  <a:lnTo>
                    <a:pt x="7603585" y="2505675"/>
                  </a:lnTo>
                  <a:lnTo>
                    <a:pt x="7604220" y="2506007"/>
                  </a:lnTo>
                  <a:lnTo>
                    <a:pt x="7604855" y="2506150"/>
                  </a:lnTo>
                  <a:lnTo>
                    <a:pt x="7605490" y="2506400"/>
                  </a:lnTo>
                  <a:lnTo>
                    <a:pt x="7606125" y="2506872"/>
                  </a:lnTo>
                  <a:lnTo>
                    <a:pt x="7606760" y="2507791"/>
                  </a:lnTo>
                  <a:lnTo>
                    <a:pt x="7607395" y="2508757"/>
                  </a:lnTo>
                  <a:lnTo>
                    <a:pt x="7608029" y="2509917"/>
                  </a:lnTo>
                  <a:lnTo>
                    <a:pt x="7608664" y="2511077"/>
                  </a:lnTo>
                  <a:lnTo>
                    <a:pt x="7609299" y="2512001"/>
                  </a:lnTo>
                  <a:lnTo>
                    <a:pt x="7609934" y="2512964"/>
                  </a:lnTo>
                  <a:lnTo>
                    <a:pt x="7610569" y="2513851"/>
                  </a:lnTo>
                  <a:lnTo>
                    <a:pt x="7611204" y="2514749"/>
                  </a:lnTo>
                  <a:lnTo>
                    <a:pt x="7611838" y="2515678"/>
                  </a:lnTo>
                  <a:lnTo>
                    <a:pt x="7612473" y="2515987"/>
                  </a:lnTo>
                  <a:lnTo>
                    <a:pt x="7613108" y="2516140"/>
                  </a:lnTo>
                  <a:lnTo>
                    <a:pt x="7613743" y="2516172"/>
                  </a:lnTo>
                  <a:lnTo>
                    <a:pt x="7614378" y="2516008"/>
                  </a:lnTo>
                  <a:lnTo>
                    <a:pt x="7615013" y="2516127"/>
                  </a:lnTo>
                  <a:lnTo>
                    <a:pt x="7615648" y="2516614"/>
                  </a:lnTo>
                  <a:lnTo>
                    <a:pt x="7616282" y="2516447"/>
                  </a:lnTo>
                  <a:lnTo>
                    <a:pt x="7616917" y="2516193"/>
                  </a:lnTo>
                  <a:lnTo>
                    <a:pt x="7617552" y="2515775"/>
                  </a:lnTo>
                  <a:lnTo>
                    <a:pt x="7618187" y="2515211"/>
                  </a:lnTo>
                  <a:lnTo>
                    <a:pt x="7618822" y="2514366"/>
                  </a:lnTo>
                  <a:lnTo>
                    <a:pt x="7619457" y="2514197"/>
                  </a:lnTo>
                  <a:lnTo>
                    <a:pt x="7620091" y="2513946"/>
                  </a:lnTo>
                  <a:lnTo>
                    <a:pt x="7620726" y="2513264"/>
                  </a:lnTo>
                  <a:lnTo>
                    <a:pt x="7621361" y="2512308"/>
                  </a:lnTo>
                  <a:lnTo>
                    <a:pt x="7621996" y="2511254"/>
                  </a:lnTo>
                  <a:lnTo>
                    <a:pt x="7622631" y="2510405"/>
                  </a:lnTo>
                  <a:lnTo>
                    <a:pt x="7623266" y="2509731"/>
                  </a:lnTo>
                  <a:lnTo>
                    <a:pt x="7623901" y="2509638"/>
                  </a:lnTo>
                  <a:lnTo>
                    <a:pt x="7624535" y="2509099"/>
                  </a:lnTo>
                  <a:lnTo>
                    <a:pt x="7625170" y="2508494"/>
                  </a:lnTo>
                  <a:lnTo>
                    <a:pt x="7625805" y="2507961"/>
                  </a:lnTo>
                  <a:lnTo>
                    <a:pt x="7626440" y="2507581"/>
                  </a:lnTo>
                  <a:lnTo>
                    <a:pt x="7627075" y="2507146"/>
                  </a:lnTo>
                  <a:lnTo>
                    <a:pt x="7627710" y="2506795"/>
                  </a:lnTo>
                  <a:lnTo>
                    <a:pt x="7628344" y="2506509"/>
                  </a:lnTo>
                  <a:lnTo>
                    <a:pt x="7628979" y="2506220"/>
                  </a:lnTo>
                  <a:lnTo>
                    <a:pt x="7629614" y="2506029"/>
                  </a:lnTo>
                  <a:lnTo>
                    <a:pt x="7630249" y="2506189"/>
                  </a:lnTo>
                  <a:lnTo>
                    <a:pt x="7630884" y="2506758"/>
                  </a:lnTo>
                  <a:lnTo>
                    <a:pt x="7631519" y="2507506"/>
                  </a:lnTo>
                  <a:lnTo>
                    <a:pt x="7632154" y="2508217"/>
                  </a:lnTo>
                  <a:lnTo>
                    <a:pt x="7632788" y="2508902"/>
                  </a:lnTo>
                  <a:lnTo>
                    <a:pt x="7633423" y="2509504"/>
                  </a:lnTo>
                  <a:lnTo>
                    <a:pt x="7634058" y="2509960"/>
                  </a:lnTo>
                  <a:lnTo>
                    <a:pt x="7634693" y="2510251"/>
                  </a:lnTo>
                  <a:lnTo>
                    <a:pt x="7635328" y="2510439"/>
                  </a:lnTo>
                  <a:lnTo>
                    <a:pt x="7635963" y="2510484"/>
                  </a:lnTo>
                  <a:lnTo>
                    <a:pt x="7636597" y="2510433"/>
                  </a:lnTo>
                  <a:lnTo>
                    <a:pt x="7637232" y="2510292"/>
                  </a:lnTo>
                  <a:lnTo>
                    <a:pt x="7637867" y="2510220"/>
                  </a:lnTo>
                  <a:lnTo>
                    <a:pt x="7638502" y="2510162"/>
                  </a:lnTo>
                  <a:lnTo>
                    <a:pt x="7639137" y="2509935"/>
                  </a:lnTo>
                  <a:lnTo>
                    <a:pt x="7639772" y="2509587"/>
                  </a:lnTo>
                  <a:lnTo>
                    <a:pt x="7640407" y="2508990"/>
                  </a:lnTo>
                  <a:lnTo>
                    <a:pt x="7641041" y="2508154"/>
                  </a:lnTo>
                  <a:lnTo>
                    <a:pt x="7641676" y="2507203"/>
                  </a:lnTo>
                  <a:lnTo>
                    <a:pt x="7642311" y="2505628"/>
                  </a:lnTo>
                  <a:lnTo>
                    <a:pt x="7642946" y="2504300"/>
                  </a:lnTo>
                  <a:lnTo>
                    <a:pt x="7643581" y="2503303"/>
                  </a:lnTo>
                  <a:lnTo>
                    <a:pt x="7644216" y="2502288"/>
                  </a:lnTo>
                  <a:lnTo>
                    <a:pt x="7644850" y="2501254"/>
                  </a:lnTo>
                  <a:lnTo>
                    <a:pt x="7645485" y="2499755"/>
                  </a:lnTo>
                  <a:lnTo>
                    <a:pt x="7646120" y="2498303"/>
                  </a:lnTo>
                  <a:lnTo>
                    <a:pt x="7646755" y="2496974"/>
                  </a:lnTo>
                  <a:lnTo>
                    <a:pt x="7647390" y="2495646"/>
                  </a:lnTo>
                  <a:lnTo>
                    <a:pt x="7648025" y="2494422"/>
                  </a:lnTo>
                  <a:lnTo>
                    <a:pt x="7648659" y="2493473"/>
                  </a:lnTo>
                  <a:lnTo>
                    <a:pt x="7649294" y="2492543"/>
                  </a:lnTo>
                  <a:lnTo>
                    <a:pt x="7649929" y="2491528"/>
                  </a:lnTo>
                  <a:lnTo>
                    <a:pt x="7650564" y="2490493"/>
                  </a:lnTo>
                  <a:lnTo>
                    <a:pt x="7651199" y="2489355"/>
                  </a:lnTo>
                  <a:lnTo>
                    <a:pt x="7651834" y="2487922"/>
                  </a:lnTo>
                  <a:lnTo>
                    <a:pt x="7652469" y="2486053"/>
                  </a:lnTo>
                  <a:lnTo>
                    <a:pt x="7653103" y="2484032"/>
                  </a:lnTo>
                  <a:lnTo>
                    <a:pt x="7653738" y="2482324"/>
                  </a:lnTo>
                  <a:lnTo>
                    <a:pt x="7654373" y="2480758"/>
                  </a:lnTo>
                  <a:lnTo>
                    <a:pt x="7655008" y="2479667"/>
                  </a:lnTo>
                  <a:lnTo>
                    <a:pt x="7655643" y="2478338"/>
                  </a:lnTo>
                  <a:lnTo>
                    <a:pt x="7656278" y="2477019"/>
                  </a:lnTo>
                  <a:lnTo>
                    <a:pt x="7656912" y="2475786"/>
                  </a:lnTo>
                  <a:lnTo>
                    <a:pt x="7657547" y="2474457"/>
                  </a:lnTo>
                  <a:lnTo>
                    <a:pt x="7658182" y="2473129"/>
                  </a:lnTo>
                  <a:lnTo>
                    <a:pt x="7658817" y="2471933"/>
                  </a:lnTo>
                  <a:lnTo>
                    <a:pt x="7659452" y="2470918"/>
                  </a:lnTo>
                  <a:lnTo>
                    <a:pt x="7660087" y="2470054"/>
                  </a:lnTo>
                  <a:lnTo>
                    <a:pt x="7660722" y="2469295"/>
                  </a:lnTo>
                  <a:lnTo>
                    <a:pt x="7661356" y="2468773"/>
                  </a:lnTo>
                  <a:lnTo>
                    <a:pt x="7661991" y="2468641"/>
                  </a:lnTo>
                  <a:lnTo>
                    <a:pt x="7662626" y="2468612"/>
                  </a:lnTo>
                  <a:lnTo>
                    <a:pt x="7663261" y="2468631"/>
                  </a:lnTo>
                  <a:lnTo>
                    <a:pt x="7663896" y="2468906"/>
                  </a:lnTo>
                  <a:lnTo>
                    <a:pt x="7664531" y="2469409"/>
                  </a:lnTo>
                  <a:lnTo>
                    <a:pt x="7665165" y="2470254"/>
                  </a:lnTo>
                  <a:lnTo>
                    <a:pt x="7665800" y="2471193"/>
                  </a:lnTo>
                  <a:lnTo>
                    <a:pt x="7666435" y="2472047"/>
                  </a:lnTo>
                  <a:lnTo>
                    <a:pt x="7667070" y="2473100"/>
                  </a:lnTo>
                  <a:lnTo>
                    <a:pt x="7667705" y="2474135"/>
                  </a:lnTo>
                  <a:lnTo>
                    <a:pt x="7668340" y="2475140"/>
                  </a:lnTo>
                  <a:lnTo>
                    <a:pt x="7668975" y="2476279"/>
                  </a:lnTo>
                  <a:lnTo>
                    <a:pt x="7669609" y="2477551"/>
                  </a:lnTo>
                  <a:lnTo>
                    <a:pt x="7670244" y="2479050"/>
                  </a:lnTo>
                  <a:lnTo>
                    <a:pt x="7670879" y="2480568"/>
                  </a:lnTo>
                  <a:lnTo>
                    <a:pt x="7671514" y="2482001"/>
                  </a:lnTo>
                  <a:lnTo>
                    <a:pt x="7672149" y="2483348"/>
                  </a:lnTo>
                  <a:lnTo>
                    <a:pt x="7672784" y="2484582"/>
                  </a:lnTo>
                  <a:lnTo>
                    <a:pt x="7673418" y="2485578"/>
                  </a:lnTo>
                  <a:lnTo>
                    <a:pt x="7674053" y="2486337"/>
                  </a:lnTo>
                  <a:lnTo>
                    <a:pt x="7674688" y="2487011"/>
                  </a:lnTo>
                  <a:lnTo>
                    <a:pt x="7675323" y="2487580"/>
                  </a:lnTo>
                  <a:lnTo>
                    <a:pt x="7675958" y="2488150"/>
                  </a:lnTo>
                  <a:lnTo>
                    <a:pt x="7676593" y="2488615"/>
                  </a:lnTo>
                  <a:lnTo>
                    <a:pt x="7677228" y="2489099"/>
                  </a:lnTo>
                  <a:lnTo>
                    <a:pt x="7677862" y="2489611"/>
                  </a:lnTo>
                  <a:lnTo>
                    <a:pt x="7678497" y="2489991"/>
                  </a:lnTo>
                  <a:lnTo>
                    <a:pt x="7679132" y="2490237"/>
                  </a:lnTo>
                  <a:lnTo>
                    <a:pt x="7679767" y="2490256"/>
                  </a:lnTo>
                  <a:lnTo>
                    <a:pt x="7680402" y="2490256"/>
                  </a:lnTo>
                  <a:lnTo>
                    <a:pt x="7681037" y="2490256"/>
                  </a:lnTo>
                  <a:lnTo>
                    <a:pt x="7681671" y="2490256"/>
                  </a:lnTo>
                  <a:lnTo>
                    <a:pt x="7682306" y="2490342"/>
                  </a:lnTo>
                  <a:lnTo>
                    <a:pt x="7682941" y="2490830"/>
                  </a:lnTo>
                  <a:lnTo>
                    <a:pt x="7683576" y="2491351"/>
                  </a:lnTo>
                  <a:lnTo>
                    <a:pt x="7684211" y="2491891"/>
                  </a:lnTo>
                  <a:lnTo>
                    <a:pt x="7684846" y="2492632"/>
                  </a:lnTo>
                  <a:lnTo>
                    <a:pt x="7685481" y="2493372"/>
                  </a:lnTo>
                  <a:lnTo>
                    <a:pt x="7686115" y="2494112"/>
                  </a:lnTo>
                  <a:lnTo>
                    <a:pt x="7686750" y="2494763"/>
                  </a:lnTo>
                  <a:lnTo>
                    <a:pt x="7687385" y="2495365"/>
                  </a:lnTo>
                  <a:lnTo>
                    <a:pt x="7688020" y="2495946"/>
                  </a:lnTo>
                  <a:lnTo>
                    <a:pt x="7688655" y="2496571"/>
                  </a:lnTo>
                  <a:lnTo>
                    <a:pt x="7689290" y="2497225"/>
                  </a:lnTo>
                  <a:lnTo>
                    <a:pt x="7689924" y="2498020"/>
                  </a:lnTo>
                  <a:lnTo>
                    <a:pt x="7690559" y="2498753"/>
                  </a:lnTo>
                  <a:lnTo>
                    <a:pt x="7691194" y="2499430"/>
                  </a:lnTo>
                  <a:lnTo>
                    <a:pt x="7691829" y="2500101"/>
                  </a:lnTo>
                  <a:lnTo>
                    <a:pt x="7692464" y="2500616"/>
                  </a:lnTo>
                  <a:lnTo>
                    <a:pt x="7693099" y="2500954"/>
                  </a:lnTo>
                  <a:lnTo>
                    <a:pt x="7693734" y="2501079"/>
                  </a:lnTo>
                  <a:lnTo>
                    <a:pt x="7694368" y="2500320"/>
                  </a:lnTo>
                  <a:lnTo>
                    <a:pt x="7695003" y="2499485"/>
                  </a:lnTo>
                  <a:lnTo>
                    <a:pt x="7695638" y="2498631"/>
                  </a:lnTo>
                  <a:lnTo>
                    <a:pt x="7696273" y="2497768"/>
                  </a:lnTo>
                  <a:lnTo>
                    <a:pt x="7696908" y="2496923"/>
                  </a:lnTo>
                  <a:lnTo>
                    <a:pt x="7697543" y="2495870"/>
                  </a:lnTo>
                  <a:lnTo>
                    <a:pt x="7698177" y="2494950"/>
                  </a:lnTo>
                  <a:lnTo>
                    <a:pt x="7698812" y="2494001"/>
                  </a:lnTo>
                  <a:lnTo>
                    <a:pt x="7699447" y="2492957"/>
                  </a:lnTo>
                  <a:lnTo>
                    <a:pt x="7700082" y="2492160"/>
                  </a:lnTo>
                  <a:lnTo>
                    <a:pt x="7700717" y="2491458"/>
                  </a:lnTo>
                  <a:lnTo>
                    <a:pt x="7701352" y="2490699"/>
                  </a:lnTo>
                  <a:lnTo>
                    <a:pt x="7701987" y="2489939"/>
                  </a:lnTo>
                  <a:lnTo>
                    <a:pt x="7702621" y="2489361"/>
                  </a:lnTo>
                  <a:lnTo>
                    <a:pt x="7703256" y="2488981"/>
                  </a:lnTo>
                  <a:lnTo>
                    <a:pt x="7703891" y="2488791"/>
                  </a:lnTo>
                  <a:lnTo>
                    <a:pt x="7704526" y="2488677"/>
                  </a:lnTo>
                  <a:lnTo>
                    <a:pt x="7705161" y="2488602"/>
                  </a:lnTo>
                  <a:lnTo>
                    <a:pt x="7705796" y="2488829"/>
                  </a:lnTo>
                  <a:lnTo>
                    <a:pt x="7706430" y="2489104"/>
                  </a:lnTo>
                  <a:lnTo>
                    <a:pt x="7707065" y="2489617"/>
                  </a:lnTo>
                  <a:lnTo>
                    <a:pt x="7707700" y="2490101"/>
                  </a:lnTo>
                  <a:lnTo>
                    <a:pt x="7708335" y="2490670"/>
                  </a:lnTo>
                  <a:lnTo>
                    <a:pt x="7708970" y="2491192"/>
                  </a:lnTo>
                  <a:lnTo>
                    <a:pt x="7709605" y="2491638"/>
                  </a:lnTo>
                  <a:lnTo>
                    <a:pt x="7710239" y="2492207"/>
                  </a:lnTo>
                  <a:lnTo>
                    <a:pt x="7710874" y="2492938"/>
                  </a:lnTo>
                  <a:lnTo>
                    <a:pt x="7711509" y="2493697"/>
                  </a:lnTo>
                  <a:lnTo>
                    <a:pt x="7712144" y="2494456"/>
                  </a:lnTo>
                  <a:lnTo>
                    <a:pt x="7712779" y="2495348"/>
                  </a:lnTo>
                  <a:lnTo>
                    <a:pt x="7713414" y="2496487"/>
                  </a:lnTo>
                  <a:lnTo>
                    <a:pt x="7714049" y="2497625"/>
                  </a:lnTo>
                  <a:lnTo>
                    <a:pt x="7714683" y="2498745"/>
                  </a:lnTo>
                  <a:lnTo>
                    <a:pt x="7715318" y="2499694"/>
                  </a:lnTo>
                  <a:lnTo>
                    <a:pt x="7715953" y="2500643"/>
                  </a:lnTo>
                  <a:lnTo>
                    <a:pt x="7716588" y="2501592"/>
                  </a:lnTo>
                  <a:lnTo>
                    <a:pt x="7717223" y="2502436"/>
                  </a:lnTo>
                  <a:lnTo>
                    <a:pt x="7717858" y="2503195"/>
                  </a:lnTo>
                  <a:lnTo>
                    <a:pt x="7718492" y="2503955"/>
                  </a:lnTo>
                  <a:lnTo>
                    <a:pt x="7719127" y="2504647"/>
                  </a:lnTo>
                  <a:lnTo>
                    <a:pt x="7719762" y="2505217"/>
                  </a:lnTo>
                  <a:lnTo>
                    <a:pt x="7720397" y="2505625"/>
                  </a:lnTo>
                  <a:lnTo>
                    <a:pt x="7721032" y="2506004"/>
                  </a:lnTo>
                  <a:lnTo>
                    <a:pt x="7721667" y="2506384"/>
                  </a:lnTo>
                  <a:lnTo>
                    <a:pt x="7722302" y="2506630"/>
                  </a:lnTo>
                  <a:lnTo>
                    <a:pt x="7722936" y="2506630"/>
                  </a:lnTo>
                  <a:lnTo>
                    <a:pt x="7723571" y="2506630"/>
                  </a:lnTo>
                  <a:lnTo>
                    <a:pt x="7724206" y="2506630"/>
                  </a:lnTo>
                  <a:lnTo>
                    <a:pt x="7724841" y="2506630"/>
                  </a:lnTo>
                  <a:lnTo>
                    <a:pt x="7725476" y="2506630"/>
                  </a:lnTo>
                  <a:lnTo>
                    <a:pt x="7726111" y="2506630"/>
                  </a:lnTo>
                  <a:lnTo>
                    <a:pt x="7726745" y="2506630"/>
                  </a:lnTo>
                  <a:lnTo>
                    <a:pt x="7727380" y="2506630"/>
                  </a:lnTo>
                  <a:lnTo>
                    <a:pt x="7728015" y="2506630"/>
                  </a:lnTo>
                  <a:lnTo>
                    <a:pt x="7728650" y="2506630"/>
                  </a:lnTo>
                  <a:lnTo>
                    <a:pt x="7729285" y="2506630"/>
                  </a:lnTo>
                  <a:lnTo>
                    <a:pt x="7729920" y="2506630"/>
                  </a:lnTo>
                  <a:lnTo>
                    <a:pt x="7730555" y="2506630"/>
                  </a:lnTo>
                  <a:lnTo>
                    <a:pt x="7731189" y="2506630"/>
                  </a:lnTo>
                  <a:lnTo>
                    <a:pt x="7731824" y="2506630"/>
                  </a:lnTo>
                  <a:lnTo>
                    <a:pt x="7732459" y="2506630"/>
                  </a:lnTo>
                  <a:lnTo>
                    <a:pt x="7733094" y="2506630"/>
                  </a:lnTo>
                  <a:lnTo>
                    <a:pt x="7733729" y="2506640"/>
                  </a:lnTo>
                  <a:lnTo>
                    <a:pt x="7734364" y="2506830"/>
                  </a:lnTo>
                  <a:lnTo>
                    <a:pt x="7734998" y="2507019"/>
                  </a:lnTo>
                  <a:lnTo>
                    <a:pt x="7735633" y="2507209"/>
                  </a:lnTo>
                  <a:lnTo>
                    <a:pt x="7736268" y="2507456"/>
                  </a:lnTo>
                  <a:lnTo>
                    <a:pt x="7736903" y="2507835"/>
                  </a:lnTo>
                  <a:lnTo>
                    <a:pt x="7737538" y="2508319"/>
                  </a:lnTo>
                  <a:lnTo>
                    <a:pt x="7738173" y="2508889"/>
                  </a:lnTo>
                  <a:lnTo>
                    <a:pt x="7738808" y="2509572"/>
                  </a:lnTo>
                  <a:lnTo>
                    <a:pt x="7739442" y="2510464"/>
                  </a:lnTo>
                  <a:lnTo>
                    <a:pt x="7740077" y="2511669"/>
                  </a:lnTo>
                  <a:lnTo>
                    <a:pt x="7740712" y="2513159"/>
                  </a:lnTo>
                  <a:lnTo>
                    <a:pt x="7741347" y="2514867"/>
                  </a:lnTo>
                  <a:lnTo>
                    <a:pt x="7741982" y="2516499"/>
                  </a:lnTo>
                  <a:lnTo>
                    <a:pt x="7742617" y="2518188"/>
                  </a:lnTo>
                  <a:lnTo>
                    <a:pt x="7743251" y="2520199"/>
                  </a:lnTo>
                  <a:lnTo>
                    <a:pt x="7743886" y="2522097"/>
                  </a:lnTo>
                  <a:lnTo>
                    <a:pt x="7744521" y="2524090"/>
                  </a:lnTo>
                  <a:lnTo>
                    <a:pt x="7745156" y="2526263"/>
                  </a:lnTo>
                  <a:lnTo>
                    <a:pt x="7745791" y="2528758"/>
                  </a:lnTo>
                  <a:lnTo>
                    <a:pt x="7746426" y="2530371"/>
                  </a:lnTo>
                  <a:lnTo>
                    <a:pt x="7747061" y="2531784"/>
                  </a:lnTo>
                  <a:lnTo>
                    <a:pt x="7747695" y="2533381"/>
                  </a:lnTo>
                  <a:lnTo>
                    <a:pt x="7748330" y="2535006"/>
                  </a:lnTo>
                  <a:lnTo>
                    <a:pt x="7748965" y="2536581"/>
                  </a:lnTo>
                  <a:lnTo>
                    <a:pt x="7749600" y="2537866"/>
                  </a:lnTo>
                  <a:lnTo>
                    <a:pt x="7750235" y="2538944"/>
                  </a:lnTo>
                  <a:lnTo>
                    <a:pt x="7750870" y="2540153"/>
                  </a:lnTo>
                  <a:lnTo>
                    <a:pt x="7751504" y="2541305"/>
                  </a:lnTo>
                  <a:lnTo>
                    <a:pt x="7752139" y="2542376"/>
                  </a:lnTo>
                  <a:lnTo>
                    <a:pt x="7752774" y="2543116"/>
                  </a:lnTo>
                  <a:lnTo>
                    <a:pt x="7753409" y="2543807"/>
                  </a:lnTo>
                  <a:lnTo>
                    <a:pt x="7754044" y="2544429"/>
                  </a:lnTo>
                  <a:lnTo>
                    <a:pt x="7754679" y="2544920"/>
                  </a:lnTo>
                  <a:lnTo>
                    <a:pt x="7755314" y="2545203"/>
                  </a:lnTo>
                  <a:lnTo>
                    <a:pt x="7755948" y="2545489"/>
                  </a:lnTo>
                  <a:lnTo>
                    <a:pt x="7756583" y="2545802"/>
                  </a:lnTo>
                  <a:lnTo>
                    <a:pt x="7757218" y="2545843"/>
                  </a:lnTo>
                  <a:lnTo>
                    <a:pt x="7757853" y="2545738"/>
                  </a:lnTo>
                  <a:lnTo>
                    <a:pt x="7758488" y="2545501"/>
                  </a:lnTo>
                  <a:lnTo>
                    <a:pt x="7759123" y="2545254"/>
                  </a:lnTo>
                  <a:lnTo>
                    <a:pt x="7759757" y="2545033"/>
                  </a:lnTo>
                  <a:lnTo>
                    <a:pt x="7760392" y="2544957"/>
                  </a:lnTo>
                  <a:lnTo>
                    <a:pt x="7761027" y="2545175"/>
                  </a:lnTo>
                  <a:lnTo>
                    <a:pt x="7761662" y="2545576"/>
                  </a:lnTo>
                  <a:lnTo>
                    <a:pt x="7762297" y="2545959"/>
                  </a:lnTo>
                  <a:lnTo>
                    <a:pt x="7762932" y="2546341"/>
                  </a:lnTo>
                  <a:lnTo>
                    <a:pt x="7763566" y="2546771"/>
                  </a:lnTo>
                  <a:lnTo>
                    <a:pt x="7764201" y="2547291"/>
                  </a:lnTo>
                  <a:lnTo>
                    <a:pt x="7764836" y="2547742"/>
                  </a:lnTo>
                  <a:lnTo>
                    <a:pt x="7765471" y="2548256"/>
                  </a:lnTo>
                  <a:lnTo>
                    <a:pt x="7766106" y="2549053"/>
                  </a:lnTo>
                  <a:lnTo>
                    <a:pt x="7766741" y="2549960"/>
                  </a:lnTo>
                  <a:lnTo>
                    <a:pt x="7767376" y="2550937"/>
                  </a:lnTo>
                  <a:lnTo>
                    <a:pt x="7768010" y="2552010"/>
                  </a:lnTo>
                  <a:lnTo>
                    <a:pt x="7768645" y="2552961"/>
                  </a:lnTo>
                  <a:lnTo>
                    <a:pt x="7769280" y="2554593"/>
                  </a:lnTo>
                  <a:lnTo>
                    <a:pt x="7769915" y="2556111"/>
                  </a:lnTo>
                  <a:lnTo>
                    <a:pt x="7770550" y="2557468"/>
                  </a:lnTo>
                  <a:lnTo>
                    <a:pt x="7771185" y="2559015"/>
                  </a:lnTo>
                  <a:lnTo>
                    <a:pt x="7771819" y="2560618"/>
                  </a:lnTo>
                  <a:lnTo>
                    <a:pt x="7772454" y="2562687"/>
                  </a:lnTo>
                  <a:lnTo>
                    <a:pt x="7773089" y="2564708"/>
                  </a:lnTo>
                  <a:lnTo>
                    <a:pt x="7773724" y="2566606"/>
                  </a:lnTo>
                  <a:lnTo>
                    <a:pt x="7774359" y="2568466"/>
                  </a:lnTo>
                  <a:lnTo>
                    <a:pt x="7774994" y="2569993"/>
                  </a:lnTo>
                  <a:lnTo>
                    <a:pt x="7775629" y="2571132"/>
                  </a:lnTo>
                  <a:lnTo>
                    <a:pt x="7776263" y="2572252"/>
                  </a:lnTo>
                  <a:lnTo>
                    <a:pt x="7776898" y="2573504"/>
                  </a:lnTo>
                  <a:lnTo>
                    <a:pt x="7777533" y="2574985"/>
                  </a:lnTo>
                  <a:lnTo>
                    <a:pt x="7778168" y="2576693"/>
                  </a:lnTo>
                  <a:lnTo>
                    <a:pt x="7778803" y="2578638"/>
                  </a:lnTo>
                  <a:lnTo>
                    <a:pt x="7779438" y="2580887"/>
                  </a:lnTo>
                  <a:lnTo>
                    <a:pt x="7780072" y="2583126"/>
                  </a:lnTo>
                  <a:lnTo>
                    <a:pt x="7780707" y="2585062"/>
                  </a:lnTo>
                  <a:lnTo>
                    <a:pt x="7781342" y="2586874"/>
                  </a:lnTo>
                  <a:lnTo>
                    <a:pt x="7781977" y="2588345"/>
                  </a:lnTo>
                  <a:lnTo>
                    <a:pt x="7782612" y="2590053"/>
                  </a:lnTo>
                  <a:lnTo>
                    <a:pt x="7783247" y="2591761"/>
                  </a:lnTo>
                  <a:lnTo>
                    <a:pt x="7783882" y="2593602"/>
                  </a:lnTo>
                  <a:lnTo>
                    <a:pt x="7784516" y="2595689"/>
                  </a:lnTo>
                  <a:lnTo>
                    <a:pt x="7785151" y="2597777"/>
                  </a:lnTo>
                  <a:lnTo>
                    <a:pt x="7785786" y="2599732"/>
                  </a:lnTo>
                  <a:lnTo>
                    <a:pt x="7786421" y="2601459"/>
                  </a:lnTo>
                  <a:lnTo>
                    <a:pt x="7787056" y="2602891"/>
                  </a:lnTo>
                  <a:lnTo>
                    <a:pt x="7787691" y="2604220"/>
                  </a:lnTo>
                  <a:lnTo>
                    <a:pt x="7788325" y="2605311"/>
                  </a:lnTo>
                  <a:lnTo>
                    <a:pt x="7788960" y="2606099"/>
                  </a:lnTo>
                  <a:lnTo>
                    <a:pt x="7789595" y="2606877"/>
                  </a:lnTo>
                  <a:lnTo>
                    <a:pt x="7790230" y="2607712"/>
                  </a:lnTo>
                  <a:lnTo>
                    <a:pt x="7790865" y="2608272"/>
                  </a:lnTo>
                  <a:lnTo>
                    <a:pt x="7791500" y="2608480"/>
                  </a:lnTo>
                  <a:lnTo>
                    <a:pt x="7792135" y="2608101"/>
                  </a:lnTo>
                  <a:lnTo>
                    <a:pt x="7792769" y="2607721"/>
                  </a:lnTo>
                  <a:lnTo>
                    <a:pt x="7793404" y="2607247"/>
                  </a:lnTo>
                  <a:lnTo>
                    <a:pt x="7794039" y="2606677"/>
                  </a:lnTo>
                  <a:lnTo>
                    <a:pt x="7794674" y="2606212"/>
                  </a:lnTo>
                  <a:lnTo>
                    <a:pt x="7795309" y="2605833"/>
                  </a:lnTo>
                  <a:lnTo>
                    <a:pt x="7795944" y="2605453"/>
                  </a:lnTo>
                  <a:lnTo>
                    <a:pt x="7796578" y="2604818"/>
                  </a:lnTo>
                  <a:lnTo>
                    <a:pt x="7797213" y="2604582"/>
                  </a:lnTo>
                  <a:lnTo>
                    <a:pt x="7797848" y="2604391"/>
                  </a:lnTo>
                  <a:lnTo>
                    <a:pt x="7798483" y="2604250"/>
                  </a:lnTo>
                  <a:lnTo>
                    <a:pt x="7799118" y="2603973"/>
                  </a:lnTo>
                  <a:lnTo>
                    <a:pt x="7799753" y="2603504"/>
                  </a:lnTo>
                  <a:lnTo>
                    <a:pt x="7800388" y="2603181"/>
                  </a:lnTo>
                  <a:lnTo>
                    <a:pt x="7801022" y="2603023"/>
                  </a:lnTo>
                  <a:lnTo>
                    <a:pt x="7801657" y="2603107"/>
                  </a:lnTo>
                  <a:lnTo>
                    <a:pt x="7802292" y="2603191"/>
                  </a:lnTo>
                  <a:lnTo>
                    <a:pt x="7802927" y="2603213"/>
                  </a:lnTo>
                  <a:lnTo>
                    <a:pt x="7803562" y="2603395"/>
                  </a:lnTo>
                  <a:lnTo>
                    <a:pt x="7804197" y="2603422"/>
                  </a:lnTo>
                  <a:lnTo>
                    <a:pt x="7804831" y="2603364"/>
                  </a:lnTo>
                  <a:lnTo>
                    <a:pt x="7805466" y="2603292"/>
                  </a:lnTo>
                  <a:lnTo>
                    <a:pt x="7806101" y="2603325"/>
                  </a:lnTo>
                  <a:lnTo>
                    <a:pt x="7806736" y="2603376"/>
                  </a:lnTo>
                  <a:lnTo>
                    <a:pt x="7807371" y="2603427"/>
                  </a:lnTo>
                  <a:lnTo>
                    <a:pt x="7808006" y="2603183"/>
                  </a:lnTo>
                  <a:lnTo>
                    <a:pt x="7808641" y="2603056"/>
                  </a:lnTo>
                  <a:lnTo>
                    <a:pt x="7809275" y="2602951"/>
                  </a:lnTo>
                  <a:lnTo>
                    <a:pt x="7809910" y="2602604"/>
                  </a:lnTo>
                  <a:lnTo>
                    <a:pt x="7810545" y="2602357"/>
                  </a:lnTo>
                  <a:lnTo>
                    <a:pt x="7811180" y="2602109"/>
                  </a:lnTo>
                  <a:lnTo>
                    <a:pt x="7811815" y="2601833"/>
                  </a:lnTo>
                  <a:lnTo>
                    <a:pt x="7812450" y="2601619"/>
                  </a:lnTo>
                  <a:lnTo>
                    <a:pt x="7813084" y="2601468"/>
                  </a:lnTo>
                  <a:lnTo>
                    <a:pt x="7813719" y="2601529"/>
                  </a:lnTo>
                  <a:lnTo>
                    <a:pt x="7814354" y="2601612"/>
                  </a:lnTo>
                  <a:lnTo>
                    <a:pt x="7814989" y="2601410"/>
                  </a:lnTo>
                  <a:lnTo>
                    <a:pt x="7815624" y="2601402"/>
                  </a:lnTo>
                  <a:lnTo>
                    <a:pt x="7816259" y="2601507"/>
                  </a:lnTo>
                  <a:lnTo>
                    <a:pt x="7816893" y="2601613"/>
                  </a:lnTo>
                  <a:lnTo>
                    <a:pt x="7817528" y="2601829"/>
                  </a:lnTo>
                  <a:lnTo>
                    <a:pt x="7818163" y="2602149"/>
                  </a:lnTo>
                  <a:lnTo>
                    <a:pt x="7818798" y="2602531"/>
                  </a:lnTo>
                  <a:lnTo>
                    <a:pt x="7819433" y="2602907"/>
                  </a:lnTo>
                  <a:lnTo>
                    <a:pt x="7820068" y="2603328"/>
                  </a:lnTo>
                  <a:lnTo>
                    <a:pt x="7820703" y="2603943"/>
                  </a:lnTo>
                  <a:lnTo>
                    <a:pt x="7821337" y="2605338"/>
                  </a:lnTo>
                  <a:lnTo>
                    <a:pt x="7821972" y="2606932"/>
                  </a:lnTo>
                  <a:lnTo>
                    <a:pt x="7822607" y="2608707"/>
                  </a:lnTo>
                  <a:lnTo>
                    <a:pt x="7823242" y="2610605"/>
                  </a:lnTo>
                  <a:lnTo>
                    <a:pt x="7823877" y="2612588"/>
                  </a:lnTo>
                  <a:lnTo>
                    <a:pt x="7824512" y="2614837"/>
                  </a:lnTo>
                  <a:lnTo>
                    <a:pt x="7825146" y="2616924"/>
                  </a:lnTo>
                  <a:lnTo>
                    <a:pt x="7825781" y="2619012"/>
                  </a:lnTo>
                  <a:lnTo>
                    <a:pt x="7826416" y="2621099"/>
                  </a:lnTo>
                  <a:lnTo>
                    <a:pt x="7827051" y="2623035"/>
                  </a:lnTo>
                  <a:lnTo>
                    <a:pt x="7827686" y="2624828"/>
                  </a:lnTo>
                  <a:lnTo>
                    <a:pt x="7828321" y="2626536"/>
                  </a:lnTo>
                  <a:lnTo>
                    <a:pt x="7828956" y="2628244"/>
                  </a:lnTo>
                  <a:lnTo>
                    <a:pt x="7829590" y="2629772"/>
                  </a:lnTo>
                  <a:lnTo>
                    <a:pt x="7830225" y="2631101"/>
                  </a:lnTo>
                  <a:lnTo>
                    <a:pt x="7830860" y="2632173"/>
                  </a:lnTo>
                  <a:lnTo>
                    <a:pt x="7831495" y="2633046"/>
                  </a:lnTo>
                  <a:lnTo>
                    <a:pt x="7832130" y="2633738"/>
                  </a:lnTo>
                  <a:lnTo>
                    <a:pt x="7832765" y="2634184"/>
                  </a:lnTo>
                  <a:lnTo>
                    <a:pt x="7833399" y="2634479"/>
                  </a:lnTo>
                  <a:lnTo>
                    <a:pt x="7834034" y="2634479"/>
                  </a:lnTo>
                  <a:lnTo>
                    <a:pt x="7834669" y="2634740"/>
                  </a:lnTo>
                  <a:lnTo>
                    <a:pt x="7835304" y="2635024"/>
                  </a:lnTo>
                  <a:lnTo>
                    <a:pt x="7835939" y="2635334"/>
                  </a:lnTo>
                  <a:lnTo>
                    <a:pt x="7836574" y="2635794"/>
                  </a:lnTo>
                  <a:lnTo>
                    <a:pt x="7837209" y="2636280"/>
                  </a:lnTo>
                  <a:lnTo>
                    <a:pt x="7837843" y="2636759"/>
                  </a:lnTo>
                  <a:lnTo>
                    <a:pt x="7838478" y="2637237"/>
                  </a:lnTo>
                  <a:lnTo>
                    <a:pt x="7839113" y="2637716"/>
                  </a:lnTo>
                  <a:lnTo>
                    <a:pt x="7839748" y="2638194"/>
                  </a:lnTo>
                  <a:lnTo>
                    <a:pt x="7840383" y="2638673"/>
                  </a:lnTo>
                  <a:lnTo>
                    <a:pt x="7841018" y="2639151"/>
                  </a:lnTo>
                  <a:lnTo>
                    <a:pt x="7841652" y="2639630"/>
                  </a:lnTo>
                  <a:lnTo>
                    <a:pt x="7842287" y="2640108"/>
                  </a:lnTo>
                  <a:lnTo>
                    <a:pt x="7842922" y="2640565"/>
                  </a:lnTo>
                  <a:lnTo>
                    <a:pt x="7843557" y="2640934"/>
                  </a:lnTo>
                  <a:lnTo>
                    <a:pt x="7844192" y="2641213"/>
                  </a:lnTo>
                  <a:lnTo>
                    <a:pt x="7844827" y="2641481"/>
                  </a:lnTo>
                  <a:lnTo>
                    <a:pt x="7845462" y="2641514"/>
                  </a:lnTo>
                  <a:lnTo>
                    <a:pt x="7846096" y="2641513"/>
                  </a:lnTo>
                  <a:lnTo>
                    <a:pt x="7846731" y="2641482"/>
                  </a:lnTo>
                  <a:lnTo>
                    <a:pt x="7847366" y="2641074"/>
                  </a:lnTo>
                  <a:lnTo>
                    <a:pt x="7848001" y="2640505"/>
                  </a:lnTo>
                  <a:lnTo>
                    <a:pt x="7848636" y="2639850"/>
                  </a:lnTo>
                  <a:lnTo>
                    <a:pt x="7849271" y="2639091"/>
                  </a:lnTo>
                  <a:lnTo>
                    <a:pt x="7849905" y="2638332"/>
                  </a:lnTo>
                  <a:lnTo>
                    <a:pt x="7850540" y="2637487"/>
                  </a:lnTo>
                  <a:lnTo>
                    <a:pt x="7851175" y="2636358"/>
                  </a:lnTo>
                  <a:lnTo>
                    <a:pt x="7851810" y="2635058"/>
                  </a:lnTo>
                  <a:lnTo>
                    <a:pt x="7852445" y="2633768"/>
                  </a:lnTo>
                  <a:lnTo>
                    <a:pt x="7853080" y="2632629"/>
                  </a:lnTo>
                  <a:lnTo>
                    <a:pt x="7853715" y="2631661"/>
                  </a:lnTo>
                  <a:lnTo>
                    <a:pt x="7854349" y="2630712"/>
                  </a:lnTo>
                  <a:lnTo>
                    <a:pt x="7854984" y="2629507"/>
                  </a:lnTo>
                  <a:lnTo>
                    <a:pt x="7855619" y="2627989"/>
                  </a:lnTo>
                  <a:lnTo>
                    <a:pt x="7856254" y="2626376"/>
                  </a:lnTo>
                  <a:lnTo>
                    <a:pt x="7856889" y="2624696"/>
                  </a:lnTo>
                  <a:lnTo>
                    <a:pt x="7857524" y="2623159"/>
                  </a:lnTo>
                  <a:lnTo>
                    <a:pt x="7858158" y="2621537"/>
                  </a:lnTo>
                  <a:lnTo>
                    <a:pt x="7858793" y="2620018"/>
                  </a:lnTo>
                  <a:lnTo>
                    <a:pt x="7859428" y="2618187"/>
                  </a:lnTo>
                  <a:lnTo>
                    <a:pt x="7860063" y="2616375"/>
                  </a:lnTo>
                  <a:lnTo>
                    <a:pt x="7860698" y="2614847"/>
                  </a:lnTo>
                  <a:lnTo>
                    <a:pt x="7861333" y="2613310"/>
                  </a:lnTo>
                  <a:lnTo>
                    <a:pt x="7861968" y="2611791"/>
                  </a:lnTo>
                  <a:lnTo>
                    <a:pt x="7862602" y="2610216"/>
                  </a:lnTo>
                  <a:lnTo>
                    <a:pt x="7863237" y="2608508"/>
                  </a:lnTo>
                  <a:lnTo>
                    <a:pt x="7863872" y="2606800"/>
                  </a:lnTo>
                  <a:lnTo>
                    <a:pt x="7864507" y="2605348"/>
                  </a:lnTo>
                  <a:lnTo>
                    <a:pt x="7865142" y="2604210"/>
                  </a:lnTo>
                  <a:lnTo>
                    <a:pt x="7865777" y="2603166"/>
                  </a:lnTo>
                  <a:lnTo>
                    <a:pt x="7866411" y="2602217"/>
                  </a:lnTo>
                  <a:lnTo>
                    <a:pt x="7867046" y="2601287"/>
                  </a:lnTo>
                  <a:lnTo>
                    <a:pt x="7867681" y="2600528"/>
                  </a:lnTo>
                  <a:lnTo>
                    <a:pt x="7868316" y="2599769"/>
                  </a:lnTo>
                  <a:lnTo>
                    <a:pt x="7868951" y="2599399"/>
                  </a:lnTo>
                  <a:lnTo>
                    <a:pt x="7869586" y="2599209"/>
                  </a:lnTo>
                  <a:lnTo>
                    <a:pt x="7870220" y="2599019"/>
                  </a:lnTo>
                  <a:lnTo>
                    <a:pt x="7870855" y="2599010"/>
                  </a:lnTo>
                  <a:lnTo>
                    <a:pt x="7871490" y="2599305"/>
                  </a:lnTo>
                  <a:lnTo>
                    <a:pt x="7872125" y="2599573"/>
                  </a:lnTo>
                  <a:lnTo>
                    <a:pt x="7872760" y="2599907"/>
                  </a:lnTo>
                  <a:lnTo>
                    <a:pt x="7873395" y="2600130"/>
                  </a:lnTo>
                  <a:lnTo>
                    <a:pt x="7874030" y="2600523"/>
                  </a:lnTo>
                  <a:lnTo>
                    <a:pt x="7874664" y="2601011"/>
                  </a:lnTo>
                  <a:lnTo>
                    <a:pt x="7875299" y="2601613"/>
                  </a:lnTo>
                  <a:lnTo>
                    <a:pt x="7875934" y="2602215"/>
                  </a:lnTo>
                  <a:lnTo>
                    <a:pt x="7876569" y="2602817"/>
                  </a:lnTo>
                  <a:lnTo>
                    <a:pt x="7877204" y="2603419"/>
                  </a:lnTo>
                  <a:lnTo>
                    <a:pt x="7877839" y="2603731"/>
                  </a:lnTo>
                  <a:lnTo>
                    <a:pt x="7878473" y="2604099"/>
                  </a:lnTo>
                  <a:lnTo>
                    <a:pt x="7879108" y="2604425"/>
                  </a:lnTo>
                  <a:lnTo>
                    <a:pt x="7879743" y="2604839"/>
                  </a:lnTo>
                  <a:lnTo>
                    <a:pt x="7880378" y="2605254"/>
                  </a:lnTo>
                  <a:lnTo>
                    <a:pt x="7881013" y="2605663"/>
                  </a:lnTo>
                  <a:lnTo>
                    <a:pt x="7881648" y="2606151"/>
                  </a:lnTo>
                  <a:lnTo>
                    <a:pt x="7882283" y="2606661"/>
                  </a:lnTo>
                  <a:lnTo>
                    <a:pt x="7882917" y="2607043"/>
                  </a:lnTo>
                  <a:lnTo>
                    <a:pt x="7883552" y="2607111"/>
                  </a:lnTo>
                  <a:lnTo>
                    <a:pt x="7884187" y="2607109"/>
                  </a:lnTo>
                  <a:lnTo>
                    <a:pt x="7884822" y="2606892"/>
                  </a:lnTo>
                  <a:lnTo>
                    <a:pt x="7885457" y="2606618"/>
                  </a:lnTo>
                  <a:lnTo>
                    <a:pt x="7886092" y="2606344"/>
                  </a:lnTo>
                  <a:lnTo>
                    <a:pt x="7886726" y="2606070"/>
                  </a:lnTo>
                  <a:lnTo>
                    <a:pt x="7887361" y="2605734"/>
                  </a:lnTo>
                  <a:lnTo>
                    <a:pt x="7887996" y="2605249"/>
                  </a:lnTo>
                  <a:lnTo>
                    <a:pt x="7888631" y="2604746"/>
                  </a:lnTo>
                  <a:lnTo>
                    <a:pt x="7889266" y="2604367"/>
                  </a:lnTo>
                  <a:lnTo>
                    <a:pt x="7889901" y="2603987"/>
                  </a:lnTo>
                  <a:lnTo>
                    <a:pt x="7890536" y="2603608"/>
                  </a:lnTo>
                  <a:lnTo>
                    <a:pt x="7891170" y="2603570"/>
                  </a:lnTo>
                  <a:lnTo>
                    <a:pt x="7891805" y="2603455"/>
                  </a:lnTo>
                  <a:lnTo>
                    <a:pt x="7892440" y="2603312"/>
                  </a:lnTo>
                  <a:lnTo>
                    <a:pt x="7893075" y="2603311"/>
                  </a:lnTo>
                  <a:lnTo>
                    <a:pt x="7893710" y="2603310"/>
                  </a:lnTo>
                  <a:lnTo>
                    <a:pt x="7894345" y="2603655"/>
                  </a:lnTo>
                  <a:lnTo>
                    <a:pt x="7894979" y="2604210"/>
                  </a:lnTo>
                  <a:lnTo>
                    <a:pt x="7895614" y="2604888"/>
                  </a:lnTo>
                  <a:lnTo>
                    <a:pt x="7896249" y="2605555"/>
                  </a:lnTo>
                  <a:lnTo>
                    <a:pt x="7896884" y="2606165"/>
                  </a:lnTo>
                  <a:lnTo>
                    <a:pt x="7897519" y="2606737"/>
                  </a:lnTo>
                  <a:lnTo>
                    <a:pt x="7898154" y="2607310"/>
                  </a:lnTo>
                  <a:lnTo>
                    <a:pt x="7898789" y="2607882"/>
                  </a:lnTo>
                  <a:lnTo>
                    <a:pt x="7899423" y="2608455"/>
                  </a:lnTo>
                  <a:lnTo>
                    <a:pt x="7900058" y="2609027"/>
                  </a:lnTo>
                  <a:lnTo>
                    <a:pt x="7900693" y="2609612"/>
                  </a:lnTo>
                  <a:lnTo>
                    <a:pt x="7901328" y="2610310"/>
                  </a:lnTo>
                  <a:lnTo>
                    <a:pt x="7901963" y="2611178"/>
                  </a:lnTo>
                  <a:lnTo>
                    <a:pt x="7902598" y="2612047"/>
                  </a:lnTo>
                  <a:lnTo>
                    <a:pt x="7903232" y="2612915"/>
                  </a:lnTo>
                  <a:lnTo>
                    <a:pt x="7903867" y="2613642"/>
                  </a:lnTo>
                  <a:lnTo>
                    <a:pt x="7904502" y="2614097"/>
                  </a:lnTo>
                  <a:lnTo>
                    <a:pt x="7905137" y="2614428"/>
                  </a:lnTo>
                  <a:lnTo>
                    <a:pt x="7905772" y="2614724"/>
                  </a:lnTo>
                  <a:lnTo>
                    <a:pt x="7906407" y="2614838"/>
                  </a:lnTo>
                  <a:lnTo>
                    <a:pt x="7907042" y="2615027"/>
                  </a:lnTo>
                  <a:lnTo>
                    <a:pt x="7907676" y="2615217"/>
                  </a:lnTo>
                  <a:lnTo>
                    <a:pt x="7908311" y="2615407"/>
                  </a:lnTo>
                  <a:lnTo>
                    <a:pt x="7908946" y="2615597"/>
                  </a:lnTo>
                  <a:lnTo>
                    <a:pt x="7909581" y="2615786"/>
                  </a:lnTo>
                  <a:lnTo>
                    <a:pt x="7910216" y="2615976"/>
                  </a:lnTo>
                  <a:lnTo>
                    <a:pt x="7910851" y="2616128"/>
                  </a:lnTo>
                  <a:lnTo>
                    <a:pt x="7911485" y="2616128"/>
                  </a:lnTo>
                  <a:lnTo>
                    <a:pt x="7912120" y="2616128"/>
                  </a:lnTo>
                  <a:lnTo>
                    <a:pt x="7912755" y="2615948"/>
                  </a:lnTo>
                  <a:lnTo>
                    <a:pt x="7913390" y="2615758"/>
                  </a:lnTo>
                  <a:lnTo>
                    <a:pt x="7914025" y="2615568"/>
                  </a:lnTo>
                  <a:lnTo>
                    <a:pt x="7914660" y="2615378"/>
                  </a:lnTo>
                  <a:lnTo>
                    <a:pt x="7915295" y="2615189"/>
                  </a:lnTo>
                  <a:lnTo>
                    <a:pt x="7915929" y="2614999"/>
                  </a:lnTo>
                  <a:lnTo>
                    <a:pt x="7916564" y="2614809"/>
                  </a:lnTo>
                  <a:lnTo>
                    <a:pt x="7917199" y="2614619"/>
                  </a:lnTo>
                  <a:lnTo>
                    <a:pt x="7917834" y="2614534"/>
                  </a:lnTo>
                  <a:lnTo>
                    <a:pt x="7918469" y="2614581"/>
                  </a:lnTo>
                  <a:lnTo>
                    <a:pt x="7919104" y="2614961"/>
                  </a:lnTo>
                  <a:lnTo>
                    <a:pt x="7919738" y="2615340"/>
                  </a:lnTo>
                  <a:lnTo>
                    <a:pt x="7920373" y="2615720"/>
                  </a:lnTo>
                  <a:lnTo>
                    <a:pt x="7921008" y="2616100"/>
                  </a:lnTo>
                  <a:lnTo>
                    <a:pt x="7921643" y="2616479"/>
                  </a:lnTo>
                  <a:lnTo>
                    <a:pt x="7922278" y="2617039"/>
                  </a:lnTo>
                  <a:lnTo>
                    <a:pt x="7922913" y="2617608"/>
                  </a:lnTo>
                  <a:lnTo>
                    <a:pt x="7923548" y="2618434"/>
                  </a:lnTo>
                  <a:lnTo>
                    <a:pt x="7924182" y="2618859"/>
                  </a:lnTo>
                  <a:lnTo>
                    <a:pt x="7924817" y="2619240"/>
                  </a:lnTo>
                  <a:lnTo>
                    <a:pt x="7925452" y="2619571"/>
                  </a:lnTo>
                  <a:lnTo>
                    <a:pt x="7926087" y="2620019"/>
                  </a:lnTo>
                  <a:lnTo>
                    <a:pt x="7926722" y="2620487"/>
                  </a:lnTo>
                  <a:lnTo>
                    <a:pt x="7927357" y="2620906"/>
                  </a:lnTo>
                  <a:lnTo>
                    <a:pt x="7927991" y="2621253"/>
                  </a:lnTo>
                  <a:lnTo>
                    <a:pt x="7928626" y="2621359"/>
                  </a:lnTo>
                  <a:lnTo>
                    <a:pt x="7929261" y="2621464"/>
                  </a:lnTo>
                  <a:lnTo>
                    <a:pt x="7929896" y="2621632"/>
                  </a:lnTo>
                  <a:lnTo>
                    <a:pt x="7930531" y="2621640"/>
                  </a:lnTo>
                  <a:lnTo>
                    <a:pt x="7931166" y="2621699"/>
                  </a:lnTo>
                  <a:lnTo>
                    <a:pt x="7931800" y="2621757"/>
                  </a:lnTo>
                  <a:lnTo>
                    <a:pt x="7932435" y="2621828"/>
                  </a:lnTo>
                  <a:lnTo>
                    <a:pt x="7933070" y="2621795"/>
                  </a:lnTo>
                  <a:lnTo>
                    <a:pt x="7933705" y="2621745"/>
                  </a:lnTo>
                  <a:lnTo>
                    <a:pt x="7934340" y="2621694"/>
                  </a:lnTo>
                  <a:lnTo>
                    <a:pt x="7934975" y="2621938"/>
                  </a:lnTo>
                  <a:lnTo>
                    <a:pt x="7935610" y="2622064"/>
                  </a:lnTo>
                  <a:lnTo>
                    <a:pt x="7936244" y="2622170"/>
                  </a:lnTo>
                  <a:lnTo>
                    <a:pt x="7936879" y="2622275"/>
                  </a:lnTo>
                  <a:lnTo>
                    <a:pt x="7937514" y="2622381"/>
                  </a:lnTo>
                  <a:lnTo>
                    <a:pt x="7938149" y="2622487"/>
                  </a:lnTo>
                  <a:lnTo>
                    <a:pt x="7938784" y="2622592"/>
                  </a:lnTo>
                  <a:lnTo>
                    <a:pt x="7939419" y="2622635"/>
                  </a:lnTo>
                  <a:lnTo>
                    <a:pt x="7940053" y="2622615"/>
                  </a:lnTo>
                  <a:lnTo>
                    <a:pt x="7940688" y="2622473"/>
                  </a:lnTo>
                  <a:lnTo>
                    <a:pt x="7941323" y="2622358"/>
                  </a:lnTo>
                  <a:lnTo>
                    <a:pt x="7941958" y="2622547"/>
                  </a:lnTo>
                  <a:lnTo>
                    <a:pt x="7942593" y="2622661"/>
                  </a:lnTo>
                  <a:lnTo>
                    <a:pt x="7943228" y="2622661"/>
                  </a:lnTo>
                  <a:lnTo>
                    <a:pt x="7943863" y="2622661"/>
                  </a:lnTo>
                  <a:lnTo>
                    <a:pt x="7944497" y="2622661"/>
                  </a:lnTo>
                  <a:lnTo>
                    <a:pt x="7945132" y="2622661"/>
                  </a:lnTo>
                  <a:lnTo>
                    <a:pt x="7945767" y="2622915"/>
                  </a:lnTo>
                  <a:lnTo>
                    <a:pt x="7946402" y="2623199"/>
                  </a:lnTo>
                  <a:lnTo>
                    <a:pt x="7947037" y="2623483"/>
                  </a:lnTo>
                  <a:lnTo>
                    <a:pt x="7947672" y="2623792"/>
                  </a:lnTo>
                  <a:lnTo>
                    <a:pt x="7948306" y="2624101"/>
                  </a:lnTo>
                  <a:lnTo>
                    <a:pt x="7948941" y="2624410"/>
                  </a:lnTo>
                  <a:lnTo>
                    <a:pt x="7949576" y="2624719"/>
                  </a:lnTo>
                  <a:lnTo>
                    <a:pt x="7950211" y="2625029"/>
                  </a:lnTo>
                  <a:lnTo>
                    <a:pt x="7950846" y="2625338"/>
                  </a:lnTo>
                  <a:lnTo>
                    <a:pt x="7951481" y="2625647"/>
                  </a:lnTo>
                  <a:lnTo>
                    <a:pt x="7952116" y="2625956"/>
                  </a:lnTo>
                  <a:lnTo>
                    <a:pt x="7952750" y="2626265"/>
                  </a:lnTo>
                  <a:lnTo>
                    <a:pt x="7953385" y="2626574"/>
                  </a:lnTo>
                  <a:lnTo>
                    <a:pt x="7954020" y="2626884"/>
                  </a:lnTo>
                  <a:lnTo>
                    <a:pt x="7954655" y="2627193"/>
                  </a:lnTo>
                  <a:lnTo>
                    <a:pt x="7955290" y="2627497"/>
                  </a:lnTo>
                  <a:lnTo>
                    <a:pt x="7955925" y="2627782"/>
                  </a:lnTo>
                  <a:lnTo>
                    <a:pt x="7956559" y="2628043"/>
                  </a:lnTo>
                  <a:lnTo>
                    <a:pt x="7957194" y="2628043"/>
                  </a:lnTo>
                  <a:lnTo>
                    <a:pt x="7957829" y="2628043"/>
                  </a:lnTo>
                  <a:lnTo>
                    <a:pt x="7958464" y="2628043"/>
                  </a:lnTo>
                  <a:lnTo>
                    <a:pt x="7959099" y="2628043"/>
                  </a:lnTo>
                  <a:lnTo>
                    <a:pt x="7959734" y="2628043"/>
                  </a:lnTo>
                  <a:lnTo>
                    <a:pt x="7960369" y="2628043"/>
                  </a:lnTo>
                  <a:lnTo>
                    <a:pt x="7961003" y="2628043"/>
                  </a:lnTo>
                  <a:lnTo>
                    <a:pt x="7961638" y="2627782"/>
                  </a:lnTo>
                  <a:lnTo>
                    <a:pt x="7962273" y="2627497"/>
                  </a:lnTo>
                  <a:lnTo>
                    <a:pt x="7962908" y="2627188"/>
                  </a:lnTo>
                  <a:lnTo>
                    <a:pt x="7963543" y="2626728"/>
                  </a:lnTo>
                  <a:lnTo>
                    <a:pt x="7964178" y="2626242"/>
                  </a:lnTo>
                  <a:lnTo>
                    <a:pt x="7964812" y="2625763"/>
                  </a:lnTo>
                  <a:lnTo>
                    <a:pt x="7965447" y="2625546"/>
                  </a:lnTo>
                  <a:lnTo>
                    <a:pt x="7966082" y="2625352"/>
                  </a:lnTo>
                  <a:lnTo>
                    <a:pt x="7966717" y="2625183"/>
                  </a:lnTo>
                  <a:lnTo>
                    <a:pt x="7967352" y="2624882"/>
                  </a:lnTo>
                  <a:lnTo>
                    <a:pt x="7967987" y="2624450"/>
                  </a:lnTo>
                  <a:lnTo>
                    <a:pt x="7968622" y="2624004"/>
                  </a:lnTo>
                  <a:lnTo>
                    <a:pt x="7969256" y="2623558"/>
                  </a:lnTo>
                  <a:lnTo>
                    <a:pt x="7969891" y="2623134"/>
                  </a:lnTo>
                  <a:lnTo>
                    <a:pt x="7970526" y="2622798"/>
                  </a:lnTo>
                  <a:lnTo>
                    <a:pt x="7971161" y="2622552"/>
                  </a:lnTo>
                  <a:lnTo>
                    <a:pt x="7971796" y="2622220"/>
                  </a:lnTo>
                  <a:lnTo>
                    <a:pt x="7972431" y="2621943"/>
                  </a:lnTo>
                  <a:lnTo>
                    <a:pt x="7973065" y="2621576"/>
                  </a:lnTo>
                  <a:lnTo>
                    <a:pt x="7973700" y="2621121"/>
                  </a:lnTo>
                  <a:lnTo>
                    <a:pt x="7974335" y="2620870"/>
                  </a:lnTo>
                  <a:lnTo>
                    <a:pt x="7974970" y="2620584"/>
                  </a:lnTo>
                  <a:lnTo>
                    <a:pt x="7975605" y="2620331"/>
                  </a:lnTo>
                  <a:lnTo>
                    <a:pt x="7976240" y="2619345"/>
                  </a:lnTo>
                  <a:lnTo>
                    <a:pt x="7976875" y="2618348"/>
                  </a:lnTo>
                  <a:lnTo>
                    <a:pt x="7977509" y="2617342"/>
                  </a:lnTo>
                  <a:lnTo>
                    <a:pt x="7978144" y="2616270"/>
                  </a:lnTo>
                  <a:lnTo>
                    <a:pt x="7978779" y="2615207"/>
                  </a:lnTo>
                  <a:lnTo>
                    <a:pt x="7979414" y="2614031"/>
                  </a:lnTo>
                  <a:lnTo>
                    <a:pt x="7980049" y="2612522"/>
                  </a:lnTo>
                  <a:lnTo>
                    <a:pt x="7980684" y="2610719"/>
                  </a:lnTo>
                  <a:lnTo>
                    <a:pt x="7981318" y="2608859"/>
                  </a:lnTo>
                  <a:lnTo>
                    <a:pt x="7981953" y="2607151"/>
                  </a:lnTo>
                  <a:lnTo>
                    <a:pt x="7982588" y="2605804"/>
                  </a:lnTo>
                  <a:lnTo>
                    <a:pt x="7983223" y="2604532"/>
                  </a:lnTo>
                  <a:lnTo>
                    <a:pt x="7983858" y="2603470"/>
                  </a:lnTo>
                  <a:lnTo>
                    <a:pt x="7984493" y="2602350"/>
                  </a:lnTo>
                  <a:lnTo>
                    <a:pt x="7985127" y="2601316"/>
                  </a:lnTo>
                  <a:lnTo>
                    <a:pt x="7985762" y="2600329"/>
                  </a:lnTo>
                  <a:lnTo>
                    <a:pt x="7986397" y="2599541"/>
                  </a:lnTo>
                  <a:lnTo>
                    <a:pt x="7987032" y="2598886"/>
                  </a:lnTo>
                  <a:lnTo>
                    <a:pt x="7987667" y="2598251"/>
                  </a:lnTo>
                  <a:lnTo>
                    <a:pt x="7988302" y="2597605"/>
                  </a:lnTo>
                  <a:lnTo>
                    <a:pt x="7988937" y="2596979"/>
                  </a:lnTo>
                  <a:lnTo>
                    <a:pt x="7989571" y="2596457"/>
                  </a:lnTo>
                  <a:lnTo>
                    <a:pt x="7990206" y="2596068"/>
                  </a:lnTo>
                  <a:lnTo>
                    <a:pt x="7990841" y="2595784"/>
                  </a:lnTo>
                  <a:lnTo>
                    <a:pt x="7991476" y="2595556"/>
                  </a:lnTo>
                  <a:lnTo>
                    <a:pt x="7992111" y="2594987"/>
                  </a:lnTo>
                  <a:lnTo>
                    <a:pt x="7992746" y="2594493"/>
                  </a:lnTo>
                  <a:lnTo>
                    <a:pt x="7993380" y="2593819"/>
                  </a:lnTo>
                  <a:lnTo>
                    <a:pt x="7994015" y="2593231"/>
                  </a:lnTo>
                  <a:lnTo>
                    <a:pt x="7994650" y="2592472"/>
                  </a:lnTo>
                  <a:lnTo>
                    <a:pt x="7995285" y="2591646"/>
                  </a:lnTo>
                  <a:lnTo>
                    <a:pt x="7995920" y="2590764"/>
                  </a:lnTo>
                  <a:lnTo>
                    <a:pt x="7996555" y="2589938"/>
                  </a:lnTo>
                  <a:lnTo>
                    <a:pt x="7997190" y="2589179"/>
                  </a:lnTo>
                  <a:lnTo>
                    <a:pt x="7997824" y="2588420"/>
                  </a:lnTo>
                  <a:lnTo>
                    <a:pt x="7998459" y="2587423"/>
                  </a:lnTo>
                  <a:lnTo>
                    <a:pt x="7999094" y="2586586"/>
                  </a:lnTo>
                  <a:lnTo>
                    <a:pt x="7999729" y="2585805"/>
                  </a:lnTo>
                  <a:lnTo>
                    <a:pt x="8000364" y="2585203"/>
                  </a:lnTo>
                  <a:lnTo>
                    <a:pt x="8000999" y="2584639"/>
                  </a:lnTo>
                  <a:lnTo>
                    <a:pt x="8001633" y="2584227"/>
                  </a:lnTo>
                  <a:lnTo>
                    <a:pt x="8002268" y="2583824"/>
                  </a:lnTo>
                  <a:lnTo>
                    <a:pt x="8002903" y="2583602"/>
                  </a:lnTo>
                  <a:lnTo>
                    <a:pt x="8003538" y="2583379"/>
                  </a:lnTo>
                  <a:lnTo>
                    <a:pt x="8004173" y="2583456"/>
                  </a:lnTo>
                  <a:lnTo>
                    <a:pt x="8004808" y="2583672"/>
                  </a:lnTo>
                  <a:lnTo>
                    <a:pt x="8005443" y="2583923"/>
                  </a:lnTo>
                  <a:lnTo>
                    <a:pt x="8006077" y="2584200"/>
                  </a:lnTo>
                  <a:lnTo>
                    <a:pt x="8006712" y="2584476"/>
                  </a:lnTo>
                  <a:lnTo>
                    <a:pt x="8007347" y="2584753"/>
                  </a:lnTo>
                  <a:lnTo>
                    <a:pt x="8007982" y="2585035"/>
                  </a:lnTo>
                  <a:lnTo>
                    <a:pt x="8008617" y="2585107"/>
                  </a:lnTo>
                  <a:lnTo>
                    <a:pt x="8009252" y="2585150"/>
                  </a:lnTo>
                  <a:lnTo>
                    <a:pt x="8009886" y="2585321"/>
                  </a:lnTo>
                  <a:lnTo>
                    <a:pt x="8010521" y="2585682"/>
                  </a:lnTo>
                  <a:lnTo>
                    <a:pt x="8011156" y="2586043"/>
                  </a:lnTo>
                  <a:lnTo>
                    <a:pt x="8011791" y="2586536"/>
                  </a:lnTo>
                  <a:lnTo>
                    <a:pt x="8012426" y="2587024"/>
                  </a:lnTo>
                  <a:lnTo>
                    <a:pt x="8013061" y="2587402"/>
                  </a:lnTo>
                  <a:lnTo>
                    <a:pt x="8013696" y="2587669"/>
                  </a:lnTo>
                  <a:lnTo>
                    <a:pt x="8014330" y="2587906"/>
                  </a:lnTo>
                  <a:lnTo>
                    <a:pt x="8014965" y="2588049"/>
                  </a:lnTo>
                  <a:lnTo>
                    <a:pt x="8015600" y="2587669"/>
                  </a:lnTo>
                  <a:lnTo>
                    <a:pt x="8016235" y="2587290"/>
                  </a:lnTo>
                  <a:lnTo>
                    <a:pt x="8016870" y="2586910"/>
                  </a:lnTo>
                  <a:lnTo>
                    <a:pt x="8017505" y="2586930"/>
                  </a:lnTo>
                  <a:lnTo>
                    <a:pt x="8018139" y="2586675"/>
                  </a:lnTo>
                  <a:lnTo>
                    <a:pt x="8018774" y="2586421"/>
                  </a:lnTo>
                  <a:lnTo>
                    <a:pt x="8019409" y="2586182"/>
                  </a:lnTo>
                  <a:lnTo>
                    <a:pt x="8020044" y="2585800"/>
                  </a:lnTo>
                  <a:lnTo>
                    <a:pt x="8020679" y="2585288"/>
                  </a:lnTo>
                  <a:lnTo>
                    <a:pt x="8021314" y="2584326"/>
                  </a:lnTo>
                  <a:lnTo>
                    <a:pt x="8021949" y="2583241"/>
                  </a:lnTo>
                  <a:lnTo>
                    <a:pt x="8022583" y="2582267"/>
                  </a:lnTo>
                  <a:lnTo>
                    <a:pt x="8023218" y="2581270"/>
                  </a:lnTo>
                  <a:lnTo>
                    <a:pt x="8023853" y="2580329"/>
                  </a:lnTo>
                  <a:lnTo>
                    <a:pt x="8024488" y="2579475"/>
                  </a:lnTo>
                  <a:lnTo>
                    <a:pt x="8025123" y="2578710"/>
                  </a:lnTo>
                  <a:lnTo>
                    <a:pt x="8025758" y="2577945"/>
                  </a:lnTo>
                  <a:lnTo>
                    <a:pt x="8026392" y="2577181"/>
                  </a:lnTo>
                  <a:lnTo>
                    <a:pt x="8027027" y="2576406"/>
                  </a:lnTo>
                  <a:lnTo>
                    <a:pt x="8027662" y="2575724"/>
                  </a:lnTo>
                  <a:lnTo>
                    <a:pt x="8028297" y="2575047"/>
                  </a:lnTo>
                  <a:lnTo>
                    <a:pt x="8028932" y="2573989"/>
                  </a:lnTo>
                  <a:lnTo>
                    <a:pt x="8029567" y="2572931"/>
                  </a:lnTo>
                  <a:lnTo>
                    <a:pt x="8030202" y="2572054"/>
                  </a:lnTo>
                  <a:lnTo>
                    <a:pt x="8030836" y="2571459"/>
                  </a:lnTo>
                  <a:lnTo>
                    <a:pt x="8031471" y="2571128"/>
                  </a:lnTo>
                  <a:lnTo>
                    <a:pt x="8032106" y="2570720"/>
                  </a:lnTo>
                  <a:lnTo>
                    <a:pt x="8032741" y="2570724"/>
                  </a:lnTo>
                  <a:lnTo>
                    <a:pt x="8033376" y="2570942"/>
                  </a:lnTo>
                  <a:lnTo>
                    <a:pt x="8034011" y="2571107"/>
                  </a:lnTo>
                  <a:lnTo>
                    <a:pt x="8034645" y="2571278"/>
                  </a:lnTo>
                  <a:lnTo>
                    <a:pt x="8035280" y="2571449"/>
                  </a:lnTo>
                  <a:lnTo>
                    <a:pt x="8035915" y="2571606"/>
                  </a:lnTo>
                  <a:lnTo>
                    <a:pt x="8036550" y="2571480"/>
                  </a:lnTo>
                  <a:lnTo>
                    <a:pt x="8037185" y="2571236"/>
                  </a:lnTo>
                  <a:lnTo>
                    <a:pt x="8037820" y="2570847"/>
                  </a:lnTo>
                  <a:lnTo>
                    <a:pt x="8038454" y="2570585"/>
                  </a:lnTo>
                  <a:lnTo>
                    <a:pt x="8039089" y="2570437"/>
                  </a:lnTo>
                  <a:lnTo>
                    <a:pt x="8039724" y="2570416"/>
                  </a:lnTo>
                  <a:lnTo>
                    <a:pt x="8040359" y="2570375"/>
                  </a:lnTo>
                  <a:lnTo>
                    <a:pt x="8040994" y="2570079"/>
                  </a:lnTo>
                  <a:lnTo>
                    <a:pt x="8041629" y="2570014"/>
                  </a:lnTo>
                  <a:lnTo>
                    <a:pt x="8042264" y="2569973"/>
                  </a:lnTo>
                  <a:lnTo>
                    <a:pt x="8042898" y="2569827"/>
                  </a:lnTo>
                  <a:lnTo>
                    <a:pt x="8043533" y="2569539"/>
                  </a:lnTo>
                  <a:lnTo>
                    <a:pt x="8044168" y="2569073"/>
                  </a:lnTo>
                  <a:lnTo>
                    <a:pt x="8044803" y="2568702"/>
                  </a:lnTo>
                  <a:lnTo>
                    <a:pt x="8045438" y="2568307"/>
                  </a:lnTo>
                  <a:lnTo>
                    <a:pt x="8046073" y="2567886"/>
                  </a:lnTo>
                  <a:lnTo>
                    <a:pt x="8046707" y="2567360"/>
                  </a:lnTo>
                  <a:lnTo>
                    <a:pt x="8047342" y="2566794"/>
                  </a:lnTo>
                  <a:lnTo>
                    <a:pt x="8047977" y="2566228"/>
                  </a:lnTo>
                  <a:lnTo>
                    <a:pt x="8048612" y="2565610"/>
                  </a:lnTo>
                  <a:lnTo>
                    <a:pt x="8049247" y="2564861"/>
                  </a:lnTo>
                  <a:lnTo>
                    <a:pt x="8049882" y="2564208"/>
                  </a:lnTo>
                  <a:lnTo>
                    <a:pt x="8050517" y="2563675"/>
                  </a:lnTo>
                  <a:lnTo>
                    <a:pt x="8051151" y="2563109"/>
                  </a:lnTo>
                  <a:lnTo>
                    <a:pt x="8051786" y="2562518"/>
                  </a:lnTo>
                  <a:lnTo>
                    <a:pt x="8052421" y="2561937"/>
                  </a:lnTo>
                  <a:lnTo>
                    <a:pt x="8053056" y="2561422"/>
                  </a:lnTo>
                  <a:lnTo>
                    <a:pt x="8053691" y="2560960"/>
                  </a:lnTo>
                  <a:lnTo>
                    <a:pt x="8054326" y="2560165"/>
                  </a:lnTo>
                  <a:lnTo>
                    <a:pt x="8054960" y="2559297"/>
                  </a:lnTo>
                  <a:lnTo>
                    <a:pt x="8055595" y="2558593"/>
                  </a:lnTo>
                  <a:lnTo>
                    <a:pt x="8056230" y="2558218"/>
                  </a:lnTo>
                  <a:lnTo>
                    <a:pt x="8056865" y="2557993"/>
                  </a:lnTo>
                  <a:lnTo>
                    <a:pt x="8057500" y="2557720"/>
                  </a:lnTo>
                  <a:lnTo>
                    <a:pt x="8058135" y="2557432"/>
                  </a:lnTo>
                  <a:lnTo>
                    <a:pt x="8058770" y="2557093"/>
                  </a:lnTo>
                  <a:lnTo>
                    <a:pt x="8059404" y="2556628"/>
                  </a:lnTo>
                  <a:lnTo>
                    <a:pt x="8060039" y="2556053"/>
                  </a:lnTo>
                  <a:lnTo>
                    <a:pt x="8060674" y="2555429"/>
                  </a:lnTo>
                  <a:lnTo>
                    <a:pt x="8061309" y="2554845"/>
                  </a:lnTo>
                  <a:lnTo>
                    <a:pt x="8061944" y="2554362"/>
                  </a:lnTo>
                  <a:lnTo>
                    <a:pt x="8062579" y="2553952"/>
                  </a:lnTo>
                  <a:lnTo>
                    <a:pt x="8063213" y="2553543"/>
                  </a:lnTo>
                  <a:lnTo>
                    <a:pt x="8063848" y="2553186"/>
                  </a:lnTo>
                  <a:lnTo>
                    <a:pt x="8064483" y="2552871"/>
                  </a:lnTo>
                  <a:lnTo>
                    <a:pt x="8065118" y="2552661"/>
                  </a:lnTo>
                  <a:lnTo>
                    <a:pt x="8065753" y="2552338"/>
                  </a:lnTo>
                  <a:lnTo>
                    <a:pt x="8066388" y="2551945"/>
                  </a:lnTo>
                  <a:lnTo>
                    <a:pt x="8067023" y="2551535"/>
                  </a:lnTo>
                  <a:lnTo>
                    <a:pt x="8067657" y="2551069"/>
                  </a:lnTo>
                  <a:lnTo>
                    <a:pt x="8068292" y="2550748"/>
                  </a:lnTo>
                  <a:lnTo>
                    <a:pt x="8068927" y="2550475"/>
                  </a:lnTo>
                  <a:lnTo>
                    <a:pt x="8069562" y="2550269"/>
                  </a:lnTo>
                  <a:lnTo>
                    <a:pt x="8070197" y="2550090"/>
                  </a:lnTo>
                  <a:lnTo>
                    <a:pt x="8070832" y="2550067"/>
                  </a:lnTo>
                  <a:lnTo>
                    <a:pt x="8071466" y="2549877"/>
                  </a:lnTo>
                  <a:lnTo>
                    <a:pt x="8072101" y="2549688"/>
                  </a:lnTo>
                  <a:lnTo>
                    <a:pt x="8072736" y="2549244"/>
                  </a:lnTo>
                  <a:lnTo>
                    <a:pt x="8073371" y="2548771"/>
                  </a:lnTo>
                  <a:lnTo>
                    <a:pt x="8074006" y="2548297"/>
                  </a:lnTo>
                  <a:lnTo>
                    <a:pt x="8074641" y="2547798"/>
                  </a:lnTo>
                  <a:lnTo>
                    <a:pt x="8075276" y="2547489"/>
                  </a:lnTo>
                  <a:lnTo>
                    <a:pt x="8075910" y="2547179"/>
                  </a:lnTo>
                  <a:lnTo>
                    <a:pt x="8076545" y="2546870"/>
                  </a:lnTo>
                  <a:lnTo>
                    <a:pt x="8077180" y="2546561"/>
                  </a:lnTo>
                  <a:lnTo>
                    <a:pt x="8077815" y="2546252"/>
                  </a:lnTo>
                  <a:lnTo>
                    <a:pt x="8078450" y="2545943"/>
                  </a:lnTo>
                  <a:lnTo>
                    <a:pt x="8079085" y="2545634"/>
                  </a:lnTo>
                  <a:lnTo>
                    <a:pt x="8079719" y="2545324"/>
                  </a:lnTo>
                  <a:lnTo>
                    <a:pt x="8080354" y="2545015"/>
                  </a:lnTo>
                  <a:lnTo>
                    <a:pt x="8080989" y="2544706"/>
                  </a:lnTo>
                  <a:lnTo>
                    <a:pt x="8081624" y="2544397"/>
                  </a:lnTo>
                  <a:lnTo>
                    <a:pt x="8082259" y="2544092"/>
                  </a:lnTo>
                  <a:lnTo>
                    <a:pt x="8082894" y="2543808"/>
                  </a:lnTo>
                  <a:lnTo>
                    <a:pt x="8083529" y="2543546"/>
                  </a:lnTo>
                  <a:lnTo>
                    <a:pt x="8084163" y="2543546"/>
                  </a:lnTo>
                  <a:lnTo>
                    <a:pt x="8084798" y="2543546"/>
                  </a:lnTo>
                  <a:lnTo>
                    <a:pt x="8085433" y="2543546"/>
                  </a:lnTo>
                  <a:lnTo>
                    <a:pt x="8086068" y="2543546"/>
                  </a:lnTo>
                  <a:lnTo>
                    <a:pt x="8086703" y="2543546"/>
                  </a:lnTo>
                  <a:lnTo>
                    <a:pt x="8087338" y="2543546"/>
                  </a:lnTo>
                  <a:lnTo>
                    <a:pt x="8087972" y="2543546"/>
                  </a:lnTo>
                  <a:lnTo>
                    <a:pt x="8088607" y="2543546"/>
                  </a:lnTo>
                  <a:lnTo>
                    <a:pt x="8089242" y="2543546"/>
                  </a:lnTo>
                  <a:lnTo>
                    <a:pt x="8089877" y="2543546"/>
                  </a:lnTo>
                  <a:lnTo>
                    <a:pt x="8090512" y="2543546"/>
                  </a:lnTo>
                  <a:lnTo>
                    <a:pt x="8091147" y="2543546"/>
                  </a:lnTo>
                  <a:lnTo>
                    <a:pt x="8091782" y="2543546"/>
                  </a:lnTo>
                  <a:lnTo>
                    <a:pt x="8092416" y="2543285"/>
                  </a:lnTo>
                  <a:lnTo>
                    <a:pt x="8093051" y="2543001"/>
                  </a:lnTo>
                  <a:lnTo>
                    <a:pt x="8093686" y="2542691"/>
                  </a:lnTo>
                  <a:lnTo>
                    <a:pt x="8094321" y="2542514"/>
                  </a:lnTo>
                  <a:lnTo>
                    <a:pt x="8094956" y="2542467"/>
                  </a:lnTo>
                  <a:lnTo>
                    <a:pt x="8095591" y="2542434"/>
                  </a:lnTo>
                  <a:lnTo>
                    <a:pt x="8096225" y="2542402"/>
                  </a:lnTo>
                  <a:lnTo>
                    <a:pt x="8096860" y="2542369"/>
                  </a:lnTo>
                  <a:lnTo>
                    <a:pt x="8097495" y="2542336"/>
                  </a:lnTo>
                  <a:lnTo>
                    <a:pt x="8098130" y="2542304"/>
                  </a:lnTo>
                  <a:lnTo>
                    <a:pt x="8098765" y="2542368"/>
                  </a:lnTo>
                  <a:lnTo>
                    <a:pt x="8099400" y="2542611"/>
                  </a:lnTo>
                  <a:lnTo>
                    <a:pt x="8100034" y="2542980"/>
                  </a:lnTo>
                  <a:lnTo>
                    <a:pt x="8100669" y="2543465"/>
                  </a:lnTo>
                  <a:lnTo>
                    <a:pt x="8101304" y="2544124"/>
                  </a:lnTo>
                  <a:lnTo>
                    <a:pt x="8101939" y="2544979"/>
                  </a:lnTo>
                  <a:lnTo>
                    <a:pt x="8102574" y="2545887"/>
                  </a:lnTo>
                  <a:lnTo>
                    <a:pt x="8103209" y="2547633"/>
                  </a:lnTo>
                  <a:lnTo>
                    <a:pt x="8103844" y="2549388"/>
                  </a:lnTo>
                  <a:lnTo>
                    <a:pt x="8104478" y="2551495"/>
                  </a:lnTo>
                  <a:lnTo>
                    <a:pt x="8105113" y="2553980"/>
                  </a:lnTo>
                  <a:lnTo>
                    <a:pt x="8105748" y="2556627"/>
                  </a:lnTo>
                  <a:lnTo>
                    <a:pt x="8106383" y="2559378"/>
                  </a:lnTo>
                  <a:lnTo>
                    <a:pt x="8107018" y="2562310"/>
                  </a:lnTo>
                  <a:lnTo>
                    <a:pt x="8107653" y="2565365"/>
                  </a:lnTo>
                  <a:lnTo>
                    <a:pt x="8108287" y="2568478"/>
                  </a:lnTo>
                  <a:lnTo>
                    <a:pt x="8108922" y="2571700"/>
                  </a:lnTo>
                  <a:lnTo>
                    <a:pt x="8109557" y="2574875"/>
                  </a:lnTo>
                  <a:lnTo>
                    <a:pt x="8110192" y="2578069"/>
                  </a:lnTo>
                  <a:lnTo>
                    <a:pt x="8110827" y="2581120"/>
                  </a:lnTo>
                  <a:lnTo>
                    <a:pt x="8111462" y="2584086"/>
                  </a:lnTo>
                  <a:lnTo>
                    <a:pt x="8112097" y="2587053"/>
                  </a:lnTo>
                  <a:lnTo>
                    <a:pt x="8112731" y="2589867"/>
                  </a:lnTo>
                  <a:lnTo>
                    <a:pt x="8113366" y="2592795"/>
                  </a:lnTo>
                  <a:lnTo>
                    <a:pt x="8114001" y="2595567"/>
                  </a:lnTo>
                  <a:lnTo>
                    <a:pt x="8114636" y="2598014"/>
                  </a:lnTo>
                  <a:lnTo>
                    <a:pt x="8115271" y="2600481"/>
                  </a:lnTo>
                  <a:lnTo>
                    <a:pt x="8115906" y="2602909"/>
                  </a:lnTo>
                  <a:lnTo>
                    <a:pt x="8116540" y="2605290"/>
                  </a:lnTo>
                  <a:lnTo>
                    <a:pt x="8117175" y="2607671"/>
                  </a:lnTo>
                  <a:lnTo>
                    <a:pt x="8117810" y="2609921"/>
                  </a:lnTo>
                  <a:lnTo>
                    <a:pt x="8118445" y="2611600"/>
                  </a:lnTo>
                  <a:lnTo>
                    <a:pt x="8119080" y="2613308"/>
                  </a:lnTo>
                  <a:lnTo>
                    <a:pt x="8119715" y="2614845"/>
                  </a:lnTo>
                  <a:lnTo>
                    <a:pt x="8120350" y="2616468"/>
                  </a:lnTo>
                  <a:lnTo>
                    <a:pt x="8120984" y="2617986"/>
                  </a:lnTo>
                  <a:lnTo>
                    <a:pt x="8121619" y="2619504"/>
                  </a:lnTo>
                  <a:lnTo>
                    <a:pt x="8122254" y="2621089"/>
                  </a:lnTo>
                  <a:lnTo>
                    <a:pt x="8122889" y="2622417"/>
                  </a:lnTo>
                  <a:lnTo>
                    <a:pt x="8123524" y="2623622"/>
                  </a:lnTo>
                  <a:lnTo>
                    <a:pt x="8124159" y="2624761"/>
                  </a:lnTo>
                  <a:lnTo>
                    <a:pt x="8124793" y="2625719"/>
                  </a:lnTo>
                  <a:lnTo>
                    <a:pt x="8125428" y="2626611"/>
                  </a:lnTo>
                  <a:lnTo>
                    <a:pt x="8126063" y="2627371"/>
                  </a:lnTo>
                  <a:lnTo>
                    <a:pt x="8126698" y="2628006"/>
                  </a:lnTo>
                  <a:lnTo>
                    <a:pt x="8127333" y="2628576"/>
                  </a:lnTo>
                  <a:lnTo>
                    <a:pt x="8127968" y="2629107"/>
                  </a:lnTo>
                  <a:lnTo>
                    <a:pt x="8128603" y="2629487"/>
                  </a:lnTo>
                  <a:lnTo>
                    <a:pt x="8129237" y="2629857"/>
                  </a:lnTo>
                  <a:lnTo>
                    <a:pt x="8129872" y="2630046"/>
                  </a:lnTo>
                  <a:lnTo>
                    <a:pt x="8130507" y="2630236"/>
                  </a:lnTo>
                  <a:lnTo>
                    <a:pt x="8131142" y="2630127"/>
                  </a:lnTo>
                  <a:lnTo>
                    <a:pt x="8131777" y="2629878"/>
                  </a:lnTo>
                  <a:lnTo>
                    <a:pt x="8132412" y="2629594"/>
                  </a:lnTo>
                  <a:lnTo>
                    <a:pt x="8133046" y="2629285"/>
                  </a:lnTo>
                  <a:lnTo>
                    <a:pt x="8133681" y="2628976"/>
                  </a:lnTo>
                  <a:lnTo>
                    <a:pt x="8134316" y="2628667"/>
                  </a:lnTo>
                  <a:lnTo>
                    <a:pt x="8134951" y="2628358"/>
                  </a:lnTo>
                  <a:lnTo>
                    <a:pt x="8135586" y="2628180"/>
                  </a:lnTo>
                  <a:lnTo>
                    <a:pt x="8136221" y="2628009"/>
                  </a:lnTo>
                  <a:lnTo>
                    <a:pt x="8136856" y="2627838"/>
                  </a:lnTo>
                  <a:lnTo>
                    <a:pt x="8137490" y="2627667"/>
                  </a:lnTo>
                  <a:lnTo>
                    <a:pt x="8138125" y="2627496"/>
                  </a:lnTo>
                  <a:lnTo>
                    <a:pt x="8138760" y="2627325"/>
                  </a:lnTo>
                  <a:lnTo>
                    <a:pt x="8139395" y="2627216"/>
                  </a:lnTo>
                  <a:lnTo>
                    <a:pt x="8140030" y="2627218"/>
                  </a:lnTo>
                  <a:lnTo>
                    <a:pt x="8140665" y="2627331"/>
                  </a:lnTo>
                  <a:lnTo>
                    <a:pt x="8141299" y="2627474"/>
                  </a:lnTo>
                  <a:lnTo>
                    <a:pt x="8141934" y="2627710"/>
                  </a:lnTo>
                  <a:lnTo>
                    <a:pt x="8142569" y="2628469"/>
                  </a:lnTo>
                  <a:lnTo>
                    <a:pt x="8143204" y="2629228"/>
                  </a:lnTo>
                  <a:lnTo>
                    <a:pt x="8143839" y="2629987"/>
                  </a:lnTo>
                  <a:lnTo>
                    <a:pt x="8144474" y="2630347"/>
                  </a:lnTo>
                  <a:lnTo>
                    <a:pt x="8145109" y="2630640"/>
                  </a:lnTo>
                  <a:lnTo>
                    <a:pt x="8145743" y="2631009"/>
                  </a:lnTo>
                  <a:lnTo>
                    <a:pt x="8146378" y="2631391"/>
                  </a:lnTo>
                  <a:lnTo>
                    <a:pt x="8147013" y="2631773"/>
                  </a:lnTo>
                  <a:lnTo>
                    <a:pt x="8147648" y="2632163"/>
                  </a:lnTo>
                  <a:lnTo>
                    <a:pt x="8148283" y="2632591"/>
                  </a:lnTo>
                  <a:lnTo>
                    <a:pt x="8148918" y="2632997"/>
                  </a:lnTo>
                  <a:lnTo>
                    <a:pt x="8149552" y="2633293"/>
                  </a:lnTo>
                  <a:lnTo>
                    <a:pt x="8150187" y="2633624"/>
                  </a:lnTo>
                  <a:lnTo>
                    <a:pt x="8150822" y="2633954"/>
                  </a:lnTo>
                  <a:lnTo>
                    <a:pt x="8151457" y="2634236"/>
                  </a:lnTo>
                  <a:lnTo>
                    <a:pt x="8152092" y="2634429"/>
                  </a:lnTo>
                  <a:lnTo>
                    <a:pt x="8152727" y="2634621"/>
                  </a:lnTo>
                  <a:lnTo>
                    <a:pt x="8153361" y="2634813"/>
                  </a:lnTo>
                  <a:lnTo>
                    <a:pt x="8153996" y="2634940"/>
                  </a:lnTo>
                  <a:lnTo>
                    <a:pt x="8154631" y="2634846"/>
                  </a:lnTo>
                  <a:lnTo>
                    <a:pt x="8155266" y="2634673"/>
                  </a:lnTo>
                  <a:lnTo>
                    <a:pt x="8155901" y="2634863"/>
                  </a:lnTo>
                  <a:lnTo>
                    <a:pt x="8156536" y="2635053"/>
                  </a:lnTo>
                  <a:lnTo>
                    <a:pt x="8157171" y="2635186"/>
                  </a:lnTo>
                  <a:lnTo>
                    <a:pt x="8157805" y="2635243"/>
                  </a:lnTo>
                  <a:lnTo>
                    <a:pt x="8158440" y="2635243"/>
                  </a:lnTo>
                  <a:lnTo>
                    <a:pt x="8159075" y="2635319"/>
                  </a:lnTo>
                  <a:lnTo>
                    <a:pt x="8159710" y="2635019"/>
                  </a:lnTo>
                  <a:lnTo>
                    <a:pt x="8160345" y="2634688"/>
                  </a:lnTo>
                  <a:lnTo>
                    <a:pt x="8160980" y="2634333"/>
                  </a:lnTo>
                  <a:lnTo>
                    <a:pt x="8161614" y="2633972"/>
                  </a:lnTo>
                  <a:lnTo>
                    <a:pt x="8162249" y="2633611"/>
                  </a:lnTo>
                  <a:lnTo>
                    <a:pt x="8162884" y="2633264"/>
                  </a:lnTo>
                  <a:lnTo>
                    <a:pt x="8163519" y="2633277"/>
                  </a:lnTo>
                  <a:lnTo>
                    <a:pt x="8164154" y="2633521"/>
                  </a:lnTo>
                  <a:lnTo>
                    <a:pt x="8164789" y="2633910"/>
                  </a:lnTo>
                  <a:lnTo>
                    <a:pt x="8165424" y="2634172"/>
                  </a:lnTo>
                  <a:lnTo>
                    <a:pt x="8166058" y="2634319"/>
                  </a:lnTo>
                  <a:lnTo>
                    <a:pt x="8166693" y="2634521"/>
                  </a:lnTo>
                  <a:lnTo>
                    <a:pt x="8167328" y="2634752"/>
                  </a:lnTo>
                  <a:lnTo>
                    <a:pt x="8167963" y="2635238"/>
                  </a:lnTo>
                  <a:lnTo>
                    <a:pt x="8168598" y="2635492"/>
                  </a:lnTo>
                  <a:lnTo>
                    <a:pt x="8169233" y="2635723"/>
                  </a:lnTo>
                  <a:lnTo>
                    <a:pt x="8169867" y="2636059"/>
                  </a:lnTo>
                  <a:lnTo>
                    <a:pt x="8170502" y="2636537"/>
                  </a:lnTo>
                  <a:lnTo>
                    <a:pt x="8171137" y="2637192"/>
                  </a:lnTo>
                  <a:lnTo>
                    <a:pt x="8171772" y="2637848"/>
                  </a:lnTo>
                  <a:lnTo>
                    <a:pt x="8172407" y="2638623"/>
                  </a:lnTo>
                  <a:lnTo>
                    <a:pt x="8173042" y="2639423"/>
                  </a:lnTo>
                  <a:lnTo>
                    <a:pt x="8173677" y="2640328"/>
                  </a:lnTo>
                  <a:lnTo>
                    <a:pt x="8174311" y="2641274"/>
                  </a:lnTo>
                  <a:lnTo>
                    <a:pt x="8174946" y="2642220"/>
                  </a:lnTo>
                  <a:lnTo>
                    <a:pt x="8175581" y="2643218"/>
                  </a:lnTo>
                  <a:lnTo>
                    <a:pt x="8176216" y="2644165"/>
                  </a:lnTo>
                  <a:lnTo>
                    <a:pt x="8176851" y="2645008"/>
                  </a:lnTo>
                  <a:lnTo>
                    <a:pt x="8177486" y="2645731"/>
                  </a:lnTo>
                  <a:lnTo>
                    <a:pt x="8178120" y="2646487"/>
                  </a:lnTo>
                  <a:lnTo>
                    <a:pt x="8178755" y="2647268"/>
                  </a:lnTo>
                  <a:lnTo>
                    <a:pt x="8179390" y="2648039"/>
                  </a:lnTo>
                  <a:lnTo>
                    <a:pt x="8180025" y="2648744"/>
                  </a:lnTo>
                  <a:lnTo>
                    <a:pt x="8180660" y="2649395"/>
                  </a:lnTo>
                  <a:lnTo>
                    <a:pt x="8181295" y="2650285"/>
                  </a:lnTo>
                  <a:lnTo>
                    <a:pt x="8181930" y="2651153"/>
                  </a:lnTo>
                  <a:lnTo>
                    <a:pt x="8182564" y="2651857"/>
                  </a:lnTo>
                  <a:lnTo>
                    <a:pt x="8183199" y="2652232"/>
                  </a:lnTo>
                  <a:lnTo>
                    <a:pt x="8183834" y="2652457"/>
                  </a:lnTo>
                  <a:lnTo>
                    <a:pt x="8184469" y="2652730"/>
                  </a:lnTo>
                  <a:lnTo>
                    <a:pt x="8185104" y="2653018"/>
                  </a:lnTo>
                  <a:lnTo>
                    <a:pt x="8185739" y="2653357"/>
                  </a:lnTo>
                  <a:lnTo>
                    <a:pt x="8186373" y="2653822"/>
                  </a:lnTo>
                  <a:lnTo>
                    <a:pt x="8187008" y="2654397"/>
                  </a:lnTo>
                  <a:lnTo>
                    <a:pt x="8187643" y="2655021"/>
                  </a:lnTo>
                  <a:lnTo>
                    <a:pt x="8188278" y="2655605"/>
                  </a:lnTo>
                  <a:lnTo>
                    <a:pt x="8188913" y="2656088"/>
                  </a:lnTo>
                  <a:lnTo>
                    <a:pt x="8189548" y="2656498"/>
                  </a:lnTo>
                  <a:lnTo>
                    <a:pt x="8190183" y="2656907"/>
                  </a:lnTo>
                  <a:lnTo>
                    <a:pt x="8190817" y="2657264"/>
                  </a:lnTo>
                  <a:lnTo>
                    <a:pt x="8191452" y="2657579"/>
                  </a:lnTo>
                  <a:lnTo>
                    <a:pt x="8192087" y="2657789"/>
                  </a:lnTo>
                  <a:lnTo>
                    <a:pt x="8192722" y="2658112"/>
                  </a:lnTo>
                  <a:lnTo>
                    <a:pt x="8193357" y="2658505"/>
                  </a:lnTo>
                  <a:lnTo>
                    <a:pt x="8193992" y="2658915"/>
                  </a:lnTo>
                  <a:lnTo>
                    <a:pt x="8194626" y="2659381"/>
                  </a:lnTo>
                  <a:lnTo>
                    <a:pt x="8195261" y="2659702"/>
                  </a:lnTo>
                  <a:lnTo>
                    <a:pt x="8195896" y="2659975"/>
                  </a:lnTo>
                  <a:lnTo>
                    <a:pt x="8196531" y="2660181"/>
                  </a:lnTo>
                  <a:lnTo>
                    <a:pt x="8197166" y="2660360"/>
                  </a:lnTo>
                  <a:lnTo>
                    <a:pt x="8197801" y="2660250"/>
                  </a:lnTo>
                  <a:lnTo>
                    <a:pt x="8198436" y="2660250"/>
                  </a:lnTo>
                  <a:lnTo>
                    <a:pt x="8199070" y="2660250"/>
                  </a:lnTo>
                  <a:lnTo>
                    <a:pt x="8199705" y="2660250"/>
                  </a:lnTo>
                  <a:lnTo>
                    <a:pt x="8200340" y="2660250"/>
                  </a:lnTo>
                  <a:lnTo>
                    <a:pt x="8200975" y="2660250"/>
                  </a:lnTo>
                  <a:lnTo>
                    <a:pt x="8201610" y="2660250"/>
                  </a:lnTo>
                  <a:lnTo>
                    <a:pt x="8202245" y="2660060"/>
                  </a:lnTo>
                  <a:lnTo>
                    <a:pt x="8202879" y="2659709"/>
                  </a:lnTo>
                  <a:lnTo>
                    <a:pt x="8203514" y="2659330"/>
                  </a:lnTo>
                  <a:lnTo>
                    <a:pt x="8204149" y="2658950"/>
                  </a:lnTo>
                  <a:lnTo>
                    <a:pt x="8204784" y="2658571"/>
                  </a:lnTo>
                  <a:lnTo>
                    <a:pt x="8205419" y="2658191"/>
                  </a:lnTo>
                  <a:lnTo>
                    <a:pt x="8206054" y="2657812"/>
                  </a:lnTo>
                  <a:lnTo>
                    <a:pt x="8206688" y="2657432"/>
                  </a:lnTo>
                  <a:lnTo>
                    <a:pt x="8207323" y="2657043"/>
                  </a:lnTo>
                  <a:lnTo>
                    <a:pt x="8207958" y="2656663"/>
                  </a:lnTo>
                  <a:lnTo>
                    <a:pt x="8208593" y="2656284"/>
                  </a:lnTo>
                  <a:lnTo>
                    <a:pt x="8209228" y="2655904"/>
                  </a:lnTo>
                  <a:lnTo>
                    <a:pt x="8209863" y="2655525"/>
                  </a:lnTo>
                  <a:lnTo>
                    <a:pt x="8210498" y="2655145"/>
                  </a:lnTo>
                  <a:lnTo>
                    <a:pt x="8211132" y="2654766"/>
                  </a:lnTo>
                  <a:lnTo>
                    <a:pt x="8211767" y="2654386"/>
                  </a:lnTo>
                  <a:lnTo>
                    <a:pt x="8212402" y="2654130"/>
                  </a:lnTo>
                  <a:lnTo>
                    <a:pt x="8213037" y="2653750"/>
                  </a:lnTo>
                  <a:lnTo>
                    <a:pt x="8213672" y="2653371"/>
                  </a:lnTo>
                  <a:lnTo>
                    <a:pt x="8214307" y="2652991"/>
                  </a:lnTo>
                  <a:lnTo>
                    <a:pt x="8214941" y="2652612"/>
                  </a:lnTo>
                  <a:lnTo>
                    <a:pt x="8215576" y="2652232"/>
                  </a:lnTo>
                  <a:lnTo>
                    <a:pt x="8216211" y="2651853"/>
                  </a:lnTo>
                  <a:lnTo>
                    <a:pt x="8216846" y="2651615"/>
                  </a:lnTo>
                  <a:lnTo>
                    <a:pt x="8217481" y="2651426"/>
                  </a:lnTo>
                  <a:lnTo>
                    <a:pt x="8218116" y="2651236"/>
                  </a:lnTo>
                  <a:lnTo>
                    <a:pt x="8218751" y="2651046"/>
                  </a:lnTo>
                  <a:lnTo>
                    <a:pt x="8219385" y="2650856"/>
                  </a:lnTo>
                  <a:lnTo>
                    <a:pt x="8220020" y="2650666"/>
                  </a:lnTo>
                  <a:lnTo>
                    <a:pt x="8220655" y="2650477"/>
                  </a:lnTo>
                  <a:lnTo>
                    <a:pt x="8221290" y="2650287"/>
                  </a:lnTo>
                  <a:lnTo>
                    <a:pt x="8221925" y="2650135"/>
                  </a:lnTo>
                  <a:lnTo>
                    <a:pt x="8222560" y="2650135"/>
                  </a:lnTo>
                  <a:lnTo>
                    <a:pt x="8223194" y="2650135"/>
                  </a:lnTo>
                  <a:lnTo>
                    <a:pt x="8223829" y="2650135"/>
                  </a:lnTo>
                  <a:lnTo>
                    <a:pt x="8224464" y="2650135"/>
                  </a:lnTo>
                  <a:lnTo>
                    <a:pt x="8225099" y="2650135"/>
                  </a:lnTo>
                  <a:lnTo>
                    <a:pt x="8225734" y="2650135"/>
                  </a:lnTo>
                  <a:lnTo>
                    <a:pt x="8226369" y="2650135"/>
                  </a:lnTo>
                  <a:lnTo>
                    <a:pt x="8227004" y="2650135"/>
                  </a:lnTo>
                  <a:lnTo>
                    <a:pt x="8227638" y="2650135"/>
                  </a:lnTo>
                  <a:lnTo>
                    <a:pt x="8228273" y="2650135"/>
                  </a:lnTo>
                  <a:lnTo>
                    <a:pt x="8228908" y="2650135"/>
                  </a:lnTo>
                  <a:lnTo>
                    <a:pt x="8229543" y="2650135"/>
                  </a:lnTo>
                  <a:lnTo>
                    <a:pt x="8230178" y="2650135"/>
                  </a:lnTo>
                  <a:lnTo>
                    <a:pt x="8230813" y="2650135"/>
                  </a:lnTo>
                  <a:lnTo>
                    <a:pt x="8231447" y="2649879"/>
                  </a:lnTo>
                  <a:lnTo>
                    <a:pt x="8232082" y="2649595"/>
                  </a:lnTo>
                  <a:lnTo>
                    <a:pt x="8232717" y="2649311"/>
                  </a:lnTo>
                  <a:lnTo>
                    <a:pt x="8233352" y="2649026"/>
                  </a:lnTo>
                  <a:lnTo>
                    <a:pt x="8233987" y="2648742"/>
                  </a:lnTo>
                  <a:lnTo>
                    <a:pt x="8234622" y="2648458"/>
                  </a:lnTo>
                  <a:lnTo>
                    <a:pt x="8235257" y="2648154"/>
                  </a:lnTo>
                  <a:lnTo>
                    <a:pt x="8235891" y="2647844"/>
                  </a:lnTo>
                  <a:lnTo>
                    <a:pt x="8236526" y="2647535"/>
                  </a:lnTo>
                  <a:lnTo>
                    <a:pt x="8237161" y="2647226"/>
                  </a:lnTo>
                  <a:lnTo>
                    <a:pt x="8237796" y="2646917"/>
                  </a:lnTo>
                  <a:lnTo>
                    <a:pt x="8238431" y="2646608"/>
                  </a:lnTo>
                  <a:lnTo>
                    <a:pt x="8239066" y="2646299"/>
                  </a:lnTo>
                  <a:lnTo>
                    <a:pt x="8239700" y="2645989"/>
                  </a:lnTo>
                  <a:lnTo>
                    <a:pt x="8240335" y="2645680"/>
                  </a:lnTo>
                  <a:lnTo>
                    <a:pt x="8240970" y="2645376"/>
                  </a:lnTo>
                  <a:lnTo>
                    <a:pt x="8241605" y="2645092"/>
                  </a:lnTo>
                  <a:lnTo>
                    <a:pt x="8242240" y="2644807"/>
                  </a:lnTo>
                  <a:lnTo>
                    <a:pt x="8242875" y="2644523"/>
                  </a:lnTo>
                  <a:lnTo>
                    <a:pt x="8243510" y="2644239"/>
                  </a:lnTo>
                  <a:lnTo>
                    <a:pt x="8244144" y="2643955"/>
                  </a:lnTo>
                  <a:lnTo>
                    <a:pt x="8244779" y="2643699"/>
                  </a:lnTo>
                  <a:lnTo>
                    <a:pt x="8245414" y="2643699"/>
                  </a:lnTo>
                  <a:lnTo>
                    <a:pt x="8246049" y="2643699"/>
                  </a:lnTo>
                  <a:lnTo>
                    <a:pt x="8246684" y="2643699"/>
                  </a:lnTo>
                  <a:lnTo>
                    <a:pt x="8247319" y="2643699"/>
                  </a:lnTo>
                  <a:lnTo>
                    <a:pt x="8247953" y="2643699"/>
                  </a:lnTo>
                  <a:lnTo>
                    <a:pt x="8248588" y="2643699"/>
                  </a:lnTo>
                  <a:lnTo>
                    <a:pt x="8249223" y="2643699"/>
                  </a:lnTo>
                  <a:lnTo>
                    <a:pt x="8249858" y="2643699"/>
                  </a:lnTo>
                  <a:lnTo>
                    <a:pt x="8250493" y="2643699"/>
                  </a:lnTo>
                  <a:lnTo>
                    <a:pt x="8251128" y="2643699"/>
                  </a:lnTo>
                  <a:lnTo>
                    <a:pt x="8251763" y="2643699"/>
                  </a:lnTo>
                  <a:lnTo>
                    <a:pt x="8252397" y="2643699"/>
                  </a:lnTo>
                  <a:lnTo>
                    <a:pt x="8253032" y="2643699"/>
                  </a:lnTo>
                  <a:lnTo>
                    <a:pt x="8253667" y="2643699"/>
                  </a:lnTo>
                  <a:lnTo>
                    <a:pt x="8254302" y="2643699"/>
                  </a:lnTo>
                  <a:lnTo>
                    <a:pt x="8254937" y="2643699"/>
                  </a:lnTo>
                  <a:lnTo>
                    <a:pt x="8255572" y="2643699"/>
                  </a:lnTo>
                  <a:lnTo>
                    <a:pt x="8256206" y="2643699"/>
                  </a:lnTo>
                  <a:lnTo>
                    <a:pt x="8256841" y="2643699"/>
                  </a:lnTo>
                  <a:lnTo>
                    <a:pt x="8257476" y="2643699"/>
                  </a:lnTo>
                  <a:lnTo>
                    <a:pt x="8258111" y="2643699"/>
                  </a:lnTo>
                  <a:lnTo>
                    <a:pt x="8258746" y="2643699"/>
                  </a:lnTo>
                  <a:lnTo>
                    <a:pt x="8259381" y="2643699"/>
                  </a:lnTo>
                  <a:lnTo>
                    <a:pt x="8260015" y="2643699"/>
                  </a:lnTo>
                  <a:lnTo>
                    <a:pt x="8260650" y="2643699"/>
                  </a:lnTo>
                  <a:lnTo>
                    <a:pt x="8261285" y="2643699"/>
                  </a:lnTo>
                  <a:lnTo>
                    <a:pt x="8261920" y="2643699"/>
                  </a:lnTo>
                  <a:lnTo>
                    <a:pt x="8262555" y="2643699"/>
                  </a:lnTo>
                  <a:lnTo>
                    <a:pt x="8263190" y="2643699"/>
                  </a:lnTo>
                  <a:lnTo>
                    <a:pt x="8263825" y="2643699"/>
                  </a:lnTo>
                  <a:lnTo>
                    <a:pt x="8264459" y="2643699"/>
                  </a:lnTo>
                  <a:lnTo>
                    <a:pt x="8265094" y="2643699"/>
                  </a:lnTo>
                  <a:lnTo>
                    <a:pt x="8265729" y="2643699"/>
                  </a:lnTo>
                  <a:lnTo>
                    <a:pt x="8266364" y="2643699"/>
                  </a:lnTo>
                  <a:lnTo>
                    <a:pt x="8266999" y="2643699"/>
                  </a:lnTo>
                  <a:lnTo>
                    <a:pt x="8267634" y="2643699"/>
                  </a:lnTo>
                  <a:lnTo>
                    <a:pt x="8268268" y="2643699"/>
                  </a:lnTo>
                  <a:lnTo>
                    <a:pt x="8268903" y="2643699"/>
                  </a:lnTo>
                  <a:lnTo>
                    <a:pt x="8269538" y="2643699"/>
                  </a:lnTo>
                  <a:lnTo>
                    <a:pt x="8270173" y="2643699"/>
                  </a:lnTo>
                  <a:lnTo>
                    <a:pt x="8270808" y="2643699"/>
                  </a:lnTo>
                  <a:lnTo>
                    <a:pt x="8271443" y="2643699"/>
                  </a:lnTo>
                  <a:lnTo>
                    <a:pt x="8272078" y="2643699"/>
                  </a:lnTo>
                  <a:lnTo>
                    <a:pt x="8272712" y="2643699"/>
                  </a:lnTo>
                  <a:lnTo>
                    <a:pt x="8273347" y="2643699"/>
                  </a:lnTo>
                  <a:lnTo>
                    <a:pt x="8273982" y="2643699"/>
                  </a:lnTo>
                  <a:lnTo>
                    <a:pt x="8274617" y="2643822"/>
                  </a:lnTo>
                  <a:lnTo>
                    <a:pt x="8275252" y="2644012"/>
                  </a:lnTo>
                  <a:lnTo>
                    <a:pt x="8275887" y="2644202"/>
                  </a:lnTo>
                  <a:lnTo>
                    <a:pt x="8276521" y="2644392"/>
                  </a:lnTo>
                  <a:lnTo>
                    <a:pt x="8277156" y="2644581"/>
                  </a:lnTo>
                  <a:lnTo>
                    <a:pt x="8277791" y="2644771"/>
                  </a:lnTo>
                  <a:lnTo>
                    <a:pt x="8278426" y="2644961"/>
                  </a:lnTo>
                  <a:lnTo>
                    <a:pt x="8279061" y="2645151"/>
                  </a:lnTo>
                  <a:lnTo>
                    <a:pt x="8279696" y="2645340"/>
                  </a:lnTo>
                  <a:lnTo>
                    <a:pt x="8280331" y="2645530"/>
                  </a:lnTo>
                  <a:lnTo>
                    <a:pt x="8280965" y="2645796"/>
                  </a:lnTo>
                  <a:lnTo>
                    <a:pt x="8281600" y="2646175"/>
                  </a:lnTo>
                  <a:lnTo>
                    <a:pt x="8282235" y="2646555"/>
                  </a:lnTo>
                  <a:lnTo>
                    <a:pt x="8282870" y="2646935"/>
                  </a:lnTo>
                  <a:lnTo>
                    <a:pt x="8283505" y="2647314"/>
                  </a:lnTo>
                  <a:lnTo>
                    <a:pt x="8284140" y="2647570"/>
                  </a:lnTo>
                  <a:lnTo>
                    <a:pt x="8284774" y="2647760"/>
                  </a:lnTo>
                  <a:lnTo>
                    <a:pt x="8285409" y="2647950"/>
                  </a:lnTo>
                  <a:lnTo>
                    <a:pt x="8285445" y="2661518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237505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37536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87144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11199" y="5657953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11199" y="477856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11199" y="389916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552350" y="57017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2350" y="48223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52350" y="39429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87144" y="6354144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59175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17886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765982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35309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94020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07335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74600000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89444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74650000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8156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74700000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06867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74750000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65578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74800000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516148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55" name="tx55"/>
            <p:cNvSpPr/>
            <p:nvPr/>
          </p:nvSpPr>
          <p:spPr>
            <a:xfrm rot="-5400000">
              <a:off x="96391" y="4886382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87144" y="3249099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2026-03-10T15:31:51Z</dcterms:modified>
  <cp:category/>
</cp:coreProperties>
</file>