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67532" y="3108628"/>
              <a:ext cx="30379" cy="153848"/>
            </a:xfrm>
            <a:custGeom>
              <a:avLst/>
              <a:pathLst>
                <a:path w="30379" h="153848">
                  <a:moveTo>
                    <a:pt x="0" y="153848"/>
                  </a:moveTo>
                  <a:lnTo>
                    <a:pt x="3075" y="126831"/>
                  </a:lnTo>
                  <a:lnTo>
                    <a:pt x="7354" y="72312"/>
                  </a:lnTo>
                  <a:lnTo>
                    <a:pt x="11633" y="56471"/>
                  </a:lnTo>
                  <a:lnTo>
                    <a:pt x="15912" y="66998"/>
                  </a:lnTo>
                  <a:lnTo>
                    <a:pt x="20191" y="28627"/>
                  </a:lnTo>
                  <a:lnTo>
                    <a:pt x="24470" y="0"/>
                  </a:lnTo>
                  <a:lnTo>
                    <a:pt x="28749" y="111713"/>
                  </a:lnTo>
                  <a:lnTo>
                    <a:pt x="30379" y="1538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33470" y="3183384"/>
              <a:ext cx="28922" cy="79092"/>
            </a:xfrm>
            <a:custGeom>
              <a:avLst/>
              <a:pathLst>
                <a:path w="28922" h="79092">
                  <a:moveTo>
                    <a:pt x="0" y="79092"/>
                  </a:moveTo>
                  <a:lnTo>
                    <a:pt x="1321" y="60729"/>
                  </a:lnTo>
                  <a:lnTo>
                    <a:pt x="5600" y="39710"/>
                  </a:lnTo>
                  <a:lnTo>
                    <a:pt x="9879" y="56339"/>
                  </a:lnTo>
                  <a:lnTo>
                    <a:pt x="14158" y="22899"/>
                  </a:lnTo>
                  <a:lnTo>
                    <a:pt x="18437" y="0"/>
                  </a:lnTo>
                  <a:lnTo>
                    <a:pt x="22716" y="11753"/>
                  </a:lnTo>
                  <a:lnTo>
                    <a:pt x="26994" y="43896"/>
                  </a:lnTo>
                  <a:lnTo>
                    <a:pt x="28922" y="790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871" y="3236987"/>
              <a:ext cx="5951" cy="25489"/>
            </a:xfrm>
            <a:custGeom>
              <a:avLst/>
              <a:pathLst>
                <a:path w="5951" h="25489">
                  <a:moveTo>
                    <a:pt x="0" y="25489"/>
                  </a:moveTo>
                  <a:lnTo>
                    <a:pt x="3989" y="0"/>
                  </a:lnTo>
                  <a:lnTo>
                    <a:pt x="5951" y="254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62861" y="3106742"/>
              <a:ext cx="15846" cy="155735"/>
            </a:xfrm>
            <a:custGeom>
              <a:avLst/>
              <a:pathLst>
                <a:path w="15846" h="155735">
                  <a:moveTo>
                    <a:pt x="0" y="155735"/>
                  </a:moveTo>
                  <a:lnTo>
                    <a:pt x="298" y="147482"/>
                  </a:lnTo>
                  <a:lnTo>
                    <a:pt x="4577" y="61634"/>
                  </a:lnTo>
                  <a:lnTo>
                    <a:pt x="8856" y="0"/>
                  </a:lnTo>
                  <a:lnTo>
                    <a:pt x="13135" y="85358"/>
                  </a:lnTo>
                  <a:lnTo>
                    <a:pt x="15846" y="1557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3451" y="3096179"/>
              <a:ext cx="33520" cy="166297"/>
            </a:xfrm>
            <a:custGeom>
              <a:avLst/>
              <a:pathLst>
                <a:path w="33520" h="166297">
                  <a:moveTo>
                    <a:pt x="0" y="166297"/>
                  </a:moveTo>
                  <a:lnTo>
                    <a:pt x="2164" y="152367"/>
                  </a:lnTo>
                  <a:lnTo>
                    <a:pt x="6442" y="143638"/>
                  </a:lnTo>
                  <a:lnTo>
                    <a:pt x="10721" y="143639"/>
                  </a:lnTo>
                  <a:lnTo>
                    <a:pt x="15000" y="143491"/>
                  </a:lnTo>
                  <a:lnTo>
                    <a:pt x="19279" y="97219"/>
                  </a:lnTo>
                  <a:lnTo>
                    <a:pt x="23558" y="0"/>
                  </a:lnTo>
                  <a:lnTo>
                    <a:pt x="27837" y="64299"/>
                  </a:lnTo>
                  <a:lnTo>
                    <a:pt x="32116" y="157034"/>
                  </a:lnTo>
                  <a:lnTo>
                    <a:pt x="33520" y="1662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14005" y="3245630"/>
              <a:ext cx="8856" cy="16846"/>
            </a:xfrm>
            <a:custGeom>
              <a:avLst/>
              <a:pathLst>
                <a:path w="8856" h="16846">
                  <a:moveTo>
                    <a:pt x="0" y="16846"/>
                  </a:moveTo>
                  <a:lnTo>
                    <a:pt x="25" y="16765"/>
                  </a:lnTo>
                  <a:lnTo>
                    <a:pt x="4304" y="0"/>
                  </a:lnTo>
                  <a:lnTo>
                    <a:pt x="8582" y="8775"/>
                  </a:lnTo>
                  <a:lnTo>
                    <a:pt x="8856" y="168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70471" y="3237282"/>
              <a:ext cx="6384" cy="25194"/>
            </a:xfrm>
            <a:custGeom>
              <a:avLst/>
              <a:pathLst>
                <a:path w="6384" h="25194">
                  <a:moveTo>
                    <a:pt x="0" y="25194"/>
                  </a:moveTo>
                  <a:lnTo>
                    <a:pt x="3464" y="0"/>
                  </a:lnTo>
                  <a:lnTo>
                    <a:pt x="6384" y="251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34139" y="3245909"/>
              <a:ext cx="4305" cy="16568"/>
            </a:xfrm>
            <a:custGeom>
              <a:avLst/>
              <a:pathLst>
                <a:path w="4305" h="16568">
                  <a:moveTo>
                    <a:pt x="0" y="16568"/>
                  </a:moveTo>
                  <a:lnTo>
                    <a:pt x="2395" y="0"/>
                  </a:lnTo>
                  <a:lnTo>
                    <a:pt x="4305" y="165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0047" y="2867297"/>
              <a:ext cx="285755" cy="395179"/>
            </a:xfrm>
            <a:custGeom>
              <a:avLst/>
              <a:pathLst>
                <a:path w="285755" h="395179">
                  <a:moveTo>
                    <a:pt x="0" y="395179"/>
                  </a:moveTo>
                  <a:lnTo>
                    <a:pt x="480" y="391168"/>
                  </a:lnTo>
                  <a:lnTo>
                    <a:pt x="4759" y="375291"/>
                  </a:lnTo>
                  <a:lnTo>
                    <a:pt x="9038" y="324230"/>
                  </a:lnTo>
                  <a:lnTo>
                    <a:pt x="13317" y="332361"/>
                  </a:lnTo>
                  <a:lnTo>
                    <a:pt x="17596" y="395062"/>
                  </a:lnTo>
                  <a:lnTo>
                    <a:pt x="21875" y="385993"/>
                  </a:lnTo>
                  <a:lnTo>
                    <a:pt x="26154" y="316371"/>
                  </a:lnTo>
                  <a:lnTo>
                    <a:pt x="30433" y="183954"/>
                  </a:lnTo>
                  <a:lnTo>
                    <a:pt x="34712" y="145121"/>
                  </a:lnTo>
                  <a:lnTo>
                    <a:pt x="38990" y="89897"/>
                  </a:lnTo>
                  <a:lnTo>
                    <a:pt x="43269" y="83416"/>
                  </a:lnTo>
                  <a:lnTo>
                    <a:pt x="47548" y="113401"/>
                  </a:lnTo>
                  <a:lnTo>
                    <a:pt x="51827" y="217784"/>
                  </a:lnTo>
                  <a:lnTo>
                    <a:pt x="56106" y="305395"/>
                  </a:lnTo>
                  <a:lnTo>
                    <a:pt x="60385" y="288807"/>
                  </a:lnTo>
                  <a:lnTo>
                    <a:pt x="64664" y="283188"/>
                  </a:lnTo>
                  <a:lnTo>
                    <a:pt x="68943" y="252700"/>
                  </a:lnTo>
                  <a:lnTo>
                    <a:pt x="73222" y="253310"/>
                  </a:lnTo>
                  <a:lnTo>
                    <a:pt x="77501" y="201566"/>
                  </a:lnTo>
                  <a:lnTo>
                    <a:pt x="81780" y="192581"/>
                  </a:lnTo>
                  <a:lnTo>
                    <a:pt x="86059" y="288574"/>
                  </a:lnTo>
                  <a:lnTo>
                    <a:pt x="90338" y="306411"/>
                  </a:lnTo>
                  <a:lnTo>
                    <a:pt x="94616" y="313221"/>
                  </a:lnTo>
                  <a:lnTo>
                    <a:pt x="98895" y="290462"/>
                  </a:lnTo>
                  <a:lnTo>
                    <a:pt x="103174" y="276804"/>
                  </a:lnTo>
                  <a:lnTo>
                    <a:pt x="107453" y="247554"/>
                  </a:lnTo>
                  <a:lnTo>
                    <a:pt x="111732" y="212099"/>
                  </a:lnTo>
                  <a:lnTo>
                    <a:pt x="116011" y="205072"/>
                  </a:lnTo>
                  <a:lnTo>
                    <a:pt x="120290" y="187464"/>
                  </a:lnTo>
                  <a:lnTo>
                    <a:pt x="124569" y="203150"/>
                  </a:lnTo>
                  <a:lnTo>
                    <a:pt x="128848" y="187024"/>
                  </a:lnTo>
                  <a:lnTo>
                    <a:pt x="133127" y="208791"/>
                  </a:lnTo>
                  <a:lnTo>
                    <a:pt x="137406" y="142163"/>
                  </a:lnTo>
                  <a:lnTo>
                    <a:pt x="141685" y="65430"/>
                  </a:lnTo>
                  <a:lnTo>
                    <a:pt x="145963" y="31429"/>
                  </a:lnTo>
                  <a:lnTo>
                    <a:pt x="150242" y="0"/>
                  </a:lnTo>
                  <a:lnTo>
                    <a:pt x="154521" y="64320"/>
                  </a:lnTo>
                  <a:lnTo>
                    <a:pt x="158800" y="92307"/>
                  </a:lnTo>
                  <a:lnTo>
                    <a:pt x="163079" y="145212"/>
                  </a:lnTo>
                  <a:lnTo>
                    <a:pt x="167358" y="180911"/>
                  </a:lnTo>
                  <a:lnTo>
                    <a:pt x="171637" y="241652"/>
                  </a:lnTo>
                  <a:lnTo>
                    <a:pt x="175916" y="278758"/>
                  </a:lnTo>
                  <a:lnTo>
                    <a:pt x="180195" y="250647"/>
                  </a:lnTo>
                  <a:lnTo>
                    <a:pt x="184474" y="205869"/>
                  </a:lnTo>
                  <a:lnTo>
                    <a:pt x="188753" y="124061"/>
                  </a:lnTo>
                  <a:lnTo>
                    <a:pt x="193032" y="132616"/>
                  </a:lnTo>
                  <a:lnTo>
                    <a:pt x="197311" y="146427"/>
                  </a:lnTo>
                  <a:lnTo>
                    <a:pt x="201589" y="151240"/>
                  </a:lnTo>
                  <a:lnTo>
                    <a:pt x="205868" y="207122"/>
                  </a:lnTo>
                  <a:lnTo>
                    <a:pt x="210147" y="258784"/>
                  </a:lnTo>
                  <a:lnTo>
                    <a:pt x="214426" y="358705"/>
                  </a:lnTo>
                  <a:lnTo>
                    <a:pt x="218705" y="351439"/>
                  </a:lnTo>
                  <a:lnTo>
                    <a:pt x="222984" y="320782"/>
                  </a:lnTo>
                  <a:lnTo>
                    <a:pt x="227263" y="291078"/>
                  </a:lnTo>
                  <a:lnTo>
                    <a:pt x="231542" y="241676"/>
                  </a:lnTo>
                  <a:lnTo>
                    <a:pt x="235821" y="235895"/>
                  </a:lnTo>
                  <a:lnTo>
                    <a:pt x="240100" y="169519"/>
                  </a:lnTo>
                  <a:lnTo>
                    <a:pt x="244379" y="199454"/>
                  </a:lnTo>
                  <a:lnTo>
                    <a:pt x="248658" y="218613"/>
                  </a:lnTo>
                  <a:lnTo>
                    <a:pt x="252936" y="185579"/>
                  </a:lnTo>
                  <a:lnTo>
                    <a:pt x="257215" y="156744"/>
                  </a:lnTo>
                  <a:lnTo>
                    <a:pt x="261494" y="95052"/>
                  </a:lnTo>
                  <a:lnTo>
                    <a:pt x="265773" y="139527"/>
                  </a:lnTo>
                  <a:lnTo>
                    <a:pt x="270052" y="165223"/>
                  </a:lnTo>
                  <a:lnTo>
                    <a:pt x="274331" y="190539"/>
                  </a:lnTo>
                  <a:lnTo>
                    <a:pt x="278610" y="261914"/>
                  </a:lnTo>
                  <a:lnTo>
                    <a:pt x="282889" y="330908"/>
                  </a:lnTo>
                  <a:lnTo>
                    <a:pt x="285755" y="3951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781426" y="2877544"/>
              <a:ext cx="44556" cy="384933"/>
            </a:xfrm>
            <a:custGeom>
              <a:avLst/>
              <a:pathLst>
                <a:path w="44556" h="384933">
                  <a:moveTo>
                    <a:pt x="0" y="384933"/>
                  </a:moveTo>
                  <a:lnTo>
                    <a:pt x="2809" y="299699"/>
                  </a:lnTo>
                  <a:lnTo>
                    <a:pt x="7088" y="267239"/>
                  </a:lnTo>
                  <a:lnTo>
                    <a:pt x="11367" y="159135"/>
                  </a:lnTo>
                  <a:lnTo>
                    <a:pt x="15646" y="59895"/>
                  </a:lnTo>
                  <a:lnTo>
                    <a:pt x="19925" y="0"/>
                  </a:lnTo>
                  <a:lnTo>
                    <a:pt x="24204" y="30315"/>
                  </a:lnTo>
                  <a:lnTo>
                    <a:pt x="28483" y="144698"/>
                  </a:lnTo>
                  <a:lnTo>
                    <a:pt x="32762" y="179656"/>
                  </a:lnTo>
                  <a:lnTo>
                    <a:pt x="37041" y="250263"/>
                  </a:lnTo>
                  <a:lnTo>
                    <a:pt x="41320" y="346445"/>
                  </a:lnTo>
                  <a:lnTo>
                    <a:pt x="44556" y="3849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828641" y="3151554"/>
              <a:ext cx="25548" cy="110922"/>
            </a:xfrm>
            <a:custGeom>
              <a:avLst/>
              <a:pathLst>
                <a:path w="25548" h="110922">
                  <a:moveTo>
                    <a:pt x="0" y="110922"/>
                  </a:moveTo>
                  <a:lnTo>
                    <a:pt x="2663" y="90473"/>
                  </a:lnTo>
                  <a:lnTo>
                    <a:pt x="6942" y="36726"/>
                  </a:lnTo>
                  <a:lnTo>
                    <a:pt x="11221" y="2723"/>
                  </a:lnTo>
                  <a:lnTo>
                    <a:pt x="15500" y="0"/>
                  </a:lnTo>
                  <a:lnTo>
                    <a:pt x="19778" y="17944"/>
                  </a:lnTo>
                  <a:lnTo>
                    <a:pt x="24057" y="74917"/>
                  </a:lnTo>
                  <a:lnTo>
                    <a:pt x="25548" y="1109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79905" y="2879000"/>
              <a:ext cx="75671" cy="383476"/>
            </a:xfrm>
            <a:custGeom>
              <a:avLst/>
              <a:pathLst>
                <a:path w="75671" h="383476">
                  <a:moveTo>
                    <a:pt x="0" y="383476"/>
                  </a:moveTo>
                  <a:lnTo>
                    <a:pt x="2746" y="330400"/>
                  </a:lnTo>
                  <a:lnTo>
                    <a:pt x="7025" y="216211"/>
                  </a:lnTo>
                  <a:lnTo>
                    <a:pt x="11304" y="83782"/>
                  </a:lnTo>
                  <a:lnTo>
                    <a:pt x="15583" y="68907"/>
                  </a:lnTo>
                  <a:lnTo>
                    <a:pt x="19861" y="25255"/>
                  </a:lnTo>
                  <a:lnTo>
                    <a:pt x="24140" y="0"/>
                  </a:lnTo>
                  <a:lnTo>
                    <a:pt x="28419" y="12196"/>
                  </a:lnTo>
                  <a:lnTo>
                    <a:pt x="32698" y="76523"/>
                  </a:lnTo>
                  <a:lnTo>
                    <a:pt x="36977" y="146793"/>
                  </a:lnTo>
                  <a:lnTo>
                    <a:pt x="41256" y="144371"/>
                  </a:lnTo>
                  <a:lnTo>
                    <a:pt x="45535" y="158715"/>
                  </a:lnTo>
                  <a:lnTo>
                    <a:pt x="49814" y="168034"/>
                  </a:lnTo>
                  <a:lnTo>
                    <a:pt x="54093" y="133497"/>
                  </a:lnTo>
                  <a:lnTo>
                    <a:pt x="58372" y="116647"/>
                  </a:lnTo>
                  <a:lnTo>
                    <a:pt x="62651" y="175395"/>
                  </a:lnTo>
                  <a:lnTo>
                    <a:pt x="66930" y="286574"/>
                  </a:lnTo>
                  <a:lnTo>
                    <a:pt x="71208" y="363437"/>
                  </a:lnTo>
                  <a:lnTo>
                    <a:pt x="75487" y="379373"/>
                  </a:lnTo>
                  <a:lnTo>
                    <a:pt x="75671" y="3834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986766" y="3233135"/>
              <a:ext cx="4940" cy="29341"/>
            </a:xfrm>
            <a:custGeom>
              <a:avLst/>
              <a:pathLst>
                <a:path w="4940" h="29341">
                  <a:moveTo>
                    <a:pt x="0" y="29341"/>
                  </a:moveTo>
                  <a:lnTo>
                    <a:pt x="2858" y="0"/>
                  </a:lnTo>
                  <a:lnTo>
                    <a:pt x="4940" y="293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13960" y="3104842"/>
              <a:ext cx="24322" cy="157634"/>
            </a:xfrm>
            <a:custGeom>
              <a:avLst/>
              <a:pathLst>
                <a:path w="24322" h="157634">
                  <a:moveTo>
                    <a:pt x="0" y="157634"/>
                  </a:moveTo>
                  <a:lnTo>
                    <a:pt x="1337" y="132145"/>
                  </a:lnTo>
                  <a:lnTo>
                    <a:pt x="5616" y="26351"/>
                  </a:lnTo>
                  <a:lnTo>
                    <a:pt x="9895" y="0"/>
                  </a:lnTo>
                  <a:lnTo>
                    <a:pt x="14174" y="22124"/>
                  </a:lnTo>
                  <a:lnTo>
                    <a:pt x="18452" y="60939"/>
                  </a:lnTo>
                  <a:lnTo>
                    <a:pt x="22731" y="96958"/>
                  </a:lnTo>
                  <a:lnTo>
                    <a:pt x="24322" y="1576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78462" y="3248588"/>
              <a:ext cx="6272" cy="13888"/>
            </a:xfrm>
            <a:custGeom>
              <a:avLst/>
              <a:pathLst>
                <a:path w="6272" h="13888">
                  <a:moveTo>
                    <a:pt x="0" y="13888"/>
                  </a:moveTo>
                  <a:lnTo>
                    <a:pt x="1019" y="0"/>
                  </a:lnTo>
                  <a:lnTo>
                    <a:pt x="5298" y="5734"/>
                  </a:lnTo>
                  <a:lnTo>
                    <a:pt x="6272" y="138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108677" y="2481991"/>
              <a:ext cx="101893" cy="780485"/>
            </a:xfrm>
            <a:custGeom>
              <a:avLst/>
              <a:pathLst>
                <a:path w="101893" h="780485">
                  <a:moveTo>
                    <a:pt x="0" y="780485"/>
                  </a:moveTo>
                  <a:lnTo>
                    <a:pt x="756" y="764709"/>
                  </a:lnTo>
                  <a:lnTo>
                    <a:pt x="5035" y="677547"/>
                  </a:lnTo>
                  <a:lnTo>
                    <a:pt x="9314" y="611223"/>
                  </a:lnTo>
                  <a:lnTo>
                    <a:pt x="13593" y="617357"/>
                  </a:lnTo>
                  <a:lnTo>
                    <a:pt x="17872" y="610073"/>
                  </a:lnTo>
                  <a:lnTo>
                    <a:pt x="22151" y="564612"/>
                  </a:lnTo>
                  <a:lnTo>
                    <a:pt x="26430" y="593860"/>
                  </a:lnTo>
                  <a:lnTo>
                    <a:pt x="30709" y="521246"/>
                  </a:lnTo>
                  <a:lnTo>
                    <a:pt x="34988" y="429861"/>
                  </a:lnTo>
                  <a:lnTo>
                    <a:pt x="39267" y="300471"/>
                  </a:lnTo>
                  <a:lnTo>
                    <a:pt x="43546" y="118046"/>
                  </a:lnTo>
                  <a:lnTo>
                    <a:pt x="47825" y="35949"/>
                  </a:lnTo>
                  <a:lnTo>
                    <a:pt x="52103" y="0"/>
                  </a:lnTo>
                  <a:lnTo>
                    <a:pt x="56382" y="59178"/>
                  </a:lnTo>
                  <a:lnTo>
                    <a:pt x="60661" y="149253"/>
                  </a:lnTo>
                  <a:lnTo>
                    <a:pt x="64940" y="235997"/>
                  </a:lnTo>
                  <a:lnTo>
                    <a:pt x="69219" y="333706"/>
                  </a:lnTo>
                  <a:lnTo>
                    <a:pt x="73498" y="354736"/>
                  </a:lnTo>
                  <a:lnTo>
                    <a:pt x="77777" y="460711"/>
                  </a:lnTo>
                  <a:lnTo>
                    <a:pt x="82056" y="548933"/>
                  </a:lnTo>
                  <a:lnTo>
                    <a:pt x="86335" y="585116"/>
                  </a:lnTo>
                  <a:lnTo>
                    <a:pt x="90614" y="637134"/>
                  </a:lnTo>
                  <a:lnTo>
                    <a:pt x="94893" y="692261"/>
                  </a:lnTo>
                  <a:lnTo>
                    <a:pt x="99172" y="757297"/>
                  </a:lnTo>
                  <a:lnTo>
                    <a:pt x="101893" y="7804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219067" y="3243720"/>
              <a:ext cx="10996" cy="18756"/>
            </a:xfrm>
            <a:custGeom>
              <a:avLst/>
              <a:pathLst>
                <a:path w="10996" h="18756">
                  <a:moveTo>
                    <a:pt x="0" y="18756"/>
                  </a:moveTo>
                  <a:lnTo>
                    <a:pt x="1619" y="0"/>
                  </a:lnTo>
                  <a:lnTo>
                    <a:pt x="5898" y="1677"/>
                  </a:lnTo>
                  <a:lnTo>
                    <a:pt x="10177" y="12846"/>
                  </a:lnTo>
                  <a:lnTo>
                    <a:pt x="10996" y="187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20457" y="3241174"/>
              <a:ext cx="7432" cy="21302"/>
            </a:xfrm>
            <a:custGeom>
              <a:avLst/>
              <a:pathLst>
                <a:path w="7432" h="21302">
                  <a:moveTo>
                    <a:pt x="0" y="21302"/>
                  </a:moveTo>
                  <a:lnTo>
                    <a:pt x="2923" y="0"/>
                  </a:lnTo>
                  <a:lnTo>
                    <a:pt x="7202" y="17234"/>
                  </a:lnTo>
                  <a:lnTo>
                    <a:pt x="7432" y="213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373541" y="3119003"/>
              <a:ext cx="22991" cy="143474"/>
            </a:xfrm>
            <a:custGeom>
              <a:avLst/>
              <a:pathLst>
                <a:path w="22991" h="143474">
                  <a:moveTo>
                    <a:pt x="0" y="143474"/>
                  </a:moveTo>
                  <a:lnTo>
                    <a:pt x="1185" y="108081"/>
                  </a:lnTo>
                  <a:lnTo>
                    <a:pt x="5464" y="0"/>
                  </a:lnTo>
                  <a:lnTo>
                    <a:pt x="9743" y="709"/>
                  </a:lnTo>
                  <a:lnTo>
                    <a:pt x="14022" y="37517"/>
                  </a:lnTo>
                  <a:lnTo>
                    <a:pt x="18301" y="105927"/>
                  </a:lnTo>
                  <a:lnTo>
                    <a:pt x="22580" y="138934"/>
                  </a:lnTo>
                  <a:lnTo>
                    <a:pt x="22991" y="1434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468191" y="2993897"/>
              <a:ext cx="75293" cy="268579"/>
            </a:xfrm>
            <a:custGeom>
              <a:avLst/>
              <a:pathLst>
                <a:path w="75293" h="268579">
                  <a:moveTo>
                    <a:pt x="0" y="268579"/>
                  </a:moveTo>
                  <a:lnTo>
                    <a:pt x="672" y="255314"/>
                  </a:lnTo>
                  <a:lnTo>
                    <a:pt x="4951" y="98175"/>
                  </a:lnTo>
                  <a:lnTo>
                    <a:pt x="9230" y="15071"/>
                  </a:lnTo>
                  <a:lnTo>
                    <a:pt x="13509" y="0"/>
                  </a:lnTo>
                  <a:lnTo>
                    <a:pt x="17788" y="1"/>
                  </a:lnTo>
                  <a:lnTo>
                    <a:pt x="22067" y="26412"/>
                  </a:lnTo>
                  <a:lnTo>
                    <a:pt x="26346" y="95842"/>
                  </a:lnTo>
                  <a:lnTo>
                    <a:pt x="30625" y="185261"/>
                  </a:lnTo>
                  <a:lnTo>
                    <a:pt x="34903" y="255689"/>
                  </a:lnTo>
                  <a:lnTo>
                    <a:pt x="39182" y="267372"/>
                  </a:lnTo>
                  <a:lnTo>
                    <a:pt x="43461" y="240203"/>
                  </a:lnTo>
                  <a:lnTo>
                    <a:pt x="47740" y="191686"/>
                  </a:lnTo>
                  <a:lnTo>
                    <a:pt x="52019" y="165276"/>
                  </a:lnTo>
                  <a:lnTo>
                    <a:pt x="56298" y="165278"/>
                  </a:lnTo>
                  <a:lnTo>
                    <a:pt x="60577" y="165429"/>
                  </a:lnTo>
                  <a:lnTo>
                    <a:pt x="64856" y="166637"/>
                  </a:lnTo>
                  <a:lnTo>
                    <a:pt x="69135" y="194167"/>
                  </a:lnTo>
                  <a:lnTo>
                    <a:pt x="73414" y="251108"/>
                  </a:lnTo>
                  <a:lnTo>
                    <a:pt x="75293" y="2685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6141" y="3220968"/>
              <a:ext cx="23007" cy="41508"/>
            </a:xfrm>
            <a:custGeom>
              <a:avLst/>
              <a:pathLst>
                <a:path w="23007" h="41508">
                  <a:moveTo>
                    <a:pt x="0" y="41508"/>
                  </a:moveTo>
                  <a:lnTo>
                    <a:pt x="2531" y="19654"/>
                  </a:lnTo>
                  <a:lnTo>
                    <a:pt x="6810" y="7967"/>
                  </a:lnTo>
                  <a:lnTo>
                    <a:pt x="11089" y="7904"/>
                  </a:lnTo>
                  <a:lnTo>
                    <a:pt x="15368" y="1092"/>
                  </a:lnTo>
                  <a:lnTo>
                    <a:pt x="19647" y="0"/>
                  </a:lnTo>
                  <a:lnTo>
                    <a:pt x="23007" y="415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20711" y="3066077"/>
              <a:ext cx="26303" cy="196399"/>
            </a:xfrm>
            <a:custGeom>
              <a:avLst/>
              <a:pathLst>
                <a:path w="26303" h="196399">
                  <a:moveTo>
                    <a:pt x="0" y="196399"/>
                  </a:moveTo>
                  <a:lnTo>
                    <a:pt x="2193" y="156523"/>
                  </a:lnTo>
                  <a:lnTo>
                    <a:pt x="6472" y="69600"/>
                  </a:lnTo>
                  <a:lnTo>
                    <a:pt x="10751" y="28981"/>
                  </a:lnTo>
                  <a:lnTo>
                    <a:pt x="15029" y="0"/>
                  </a:lnTo>
                  <a:lnTo>
                    <a:pt x="19308" y="13641"/>
                  </a:lnTo>
                  <a:lnTo>
                    <a:pt x="23587" y="94294"/>
                  </a:lnTo>
                  <a:lnTo>
                    <a:pt x="26303" y="1963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71202" y="3086109"/>
              <a:ext cx="23436" cy="176367"/>
            </a:xfrm>
            <a:custGeom>
              <a:avLst/>
              <a:pathLst>
                <a:path w="23436" h="176367">
                  <a:moveTo>
                    <a:pt x="0" y="176367"/>
                  </a:moveTo>
                  <a:lnTo>
                    <a:pt x="3049" y="103528"/>
                  </a:lnTo>
                  <a:lnTo>
                    <a:pt x="7328" y="0"/>
                  </a:lnTo>
                  <a:lnTo>
                    <a:pt x="11607" y="29492"/>
                  </a:lnTo>
                  <a:lnTo>
                    <a:pt x="15886" y="69462"/>
                  </a:lnTo>
                  <a:lnTo>
                    <a:pt x="20165" y="140368"/>
                  </a:lnTo>
                  <a:lnTo>
                    <a:pt x="23436" y="1763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60674" y="3111273"/>
              <a:ext cx="27574" cy="151203"/>
            </a:xfrm>
            <a:custGeom>
              <a:avLst/>
              <a:pathLst>
                <a:path w="27574" h="151203">
                  <a:moveTo>
                    <a:pt x="0" y="151203"/>
                  </a:moveTo>
                  <a:lnTo>
                    <a:pt x="3435" y="129670"/>
                  </a:lnTo>
                  <a:lnTo>
                    <a:pt x="7714" y="111400"/>
                  </a:lnTo>
                  <a:lnTo>
                    <a:pt x="11993" y="80478"/>
                  </a:lnTo>
                  <a:lnTo>
                    <a:pt x="16271" y="0"/>
                  </a:lnTo>
                  <a:lnTo>
                    <a:pt x="20550" y="15618"/>
                  </a:lnTo>
                  <a:lnTo>
                    <a:pt x="24829" y="117818"/>
                  </a:lnTo>
                  <a:lnTo>
                    <a:pt x="27574" y="1512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92932" y="2737823"/>
              <a:ext cx="187051" cy="524653"/>
            </a:xfrm>
            <a:custGeom>
              <a:avLst/>
              <a:pathLst>
                <a:path w="187051" h="524653">
                  <a:moveTo>
                    <a:pt x="0" y="524653"/>
                  </a:moveTo>
                  <a:lnTo>
                    <a:pt x="1129" y="517964"/>
                  </a:lnTo>
                  <a:lnTo>
                    <a:pt x="5408" y="444086"/>
                  </a:lnTo>
                  <a:lnTo>
                    <a:pt x="9687" y="406211"/>
                  </a:lnTo>
                  <a:lnTo>
                    <a:pt x="13965" y="311220"/>
                  </a:lnTo>
                  <a:lnTo>
                    <a:pt x="18244" y="210468"/>
                  </a:lnTo>
                  <a:lnTo>
                    <a:pt x="22523" y="106874"/>
                  </a:lnTo>
                  <a:lnTo>
                    <a:pt x="26802" y="79841"/>
                  </a:lnTo>
                  <a:lnTo>
                    <a:pt x="31081" y="169793"/>
                  </a:lnTo>
                  <a:lnTo>
                    <a:pt x="35360" y="213812"/>
                  </a:lnTo>
                  <a:lnTo>
                    <a:pt x="39639" y="247179"/>
                  </a:lnTo>
                  <a:lnTo>
                    <a:pt x="43918" y="265951"/>
                  </a:lnTo>
                  <a:lnTo>
                    <a:pt x="48197" y="350860"/>
                  </a:lnTo>
                  <a:lnTo>
                    <a:pt x="52476" y="384642"/>
                  </a:lnTo>
                  <a:lnTo>
                    <a:pt x="56755" y="403037"/>
                  </a:lnTo>
                  <a:lnTo>
                    <a:pt x="61034" y="426147"/>
                  </a:lnTo>
                  <a:lnTo>
                    <a:pt x="65312" y="353468"/>
                  </a:lnTo>
                  <a:lnTo>
                    <a:pt x="69591" y="248201"/>
                  </a:lnTo>
                  <a:lnTo>
                    <a:pt x="73870" y="144066"/>
                  </a:lnTo>
                  <a:lnTo>
                    <a:pt x="78149" y="116317"/>
                  </a:lnTo>
                  <a:lnTo>
                    <a:pt x="82428" y="25765"/>
                  </a:lnTo>
                  <a:lnTo>
                    <a:pt x="86707" y="0"/>
                  </a:lnTo>
                  <a:lnTo>
                    <a:pt x="90986" y="119204"/>
                  </a:lnTo>
                  <a:lnTo>
                    <a:pt x="95265" y="201894"/>
                  </a:lnTo>
                  <a:lnTo>
                    <a:pt x="99544" y="285264"/>
                  </a:lnTo>
                  <a:lnTo>
                    <a:pt x="103823" y="273191"/>
                  </a:lnTo>
                  <a:lnTo>
                    <a:pt x="108102" y="302744"/>
                  </a:lnTo>
                  <a:lnTo>
                    <a:pt x="112381" y="361588"/>
                  </a:lnTo>
                  <a:lnTo>
                    <a:pt x="116660" y="361374"/>
                  </a:lnTo>
                  <a:lnTo>
                    <a:pt x="120938" y="384155"/>
                  </a:lnTo>
                  <a:lnTo>
                    <a:pt x="125217" y="332770"/>
                  </a:lnTo>
                  <a:lnTo>
                    <a:pt x="129496" y="381521"/>
                  </a:lnTo>
                  <a:lnTo>
                    <a:pt x="133775" y="429264"/>
                  </a:lnTo>
                  <a:lnTo>
                    <a:pt x="138054" y="382699"/>
                  </a:lnTo>
                  <a:lnTo>
                    <a:pt x="142333" y="401860"/>
                  </a:lnTo>
                  <a:lnTo>
                    <a:pt x="146612" y="424760"/>
                  </a:lnTo>
                  <a:lnTo>
                    <a:pt x="150891" y="405490"/>
                  </a:lnTo>
                  <a:lnTo>
                    <a:pt x="155170" y="347733"/>
                  </a:lnTo>
                  <a:lnTo>
                    <a:pt x="159449" y="270152"/>
                  </a:lnTo>
                  <a:lnTo>
                    <a:pt x="163728" y="236630"/>
                  </a:lnTo>
                  <a:lnTo>
                    <a:pt x="168007" y="205140"/>
                  </a:lnTo>
                  <a:lnTo>
                    <a:pt x="172285" y="226982"/>
                  </a:lnTo>
                  <a:lnTo>
                    <a:pt x="176564" y="293233"/>
                  </a:lnTo>
                  <a:lnTo>
                    <a:pt x="180843" y="388369"/>
                  </a:lnTo>
                  <a:lnTo>
                    <a:pt x="185122" y="494875"/>
                  </a:lnTo>
                  <a:lnTo>
                    <a:pt x="187051" y="5246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004407" y="2819190"/>
              <a:ext cx="64926" cy="443286"/>
            </a:xfrm>
            <a:custGeom>
              <a:avLst/>
              <a:pathLst>
                <a:path w="64926" h="443286">
                  <a:moveTo>
                    <a:pt x="0" y="443286"/>
                  </a:moveTo>
                  <a:lnTo>
                    <a:pt x="3600" y="403413"/>
                  </a:lnTo>
                  <a:lnTo>
                    <a:pt x="7879" y="351294"/>
                  </a:lnTo>
                  <a:lnTo>
                    <a:pt x="12158" y="221223"/>
                  </a:lnTo>
                  <a:lnTo>
                    <a:pt x="16437" y="154308"/>
                  </a:lnTo>
                  <a:lnTo>
                    <a:pt x="20716" y="170728"/>
                  </a:lnTo>
                  <a:lnTo>
                    <a:pt x="24995" y="192721"/>
                  </a:lnTo>
                  <a:lnTo>
                    <a:pt x="29274" y="142046"/>
                  </a:lnTo>
                  <a:lnTo>
                    <a:pt x="33552" y="81315"/>
                  </a:lnTo>
                  <a:lnTo>
                    <a:pt x="37831" y="83739"/>
                  </a:lnTo>
                  <a:lnTo>
                    <a:pt x="42110" y="25192"/>
                  </a:lnTo>
                  <a:lnTo>
                    <a:pt x="46389" y="0"/>
                  </a:lnTo>
                  <a:lnTo>
                    <a:pt x="50668" y="50912"/>
                  </a:lnTo>
                  <a:lnTo>
                    <a:pt x="54947" y="201232"/>
                  </a:lnTo>
                  <a:lnTo>
                    <a:pt x="59226" y="346123"/>
                  </a:lnTo>
                  <a:lnTo>
                    <a:pt x="63505" y="407736"/>
                  </a:lnTo>
                  <a:lnTo>
                    <a:pt x="64926" y="4432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080955" y="1941499"/>
              <a:ext cx="625618" cy="1320977"/>
            </a:xfrm>
            <a:custGeom>
              <a:avLst/>
              <a:pathLst>
                <a:path w="625618" h="1320977">
                  <a:moveTo>
                    <a:pt x="0" y="1320977"/>
                  </a:moveTo>
                  <a:lnTo>
                    <a:pt x="4073" y="1163835"/>
                  </a:lnTo>
                  <a:lnTo>
                    <a:pt x="8352" y="1036741"/>
                  </a:lnTo>
                  <a:lnTo>
                    <a:pt x="12631" y="975747"/>
                  </a:lnTo>
                  <a:lnTo>
                    <a:pt x="16910" y="892071"/>
                  </a:lnTo>
                  <a:lnTo>
                    <a:pt x="21188" y="908182"/>
                  </a:lnTo>
                  <a:lnTo>
                    <a:pt x="25467" y="953900"/>
                  </a:lnTo>
                  <a:lnTo>
                    <a:pt x="29746" y="1009727"/>
                  </a:lnTo>
                  <a:lnTo>
                    <a:pt x="34025" y="1038958"/>
                  </a:lnTo>
                  <a:lnTo>
                    <a:pt x="38304" y="1067925"/>
                  </a:lnTo>
                  <a:lnTo>
                    <a:pt x="42583" y="1093346"/>
                  </a:lnTo>
                  <a:lnTo>
                    <a:pt x="46862" y="1076378"/>
                  </a:lnTo>
                  <a:lnTo>
                    <a:pt x="51141" y="1016022"/>
                  </a:lnTo>
                  <a:lnTo>
                    <a:pt x="55420" y="937085"/>
                  </a:lnTo>
                  <a:lnTo>
                    <a:pt x="59699" y="805911"/>
                  </a:lnTo>
                  <a:lnTo>
                    <a:pt x="63978" y="690802"/>
                  </a:lnTo>
                  <a:lnTo>
                    <a:pt x="68257" y="618256"/>
                  </a:lnTo>
                  <a:lnTo>
                    <a:pt x="72535" y="515450"/>
                  </a:lnTo>
                  <a:lnTo>
                    <a:pt x="76814" y="432758"/>
                  </a:lnTo>
                  <a:lnTo>
                    <a:pt x="81093" y="416722"/>
                  </a:lnTo>
                  <a:lnTo>
                    <a:pt x="85372" y="472735"/>
                  </a:lnTo>
                  <a:lnTo>
                    <a:pt x="89651" y="467374"/>
                  </a:lnTo>
                  <a:lnTo>
                    <a:pt x="93930" y="463365"/>
                  </a:lnTo>
                  <a:lnTo>
                    <a:pt x="98209" y="510792"/>
                  </a:lnTo>
                  <a:lnTo>
                    <a:pt x="102488" y="561116"/>
                  </a:lnTo>
                  <a:lnTo>
                    <a:pt x="106767" y="635738"/>
                  </a:lnTo>
                  <a:lnTo>
                    <a:pt x="111046" y="740088"/>
                  </a:lnTo>
                  <a:lnTo>
                    <a:pt x="115325" y="838763"/>
                  </a:lnTo>
                  <a:lnTo>
                    <a:pt x="119604" y="837367"/>
                  </a:lnTo>
                  <a:lnTo>
                    <a:pt x="123883" y="855212"/>
                  </a:lnTo>
                  <a:lnTo>
                    <a:pt x="128161" y="875649"/>
                  </a:lnTo>
                  <a:lnTo>
                    <a:pt x="132440" y="879472"/>
                  </a:lnTo>
                  <a:lnTo>
                    <a:pt x="136719" y="785020"/>
                  </a:lnTo>
                  <a:lnTo>
                    <a:pt x="140998" y="625597"/>
                  </a:lnTo>
                  <a:lnTo>
                    <a:pt x="145277" y="521828"/>
                  </a:lnTo>
                  <a:lnTo>
                    <a:pt x="149556" y="506525"/>
                  </a:lnTo>
                  <a:lnTo>
                    <a:pt x="153835" y="610486"/>
                  </a:lnTo>
                  <a:lnTo>
                    <a:pt x="158114" y="642460"/>
                  </a:lnTo>
                  <a:lnTo>
                    <a:pt x="162393" y="589412"/>
                  </a:lnTo>
                  <a:lnTo>
                    <a:pt x="166672" y="592430"/>
                  </a:lnTo>
                  <a:lnTo>
                    <a:pt x="170951" y="629907"/>
                  </a:lnTo>
                  <a:lnTo>
                    <a:pt x="175230" y="590013"/>
                  </a:lnTo>
                  <a:lnTo>
                    <a:pt x="179508" y="433197"/>
                  </a:lnTo>
                  <a:lnTo>
                    <a:pt x="183787" y="258294"/>
                  </a:lnTo>
                  <a:lnTo>
                    <a:pt x="188066" y="188065"/>
                  </a:lnTo>
                  <a:lnTo>
                    <a:pt x="192345" y="127512"/>
                  </a:lnTo>
                  <a:lnTo>
                    <a:pt x="196624" y="55440"/>
                  </a:lnTo>
                  <a:lnTo>
                    <a:pt x="200903" y="13603"/>
                  </a:lnTo>
                  <a:lnTo>
                    <a:pt x="205182" y="0"/>
                  </a:lnTo>
                  <a:lnTo>
                    <a:pt x="209461" y="48601"/>
                  </a:lnTo>
                  <a:lnTo>
                    <a:pt x="213740" y="166745"/>
                  </a:lnTo>
                  <a:lnTo>
                    <a:pt x="218019" y="378612"/>
                  </a:lnTo>
                  <a:lnTo>
                    <a:pt x="222298" y="490672"/>
                  </a:lnTo>
                  <a:lnTo>
                    <a:pt x="226577" y="478088"/>
                  </a:lnTo>
                  <a:lnTo>
                    <a:pt x="230856" y="528309"/>
                  </a:lnTo>
                  <a:lnTo>
                    <a:pt x="235134" y="588430"/>
                  </a:lnTo>
                  <a:lnTo>
                    <a:pt x="239413" y="561266"/>
                  </a:lnTo>
                  <a:lnTo>
                    <a:pt x="243692" y="439370"/>
                  </a:lnTo>
                  <a:lnTo>
                    <a:pt x="247971" y="390095"/>
                  </a:lnTo>
                  <a:lnTo>
                    <a:pt x="252250" y="344386"/>
                  </a:lnTo>
                  <a:lnTo>
                    <a:pt x="256529" y="247222"/>
                  </a:lnTo>
                  <a:lnTo>
                    <a:pt x="260808" y="286147"/>
                  </a:lnTo>
                  <a:lnTo>
                    <a:pt x="265087" y="431624"/>
                  </a:lnTo>
                  <a:lnTo>
                    <a:pt x="269366" y="537576"/>
                  </a:lnTo>
                  <a:lnTo>
                    <a:pt x="273645" y="642312"/>
                  </a:lnTo>
                  <a:lnTo>
                    <a:pt x="277924" y="800793"/>
                  </a:lnTo>
                  <a:lnTo>
                    <a:pt x="282203" y="851743"/>
                  </a:lnTo>
                  <a:lnTo>
                    <a:pt x="286481" y="757291"/>
                  </a:lnTo>
                  <a:lnTo>
                    <a:pt x="290760" y="674751"/>
                  </a:lnTo>
                  <a:lnTo>
                    <a:pt x="295039" y="655772"/>
                  </a:lnTo>
                  <a:lnTo>
                    <a:pt x="299318" y="645404"/>
                  </a:lnTo>
                  <a:lnTo>
                    <a:pt x="303597" y="580228"/>
                  </a:lnTo>
                  <a:lnTo>
                    <a:pt x="307876" y="501565"/>
                  </a:lnTo>
                  <a:lnTo>
                    <a:pt x="312155" y="452428"/>
                  </a:lnTo>
                  <a:lnTo>
                    <a:pt x="316434" y="394579"/>
                  </a:lnTo>
                  <a:lnTo>
                    <a:pt x="320713" y="291821"/>
                  </a:lnTo>
                  <a:lnTo>
                    <a:pt x="324992" y="239169"/>
                  </a:lnTo>
                  <a:lnTo>
                    <a:pt x="329271" y="275189"/>
                  </a:lnTo>
                  <a:lnTo>
                    <a:pt x="333550" y="345459"/>
                  </a:lnTo>
                  <a:lnTo>
                    <a:pt x="337829" y="431532"/>
                  </a:lnTo>
                  <a:lnTo>
                    <a:pt x="342107" y="456695"/>
                  </a:lnTo>
                  <a:lnTo>
                    <a:pt x="346386" y="513039"/>
                  </a:lnTo>
                  <a:lnTo>
                    <a:pt x="350665" y="503305"/>
                  </a:lnTo>
                  <a:lnTo>
                    <a:pt x="354944" y="447206"/>
                  </a:lnTo>
                  <a:lnTo>
                    <a:pt x="359223" y="511134"/>
                  </a:lnTo>
                  <a:lnTo>
                    <a:pt x="363502" y="551425"/>
                  </a:lnTo>
                  <a:lnTo>
                    <a:pt x="367781" y="614342"/>
                  </a:lnTo>
                  <a:lnTo>
                    <a:pt x="372060" y="685761"/>
                  </a:lnTo>
                  <a:lnTo>
                    <a:pt x="376339" y="744907"/>
                  </a:lnTo>
                  <a:lnTo>
                    <a:pt x="380618" y="843631"/>
                  </a:lnTo>
                  <a:lnTo>
                    <a:pt x="384897" y="922080"/>
                  </a:lnTo>
                  <a:lnTo>
                    <a:pt x="389176" y="945753"/>
                  </a:lnTo>
                  <a:lnTo>
                    <a:pt x="393454" y="868640"/>
                  </a:lnTo>
                  <a:lnTo>
                    <a:pt x="397733" y="820548"/>
                  </a:lnTo>
                  <a:lnTo>
                    <a:pt x="402012" y="847731"/>
                  </a:lnTo>
                  <a:lnTo>
                    <a:pt x="406291" y="853813"/>
                  </a:lnTo>
                  <a:lnTo>
                    <a:pt x="410570" y="774559"/>
                  </a:lnTo>
                  <a:lnTo>
                    <a:pt x="414849" y="708634"/>
                  </a:lnTo>
                  <a:lnTo>
                    <a:pt x="419128" y="684637"/>
                  </a:lnTo>
                  <a:lnTo>
                    <a:pt x="423407" y="690362"/>
                  </a:lnTo>
                  <a:lnTo>
                    <a:pt x="427686" y="621201"/>
                  </a:lnTo>
                  <a:lnTo>
                    <a:pt x="431965" y="549496"/>
                  </a:lnTo>
                  <a:lnTo>
                    <a:pt x="436244" y="626905"/>
                  </a:lnTo>
                  <a:lnTo>
                    <a:pt x="440523" y="718389"/>
                  </a:lnTo>
                  <a:lnTo>
                    <a:pt x="444802" y="807939"/>
                  </a:lnTo>
                  <a:lnTo>
                    <a:pt x="449080" y="858201"/>
                  </a:lnTo>
                  <a:lnTo>
                    <a:pt x="453359" y="963077"/>
                  </a:lnTo>
                  <a:lnTo>
                    <a:pt x="457638" y="1083153"/>
                  </a:lnTo>
                  <a:lnTo>
                    <a:pt x="461917" y="1060287"/>
                  </a:lnTo>
                  <a:lnTo>
                    <a:pt x="466196" y="1054227"/>
                  </a:lnTo>
                  <a:lnTo>
                    <a:pt x="470475" y="1098905"/>
                  </a:lnTo>
                  <a:lnTo>
                    <a:pt x="474754" y="1082068"/>
                  </a:lnTo>
                  <a:lnTo>
                    <a:pt x="479033" y="1075987"/>
                  </a:lnTo>
                  <a:lnTo>
                    <a:pt x="483312" y="1009128"/>
                  </a:lnTo>
                  <a:lnTo>
                    <a:pt x="487591" y="931916"/>
                  </a:lnTo>
                  <a:lnTo>
                    <a:pt x="491870" y="941318"/>
                  </a:lnTo>
                  <a:lnTo>
                    <a:pt x="496149" y="1018392"/>
                  </a:lnTo>
                  <a:lnTo>
                    <a:pt x="500427" y="1118320"/>
                  </a:lnTo>
                  <a:lnTo>
                    <a:pt x="504706" y="1064049"/>
                  </a:lnTo>
                  <a:lnTo>
                    <a:pt x="508985" y="962175"/>
                  </a:lnTo>
                  <a:lnTo>
                    <a:pt x="513264" y="895928"/>
                  </a:lnTo>
                  <a:lnTo>
                    <a:pt x="517543" y="845049"/>
                  </a:lnTo>
                  <a:lnTo>
                    <a:pt x="521822" y="716211"/>
                  </a:lnTo>
                  <a:lnTo>
                    <a:pt x="526101" y="636533"/>
                  </a:lnTo>
                  <a:lnTo>
                    <a:pt x="530380" y="625040"/>
                  </a:lnTo>
                  <a:lnTo>
                    <a:pt x="534659" y="705153"/>
                  </a:lnTo>
                  <a:lnTo>
                    <a:pt x="538938" y="832577"/>
                  </a:lnTo>
                  <a:lnTo>
                    <a:pt x="543217" y="780308"/>
                  </a:lnTo>
                  <a:lnTo>
                    <a:pt x="547496" y="762655"/>
                  </a:lnTo>
                  <a:lnTo>
                    <a:pt x="551775" y="772519"/>
                  </a:lnTo>
                  <a:lnTo>
                    <a:pt x="556053" y="770828"/>
                  </a:lnTo>
                  <a:lnTo>
                    <a:pt x="560332" y="741121"/>
                  </a:lnTo>
                  <a:lnTo>
                    <a:pt x="564611" y="676318"/>
                  </a:lnTo>
                  <a:lnTo>
                    <a:pt x="568890" y="707886"/>
                  </a:lnTo>
                  <a:lnTo>
                    <a:pt x="573169" y="697327"/>
                  </a:lnTo>
                  <a:lnTo>
                    <a:pt x="577448" y="594327"/>
                  </a:lnTo>
                  <a:lnTo>
                    <a:pt x="581727" y="572657"/>
                  </a:lnTo>
                  <a:lnTo>
                    <a:pt x="586006" y="575261"/>
                  </a:lnTo>
                  <a:lnTo>
                    <a:pt x="590285" y="560464"/>
                  </a:lnTo>
                  <a:lnTo>
                    <a:pt x="594564" y="574612"/>
                  </a:lnTo>
                  <a:lnTo>
                    <a:pt x="598843" y="633344"/>
                  </a:lnTo>
                  <a:lnTo>
                    <a:pt x="603122" y="804309"/>
                  </a:lnTo>
                  <a:lnTo>
                    <a:pt x="607400" y="989067"/>
                  </a:lnTo>
                  <a:lnTo>
                    <a:pt x="611679" y="1165776"/>
                  </a:lnTo>
                  <a:lnTo>
                    <a:pt x="615958" y="1261354"/>
                  </a:lnTo>
                  <a:lnTo>
                    <a:pt x="620237" y="1289682"/>
                  </a:lnTo>
                  <a:lnTo>
                    <a:pt x="624516" y="1304150"/>
                  </a:lnTo>
                  <a:lnTo>
                    <a:pt x="625618" y="13209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732040" y="2548976"/>
              <a:ext cx="433110" cy="713500"/>
            </a:xfrm>
            <a:custGeom>
              <a:avLst/>
              <a:pathLst>
                <a:path w="433110" h="713500">
                  <a:moveTo>
                    <a:pt x="0" y="713500"/>
                  </a:moveTo>
                  <a:lnTo>
                    <a:pt x="3383" y="526130"/>
                  </a:lnTo>
                  <a:lnTo>
                    <a:pt x="7662" y="273249"/>
                  </a:lnTo>
                  <a:lnTo>
                    <a:pt x="11941" y="127314"/>
                  </a:lnTo>
                  <a:lnTo>
                    <a:pt x="16220" y="70589"/>
                  </a:lnTo>
                  <a:lnTo>
                    <a:pt x="20499" y="0"/>
                  </a:lnTo>
                  <a:lnTo>
                    <a:pt x="24778" y="57029"/>
                  </a:lnTo>
                  <a:lnTo>
                    <a:pt x="29057" y="126628"/>
                  </a:lnTo>
                  <a:lnTo>
                    <a:pt x="33336" y="190566"/>
                  </a:lnTo>
                  <a:lnTo>
                    <a:pt x="37615" y="240124"/>
                  </a:lnTo>
                  <a:lnTo>
                    <a:pt x="41894" y="232570"/>
                  </a:lnTo>
                  <a:lnTo>
                    <a:pt x="46173" y="223921"/>
                  </a:lnTo>
                  <a:lnTo>
                    <a:pt x="50452" y="240460"/>
                  </a:lnTo>
                  <a:lnTo>
                    <a:pt x="54730" y="215247"/>
                  </a:lnTo>
                  <a:lnTo>
                    <a:pt x="59009" y="176541"/>
                  </a:lnTo>
                  <a:lnTo>
                    <a:pt x="63288" y="201704"/>
                  </a:lnTo>
                  <a:lnTo>
                    <a:pt x="67567" y="313861"/>
                  </a:lnTo>
                  <a:lnTo>
                    <a:pt x="71846" y="387402"/>
                  </a:lnTo>
                  <a:lnTo>
                    <a:pt x="76125" y="349320"/>
                  </a:lnTo>
                  <a:lnTo>
                    <a:pt x="80404" y="410079"/>
                  </a:lnTo>
                  <a:lnTo>
                    <a:pt x="84683" y="403336"/>
                  </a:lnTo>
                  <a:lnTo>
                    <a:pt x="88962" y="323723"/>
                  </a:lnTo>
                  <a:lnTo>
                    <a:pt x="93241" y="240092"/>
                  </a:lnTo>
                  <a:lnTo>
                    <a:pt x="97520" y="221145"/>
                  </a:lnTo>
                  <a:lnTo>
                    <a:pt x="101799" y="213946"/>
                  </a:lnTo>
                  <a:lnTo>
                    <a:pt x="106077" y="192482"/>
                  </a:lnTo>
                  <a:lnTo>
                    <a:pt x="110356" y="255477"/>
                  </a:lnTo>
                  <a:lnTo>
                    <a:pt x="114635" y="306528"/>
                  </a:lnTo>
                  <a:lnTo>
                    <a:pt x="118914" y="313820"/>
                  </a:lnTo>
                  <a:lnTo>
                    <a:pt x="123193" y="307764"/>
                  </a:lnTo>
                  <a:lnTo>
                    <a:pt x="127472" y="337034"/>
                  </a:lnTo>
                  <a:lnTo>
                    <a:pt x="131751" y="370753"/>
                  </a:lnTo>
                  <a:lnTo>
                    <a:pt x="136030" y="412718"/>
                  </a:lnTo>
                  <a:lnTo>
                    <a:pt x="140309" y="426509"/>
                  </a:lnTo>
                  <a:lnTo>
                    <a:pt x="144588" y="413476"/>
                  </a:lnTo>
                  <a:lnTo>
                    <a:pt x="148867" y="409587"/>
                  </a:lnTo>
                  <a:lnTo>
                    <a:pt x="153146" y="457344"/>
                  </a:lnTo>
                  <a:lnTo>
                    <a:pt x="157425" y="497933"/>
                  </a:lnTo>
                  <a:lnTo>
                    <a:pt x="161703" y="483625"/>
                  </a:lnTo>
                  <a:lnTo>
                    <a:pt x="165982" y="492306"/>
                  </a:lnTo>
                  <a:lnTo>
                    <a:pt x="170261" y="581679"/>
                  </a:lnTo>
                  <a:lnTo>
                    <a:pt x="174540" y="625642"/>
                  </a:lnTo>
                  <a:lnTo>
                    <a:pt x="178819" y="595206"/>
                  </a:lnTo>
                  <a:lnTo>
                    <a:pt x="183098" y="553760"/>
                  </a:lnTo>
                  <a:lnTo>
                    <a:pt x="187377" y="581158"/>
                  </a:lnTo>
                  <a:lnTo>
                    <a:pt x="191656" y="614322"/>
                  </a:lnTo>
                  <a:lnTo>
                    <a:pt x="195935" y="597442"/>
                  </a:lnTo>
                  <a:lnTo>
                    <a:pt x="200214" y="592932"/>
                  </a:lnTo>
                  <a:lnTo>
                    <a:pt x="204493" y="564152"/>
                  </a:lnTo>
                  <a:lnTo>
                    <a:pt x="208772" y="531347"/>
                  </a:lnTo>
                  <a:lnTo>
                    <a:pt x="213050" y="460236"/>
                  </a:lnTo>
                  <a:lnTo>
                    <a:pt x="217329" y="395061"/>
                  </a:lnTo>
                  <a:lnTo>
                    <a:pt x="221608" y="348098"/>
                  </a:lnTo>
                  <a:lnTo>
                    <a:pt x="225887" y="371921"/>
                  </a:lnTo>
                  <a:lnTo>
                    <a:pt x="230166" y="467179"/>
                  </a:lnTo>
                  <a:lnTo>
                    <a:pt x="234445" y="495627"/>
                  </a:lnTo>
                  <a:lnTo>
                    <a:pt x="238724" y="460218"/>
                  </a:lnTo>
                  <a:lnTo>
                    <a:pt x="243003" y="413607"/>
                  </a:lnTo>
                  <a:lnTo>
                    <a:pt x="247282" y="353823"/>
                  </a:lnTo>
                  <a:lnTo>
                    <a:pt x="251561" y="227360"/>
                  </a:lnTo>
                  <a:lnTo>
                    <a:pt x="255840" y="103516"/>
                  </a:lnTo>
                  <a:lnTo>
                    <a:pt x="260119" y="57777"/>
                  </a:lnTo>
                  <a:lnTo>
                    <a:pt x="264398" y="151984"/>
                  </a:lnTo>
                  <a:lnTo>
                    <a:pt x="268676" y="290990"/>
                  </a:lnTo>
                  <a:lnTo>
                    <a:pt x="272955" y="394598"/>
                  </a:lnTo>
                  <a:lnTo>
                    <a:pt x="277234" y="482124"/>
                  </a:lnTo>
                  <a:lnTo>
                    <a:pt x="281513" y="493718"/>
                  </a:lnTo>
                  <a:lnTo>
                    <a:pt x="285792" y="451375"/>
                  </a:lnTo>
                  <a:lnTo>
                    <a:pt x="290071" y="336161"/>
                  </a:lnTo>
                  <a:lnTo>
                    <a:pt x="294350" y="195235"/>
                  </a:lnTo>
                  <a:lnTo>
                    <a:pt x="298629" y="107982"/>
                  </a:lnTo>
                  <a:lnTo>
                    <a:pt x="302908" y="36322"/>
                  </a:lnTo>
                  <a:lnTo>
                    <a:pt x="307187" y="9680"/>
                  </a:lnTo>
                  <a:lnTo>
                    <a:pt x="311466" y="81132"/>
                  </a:lnTo>
                  <a:lnTo>
                    <a:pt x="315745" y="173771"/>
                  </a:lnTo>
                  <a:lnTo>
                    <a:pt x="320023" y="255037"/>
                  </a:lnTo>
                  <a:lnTo>
                    <a:pt x="324302" y="291030"/>
                  </a:lnTo>
                  <a:lnTo>
                    <a:pt x="328581" y="310193"/>
                  </a:lnTo>
                  <a:lnTo>
                    <a:pt x="332860" y="337532"/>
                  </a:lnTo>
                  <a:lnTo>
                    <a:pt x="337139" y="324878"/>
                  </a:lnTo>
                  <a:lnTo>
                    <a:pt x="341418" y="287653"/>
                  </a:lnTo>
                  <a:lnTo>
                    <a:pt x="345697" y="226260"/>
                  </a:lnTo>
                  <a:lnTo>
                    <a:pt x="349976" y="213267"/>
                  </a:lnTo>
                  <a:lnTo>
                    <a:pt x="354255" y="257664"/>
                  </a:lnTo>
                  <a:lnTo>
                    <a:pt x="358534" y="234161"/>
                  </a:lnTo>
                  <a:lnTo>
                    <a:pt x="362813" y="214272"/>
                  </a:lnTo>
                  <a:lnTo>
                    <a:pt x="367092" y="300623"/>
                  </a:lnTo>
                  <a:lnTo>
                    <a:pt x="371371" y="435528"/>
                  </a:lnTo>
                  <a:lnTo>
                    <a:pt x="375649" y="522381"/>
                  </a:lnTo>
                  <a:lnTo>
                    <a:pt x="379928" y="550100"/>
                  </a:lnTo>
                  <a:lnTo>
                    <a:pt x="384207" y="585380"/>
                  </a:lnTo>
                  <a:lnTo>
                    <a:pt x="388486" y="592169"/>
                  </a:lnTo>
                  <a:lnTo>
                    <a:pt x="392765" y="477171"/>
                  </a:lnTo>
                  <a:lnTo>
                    <a:pt x="397044" y="348738"/>
                  </a:lnTo>
                  <a:lnTo>
                    <a:pt x="401323" y="239625"/>
                  </a:lnTo>
                  <a:lnTo>
                    <a:pt x="405602" y="220825"/>
                  </a:lnTo>
                  <a:lnTo>
                    <a:pt x="409881" y="214569"/>
                  </a:lnTo>
                  <a:lnTo>
                    <a:pt x="414160" y="283696"/>
                  </a:lnTo>
                  <a:lnTo>
                    <a:pt x="418439" y="409713"/>
                  </a:lnTo>
                  <a:lnTo>
                    <a:pt x="422718" y="530664"/>
                  </a:lnTo>
                  <a:lnTo>
                    <a:pt x="426996" y="637199"/>
                  </a:lnTo>
                  <a:lnTo>
                    <a:pt x="431275" y="682507"/>
                  </a:lnTo>
                  <a:lnTo>
                    <a:pt x="433110" y="7135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172891" y="145504"/>
              <a:ext cx="1832172" cy="3116972"/>
            </a:xfrm>
            <a:custGeom>
              <a:avLst/>
              <a:pathLst>
                <a:path w="1832172" h="3116972">
                  <a:moveTo>
                    <a:pt x="0" y="3116972"/>
                  </a:moveTo>
                  <a:lnTo>
                    <a:pt x="3261" y="3051672"/>
                  </a:lnTo>
                  <a:lnTo>
                    <a:pt x="7540" y="2977652"/>
                  </a:lnTo>
                  <a:lnTo>
                    <a:pt x="11819" y="2962724"/>
                  </a:lnTo>
                  <a:lnTo>
                    <a:pt x="16097" y="2936218"/>
                  </a:lnTo>
                  <a:lnTo>
                    <a:pt x="20376" y="2912298"/>
                  </a:lnTo>
                  <a:lnTo>
                    <a:pt x="24655" y="2935478"/>
                  </a:lnTo>
                  <a:lnTo>
                    <a:pt x="28934" y="3000406"/>
                  </a:lnTo>
                  <a:lnTo>
                    <a:pt x="33213" y="3044792"/>
                  </a:lnTo>
                  <a:lnTo>
                    <a:pt x="37492" y="2975162"/>
                  </a:lnTo>
                  <a:lnTo>
                    <a:pt x="41771" y="2911374"/>
                  </a:lnTo>
                  <a:lnTo>
                    <a:pt x="46050" y="2936002"/>
                  </a:lnTo>
                  <a:lnTo>
                    <a:pt x="50329" y="2951226"/>
                  </a:lnTo>
                  <a:lnTo>
                    <a:pt x="54608" y="2951226"/>
                  </a:lnTo>
                  <a:lnTo>
                    <a:pt x="58887" y="2957990"/>
                  </a:lnTo>
                  <a:lnTo>
                    <a:pt x="63166" y="3042551"/>
                  </a:lnTo>
                  <a:lnTo>
                    <a:pt x="67445" y="3106338"/>
                  </a:lnTo>
                  <a:lnTo>
                    <a:pt x="71723" y="3081709"/>
                  </a:lnTo>
                  <a:lnTo>
                    <a:pt x="76002" y="3066485"/>
                  </a:lnTo>
                  <a:lnTo>
                    <a:pt x="80281" y="3087481"/>
                  </a:lnTo>
                  <a:lnTo>
                    <a:pt x="84560" y="3109896"/>
                  </a:lnTo>
                  <a:lnTo>
                    <a:pt x="88839" y="3102422"/>
                  </a:lnTo>
                  <a:lnTo>
                    <a:pt x="93118" y="3084044"/>
                  </a:lnTo>
                  <a:lnTo>
                    <a:pt x="97397" y="3082191"/>
                  </a:lnTo>
                  <a:lnTo>
                    <a:pt x="101676" y="3055061"/>
                  </a:lnTo>
                  <a:lnTo>
                    <a:pt x="105955" y="2968105"/>
                  </a:lnTo>
                  <a:lnTo>
                    <a:pt x="110234" y="2923762"/>
                  </a:lnTo>
                  <a:lnTo>
                    <a:pt x="114513" y="2936231"/>
                  </a:lnTo>
                  <a:lnTo>
                    <a:pt x="118792" y="2990364"/>
                  </a:lnTo>
                  <a:lnTo>
                    <a:pt x="123070" y="2968941"/>
                  </a:lnTo>
                  <a:lnTo>
                    <a:pt x="127349" y="2867263"/>
                  </a:lnTo>
                  <a:lnTo>
                    <a:pt x="131628" y="2887551"/>
                  </a:lnTo>
                  <a:lnTo>
                    <a:pt x="135907" y="2889940"/>
                  </a:lnTo>
                  <a:lnTo>
                    <a:pt x="140186" y="2882054"/>
                  </a:lnTo>
                  <a:lnTo>
                    <a:pt x="144465" y="2826623"/>
                  </a:lnTo>
                  <a:lnTo>
                    <a:pt x="148744" y="2844052"/>
                  </a:lnTo>
                  <a:lnTo>
                    <a:pt x="153023" y="2944177"/>
                  </a:lnTo>
                  <a:lnTo>
                    <a:pt x="157302" y="2872174"/>
                  </a:lnTo>
                  <a:lnTo>
                    <a:pt x="161581" y="2730413"/>
                  </a:lnTo>
                  <a:lnTo>
                    <a:pt x="165860" y="2591296"/>
                  </a:lnTo>
                  <a:lnTo>
                    <a:pt x="170139" y="2534578"/>
                  </a:lnTo>
                  <a:lnTo>
                    <a:pt x="174418" y="2478809"/>
                  </a:lnTo>
                  <a:lnTo>
                    <a:pt x="178696" y="2411640"/>
                  </a:lnTo>
                  <a:lnTo>
                    <a:pt x="182975" y="2424368"/>
                  </a:lnTo>
                  <a:lnTo>
                    <a:pt x="187254" y="2434866"/>
                  </a:lnTo>
                  <a:lnTo>
                    <a:pt x="191533" y="2489127"/>
                  </a:lnTo>
                  <a:lnTo>
                    <a:pt x="195812" y="2544445"/>
                  </a:lnTo>
                  <a:lnTo>
                    <a:pt x="200091" y="2544443"/>
                  </a:lnTo>
                  <a:lnTo>
                    <a:pt x="204370" y="2554290"/>
                  </a:lnTo>
                  <a:lnTo>
                    <a:pt x="208649" y="2519655"/>
                  </a:lnTo>
                  <a:lnTo>
                    <a:pt x="212928" y="2455352"/>
                  </a:lnTo>
                  <a:lnTo>
                    <a:pt x="217207" y="2413813"/>
                  </a:lnTo>
                  <a:lnTo>
                    <a:pt x="221486" y="2311710"/>
                  </a:lnTo>
                  <a:lnTo>
                    <a:pt x="225765" y="2200415"/>
                  </a:lnTo>
                  <a:lnTo>
                    <a:pt x="230043" y="2221603"/>
                  </a:lnTo>
                  <a:lnTo>
                    <a:pt x="234322" y="2314312"/>
                  </a:lnTo>
                  <a:lnTo>
                    <a:pt x="238601" y="2324420"/>
                  </a:lnTo>
                  <a:lnTo>
                    <a:pt x="242880" y="2206401"/>
                  </a:lnTo>
                  <a:lnTo>
                    <a:pt x="247159" y="2073476"/>
                  </a:lnTo>
                  <a:lnTo>
                    <a:pt x="251438" y="1991157"/>
                  </a:lnTo>
                  <a:lnTo>
                    <a:pt x="255717" y="1853612"/>
                  </a:lnTo>
                  <a:lnTo>
                    <a:pt x="259996" y="1671103"/>
                  </a:lnTo>
                  <a:lnTo>
                    <a:pt x="264275" y="1594484"/>
                  </a:lnTo>
                  <a:lnTo>
                    <a:pt x="268554" y="1576695"/>
                  </a:lnTo>
                  <a:lnTo>
                    <a:pt x="272833" y="1552379"/>
                  </a:lnTo>
                  <a:lnTo>
                    <a:pt x="277112" y="1521546"/>
                  </a:lnTo>
                  <a:lnTo>
                    <a:pt x="281391" y="1427371"/>
                  </a:lnTo>
                  <a:lnTo>
                    <a:pt x="285669" y="1342671"/>
                  </a:lnTo>
                  <a:lnTo>
                    <a:pt x="289948" y="1278570"/>
                  </a:lnTo>
                  <a:lnTo>
                    <a:pt x="294227" y="1173294"/>
                  </a:lnTo>
                  <a:lnTo>
                    <a:pt x="298506" y="1039384"/>
                  </a:lnTo>
                  <a:lnTo>
                    <a:pt x="302785" y="901645"/>
                  </a:lnTo>
                  <a:lnTo>
                    <a:pt x="307064" y="806123"/>
                  </a:lnTo>
                  <a:lnTo>
                    <a:pt x="311343" y="806633"/>
                  </a:lnTo>
                  <a:lnTo>
                    <a:pt x="315622" y="914530"/>
                  </a:lnTo>
                  <a:lnTo>
                    <a:pt x="319901" y="1050981"/>
                  </a:lnTo>
                  <a:lnTo>
                    <a:pt x="324180" y="1217176"/>
                  </a:lnTo>
                  <a:lnTo>
                    <a:pt x="328459" y="1383932"/>
                  </a:lnTo>
                  <a:lnTo>
                    <a:pt x="332738" y="1441249"/>
                  </a:lnTo>
                  <a:lnTo>
                    <a:pt x="337016" y="1375105"/>
                  </a:lnTo>
                  <a:lnTo>
                    <a:pt x="341295" y="1208026"/>
                  </a:lnTo>
                  <a:lnTo>
                    <a:pt x="345574" y="1016446"/>
                  </a:lnTo>
                  <a:lnTo>
                    <a:pt x="349853" y="846799"/>
                  </a:lnTo>
                  <a:lnTo>
                    <a:pt x="354132" y="647138"/>
                  </a:lnTo>
                  <a:lnTo>
                    <a:pt x="358411" y="561167"/>
                  </a:lnTo>
                  <a:lnTo>
                    <a:pt x="362690" y="518262"/>
                  </a:lnTo>
                  <a:lnTo>
                    <a:pt x="366969" y="397297"/>
                  </a:lnTo>
                  <a:lnTo>
                    <a:pt x="371248" y="276030"/>
                  </a:lnTo>
                  <a:lnTo>
                    <a:pt x="375527" y="155451"/>
                  </a:lnTo>
                  <a:lnTo>
                    <a:pt x="379806" y="113997"/>
                  </a:lnTo>
                  <a:lnTo>
                    <a:pt x="384085" y="64657"/>
                  </a:lnTo>
                  <a:lnTo>
                    <a:pt x="388364" y="0"/>
                  </a:lnTo>
                  <a:lnTo>
                    <a:pt x="388364" y="0"/>
                  </a:lnTo>
                  <a:lnTo>
                    <a:pt x="392642" y="28218"/>
                  </a:lnTo>
                  <a:lnTo>
                    <a:pt x="396921" y="36358"/>
                  </a:lnTo>
                  <a:lnTo>
                    <a:pt x="401200" y="82581"/>
                  </a:lnTo>
                  <a:lnTo>
                    <a:pt x="405479" y="93043"/>
                  </a:lnTo>
                  <a:lnTo>
                    <a:pt x="409758" y="97695"/>
                  </a:lnTo>
                  <a:lnTo>
                    <a:pt x="414037" y="183130"/>
                  </a:lnTo>
                  <a:lnTo>
                    <a:pt x="418316" y="301794"/>
                  </a:lnTo>
                  <a:lnTo>
                    <a:pt x="422595" y="450379"/>
                  </a:lnTo>
                  <a:lnTo>
                    <a:pt x="426874" y="537314"/>
                  </a:lnTo>
                  <a:lnTo>
                    <a:pt x="431153" y="596407"/>
                  </a:lnTo>
                  <a:lnTo>
                    <a:pt x="435432" y="608869"/>
                  </a:lnTo>
                  <a:lnTo>
                    <a:pt x="439711" y="556756"/>
                  </a:lnTo>
                  <a:lnTo>
                    <a:pt x="443989" y="473928"/>
                  </a:lnTo>
                  <a:lnTo>
                    <a:pt x="448268" y="373370"/>
                  </a:lnTo>
                  <a:lnTo>
                    <a:pt x="452547" y="283668"/>
                  </a:lnTo>
                  <a:lnTo>
                    <a:pt x="456826" y="242042"/>
                  </a:lnTo>
                  <a:lnTo>
                    <a:pt x="461105" y="240313"/>
                  </a:lnTo>
                  <a:lnTo>
                    <a:pt x="465384" y="209980"/>
                  </a:lnTo>
                  <a:lnTo>
                    <a:pt x="469663" y="192478"/>
                  </a:lnTo>
                  <a:lnTo>
                    <a:pt x="473942" y="241059"/>
                  </a:lnTo>
                  <a:lnTo>
                    <a:pt x="478221" y="322568"/>
                  </a:lnTo>
                  <a:lnTo>
                    <a:pt x="482500" y="355737"/>
                  </a:lnTo>
                  <a:lnTo>
                    <a:pt x="486779" y="350786"/>
                  </a:lnTo>
                  <a:lnTo>
                    <a:pt x="491058" y="389282"/>
                  </a:lnTo>
                  <a:lnTo>
                    <a:pt x="495337" y="440406"/>
                  </a:lnTo>
                  <a:lnTo>
                    <a:pt x="499615" y="454488"/>
                  </a:lnTo>
                  <a:lnTo>
                    <a:pt x="503894" y="469821"/>
                  </a:lnTo>
                  <a:lnTo>
                    <a:pt x="508173" y="535667"/>
                  </a:lnTo>
                  <a:lnTo>
                    <a:pt x="512452" y="694576"/>
                  </a:lnTo>
                  <a:lnTo>
                    <a:pt x="516731" y="824535"/>
                  </a:lnTo>
                  <a:lnTo>
                    <a:pt x="521010" y="829205"/>
                  </a:lnTo>
                  <a:lnTo>
                    <a:pt x="525289" y="780219"/>
                  </a:lnTo>
                  <a:lnTo>
                    <a:pt x="529568" y="730567"/>
                  </a:lnTo>
                  <a:lnTo>
                    <a:pt x="533847" y="742989"/>
                  </a:lnTo>
                  <a:lnTo>
                    <a:pt x="538126" y="641699"/>
                  </a:lnTo>
                  <a:lnTo>
                    <a:pt x="542405" y="522202"/>
                  </a:lnTo>
                  <a:lnTo>
                    <a:pt x="546684" y="539151"/>
                  </a:lnTo>
                  <a:lnTo>
                    <a:pt x="550962" y="588892"/>
                  </a:lnTo>
                  <a:lnTo>
                    <a:pt x="555241" y="507246"/>
                  </a:lnTo>
                  <a:lnTo>
                    <a:pt x="559520" y="351393"/>
                  </a:lnTo>
                  <a:lnTo>
                    <a:pt x="563799" y="275040"/>
                  </a:lnTo>
                  <a:lnTo>
                    <a:pt x="568078" y="233884"/>
                  </a:lnTo>
                  <a:lnTo>
                    <a:pt x="572357" y="128891"/>
                  </a:lnTo>
                  <a:lnTo>
                    <a:pt x="576636" y="68873"/>
                  </a:lnTo>
                  <a:lnTo>
                    <a:pt x="580915" y="185162"/>
                  </a:lnTo>
                  <a:lnTo>
                    <a:pt x="585194" y="254180"/>
                  </a:lnTo>
                  <a:lnTo>
                    <a:pt x="589473" y="261525"/>
                  </a:lnTo>
                  <a:lnTo>
                    <a:pt x="593752" y="282566"/>
                  </a:lnTo>
                  <a:lnTo>
                    <a:pt x="598031" y="368979"/>
                  </a:lnTo>
                  <a:lnTo>
                    <a:pt x="602310" y="430569"/>
                  </a:lnTo>
                  <a:lnTo>
                    <a:pt x="606588" y="496953"/>
                  </a:lnTo>
                  <a:lnTo>
                    <a:pt x="610867" y="695831"/>
                  </a:lnTo>
                  <a:lnTo>
                    <a:pt x="615146" y="846142"/>
                  </a:lnTo>
                  <a:lnTo>
                    <a:pt x="619425" y="930021"/>
                  </a:lnTo>
                  <a:lnTo>
                    <a:pt x="623704" y="977673"/>
                  </a:lnTo>
                  <a:lnTo>
                    <a:pt x="627983" y="1040636"/>
                  </a:lnTo>
                  <a:lnTo>
                    <a:pt x="632262" y="1018393"/>
                  </a:lnTo>
                  <a:lnTo>
                    <a:pt x="636541" y="860826"/>
                  </a:lnTo>
                  <a:lnTo>
                    <a:pt x="640820" y="810387"/>
                  </a:lnTo>
                  <a:lnTo>
                    <a:pt x="645099" y="841783"/>
                  </a:lnTo>
                  <a:lnTo>
                    <a:pt x="649378" y="806008"/>
                  </a:lnTo>
                  <a:lnTo>
                    <a:pt x="653657" y="709505"/>
                  </a:lnTo>
                  <a:lnTo>
                    <a:pt x="657935" y="605201"/>
                  </a:lnTo>
                  <a:lnTo>
                    <a:pt x="662214" y="598868"/>
                  </a:lnTo>
                  <a:lnTo>
                    <a:pt x="666493" y="689708"/>
                  </a:lnTo>
                  <a:lnTo>
                    <a:pt x="670772" y="741456"/>
                  </a:lnTo>
                  <a:lnTo>
                    <a:pt x="675051" y="778094"/>
                  </a:lnTo>
                  <a:lnTo>
                    <a:pt x="679330" y="858490"/>
                  </a:lnTo>
                  <a:lnTo>
                    <a:pt x="683609" y="954105"/>
                  </a:lnTo>
                  <a:lnTo>
                    <a:pt x="687888" y="1099536"/>
                  </a:lnTo>
                  <a:lnTo>
                    <a:pt x="692167" y="1212193"/>
                  </a:lnTo>
                  <a:lnTo>
                    <a:pt x="696446" y="1241520"/>
                  </a:lnTo>
                  <a:lnTo>
                    <a:pt x="700725" y="1308285"/>
                  </a:lnTo>
                  <a:lnTo>
                    <a:pt x="705004" y="1392210"/>
                  </a:lnTo>
                  <a:lnTo>
                    <a:pt x="709283" y="1535844"/>
                  </a:lnTo>
                  <a:lnTo>
                    <a:pt x="713561" y="1540245"/>
                  </a:lnTo>
                  <a:lnTo>
                    <a:pt x="717840" y="1430522"/>
                  </a:lnTo>
                  <a:lnTo>
                    <a:pt x="722119" y="1453346"/>
                  </a:lnTo>
                  <a:lnTo>
                    <a:pt x="726398" y="1496467"/>
                  </a:lnTo>
                  <a:lnTo>
                    <a:pt x="730677" y="1559687"/>
                  </a:lnTo>
                  <a:lnTo>
                    <a:pt x="734956" y="1622638"/>
                  </a:lnTo>
                  <a:lnTo>
                    <a:pt x="739235" y="1658754"/>
                  </a:lnTo>
                  <a:lnTo>
                    <a:pt x="743514" y="1684241"/>
                  </a:lnTo>
                  <a:lnTo>
                    <a:pt x="747793" y="1676839"/>
                  </a:lnTo>
                  <a:lnTo>
                    <a:pt x="752072" y="1625072"/>
                  </a:lnTo>
                  <a:lnTo>
                    <a:pt x="756351" y="1492868"/>
                  </a:lnTo>
                  <a:lnTo>
                    <a:pt x="760630" y="1306366"/>
                  </a:lnTo>
                  <a:lnTo>
                    <a:pt x="764908" y="1232021"/>
                  </a:lnTo>
                  <a:lnTo>
                    <a:pt x="769187" y="1355384"/>
                  </a:lnTo>
                  <a:lnTo>
                    <a:pt x="773466" y="1612984"/>
                  </a:lnTo>
                  <a:lnTo>
                    <a:pt x="777745" y="1968434"/>
                  </a:lnTo>
                  <a:lnTo>
                    <a:pt x="782024" y="2334660"/>
                  </a:lnTo>
                  <a:lnTo>
                    <a:pt x="786303" y="2687561"/>
                  </a:lnTo>
                  <a:lnTo>
                    <a:pt x="790582" y="2956540"/>
                  </a:lnTo>
                  <a:lnTo>
                    <a:pt x="794861" y="2979877"/>
                  </a:lnTo>
                  <a:lnTo>
                    <a:pt x="799140" y="2877445"/>
                  </a:lnTo>
                  <a:lnTo>
                    <a:pt x="803419" y="2826495"/>
                  </a:lnTo>
                  <a:lnTo>
                    <a:pt x="807698" y="2782081"/>
                  </a:lnTo>
                  <a:lnTo>
                    <a:pt x="811977" y="2714893"/>
                  </a:lnTo>
                  <a:lnTo>
                    <a:pt x="816256" y="2620638"/>
                  </a:lnTo>
                  <a:lnTo>
                    <a:pt x="820534" y="2530533"/>
                  </a:lnTo>
                  <a:lnTo>
                    <a:pt x="824813" y="2518350"/>
                  </a:lnTo>
                  <a:lnTo>
                    <a:pt x="829092" y="2519439"/>
                  </a:lnTo>
                  <a:lnTo>
                    <a:pt x="833371" y="2452449"/>
                  </a:lnTo>
                  <a:lnTo>
                    <a:pt x="837650" y="2369621"/>
                  </a:lnTo>
                  <a:lnTo>
                    <a:pt x="841929" y="2436009"/>
                  </a:lnTo>
                  <a:lnTo>
                    <a:pt x="846208" y="2560003"/>
                  </a:lnTo>
                  <a:lnTo>
                    <a:pt x="850487" y="2554149"/>
                  </a:lnTo>
                  <a:lnTo>
                    <a:pt x="854766" y="2416762"/>
                  </a:lnTo>
                  <a:lnTo>
                    <a:pt x="859045" y="2318697"/>
                  </a:lnTo>
                  <a:lnTo>
                    <a:pt x="863324" y="2253977"/>
                  </a:lnTo>
                  <a:lnTo>
                    <a:pt x="867603" y="2146485"/>
                  </a:lnTo>
                  <a:lnTo>
                    <a:pt x="871881" y="2041495"/>
                  </a:lnTo>
                  <a:lnTo>
                    <a:pt x="876160" y="1893185"/>
                  </a:lnTo>
                  <a:lnTo>
                    <a:pt x="880439" y="1783091"/>
                  </a:lnTo>
                  <a:lnTo>
                    <a:pt x="884718" y="1738412"/>
                  </a:lnTo>
                  <a:lnTo>
                    <a:pt x="888997" y="1767684"/>
                  </a:lnTo>
                  <a:lnTo>
                    <a:pt x="893276" y="1812518"/>
                  </a:lnTo>
                  <a:lnTo>
                    <a:pt x="897555" y="1818125"/>
                  </a:lnTo>
                  <a:lnTo>
                    <a:pt x="901834" y="1910433"/>
                  </a:lnTo>
                  <a:lnTo>
                    <a:pt x="906113" y="2088656"/>
                  </a:lnTo>
                  <a:lnTo>
                    <a:pt x="910392" y="2225309"/>
                  </a:lnTo>
                  <a:lnTo>
                    <a:pt x="914671" y="2358295"/>
                  </a:lnTo>
                  <a:lnTo>
                    <a:pt x="918950" y="2401046"/>
                  </a:lnTo>
                  <a:lnTo>
                    <a:pt x="923229" y="2437123"/>
                  </a:lnTo>
                  <a:lnTo>
                    <a:pt x="927507" y="2538973"/>
                  </a:lnTo>
                  <a:lnTo>
                    <a:pt x="931786" y="2490129"/>
                  </a:lnTo>
                  <a:lnTo>
                    <a:pt x="936065" y="2353641"/>
                  </a:lnTo>
                  <a:lnTo>
                    <a:pt x="940344" y="2193167"/>
                  </a:lnTo>
                  <a:lnTo>
                    <a:pt x="944623" y="2150392"/>
                  </a:lnTo>
                  <a:lnTo>
                    <a:pt x="948902" y="2153866"/>
                  </a:lnTo>
                  <a:lnTo>
                    <a:pt x="953181" y="2049125"/>
                  </a:lnTo>
                  <a:lnTo>
                    <a:pt x="957460" y="2086830"/>
                  </a:lnTo>
                  <a:lnTo>
                    <a:pt x="961739" y="2215488"/>
                  </a:lnTo>
                  <a:lnTo>
                    <a:pt x="966018" y="2269899"/>
                  </a:lnTo>
                  <a:lnTo>
                    <a:pt x="970297" y="2176697"/>
                  </a:lnTo>
                  <a:lnTo>
                    <a:pt x="974576" y="2064502"/>
                  </a:lnTo>
                  <a:lnTo>
                    <a:pt x="978854" y="2037385"/>
                  </a:lnTo>
                  <a:lnTo>
                    <a:pt x="983133" y="1922972"/>
                  </a:lnTo>
                  <a:lnTo>
                    <a:pt x="987412" y="1822344"/>
                  </a:lnTo>
                  <a:lnTo>
                    <a:pt x="991691" y="1730161"/>
                  </a:lnTo>
                  <a:lnTo>
                    <a:pt x="995970" y="1713714"/>
                  </a:lnTo>
                  <a:lnTo>
                    <a:pt x="1000249" y="1725582"/>
                  </a:lnTo>
                  <a:lnTo>
                    <a:pt x="1004528" y="1705583"/>
                  </a:lnTo>
                  <a:lnTo>
                    <a:pt x="1008807" y="1741758"/>
                  </a:lnTo>
                  <a:lnTo>
                    <a:pt x="1013086" y="1677657"/>
                  </a:lnTo>
                  <a:lnTo>
                    <a:pt x="1017365" y="1637781"/>
                  </a:lnTo>
                  <a:lnTo>
                    <a:pt x="1021644" y="1602989"/>
                  </a:lnTo>
                  <a:lnTo>
                    <a:pt x="1025923" y="1627612"/>
                  </a:lnTo>
                  <a:lnTo>
                    <a:pt x="1030201" y="1631458"/>
                  </a:lnTo>
                  <a:lnTo>
                    <a:pt x="1034480" y="1617733"/>
                  </a:lnTo>
                  <a:lnTo>
                    <a:pt x="1038759" y="1754282"/>
                  </a:lnTo>
                  <a:lnTo>
                    <a:pt x="1043038" y="1895769"/>
                  </a:lnTo>
                  <a:lnTo>
                    <a:pt x="1047317" y="1997337"/>
                  </a:lnTo>
                  <a:lnTo>
                    <a:pt x="1051596" y="2009112"/>
                  </a:lnTo>
                  <a:lnTo>
                    <a:pt x="1055875" y="1978697"/>
                  </a:lnTo>
                  <a:lnTo>
                    <a:pt x="1060154" y="1928005"/>
                  </a:lnTo>
                  <a:lnTo>
                    <a:pt x="1064433" y="1770956"/>
                  </a:lnTo>
                  <a:lnTo>
                    <a:pt x="1068712" y="1594662"/>
                  </a:lnTo>
                  <a:lnTo>
                    <a:pt x="1072991" y="1445518"/>
                  </a:lnTo>
                  <a:lnTo>
                    <a:pt x="1077270" y="1355486"/>
                  </a:lnTo>
                  <a:lnTo>
                    <a:pt x="1081549" y="1395838"/>
                  </a:lnTo>
                  <a:lnTo>
                    <a:pt x="1085827" y="1467840"/>
                  </a:lnTo>
                  <a:lnTo>
                    <a:pt x="1090106" y="1594841"/>
                  </a:lnTo>
                  <a:lnTo>
                    <a:pt x="1094385" y="1723216"/>
                  </a:lnTo>
                  <a:lnTo>
                    <a:pt x="1098664" y="1793278"/>
                  </a:lnTo>
                  <a:lnTo>
                    <a:pt x="1102943" y="1803829"/>
                  </a:lnTo>
                  <a:lnTo>
                    <a:pt x="1107222" y="1745864"/>
                  </a:lnTo>
                  <a:lnTo>
                    <a:pt x="1111501" y="1697070"/>
                  </a:lnTo>
                  <a:lnTo>
                    <a:pt x="1115780" y="1686555"/>
                  </a:lnTo>
                  <a:lnTo>
                    <a:pt x="1120059" y="1721234"/>
                  </a:lnTo>
                  <a:lnTo>
                    <a:pt x="1124338" y="1763186"/>
                  </a:lnTo>
                  <a:lnTo>
                    <a:pt x="1128617" y="1867575"/>
                  </a:lnTo>
                  <a:lnTo>
                    <a:pt x="1132896" y="1940801"/>
                  </a:lnTo>
                  <a:lnTo>
                    <a:pt x="1137174" y="1962635"/>
                  </a:lnTo>
                  <a:lnTo>
                    <a:pt x="1141453" y="2027254"/>
                  </a:lnTo>
                  <a:lnTo>
                    <a:pt x="1145732" y="2011806"/>
                  </a:lnTo>
                  <a:lnTo>
                    <a:pt x="1150011" y="1969577"/>
                  </a:lnTo>
                  <a:lnTo>
                    <a:pt x="1154290" y="1820722"/>
                  </a:lnTo>
                  <a:lnTo>
                    <a:pt x="1158569" y="1726578"/>
                  </a:lnTo>
                  <a:lnTo>
                    <a:pt x="1162848" y="1676524"/>
                  </a:lnTo>
                  <a:lnTo>
                    <a:pt x="1167127" y="1518330"/>
                  </a:lnTo>
                  <a:lnTo>
                    <a:pt x="1171406" y="1364230"/>
                  </a:lnTo>
                  <a:lnTo>
                    <a:pt x="1175685" y="1341785"/>
                  </a:lnTo>
                  <a:lnTo>
                    <a:pt x="1179964" y="1458176"/>
                  </a:lnTo>
                  <a:lnTo>
                    <a:pt x="1184243" y="1570137"/>
                  </a:lnTo>
                  <a:lnTo>
                    <a:pt x="1188522" y="1543148"/>
                  </a:lnTo>
                  <a:lnTo>
                    <a:pt x="1192800" y="1637134"/>
                  </a:lnTo>
                  <a:lnTo>
                    <a:pt x="1197079" y="1867142"/>
                  </a:lnTo>
                  <a:lnTo>
                    <a:pt x="1201358" y="2019372"/>
                  </a:lnTo>
                  <a:lnTo>
                    <a:pt x="1205637" y="2072714"/>
                  </a:lnTo>
                  <a:lnTo>
                    <a:pt x="1209916" y="2083275"/>
                  </a:lnTo>
                  <a:lnTo>
                    <a:pt x="1214195" y="2205810"/>
                  </a:lnTo>
                  <a:lnTo>
                    <a:pt x="1218474" y="2270623"/>
                  </a:lnTo>
                  <a:lnTo>
                    <a:pt x="1222753" y="2201865"/>
                  </a:lnTo>
                  <a:lnTo>
                    <a:pt x="1227032" y="2123073"/>
                  </a:lnTo>
                  <a:lnTo>
                    <a:pt x="1231311" y="2049528"/>
                  </a:lnTo>
                  <a:lnTo>
                    <a:pt x="1235590" y="2087210"/>
                  </a:lnTo>
                  <a:lnTo>
                    <a:pt x="1239869" y="2182004"/>
                  </a:lnTo>
                  <a:lnTo>
                    <a:pt x="1244147" y="2124298"/>
                  </a:lnTo>
                  <a:lnTo>
                    <a:pt x="1248426" y="2073520"/>
                  </a:lnTo>
                  <a:lnTo>
                    <a:pt x="1252705" y="2034183"/>
                  </a:lnTo>
                  <a:lnTo>
                    <a:pt x="1256984" y="2051686"/>
                  </a:lnTo>
                  <a:lnTo>
                    <a:pt x="1261263" y="1917043"/>
                  </a:lnTo>
                  <a:lnTo>
                    <a:pt x="1265542" y="1646585"/>
                  </a:lnTo>
                  <a:lnTo>
                    <a:pt x="1269821" y="1461584"/>
                  </a:lnTo>
                  <a:lnTo>
                    <a:pt x="1274100" y="1344614"/>
                  </a:lnTo>
                  <a:lnTo>
                    <a:pt x="1278379" y="1282843"/>
                  </a:lnTo>
                  <a:lnTo>
                    <a:pt x="1282658" y="1229734"/>
                  </a:lnTo>
                  <a:lnTo>
                    <a:pt x="1286937" y="1291635"/>
                  </a:lnTo>
                  <a:lnTo>
                    <a:pt x="1291216" y="1412936"/>
                  </a:lnTo>
                  <a:lnTo>
                    <a:pt x="1295495" y="1503003"/>
                  </a:lnTo>
                  <a:lnTo>
                    <a:pt x="1299773" y="1543331"/>
                  </a:lnTo>
                  <a:lnTo>
                    <a:pt x="1304052" y="1552493"/>
                  </a:lnTo>
                  <a:lnTo>
                    <a:pt x="1308331" y="1544220"/>
                  </a:lnTo>
                  <a:lnTo>
                    <a:pt x="1312610" y="1558003"/>
                  </a:lnTo>
                  <a:lnTo>
                    <a:pt x="1316889" y="1589670"/>
                  </a:lnTo>
                  <a:lnTo>
                    <a:pt x="1321168" y="1635111"/>
                  </a:lnTo>
                  <a:lnTo>
                    <a:pt x="1325447" y="1660025"/>
                  </a:lnTo>
                  <a:lnTo>
                    <a:pt x="1329726" y="1662900"/>
                  </a:lnTo>
                  <a:lnTo>
                    <a:pt x="1334005" y="1604603"/>
                  </a:lnTo>
                  <a:lnTo>
                    <a:pt x="1338284" y="1375703"/>
                  </a:lnTo>
                  <a:lnTo>
                    <a:pt x="1342563" y="1167041"/>
                  </a:lnTo>
                  <a:lnTo>
                    <a:pt x="1346842" y="1161800"/>
                  </a:lnTo>
                  <a:lnTo>
                    <a:pt x="1351120" y="1217875"/>
                  </a:lnTo>
                  <a:lnTo>
                    <a:pt x="1355399" y="1233651"/>
                  </a:lnTo>
                  <a:lnTo>
                    <a:pt x="1359678" y="1370872"/>
                  </a:lnTo>
                  <a:lnTo>
                    <a:pt x="1363957" y="1489581"/>
                  </a:lnTo>
                  <a:lnTo>
                    <a:pt x="1368236" y="1520409"/>
                  </a:lnTo>
                  <a:lnTo>
                    <a:pt x="1372515" y="1480538"/>
                  </a:lnTo>
                  <a:lnTo>
                    <a:pt x="1376794" y="1495880"/>
                  </a:lnTo>
                  <a:lnTo>
                    <a:pt x="1381073" y="1536987"/>
                  </a:lnTo>
                  <a:lnTo>
                    <a:pt x="1385352" y="1408462"/>
                  </a:lnTo>
                  <a:lnTo>
                    <a:pt x="1389631" y="1356715"/>
                  </a:lnTo>
                  <a:lnTo>
                    <a:pt x="1393910" y="1349069"/>
                  </a:lnTo>
                  <a:lnTo>
                    <a:pt x="1398189" y="1290376"/>
                  </a:lnTo>
                  <a:lnTo>
                    <a:pt x="1402468" y="1169377"/>
                  </a:lnTo>
                  <a:lnTo>
                    <a:pt x="1406746" y="1078689"/>
                  </a:lnTo>
                  <a:lnTo>
                    <a:pt x="1411025" y="1076904"/>
                  </a:lnTo>
                  <a:lnTo>
                    <a:pt x="1415304" y="1097075"/>
                  </a:lnTo>
                  <a:lnTo>
                    <a:pt x="1419583" y="1178122"/>
                  </a:lnTo>
                  <a:lnTo>
                    <a:pt x="1423862" y="1246439"/>
                  </a:lnTo>
                  <a:lnTo>
                    <a:pt x="1428141" y="1317800"/>
                  </a:lnTo>
                  <a:lnTo>
                    <a:pt x="1432420" y="1519407"/>
                  </a:lnTo>
                  <a:lnTo>
                    <a:pt x="1436699" y="1709257"/>
                  </a:lnTo>
                  <a:lnTo>
                    <a:pt x="1440978" y="1744175"/>
                  </a:lnTo>
                  <a:lnTo>
                    <a:pt x="1445257" y="1733575"/>
                  </a:lnTo>
                  <a:lnTo>
                    <a:pt x="1449536" y="1740498"/>
                  </a:lnTo>
                  <a:lnTo>
                    <a:pt x="1453815" y="1794314"/>
                  </a:lnTo>
                  <a:lnTo>
                    <a:pt x="1458093" y="1741758"/>
                  </a:lnTo>
                  <a:lnTo>
                    <a:pt x="1462372" y="1657112"/>
                  </a:lnTo>
                  <a:lnTo>
                    <a:pt x="1466651" y="1627053"/>
                  </a:lnTo>
                  <a:lnTo>
                    <a:pt x="1470930" y="1570788"/>
                  </a:lnTo>
                  <a:lnTo>
                    <a:pt x="1475209" y="1573119"/>
                  </a:lnTo>
                  <a:lnTo>
                    <a:pt x="1479488" y="1602419"/>
                  </a:lnTo>
                  <a:lnTo>
                    <a:pt x="1483767" y="1736267"/>
                  </a:lnTo>
                  <a:lnTo>
                    <a:pt x="1488046" y="1937556"/>
                  </a:lnTo>
                  <a:lnTo>
                    <a:pt x="1492325" y="2111249"/>
                  </a:lnTo>
                  <a:lnTo>
                    <a:pt x="1496604" y="2278627"/>
                  </a:lnTo>
                  <a:lnTo>
                    <a:pt x="1500883" y="2340837"/>
                  </a:lnTo>
                  <a:lnTo>
                    <a:pt x="1505162" y="2342071"/>
                  </a:lnTo>
                  <a:lnTo>
                    <a:pt x="1509441" y="2200912"/>
                  </a:lnTo>
                  <a:lnTo>
                    <a:pt x="1513719" y="2016089"/>
                  </a:lnTo>
                  <a:lnTo>
                    <a:pt x="1517998" y="1913909"/>
                  </a:lnTo>
                  <a:lnTo>
                    <a:pt x="1522277" y="1825818"/>
                  </a:lnTo>
                  <a:lnTo>
                    <a:pt x="1526556" y="1804934"/>
                  </a:lnTo>
                  <a:lnTo>
                    <a:pt x="1530835" y="1761844"/>
                  </a:lnTo>
                  <a:lnTo>
                    <a:pt x="1535114" y="1663406"/>
                  </a:lnTo>
                  <a:lnTo>
                    <a:pt x="1539393" y="1568270"/>
                  </a:lnTo>
                  <a:lnTo>
                    <a:pt x="1543672" y="1562354"/>
                  </a:lnTo>
                  <a:lnTo>
                    <a:pt x="1547951" y="1625093"/>
                  </a:lnTo>
                  <a:lnTo>
                    <a:pt x="1552230" y="1732630"/>
                  </a:lnTo>
                  <a:lnTo>
                    <a:pt x="1556509" y="1887231"/>
                  </a:lnTo>
                  <a:lnTo>
                    <a:pt x="1560788" y="2051183"/>
                  </a:lnTo>
                  <a:lnTo>
                    <a:pt x="1565066" y="2282084"/>
                  </a:lnTo>
                  <a:lnTo>
                    <a:pt x="1569345" y="2470532"/>
                  </a:lnTo>
                  <a:lnTo>
                    <a:pt x="1573624" y="2511054"/>
                  </a:lnTo>
                  <a:lnTo>
                    <a:pt x="1577903" y="2423298"/>
                  </a:lnTo>
                  <a:lnTo>
                    <a:pt x="1582182" y="2330882"/>
                  </a:lnTo>
                  <a:lnTo>
                    <a:pt x="1586461" y="2282615"/>
                  </a:lnTo>
                  <a:lnTo>
                    <a:pt x="1590740" y="2173448"/>
                  </a:lnTo>
                  <a:lnTo>
                    <a:pt x="1595019" y="2057363"/>
                  </a:lnTo>
                  <a:lnTo>
                    <a:pt x="1599298" y="2055718"/>
                  </a:lnTo>
                  <a:lnTo>
                    <a:pt x="1603577" y="2033748"/>
                  </a:lnTo>
                  <a:lnTo>
                    <a:pt x="1607856" y="1927178"/>
                  </a:lnTo>
                  <a:lnTo>
                    <a:pt x="1612135" y="1885921"/>
                  </a:lnTo>
                  <a:lnTo>
                    <a:pt x="1616414" y="1914352"/>
                  </a:lnTo>
                  <a:lnTo>
                    <a:pt x="1620692" y="1950636"/>
                  </a:lnTo>
                  <a:lnTo>
                    <a:pt x="1624971" y="1999271"/>
                  </a:lnTo>
                  <a:lnTo>
                    <a:pt x="1629250" y="2082994"/>
                  </a:lnTo>
                  <a:lnTo>
                    <a:pt x="1633529" y="2182623"/>
                  </a:lnTo>
                  <a:lnTo>
                    <a:pt x="1637808" y="2251061"/>
                  </a:lnTo>
                  <a:lnTo>
                    <a:pt x="1642087" y="2317441"/>
                  </a:lnTo>
                  <a:lnTo>
                    <a:pt x="1646366" y="2337088"/>
                  </a:lnTo>
                  <a:lnTo>
                    <a:pt x="1650645" y="2360283"/>
                  </a:lnTo>
                  <a:lnTo>
                    <a:pt x="1654924" y="2464503"/>
                  </a:lnTo>
                  <a:lnTo>
                    <a:pt x="1659203" y="2533683"/>
                  </a:lnTo>
                  <a:lnTo>
                    <a:pt x="1663482" y="2525896"/>
                  </a:lnTo>
                  <a:lnTo>
                    <a:pt x="1667761" y="2525216"/>
                  </a:lnTo>
                  <a:lnTo>
                    <a:pt x="1672039" y="2557688"/>
                  </a:lnTo>
                  <a:lnTo>
                    <a:pt x="1676318" y="2556119"/>
                  </a:lnTo>
                  <a:lnTo>
                    <a:pt x="1680597" y="2533427"/>
                  </a:lnTo>
                  <a:lnTo>
                    <a:pt x="1684876" y="2568814"/>
                  </a:lnTo>
                  <a:lnTo>
                    <a:pt x="1689155" y="2706830"/>
                  </a:lnTo>
                  <a:lnTo>
                    <a:pt x="1693434" y="2715317"/>
                  </a:lnTo>
                  <a:lnTo>
                    <a:pt x="1697713" y="2674986"/>
                  </a:lnTo>
                  <a:lnTo>
                    <a:pt x="1701992" y="2616191"/>
                  </a:lnTo>
                  <a:lnTo>
                    <a:pt x="1706271" y="2521304"/>
                  </a:lnTo>
                  <a:lnTo>
                    <a:pt x="1710550" y="2490204"/>
                  </a:lnTo>
                  <a:lnTo>
                    <a:pt x="1714829" y="2466447"/>
                  </a:lnTo>
                  <a:lnTo>
                    <a:pt x="1719108" y="2490054"/>
                  </a:lnTo>
                  <a:lnTo>
                    <a:pt x="1723387" y="2554190"/>
                  </a:lnTo>
                  <a:lnTo>
                    <a:pt x="1727665" y="2686523"/>
                  </a:lnTo>
                  <a:lnTo>
                    <a:pt x="1731944" y="2791584"/>
                  </a:lnTo>
                  <a:lnTo>
                    <a:pt x="1736223" y="2830846"/>
                  </a:lnTo>
                  <a:lnTo>
                    <a:pt x="1740502" y="2788490"/>
                  </a:lnTo>
                  <a:lnTo>
                    <a:pt x="1744781" y="2759136"/>
                  </a:lnTo>
                  <a:lnTo>
                    <a:pt x="1749060" y="2756844"/>
                  </a:lnTo>
                  <a:lnTo>
                    <a:pt x="1753339" y="2654835"/>
                  </a:lnTo>
                  <a:lnTo>
                    <a:pt x="1757618" y="2552145"/>
                  </a:lnTo>
                  <a:lnTo>
                    <a:pt x="1761897" y="2508738"/>
                  </a:lnTo>
                  <a:lnTo>
                    <a:pt x="1766176" y="2529935"/>
                  </a:lnTo>
                  <a:lnTo>
                    <a:pt x="1770455" y="2567008"/>
                  </a:lnTo>
                  <a:lnTo>
                    <a:pt x="1774734" y="2558447"/>
                  </a:lnTo>
                  <a:lnTo>
                    <a:pt x="1779012" y="2614012"/>
                  </a:lnTo>
                  <a:lnTo>
                    <a:pt x="1783291" y="2718601"/>
                  </a:lnTo>
                  <a:lnTo>
                    <a:pt x="1787570" y="2775177"/>
                  </a:lnTo>
                  <a:lnTo>
                    <a:pt x="1791849" y="2752588"/>
                  </a:lnTo>
                  <a:lnTo>
                    <a:pt x="1796128" y="2709592"/>
                  </a:lnTo>
                  <a:lnTo>
                    <a:pt x="1800407" y="2694448"/>
                  </a:lnTo>
                  <a:lnTo>
                    <a:pt x="1804686" y="2727814"/>
                  </a:lnTo>
                  <a:lnTo>
                    <a:pt x="1808965" y="2780522"/>
                  </a:lnTo>
                  <a:lnTo>
                    <a:pt x="1813244" y="2855964"/>
                  </a:lnTo>
                  <a:lnTo>
                    <a:pt x="1817523" y="2938392"/>
                  </a:lnTo>
                  <a:lnTo>
                    <a:pt x="1821802" y="3011868"/>
                  </a:lnTo>
                  <a:lnTo>
                    <a:pt x="1826081" y="3087091"/>
                  </a:lnTo>
                  <a:lnTo>
                    <a:pt x="1830360" y="3106381"/>
                  </a:lnTo>
                  <a:lnTo>
                    <a:pt x="1832172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013473" y="2830475"/>
              <a:ext cx="110157" cy="432002"/>
            </a:xfrm>
            <a:custGeom>
              <a:avLst/>
              <a:pathLst>
                <a:path w="110157" h="432002">
                  <a:moveTo>
                    <a:pt x="0" y="432002"/>
                  </a:moveTo>
                  <a:lnTo>
                    <a:pt x="2614" y="407599"/>
                  </a:lnTo>
                  <a:lnTo>
                    <a:pt x="6893" y="353470"/>
                  </a:lnTo>
                  <a:lnTo>
                    <a:pt x="11172" y="246423"/>
                  </a:lnTo>
                  <a:lnTo>
                    <a:pt x="15451" y="161981"/>
                  </a:lnTo>
                  <a:lnTo>
                    <a:pt x="19730" y="88241"/>
                  </a:lnTo>
                  <a:lnTo>
                    <a:pt x="24009" y="33292"/>
                  </a:lnTo>
                  <a:lnTo>
                    <a:pt x="28288" y="0"/>
                  </a:lnTo>
                  <a:lnTo>
                    <a:pt x="32567" y="18627"/>
                  </a:lnTo>
                  <a:lnTo>
                    <a:pt x="36846" y="171080"/>
                  </a:lnTo>
                  <a:lnTo>
                    <a:pt x="41125" y="261353"/>
                  </a:lnTo>
                  <a:lnTo>
                    <a:pt x="45403" y="254696"/>
                  </a:lnTo>
                  <a:lnTo>
                    <a:pt x="49682" y="221053"/>
                  </a:lnTo>
                  <a:lnTo>
                    <a:pt x="53961" y="268387"/>
                  </a:lnTo>
                  <a:lnTo>
                    <a:pt x="58240" y="314169"/>
                  </a:lnTo>
                  <a:lnTo>
                    <a:pt x="62519" y="282687"/>
                  </a:lnTo>
                  <a:lnTo>
                    <a:pt x="66798" y="280569"/>
                  </a:lnTo>
                  <a:lnTo>
                    <a:pt x="71077" y="284102"/>
                  </a:lnTo>
                  <a:lnTo>
                    <a:pt x="75356" y="300547"/>
                  </a:lnTo>
                  <a:lnTo>
                    <a:pt x="79635" y="236495"/>
                  </a:lnTo>
                  <a:lnTo>
                    <a:pt x="83914" y="148195"/>
                  </a:lnTo>
                  <a:lnTo>
                    <a:pt x="88193" y="119217"/>
                  </a:lnTo>
                  <a:lnTo>
                    <a:pt x="92472" y="78462"/>
                  </a:lnTo>
                  <a:lnTo>
                    <a:pt x="96751" y="130425"/>
                  </a:lnTo>
                  <a:lnTo>
                    <a:pt x="101029" y="184861"/>
                  </a:lnTo>
                  <a:lnTo>
                    <a:pt x="105308" y="310421"/>
                  </a:lnTo>
                  <a:lnTo>
                    <a:pt x="109587" y="424687"/>
                  </a:lnTo>
                  <a:lnTo>
                    <a:pt x="110157" y="4320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133493" y="2977608"/>
              <a:ext cx="40902" cy="284869"/>
            </a:xfrm>
            <a:custGeom>
              <a:avLst/>
              <a:pathLst>
                <a:path w="40902" h="284869">
                  <a:moveTo>
                    <a:pt x="0" y="284869"/>
                  </a:moveTo>
                  <a:lnTo>
                    <a:pt x="2404" y="245950"/>
                  </a:lnTo>
                  <a:lnTo>
                    <a:pt x="6683" y="204126"/>
                  </a:lnTo>
                  <a:lnTo>
                    <a:pt x="10962" y="139346"/>
                  </a:lnTo>
                  <a:lnTo>
                    <a:pt x="15241" y="35418"/>
                  </a:lnTo>
                  <a:lnTo>
                    <a:pt x="19520" y="0"/>
                  </a:lnTo>
                  <a:lnTo>
                    <a:pt x="23799" y="55518"/>
                  </a:lnTo>
                  <a:lnTo>
                    <a:pt x="28078" y="119941"/>
                  </a:lnTo>
                  <a:lnTo>
                    <a:pt x="32357" y="131808"/>
                  </a:lnTo>
                  <a:lnTo>
                    <a:pt x="36636" y="171822"/>
                  </a:lnTo>
                  <a:lnTo>
                    <a:pt x="40902" y="2848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174792" y="3149697"/>
              <a:ext cx="32471" cy="112779"/>
            </a:xfrm>
            <a:custGeom>
              <a:avLst/>
              <a:pathLst>
                <a:path w="32471" h="112779">
                  <a:moveTo>
                    <a:pt x="0" y="112779"/>
                  </a:moveTo>
                  <a:lnTo>
                    <a:pt x="3894" y="109338"/>
                  </a:lnTo>
                  <a:lnTo>
                    <a:pt x="8173" y="72312"/>
                  </a:lnTo>
                  <a:lnTo>
                    <a:pt x="12452" y="74191"/>
                  </a:lnTo>
                  <a:lnTo>
                    <a:pt x="16731" y="62543"/>
                  </a:lnTo>
                  <a:lnTo>
                    <a:pt x="21010" y="25985"/>
                  </a:lnTo>
                  <a:lnTo>
                    <a:pt x="25289" y="0"/>
                  </a:lnTo>
                  <a:lnTo>
                    <a:pt x="29568" y="51665"/>
                  </a:lnTo>
                  <a:lnTo>
                    <a:pt x="32471" y="1127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221175" y="3206822"/>
              <a:ext cx="16233" cy="55654"/>
            </a:xfrm>
            <a:custGeom>
              <a:avLst/>
              <a:pathLst>
                <a:path w="16233" h="55654">
                  <a:moveTo>
                    <a:pt x="0" y="55654"/>
                  </a:moveTo>
                  <a:lnTo>
                    <a:pt x="301" y="53427"/>
                  </a:lnTo>
                  <a:lnTo>
                    <a:pt x="4580" y="0"/>
                  </a:lnTo>
                  <a:lnTo>
                    <a:pt x="8859" y="5072"/>
                  </a:lnTo>
                  <a:lnTo>
                    <a:pt x="13138" y="30010"/>
                  </a:lnTo>
                  <a:lnTo>
                    <a:pt x="16233" y="556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239584" y="2792045"/>
              <a:ext cx="306065" cy="470431"/>
            </a:xfrm>
            <a:custGeom>
              <a:avLst/>
              <a:pathLst>
                <a:path w="306065" h="470431">
                  <a:moveTo>
                    <a:pt x="0" y="470431"/>
                  </a:moveTo>
                  <a:lnTo>
                    <a:pt x="3287" y="437920"/>
                  </a:lnTo>
                  <a:lnTo>
                    <a:pt x="7566" y="406922"/>
                  </a:lnTo>
                  <a:lnTo>
                    <a:pt x="11844" y="416238"/>
                  </a:lnTo>
                  <a:lnTo>
                    <a:pt x="16123" y="342691"/>
                  </a:lnTo>
                  <a:lnTo>
                    <a:pt x="20402" y="236810"/>
                  </a:lnTo>
                  <a:lnTo>
                    <a:pt x="24681" y="242645"/>
                  </a:lnTo>
                  <a:lnTo>
                    <a:pt x="28960" y="325410"/>
                  </a:lnTo>
                  <a:lnTo>
                    <a:pt x="33239" y="403142"/>
                  </a:lnTo>
                  <a:lnTo>
                    <a:pt x="37518" y="436346"/>
                  </a:lnTo>
                  <a:lnTo>
                    <a:pt x="41797" y="433382"/>
                  </a:lnTo>
                  <a:lnTo>
                    <a:pt x="46076" y="436092"/>
                  </a:lnTo>
                  <a:lnTo>
                    <a:pt x="50355" y="376282"/>
                  </a:lnTo>
                  <a:lnTo>
                    <a:pt x="54634" y="355886"/>
                  </a:lnTo>
                  <a:lnTo>
                    <a:pt x="58913" y="349904"/>
                  </a:lnTo>
                  <a:lnTo>
                    <a:pt x="63192" y="356843"/>
                  </a:lnTo>
                  <a:lnTo>
                    <a:pt x="67470" y="383433"/>
                  </a:lnTo>
                  <a:lnTo>
                    <a:pt x="71749" y="400079"/>
                  </a:lnTo>
                  <a:lnTo>
                    <a:pt x="76028" y="438887"/>
                  </a:lnTo>
                  <a:lnTo>
                    <a:pt x="80307" y="444552"/>
                  </a:lnTo>
                  <a:lnTo>
                    <a:pt x="84586" y="432121"/>
                  </a:lnTo>
                  <a:lnTo>
                    <a:pt x="88865" y="374525"/>
                  </a:lnTo>
                  <a:lnTo>
                    <a:pt x="93144" y="360244"/>
                  </a:lnTo>
                  <a:lnTo>
                    <a:pt x="97423" y="379975"/>
                  </a:lnTo>
                  <a:lnTo>
                    <a:pt x="101702" y="351941"/>
                  </a:lnTo>
                  <a:lnTo>
                    <a:pt x="105981" y="351395"/>
                  </a:lnTo>
                  <a:lnTo>
                    <a:pt x="110260" y="260429"/>
                  </a:lnTo>
                  <a:lnTo>
                    <a:pt x="114539" y="242419"/>
                  </a:lnTo>
                  <a:lnTo>
                    <a:pt x="118817" y="252384"/>
                  </a:lnTo>
                  <a:lnTo>
                    <a:pt x="123096" y="218831"/>
                  </a:lnTo>
                  <a:lnTo>
                    <a:pt x="127375" y="152223"/>
                  </a:lnTo>
                  <a:lnTo>
                    <a:pt x="131654" y="61938"/>
                  </a:lnTo>
                  <a:lnTo>
                    <a:pt x="135933" y="83905"/>
                  </a:lnTo>
                  <a:lnTo>
                    <a:pt x="140212" y="176356"/>
                  </a:lnTo>
                  <a:lnTo>
                    <a:pt x="144491" y="185614"/>
                  </a:lnTo>
                  <a:lnTo>
                    <a:pt x="148770" y="112023"/>
                  </a:lnTo>
                  <a:lnTo>
                    <a:pt x="153049" y="131823"/>
                  </a:lnTo>
                  <a:lnTo>
                    <a:pt x="157328" y="178177"/>
                  </a:lnTo>
                  <a:lnTo>
                    <a:pt x="161607" y="250486"/>
                  </a:lnTo>
                  <a:lnTo>
                    <a:pt x="165886" y="248603"/>
                  </a:lnTo>
                  <a:lnTo>
                    <a:pt x="170165" y="175350"/>
                  </a:lnTo>
                  <a:lnTo>
                    <a:pt x="174443" y="218099"/>
                  </a:lnTo>
                  <a:lnTo>
                    <a:pt x="178722" y="292944"/>
                  </a:lnTo>
                  <a:lnTo>
                    <a:pt x="183001" y="352810"/>
                  </a:lnTo>
                  <a:lnTo>
                    <a:pt x="187280" y="358645"/>
                  </a:lnTo>
                  <a:lnTo>
                    <a:pt x="191559" y="320936"/>
                  </a:lnTo>
                  <a:lnTo>
                    <a:pt x="195838" y="399244"/>
                  </a:lnTo>
                  <a:lnTo>
                    <a:pt x="200117" y="466365"/>
                  </a:lnTo>
                  <a:lnTo>
                    <a:pt x="204396" y="442076"/>
                  </a:lnTo>
                  <a:lnTo>
                    <a:pt x="208675" y="427272"/>
                  </a:lnTo>
                  <a:lnTo>
                    <a:pt x="212954" y="429234"/>
                  </a:lnTo>
                  <a:lnTo>
                    <a:pt x="217233" y="424245"/>
                  </a:lnTo>
                  <a:lnTo>
                    <a:pt x="221512" y="426884"/>
                  </a:lnTo>
                  <a:lnTo>
                    <a:pt x="225790" y="434580"/>
                  </a:lnTo>
                  <a:lnTo>
                    <a:pt x="230069" y="435402"/>
                  </a:lnTo>
                  <a:lnTo>
                    <a:pt x="234348" y="427440"/>
                  </a:lnTo>
                  <a:lnTo>
                    <a:pt x="238627" y="431805"/>
                  </a:lnTo>
                  <a:lnTo>
                    <a:pt x="242906" y="429826"/>
                  </a:lnTo>
                  <a:lnTo>
                    <a:pt x="247185" y="393799"/>
                  </a:lnTo>
                  <a:lnTo>
                    <a:pt x="251464" y="334168"/>
                  </a:lnTo>
                  <a:lnTo>
                    <a:pt x="255743" y="315292"/>
                  </a:lnTo>
                  <a:lnTo>
                    <a:pt x="260022" y="264225"/>
                  </a:lnTo>
                  <a:lnTo>
                    <a:pt x="264301" y="139581"/>
                  </a:lnTo>
                  <a:lnTo>
                    <a:pt x="268580" y="83552"/>
                  </a:lnTo>
                  <a:lnTo>
                    <a:pt x="272859" y="63104"/>
                  </a:lnTo>
                  <a:lnTo>
                    <a:pt x="277138" y="88605"/>
                  </a:lnTo>
                  <a:lnTo>
                    <a:pt x="281416" y="0"/>
                  </a:lnTo>
                  <a:lnTo>
                    <a:pt x="285695" y="30948"/>
                  </a:lnTo>
                  <a:lnTo>
                    <a:pt x="289974" y="172500"/>
                  </a:lnTo>
                  <a:lnTo>
                    <a:pt x="294253" y="252952"/>
                  </a:lnTo>
                  <a:lnTo>
                    <a:pt x="298532" y="303762"/>
                  </a:lnTo>
                  <a:lnTo>
                    <a:pt x="302811" y="343080"/>
                  </a:lnTo>
                  <a:lnTo>
                    <a:pt x="306065" y="4704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573361" y="3164756"/>
              <a:ext cx="39244" cy="97720"/>
            </a:xfrm>
            <a:custGeom>
              <a:avLst/>
              <a:pathLst>
                <a:path w="39244" h="97720">
                  <a:moveTo>
                    <a:pt x="0" y="97720"/>
                  </a:moveTo>
                  <a:lnTo>
                    <a:pt x="3265" y="40526"/>
                  </a:lnTo>
                  <a:lnTo>
                    <a:pt x="7544" y="0"/>
                  </a:lnTo>
                  <a:lnTo>
                    <a:pt x="11822" y="12922"/>
                  </a:lnTo>
                  <a:lnTo>
                    <a:pt x="16101" y="47233"/>
                  </a:lnTo>
                  <a:lnTo>
                    <a:pt x="20380" y="47233"/>
                  </a:lnTo>
                  <a:lnTo>
                    <a:pt x="24659" y="47233"/>
                  </a:lnTo>
                  <a:lnTo>
                    <a:pt x="28938" y="47233"/>
                  </a:lnTo>
                  <a:lnTo>
                    <a:pt x="33217" y="47233"/>
                  </a:lnTo>
                  <a:lnTo>
                    <a:pt x="37496" y="77197"/>
                  </a:lnTo>
                  <a:lnTo>
                    <a:pt x="39244" y="977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620157" y="2970636"/>
              <a:ext cx="61604" cy="291841"/>
            </a:xfrm>
            <a:custGeom>
              <a:avLst/>
              <a:pathLst>
                <a:path w="61604" h="291841">
                  <a:moveTo>
                    <a:pt x="0" y="291841"/>
                  </a:moveTo>
                  <a:lnTo>
                    <a:pt x="3537" y="222971"/>
                  </a:lnTo>
                  <a:lnTo>
                    <a:pt x="7816" y="129223"/>
                  </a:lnTo>
                  <a:lnTo>
                    <a:pt x="12095" y="104226"/>
                  </a:lnTo>
                  <a:lnTo>
                    <a:pt x="16374" y="103943"/>
                  </a:lnTo>
                  <a:lnTo>
                    <a:pt x="20653" y="36632"/>
                  </a:lnTo>
                  <a:lnTo>
                    <a:pt x="24932" y="0"/>
                  </a:lnTo>
                  <a:lnTo>
                    <a:pt x="29211" y="73498"/>
                  </a:lnTo>
                  <a:lnTo>
                    <a:pt x="33490" y="150261"/>
                  </a:lnTo>
                  <a:lnTo>
                    <a:pt x="37768" y="116339"/>
                  </a:lnTo>
                  <a:lnTo>
                    <a:pt x="42047" y="55158"/>
                  </a:lnTo>
                  <a:lnTo>
                    <a:pt x="46326" y="90945"/>
                  </a:lnTo>
                  <a:lnTo>
                    <a:pt x="50605" y="186877"/>
                  </a:lnTo>
                  <a:lnTo>
                    <a:pt x="54884" y="270809"/>
                  </a:lnTo>
                  <a:lnTo>
                    <a:pt x="59163" y="281858"/>
                  </a:lnTo>
                  <a:lnTo>
                    <a:pt x="61604" y="2918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684323" y="3033740"/>
              <a:ext cx="46379" cy="228736"/>
            </a:xfrm>
            <a:custGeom>
              <a:avLst/>
              <a:pathLst>
                <a:path w="46379" h="228736">
                  <a:moveTo>
                    <a:pt x="0" y="228736"/>
                  </a:moveTo>
                  <a:lnTo>
                    <a:pt x="3555" y="191778"/>
                  </a:lnTo>
                  <a:lnTo>
                    <a:pt x="7834" y="83355"/>
                  </a:lnTo>
                  <a:lnTo>
                    <a:pt x="12113" y="26821"/>
                  </a:lnTo>
                  <a:lnTo>
                    <a:pt x="16392" y="0"/>
                  </a:lnTo>
                  <a:lnTo>
                    <a:pt x="20671" y="5937"/>
                  </a:lnTo>
                  <a:lnTo>
                    <a:pt x="24950" y="47357"/>
                  </a:lnTo>
                  <a:lnTo>
                    <a:pt x="29229" y="123332"/>
                  </a:lnTo>
                  <a:lnTo>
                    <a:pt x="33508" y="213047"/>
                  </a:lnTo>
                  <a:lnTo>
                    <a:pt x="37786" y="225555"/>
                  </a:lnTo>
                  <a:lnTo>
                    <a:pt x="42065" y="195749"/>
                  </a:lnTo>
                  <a:lnTo>
                    <a:pt x="46344" y="228469"/>
                  </a:lnTo>
                  <a:lnTo>
                    <a:pt x="46379" y="2287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756111" y="3206913"/>
              <a:ext cx="12387" cy="55563"/>
            </a:xfrm>
            <a:custGeom>
              <a:avLst/>
              <a:pathLst>
                <a:path w="12387" h="55563">
                  <a:moveTo>
                    <a:pt x="0" y="55563"/>
                  </a:moveTo>
                  <a:lnTo>
                    <a:pt x="230" y="53769"/>
                  </a:lnTo>
                  <a:lnTo>
                    <a:pt x="4509" y="0"/>
                  </a:lnTo>
                  <a:lnTo>
                    <a:pt x="8788" y="16910"/>
                  </a:lnTo>
                  <a:lnTo>
                    <a:pt x="12387" y="555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770240" y="3152598"/>
              <a:ext cx="31531" cy="109878"/>
            </a:xfrm>
            <a:custGeom>
              <a:avLst/>
              <a:pathLst>
                <a:path w="31531" h="109878">
                  <a:moveTo>
                    <a:pt x="0" y="109878"/>
                  </a:moveTo>
                  <a:lnTo>
                    <a:pt x="3216" y="87783"/>
                  </a:lnTo>
                  <a:lnTo>
                    <a:pt x="7495" y="0"/>
                  </a:lnTo>
                  <a:lnTo>
                    <a:pt x="11774" y="18117"/>
                  </a:lnTo>
                  <a:lnTo>
                    <a:pt x="16053" y="95544"/>
                  </a:lnTo>
                  <a:lnTo>
                    <a:pt x="20332" y="102042"/>
                  </a:lnTo>
                  <a:lnTo>
                    <a:pt x="24611" y="41697"/>
                  </a:lnTo>
                  <a:lnTo>
                    <a:pt x="28890" y="52408"/>
                  </a:lnTo>
                  <a:lnTo>
                    <a:pt x="31531" y="1098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813660" y="2893743"/>
              <a:ext cx="140324" cy="368734"/>
            </a:xfrm>
            <a:custGeom>
              <a:avLst/>
              <a:pathLst>
                <a:path w="140324" h="368734">
                  <a:moveTo>
                    <a:pt x="0" y="368734"/>
                  </a:moveTo>
                  <a:lnTo>
                    <a:pt x="2586" y="320342"/>
                  </a:lnTo>
                  <a:lnTo>
                    <a:pt x="6865" y="307280"/>
                  </a:lnTo>
                  <a:lnTo>
                    <a:pt x="11143" y="333866"/>
                  </a:lnTo>
                  <a:lnTo>
                    <a:pt x="15422" y="345604"/>
                  </a:lnTo>
                  <a:lnTo>
                    <a:pt x="19701" y="282815"/>
                  </a:lnTo>
                  <a:lnTo>
                    <a:pt x="23980" y="213473"/>
                  </a:lnTo>
                  <a:lnTo>
                    <a:pt x="28259" y="237078"/>
                  </a:lnTo>
                  <a:lnTo>
                    <a:pt x="32538" y="228709"/>
                  </a:lnTo>
                  <a:lnTo>
                    <a:pt x="36817" y="159236"/>
                  </a:lnTo>
                  <a:lnTo>
                    <a:pt x="41096" y="116539"/>
                  </a:lnTo>
                  <a:lnTo>
                    <a:pt x="45375" y="57857"/>
                  </a:lnTo>
                  <a:lnTo>
                    <a:pt x="49654" y="11012"/>
                  </a:lnTo>
                  <a:lnTo>
                    <a:pt x="53933" y="0"/>
                  </a:lnTo>
                  <a:lnTo>
                    <a:pt x="58212" y="52080"/>
                  </a:lnTo>
                  <a:lnTo>
                    <a:pt x="62490" y="35346"/>
                  </a:lnTo>
                  <a:lnTo>
                    <a:pt x="66769" y="28960"/>
                  </a:lnTo>
                  <a:lnTo>
                    <a:pt x="71048" y="119368"/>
                  </a:lnTo>
                  <a:lnTo>
                    <a:pt x="75327" y="259791"/>
                  </a:lnTo>
                  <a:lnTo>
                    <a:pt x="79606" y="313654"/>
                  </a:lnTo>
                  <a:lnTo>
                    <a:pt x="83885" y="264904"/>
                  </a:lnTo>
                  <a:lnTo>
                    <a:pt x="88164" y="325059"/>
                  </a:lnTo>
                  <a:lnTo>
                    <a:pt x="92443" y="332646"/>
                  </a:lnTo>
                  <a:lnTo>
                    <a:pt x="96722" y="210272"/>
                  </a:lnTo>
                  <a:lnTo>
                    <a:pt x="101001" y="112163"/>
                  </a:lnTo>
                  <a:lnTo>
                    <a:pt x="105280" y="82509"/>
                  </a:lnTo>
                  <a:lnTo>
                    <a:pt x="109559" y="75938"/>
                  </a:lnTo>
                  <a:lnTo>
                    <a:pt x="113838" y="28446"/>
                  </a:lnTo>
                  <a:lnTo>
                    <a:pt x="118116" y="7457"/>
                  </a:lnTo>
                  <a:lnTo>
                    <a:pt x="122395" y="112426"/>
                  </a:lnTo>
                  <a:lnTo>
                    <a:pt x="126674" y="199623"/>
                  </a:lnTo>
                  <a:lnTo>
                    <a:pt x="130953" y="219064"/>
                  </a:lnTo>
                  <a:lnTo>
                    <a:pt x="135232" y="260371"/>
                  </a:lnTo>
                  <a:lnTo>
                    <a:pt x="139511" y="356263"/>
                  </a:lnTo>
                  <a:lnTo>
                    <a:pt x="140324" y="3687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970556" y="2940672"/>
              <a:ext cx="37103" cy="321804"/>
            </a:xfrm>
            <a:custGeom>
              <a:avLst/>
              <a:pathLst>
                <a:path w="37103" h="321804">
                  <a:moveTo>
                    <a:pt x="0" y="321804"/>
                  </a:moveTo>
                  <a:lnTo>
                    <a:pt x="4010" y="288332"/>
                  </a:lnTo>
                  <a:lnTo>
                    <a:pt x="8289" y="127429"/>
                  </a:lnTo>
                  <a:lnTo>
                    <a:pt x="12568" y="0"/>
                  </a:lnTo>
                  <a:lnTo>
                    <a:pt x="16847" y="21124"/>
                  </a:lnTo>
                  <a:lnTo>
                    <a:pt x="21126" y="76612"/>
                  </a:lnTo>
                  <a:lnTo>
                    <a:pt x="25405" y="101346"/>
                  </a:lnTo>
                  <a:lnTo>
                    <a:pt x="29684" y="148405"/>
                  </a:lnTo>
                  <a:lnTo>
                    <a:pt x="33962" y="260991"/>
                  </a:lnTo>
                  <a:lnTo>
                    <a:pt x="37103" y="3218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012593" y="3007680"/>
              <a:ext cx="81738" cy="254796"/>
            </a:xfrm>
            <a:custGeom>
              <a:avLst/>
              <a:pathLst>
                <a:path w="81738" h="254796">
                  <a:moveTo>
                    <a:pt x="0" y="254796"/>
                  </a:moveTo>
                  <a:lnTo>
                    <a:pt x="483" y="251991"/>
                  </a:lnTo>
                  <a:lnTo>
                    <a:pt x="4762" y="131818"/>
                  </a:lnTo>
                  <a:lnTo>
                    <a:pt x="9041" y="67634"/>
                  </a:lnTo>
                  <a:lnTo>
                    <a:pt x="13319" y="6482"/>
                  </a:lnTo>
                  <a:lnTo>
                    <a:pt x="17598" y="0"/>
                  </a:lnTo>
                  <a:lnTo>
                    <a:pt x="21877" y="24339"/>
                  </a:lnTo>
                  <a:lnTo>
                    <a:pt x="26156" y="48224"/>
                  </a:lnTo>
                  <a:lnTo>
                    <a:pt x="30435" y="90883"/>
                  </a:lnTo>
                  <a:lnTo>
                    <a:pt x="34714" y="73838"/>
                  </a:lnTo>
                  <a:lnTo>
                    <a:pt x="38993" y="102572"/>
                  </a:lnTo>
                  <a:lnTo>
                    <a:pt x="43272" y="120309"/>
                  </a:lnTo>
                  <a:lnTo>
                    <a:pt x="47551" y="77162"/>
                  </a:lnTo>
                  <a:lnTo>
                    <a:pt x="51830" y="17595"/>
                  </a:lnTo>
                  <a:lnTo>
                    <a:pt x="56109" y="5130"/>
                  </a:lnTo>
                  <a:lnTo>
                    <a:pt x="60388" y="45559"/>
                  </a:lnTo>
                  <a:lnTo>
                    <a:pt x="64666" y="78914"/>
                  </a:lnTo>
                  <a:lnTo>
                    <a:pt x="68945" y="67267"/>
                  </a:lnTo>
                  <a:lnTo>
                    <a:pt x="73224" y="101986"/>
                  </a:lnTo>
                  <a:lnTo>
                    <a:pt x="77503" y="181905"/>
                  </a:lnTo>
                  <a:lnTo>
                    <a:pt x="81738" y="2547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115171" y="2939502"/>
              <a:ext cx="43312" cy="322974"/>
            </a:xfrm>
            <a:custGeom>
              <a:avLst/>
              <a:pathLst>
                <a:path w="43312" h="322974">
                  <a:moveTo>
                    <a:pt x="0" y="322974"/>
                  </a:moveTo>
                  <a:lnTo>
                    <a:pt x="598" y="311661"/>
                  </a:lnTo>
                  <a:lnTo>
                    <a:pt x="4877" y="278909"/>
                  </a:lnTo>
                  <a:lnTo>
                    <a:pt x="9156" y="260184"/>
                  </a:lnTo>
                  <a:lnTo>
                    <a:pt x="13435" y="178315"/>
                  </a:lnTo>
                  <a:lnTo>
                    <a:pt x="17714" y="65441"/>
                  </a:lnTo>
                  <a:lnTo>
                    <a:pt x="21993" y="0"/>
                  </a:lnTo>
                  <a:lnTo>
                    <a:pt x="26272" y="18558"/>
                  </a:lnTo>
                  <a:lnTo>
                    <a:pt x="30551" y="34458"/>
                  </a:lnTo>
                  <a:lnTo>
                    <a:pt x="34830" y="49391"/>
                  </a:lnTo>
                  <a:lnTo>
                    <a:pt x="39109" y="160327"/>
                  </a:lnTo>
                  <a:lnTo>
                    <a:pt x="43312" y="3229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183386" y="2812362"/>
              <a:ext cx="131575" cy="450114"/>
            </a:xfrm>
            <a:custGeom>
              <a:avLst/>
              <a:pathLst>
                <a:path w="131575" h="450114">
                  <a:moveTo>
                    <a:pt x="0" y="450114"/>
                  </a:moveTo>
                  <a:lnTo>
                    <a:pt x="847" y="428006"/>
                  </a:lnTo>
                  <a:lnTo>
                    <a:pt x="5125" y="335463"/>
                  </a:lnTo>
                  <a:lnTo>
                    <a:pt x="9404" y="318300"/>
                  </a:lnTo>
                  <a:lnTo>
                    <a:pt x="13683" y="335819"/>
                  </a:lnTo>
                  <a:lnTo>
                    <a:pt x="17962" y="339871"/>
                  </a:lnTo>
                  <a:lnTo>
                    <a:pt x="22241" y="336663"/>
                  </a:lnTo>
                  <a:lnTo>
                    <a:pt x="26520" y="330594"/>
                  </a:lnTo>
                  <a:lnTo>
                    <a:pt x="30799" y="393316"/>
                  </a:lnTo>
                  <a:lnTo>
                    <a:pt x="35078" y="356239"/>
                  </a:lnTo>
                  <a:lnTo>
                    <a:pt x="39357" y="244638"/>
                  </a:lnTo>
                  <a:lnTo>
                    <a:pt x="43636" y="206045"/>
                  </a:lnTo>
                  <a:lnTo>
                    <a:pt x="47915" y="218608"/>
                  </a:lnTo>
                  <a:lnTo>
                    <a:pt x="52194" y="232559"/>
                  </a:lnTo>
                  <a:lnTo>
                    <a:pt x="56472" y="194334"/>
                  </a:lnTo>
                  <a:lnTo>
                    <a:pt x="60751" y="167546"/>
                  </a:lnTo>
                  <a:lnTo>
                    <a:pt x="65030" y="184162"/>
                  </a:lnTo>
                  <a:lnTo>
                    <a:pt x="69309" y="183479"/>
                  </a:lnTo>
                  <a:lnTo>
                    <a:pt x="73588" y="80538"/>
                  </a:lnTo>
                  <a:lnTo>
                    <a:pt x="77867" y="38382"/>
                  </a:lnTo>
                  <a:lnTo>
                    <a:pt x="82146" y="19543"/>
                  </a:lnTo>
                  <a:lnTo>
                    <a:pt x="86425" y="57287"/>
                  </a:lnTo>
                  <a:lnTo>
                    <a:pt x="90704" y="52618"/>
                  </a:lnTo>
                  <a:lnTo>
                    <a:pt x="94983" y="0"/>
                  </a:lnTo>
                  <a:lnTo>
                    <a:pt x="99262" y="26159"/>
                  </a:lnTo>
                  <a:lnTo>
                    <a:pt x="103541" y="39059"/>
                  </a:lnTo>
                  <a:lnTo>
                    <a:pt x="107820" y="21753"/>
                  </a:lnTo>
                  <a:lnTo>
                    <a:pt x="112098" y="13204"/>
                  </a:lnTo>
                  <a:lnTo>
                    <a:pt x="116377" y="84266"/>
                  </a:lnTo>
                  <a:lnTo>
                    <a:pt x="120656" y="179211"/>
                  </a:lnTo>
                  <a:lnTo>
                    <a:pt x="124935" y="272098"/>
                  </a:lnTo>
                  <a:lnTo>
                    <a:pt x="129214" y="395451"/>
                  </a:lnTo>
                  <a:lnTo>
                    <a:pt x="131575" y="4501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330031" y="2887318"/>
              <a:ext cx="55114" cy="375159"/>
            </a:xfrm>
            <a:custGeom>
              <a:avLst/>
              <a:pathLst>
                <a:path w="55114" h="375159">
                  <a:moveTo>
                    <a:pt x="0" y="375159"/>
                  </a:moveTo>
                  <a:lnTo>
                    <a:pt x="3963" y="341445"/>
                  </a:lnTo>
                  <a:lnTo>
                    <a:pt x="8242" y="198286"/>
                  </a:lnTo>
                  <a:lnTo>
                    <a:pt x="12521" y="52839"/>
                  </a:lnTo>
                  <a:lnTo>
                    <a:pt x="16800" y="0"/>
                  </a:lnTo>
                  <a:lnTo>
                    <a:pt x="21079" y="47198"/>
                  </a:lnTo>
                  <a:lnTo>
                    <a:pt x="25358" y="61871"/>
                  </a:lnTo>
                  <a:lnTo>
                    <a:pt x="29637" y="89898"/>
                  </a:lnTo>
                  <a:lnTo>
                    <a:pt x="33916" y="168985"/>
                  </a:lnTo>
                  <a:lnTo>
                    <a:pt x="38195" y="270995"/>
                  </a:lnTo>
                  <a:lnTo>
                    <a:pt x="42474" y="338371"/>
                  </a:lnTo>
                  <a:lnTo>
                    <a:pt x="46753" y="305078"/>
                  </a:lnTo>
                  <a:lnTo>
                    <a:pt x="51031" y="329487"/>
                  </a:lnTo>
                  <a:lnTo>
                    <a:pt x="55114" y="3751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440072" y="3045175"/>
              <a:ext cx="55735" cy="217301"/>
            </a:xfrm>
            <a:custGeom>
              <a:avLst/>
              <a:pathLst>
                <a:path w="55735" h="217301">
                  <a:moveTo>
                    <a:pt x="0" y="217301"/>
                  </a:moveTo>
                  <a:lnTo>
                    <a:pt x="895" y="208095"/>
                  </a:lnTo>
                  <a:lnTo>
                    <a:pt x="5174" y="149449"/>
                  </a:lnTo>
                  <a:lnTo>
                    <a:pt x="9453" y="135454"/>
                  </a:lnTo>
                  <a:lnTo>
                    <a:pt x="13732" y="156289"/>
                  </a:lnTo>
                  <a:lnTo>
                    <a:pt x="18011" y="185789"/>
                  </a:lnTo>
                  <a:lnTo>
                    <a:pt x="22290" y="178792"/>
                  </a:lnTo>
                  <a:lnTo>
                    <a:pt x="26569" y="172616"/>
                  </a:lnTo>
                  <a:lnTo>
                    <a:pt x="30848" y="106769"/>
                  </a:lnTo>
                  <a:lnTo>
                    <a:pt x="35127" y="50333"/>
                  </a:lnTo>
                  <a:lnTo>
                    <a:pt x="39406" y="29499"/>
                  </a:lnTo>
                  <a:lnTo>
                    <a:pt x="43685" y="0"/>
                  </a:lnTo>
                  <a:lnTo>
                    <a:pt x="47964" y="6997"/>
                  </a:lnTo>
                  <a:lnTo>
                    <a:pt x="52242" y="65371"/>
                  </a:lnTo>
                  <a:lnTo>
                    <a:pt x="55735" y="2173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523972" y="3053041"/>
              <a:ext cx="67354" cy="209435"/>
            </a:xfrm>
            <a:custGeom>
              <a:avLst/>
              <a:pathLst>
                <a:path w="67354" h="209435">
                  <a:moveTo>
                    <a:pt x="0" y="209435"/>
                  </a:moveTo>
                  <a:lnTo>
                    <a:pt x="2574" y="178074"/>
                  </a:lnTo>
                  <a:lnTo>
                    <a:pt x="6853" y="158947"/>
                  </a:lnTo>
                  <a:lnTo>
                    <a:pt x="11132" y="158947"/>
                  </a:lnTo>
                  <a:lnTo>
                    <a:pt x="15411" y="158947"/>
                  </a:lnTo>
                  <a:lnTo>
                    <a:pt x="19689" y="158947"/>
                  </a:lnTo>
                  <a:lnTo>
                    <a:pt x="23968" y="146105"/>
                  </a:lnTo>
                  <a:lnTo>
                    <a:pt x="28247" y="97868"/>
                  </a:lnTo>
                  <a:lnTo>
                    <a:pt x="32526" y="60373"/>
                  </a:lnTo>
                  <a:lnTo>
                    <a:pt x="36805" y="54108"/>
                  </a:lnTo>
                  <a:lnTo>
                    <a:pt x="41084" y="37108"/>
                  </a:lnTo>
                  <a:lnTo>
                    <a:pt x="45363" y="0"/>
                  </a:lnTo>
                  <a:lnTo>
                    <a:pt x="49642" y="20430"/>
                  </a:lnTo>
                  <a:lnTo>
                    <a:pt x="53921" y="97495"/>
                  </a:lnTo>
                  <a:lnTo>
                    <a:pt x="58200" y="134989"/>
                  </a:lnTo>
                  <a:lnTo>
                    <a:pt x="62479" y="155321"/>
                  </a:lnTo>
                  <a:lnTo>
                    <a:pt x="66758" y="203179"/>
                  </a:lnTo>
                  <a:lnTo>
                    <a:pt x="67354" y="2094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650152" y="2972317"/>
              <a:ext cx="59780" cy="290160"/>
            </a:xfrm>
            <a:custGeom>
              <a:avLst/>
              <a:pathLst>
                <a:path w="59780" h="290160">
                  <a:moveTo>
                    <a:pt x="0" y="290160"/>
                  </a:moveTo>
                  <a:lnTo>
                    <a:pt x="483" y="286241"/>
                  </a:lnTo>
                  <a:lnTo>
                    <a:pt x="4762" y="248801"/>
                  </a:lnTo>
                  <a:lnTo>
                    <a:pt x="9040" y="239672"/>
                  </a:lnTo>
                  <a:lnTo>
                    <a:pt x="13319" y="239672"/>
                  </a:lnTo>
                  <a:lnTo>
                    <a:pt x="17598" y="239672"/>
                  </a:lnTo>
                  <a:lnTo>
                    <a:pt x="21877" y="211028"/>
                  </a:lnTo>
                  <a:lnTo>
                    <a:pt x="26156" y="141657"/>
                  </a:lnTo>
                  <a:lnTo>
                    <a:pt x="30435" y="67925"/>
                  </a:lnTo>
                  <a:lnTo>
                    <a:pt x="34714" y="16943"/>
                  </a:lnTo>
                  <a:lnTo>
                    <a:pt x="38993" y="0"/>
                  </a:lnTo>
                  <a:lnTo>
                    <a:pt x="43272" y="14833"/>
                  </a:lnTo>
                  <a:lnTo>
                    <a:pt x="47551" y="48681"/>
                  </a:lnTo>
                  <a:lnTo>
                    <a:pt x="51830" y="130786"/>
                  </a:lnTo>
                  <a:lnTo>
                    <a:pt x="56109" y="237091"/>
                  </a:lnTo>
                  <a:lnTo>
                    <a:pt x="59780" y="2901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726489" y="3211535"/>
              <a:ext cx="13432" cy="50941"/>
            </a:xfrm>
            <a:custGeom>
              <a:avLst/>
              <a:pathLst>
                <a:path w="13432" h="50941">
                  <a:moveTo>
                    <a:pt x="0" y="50941"/>
                  </a:moveTo>
                  <a:lnTo>
                    <a:pt x="1166" y="37478"/>
                  </a:lnTo>
                  <a:lnTo>
                    <a:pt x="5445" y="0"/>
                  </a:lnTo>
                  <a:lnTo>
                    <a:pt x="9724" y="5783"/>
                  </a:lnTo>
                  <a:lnTo>
                    <a:pt x="13432" y="509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741270" y="3222846"/>
              <a:ext cx="11171" cy="39630"/>
            </a:xfrm>
            <a:custGeom>
              <a:avLst/>
              <a:pathLst>
                <a:path w="11171" h="39630">
                  <a:moveTo>
                    <a:pt x="0" y="39630"/>
                  </a:moveTo>
                  <a:lnTo>
                    <a:pt x="3501" y="8305"/>
                  </a:lnTo>
                  <a:lnTo>
                    <a:pt x="7780" y="0"/>
                  </a:lnTo>
                  <a:lnTo>
                    <a:pt x="11171" y="396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758045" y="2965117"/>
              <a:ext cx="43449" cy="297359"/>
            </a:xfrm>
            <a:custGeom>
              <a:avLst/>
              <a:pathLst>
                <a:path w="43449" h="297359">
                  <a:moveTo>
                    <a:pt x="0" y="297359"/>
                  </a:moveTo>
                  <a:lnTo>
                    <a:pt x="3842" y="207312"/>
                  </a:lnTo>
                  <a:lnTo>
                    <a:pt x="8121" y="110437"/>
                  </a:lnTo>
                  <a:lnTo>
                    <a:pt x="12400" y="60937"/>
                  </a:lnTo>
                  <a:lnTo>
                    <a:pt x="16679" y="15157"/>
                  </a:lnTo>
                  <a:lnTo>
                    <a:pt x="20958" y="0"/>
                  </a:lnTo>
                  <a:lnTo>
                    <a:pt x="25236" y="9230"/>
                  </a:lnTo>
                  <a:lnTo>
                    <a:pt x="29515" y="89386"/>
                  </a:lnTo>
                  <a:lnTo>
                    <a:pt x="33794" y="146799"/>
                  </a:lnTo>
                  <a:lnTo>
                    <a:pt x="38073" y="203508"/>
                  </a:lnTo>
                  <a:lnTo>
                    <a:pt x="42352" y="284550"/>
                  </a:lnTo>
                  <a:lnTo>
                    <a:pt x="43449" y="2973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833106" y="3187179"/>
              <a:ext cx="13802" cy="75297"/>
            </a:xfrm>
            <a:custGeom>
              <a:avLst/>
              <a:pathLst>
                <a:path w="13802" h="75297">
                  <a:moveTo>
                    <a:pt x="0" y="75297"/>
                  </a:moveTo>
                  <a:lnTo>
                    <a:pt x="1523" y="42726"/>
                  </a:lnTo>
                  <a:lnTo>
                    <a:pt x="5802" y="0"/>
                  </a:lnTo>
                  <a:lnTo>
                    <a:pt x="10081" y="27538"/>
                  </a:lnTo>
                  <a:lnTo>
                    <a:pt x="13802" y="752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847761" y="3044181"/>
              <a:ext cx="50614" cy="218295"/>
            </a:xfrm>
            <a:custGeom>
              <a:avLst/>
              <a:pathLst>
                <a:path w="50614" h="218295">
                  <a:moveTo>
                    <a:pt x="0" y="218295"/>
                  </a:moveTo>
                  <a:lnTo>
                    <a:pt x="3983" y="121725"/>
                  </a:lnTo>
                  <a:lnTo>
                    <a:pt x="8262" y="56780"/>
                  </a:lnTo>
                  <a:lnTo>
                    <a:pt x="12541" y="67931"/>
                  </a:lnTo>
                  <a:lnTo>
                    <a:pt x="16820" y="86903"/>
                  </a:lnTo>
                  <a:lnTo>
                    <a:pt x="21099" y="68587"/>
                  </a:lnTo>
                  <a:lnTo>
                    <a:pt x="25378" y="0"/>
                  </a:lnTo>
                  <a:lnTo>
                    <a:pt x="29657" y="52302"/>
                  </a:lnTo>
                  <a:lnTo>
                    <a:pt x="33936" y="69220"/>
                  </a:lnTo>
                  <a:lnTo>
                    <a:pt x="38215" y="39997"/>
                  </a:lnTo>
                  <a:lnTo>
                    <a:pt x="42494" y="74086"/>
                  </a:lnTo>
                  <a:lnTo>
                    <a:pt x="46773" y="130673"/>
                  </a:lnTo>
                  <a:lnTo>
                    <a:pt x="50614" y="2182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927469" y="3246615"/>
              <a:ext cx="14791" cy="15861"/>
            </a:xfrm>
            <a:custGeom>
              <a:avLst/>
              <a:pathLst>
                <a:path w="14791" h="15861">
                  <a:moveTo>
                    <a:pt x="0" y="15861"/>
                  </a:moveTo>
                  <a:lnTo>
                    <a:pt x="1296" y="0"/>
                  </a:lnTo>
                  <a:lnTo>
                    <a:pt x="5575" y="2245"/>
                  </a:lnTo>
                  <a:lnTo>
                    <a:pt x="9854" y="6486"/>
                  </a:lnTo>
                  <a:lnTo>
                    <a:pt x="14133" y="11126"/>
                  </a:lnTo>
                  <a:lnTo>
                    <a:pt x="14791" y="158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969662" y="3083084"/>
              <a:ext cx="75893" cy="179393"/>
            </a:xfrm>
            <a:custGeom>
              <a:avLst/>
              <a:pathLst>
                <a:path w="75893" h="179393">
                  <a:moveTo>
                    <a:pt x="0" y="179393"/>
                  </a:moveTo>
                  <a:lnTo>
                    <a:pt x="1892" y="135311"/>
                  </a:lnTo>
                  <a:lnTo>
                    <a:pt x="6171" y="49330"/>
                  </a:lnTo>
                  <a:lnTo>
                    <a:pt x="10450" y="35975"/>
                  </a:lnTo>
                  <a:lnTo>
                    <a:pt x="14729" y="71952"/>
                  </a:lnTo>
                  <a:lnTo>
                    <a:pt x="19008" y="67292"/>
                  </a:lnTo>
                  <a:lnTo>
                    <a:pt x="23287" y="5165"/>
                  </a:lnTo>
                  <a:lnTo>
                    <a:pt x="27566" y="0"/>
                  </a:lnTo>
                  <a:lnTo>
                    <a:pt x="31845" y="59599"/>
                  </a:lnTo>
                  <a:lnTo>
                    <a:pt x="36124" y="91642"/>
                  </a:lnTo>
                  <a:lnTo>
                    <a:pt x="40402" y="88984"/>
                  </a:lnTo>
                  <a:lnTo>
                    <a:pt x="44681" y="101448"/>
                  </a:lnTo>
                  <a:lnTo>
                    <a:pt x="48960" y="145497"/>
                  </a:lnTo>
                  <a:lnTo>
                    <a:pt x="53239" y="148184"/>
                  </a:lnTo>
                  <a:lnTo>
                    <a:pt x="57518" y="130762"/>
                  </a:lnTo>
                  <a:lnTo>
                    <a:pt x="61797" y="100996"/>
                  </a:lnTo>
                  <a:lnTo>
                    <a:pt x="66076" y="75576"/>
                  </a:lnTo>
                  <a:lnTo>
                    <a:pt x="70355" y="112489"/>
                  </a:lnTo>
                  <a:lnTo>
                    <a:pt x="74634" y="166589"/>
                  </a:lnTo>
                  <a:lnTo>
                    <a:pt x="75893" y="1793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051457" y="3083759"/>
              <a:ext cx="67544" cy="178717"/>
            </a:xfrm>
            <a:custGeom>
              <a:avLst/>
              <a:pathLst>
                <a:path w="67544" h="178717">
                  <a:moveTo>
                    <a:pt x="0" y="178717"/>
                  </a:moveTo>
                  <a:lnTo>
                    <a:pt x="1396" y="163841"/>
                  </a:lnTo>
                  <a:lnTo>
                    <a:pt x="5675" y="134325"/>
                  </a:lnTo>
                  <a:lnTo>
                    <a:pt x="9954" y="126430"/>
                  </a:lnTo>
                  <a:lnTo>
                    <a:pt x="14233" y="81712"/>
                  </a:lnTo>
                  <a:lnTo>
                    <a:pt x="18512" y="65882"/>
                  </a:lnTo>
                  <a:lnTo>
                    <a:pt x="22791" y="48859"/>
                  </a:lnTo>
                  <a:lnTo>
                    <a:pt x="27070" y="72624"/>
                  </a:lnTo>
                  <a:lnTo>
                    <a:pt x="31349" y="99025"/>
                  </a:lnTo>
                  <a:lnTo>
                    <a:pt x="35628" y="84167"/>
                  </a:lnTo>
                  <a:lnTo>
                    <a:pt x="39907" y="19757"/>
                  </a:lnTo>
                  <a:lnTo>
                    <a:pt x="44186" y="0"/>
                  </a:lnTo>
                  <a:lnTo>
                    <a:pt x="48465" y="50576"/>
                  </a:lnTo>
                  <a:lnTo>
                    <a:pt x="52743" y="63975"/>
                  </a:lnTo>
                  <a:lnTo>
                    <a:pt x="57022" y="46513"/>
                  </a:lnTo>
                  <a:lnTo>
                    <a:pt x="61301" y="76876"/>
                  </a:lnTo>
                  <a:lnTo>
                    <a:pt x="65580" y="143613"/>
                  </a:lnTo>
                  <a:lnTo>
                    <a:pt x="67544" y="1787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147034" y="3014476"/>
              <a:ext cx="108986" cy="248000"/>
            </a:xfrm>
            <a:custGeom>
              <a:avLst/>
              <a:pathLst>
                <a:path w="108986" h="248000">
                  <a:moveTo>
                    <a:pt x="0" y="248000"/>
                  </a:moveTo>
                  <a:lnTo>
                    <a:pt x="4235" y="132684"/>
                  </a:lnTo>
                  <a:lnTo>
                    <a:pt x="8514" y="36990"/>
                  </a:lnTo>
                  <a:lnTo>
                    <a:pt x="12793" y="21089"/>
                  </a:lnTo>
                  <a:lnTo>
                    <a:pt x="17072" y="0"/>
                  </a:lnTo>
                  <a:lnTo>
                    <a:pt x="21351" y="14290"/>
                  </a:lnTo>
                  <a:lnTo>
                    <a:pt x="25629" y="70672"/>
                  </a:lnTo>
                  <a:lnTo>
                    <a:pt x="29908" y="106683"/>
                  </a:lnTo>
                  <a:lnTo>
                    <a:pt x="34187" y="119956"/>
                  </a:lnTo>
                  <a:lnTo>
                    <a:pt x="38466" y="101842"/>
                  </a:lnTo>
                  <a:lnTo>
                    <a:pt x="42745" y="153285"/>
                  </a:lnTo>
                  <a:lnTo>
                    <a:pt x="47024" y="140466"/>
                  </a:lnTo>
                  <a:lnTo>
                    <a:pt x="51303" y="73277"/>
                  </a:lnTo>
                  <a:lnTo>
                    <a:pt x="55582" y="100946"/>
                  </a:lnTo>
                  <a:lnTo>
                    <a:pt x="59861" y="183369"/>
                  </a:lnTo>
                  <a:lnTo>
                    <a:pt x="64140" y="217380"/>
                  </a:lnTo>
                  <a:lnTo>
                    <a:pt x="68419" y="187031"/>
                  </a:lnTo>
                  <a:lnTo>
                    <a:pt x="72698" y="193044"/>
                  </a:lnTo>
                  <a:lnTo>
                    <a:pt x="76976" y="228275"/>
                  </a:lnTo>
                  <a:lnTo>
                    <a:pt x="81255" y="164605"/>
                  </a:lnTo>
                  <a:lnTo>
                    <a:pt x="85534" y="140738"/>
                  </a:lnTo>
                  <a:lnTo>
                    <a:pt x="89813" y="140740"/>
                  </a:lnTo>
                  <a:lnTo>
                    <a:pt x="94092" y="140741"/>
                  </a:lnTo>
                  <a:lnTo>
                    <a:pt x="98371" y="133256"/>
                  </a:lnTo>
                  <a:lnTo>
                    <a:pt x="102650" y="119626"/>
                  </a:lnTo>
                  <a:lnTo>
                    <a:pt x="106929" y="226258"/>
                  </a:lnTo>
                  <a:lnTo>
                    <a:pt x="108986" y="2480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267184" y="3027841"/>
              <a:ext cx="101684" cy="234635"/>
            </a:xfrm>
            <a:custGeom>
              <a:avLst/>
              <a:pathLst>
                <a:path w="101684" h="234635">
                  <a:moveTo>
                    <a:pt x="0" y="234635"/>
                  </a:moveTo>
                  <a:lnTo>
                    <a:pt x="3895" y="187387"/>
                  </a:lnTo>
                  <a:lnTo>
                    <a:pt x="8173" y="162190"/>
                  </a:lnTo>
                  <a:lnTo>
                    <a:pt x="12452" y="112159"/>
                  </a:lnTo>
                  <a:lnTo>
                    <a:pt x="16731" y="90803"/>
                  </a:lnTo>
                  <a:lnTo>
                    <a:pt x="21010" y="120601"/>
                  </a:lnTo>
                  <a:lnTo>
                    <a:pt x="25289" y="149232"/>
                  </a:lnTo>
                  <a:lnTo>
                    <a:pt x="29568" y="214038"/>
                  </a:lnTo>
                  <a:lnTo>
                    <a:pt x="33847" y="233045"/>
                  </a:lnTo>
                  <a:lnTo>
                    <a:pt x="38126" y="208080"/>
                  </a:lnTo>
                  <a:lnTo>
                    <a:pt x="42405" y="183512"/>
                  </a:lnTo>
                  <a:lnTo>
                    <a:pt x="46684" y="137689"/>
                  </a:lnTo>
                  <a:lnTo>
                    <a:pt x="50963" y="168133"/>
                  </a:lnTo>
                  <a:lnTo>
                    <a:pt x="55242" y="159935"/>
                  </a:lnTo>
                  <a:lnTo>
                    <a:pt x="59521" y="110862"/>
                  </a:lnTo>
                  <a:lnTo>
                    <a:pt x="63799" y="96811"/>
                  </a:lnTo>
                  <a:lnTo>
                    <a:pt x="68078" y="99866"/>
                  </a:lnTo>
                  <a:lnTo>
                    <a:pt x="72357" y="108619"/>
                  </a:lnTo>
                  <a:lnTo>
                    <a:pt x="76636" y="0"/>
                  </a:lnTo>
                  <a:lnTo>
                    <a:pt x="80915" y="4430"/>
                  </a:lnTo>
                  <a:lnTo>
                    <a:pt x="85194" y="78944"/>
                  </a:lnTo>
                  <a:lnTo>
                    <a:pt x="89473" y="94389"/>
                  </a:lnTo>
                  <a:lnTo>
                    <a:pt x="93752" y="133652"/>
                  </a:lnTo>
                  <a:lnTo>
                    <a:pt x="98031" y="192322"/>
                  </a:lnTo>
                  <a:lnTo>
                    <a:pt x="101684" y="2346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372887" y="3238754"/>
              <a:ext cx="20777" cy="23722"/>
            </a:xfrm>
            <a:custGeom>
              <a:avLst/>
              <a:pathLst>
                <a:path w="20777" h="23722">
                  <a:moveTo>
                    <a:pt x="0" y="23722"/>
                  </a:moveTo>
                  <a:lnTo>
                    <a:pt x="886" y="21829"/>
                  </a:lnTo>
                  <a:lnTo>
                    <a:pt x="5165" y="0"/>
                  </a:lnTo>
                  <a:lnTo>
                    <a:pt x="9444" y="23568"/>
                  </a:lnTo>
                  <a:lnTo>
                    <a:pt x="13723" y="15974"/>
                  </a:lnTo>
                  <a:lnTo>
                    <a:pt x="18001" y="16480"/>
                  </a:lnTo>
                  <a:lnTo>
                    <a:pt x="20777" y="237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409659" y="3151479"/>
              <a:ext cx="34658" cy="110998"/>
            </a:xfrm>
            <a:custGeom>
              <a:avLst/>
              <a:pathLst>
                <a:path w="34658" h="110998">
                  <a:moveTo>
                    <a:pt x="0" y="110998"/>
                  </a:moveTo>
                  <a:lnTo>
                    <a:pt x="2624" y="104769"/>
                  </a:lnTo>
                  <a:lnTo>
                    <a:pt x="6903" y="73913"/>
                  </a:lnTo>
                  <a:lnTo>
                    <a:pt x="11182" y="50309"/>
                  </a:lnTo>
                  <a:lnTo>
                    <a:pt x="15461" y="11736"/>
                  </a:lnTo>
                  <a:lnTo>
                    <a:pt x="19740" y="0"/>
                  </a:lnTo>
                  <a:lnTo>
                    <a:pt x="24018" y="50940"/>
                  </a:lnTo>
                  <a:lnTo>
                    <a:pt x="28297" y="70307"/>
                  </a:lnTo>
                  <a:lnTo>
                    <a:pt x="32576" y="88321"/>
                  </a:lnTo>
                  <a:lnTo>
                    <a:pt x="34658" y="1109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468273" y="3035240"/>
              <a:ext cx="157454" cy="227236"/>
            </a:xfrm>
            <a:custGeom>
              <a:avLst/>
              <a:pathLst>
                <a:path w="157454" h="227236">
                  <a:moveTo>
                    <a:pt x="0" y="227236"/>
                  </a:moveTo>
                  <a:lnTo>
                    <a:pt x="3914" y="181651"/>
                  </a:lnTo>
                  <a:lnTo>
                    <a:pt x="8193" y="159298"/>
                  </a:lnTo>
                  <a:lnTo>
                    <a:pt x="12472" y="145675"/>
                  </a:lnTo>
                  <a:lnTo>
                    <a:pt x="16751" y="65324"/>
                  </a:lnTo>
                  <a:lnTo>
                    <a:pt x="21030" y="66898"/>
                  </a:lnTo>
                  <a:lnTo>
                    <a:pt x="25309" y="108116"/>
                  </a:lnTo>
                  <a:lnTo>
                    <a:pt x="29588" y="87183"/>
                  </a:lnTo>
                  <a:lnTo>
                    <a:pt x="33867" y="82365"/>
                  </a:lnTo>
                  <a:lnTo>
                    <a:pt x="38145" y="97761"/>
                  </a:lnTo>
                  <a:lnTo>
                    <a:pt x="42424" y="87233"/>
                  </a:lnTo>
                  <a:lnTo>
                    <a:pt x="46703" y="17052"/>
                  </a:lnTo>
                  <a:lnTo>
                    <a:pt x="50982" y="0"/>
                  </a:lnTo>
                  <a:lnTo>
                    <a:pt x="55261" y="34350"/>
                  </a:lnTo>
                  <a:lnTo>
                    <a:pt x="59540" y="74209"/>
                  </a:lnTo>
                  <a:lnTo>
                    <a:pt x="63819" y="80652"/>
                  </a:lnTo>
                  <a:lnTo>
                    <a:pt x="68098" y="116514"/>
                  </a:lnTo>
                  <a:lnTo>
                    <a:pt x="72377" y="163135"/>
                  </a:lnTo>
                  <a:lnTo>
                    <a:pt x="76656" y="130381"/>
                  </a:lnTo>
                  <a:lnTo>
                    <a:pt x="80935" y="138129"/>
                  </a:lnTo>
                  <a:lnTo>
                    <a:pt x="85214" y="180256"/>
                  </a:lnTo>
                  <a:lnTo>
                    <a:pt x="89493" y="180256"/>
                  </a:lnTo>
                  <a:lnTo>
                    <a:pt x="93771" y="180257"/>
                  </a:lnTo>
                  <a:lnTo>
                    <a:pt x="98050" y="180257"/>
                  </a:lnTo>
                  <a:lnTo>
                    <a:pt x="102329" y="226625"/>
                  </a:lnTo>
                  <a:lnTo>
                    <a:pt x="106608" y="218876"/>
                  </a:lnTo>
                  <a:lnTo>
                    <a:pt x="110887" y="176749"/>
                  </a:lnTo>
                  <a:lnTo>
                    <a:pt x="115166" y="161579"/>
                  </a:lnTo>
                  <a:lnTo>
                    <a:pt x="119445" y="148413"/>
                  </a:lnTo>
                  <a:lnTo>
                    <a:pt x="123724" y="128710"/>
                  </a:lnTo>
                  <a:lnTo>
                    <a:pt x="128003" y="47167"/>
                  </a:lnTo>
                  <a:lnTo>
                    <a:pt x="132282" y="10658"/>
                  </a:lnTo>
                  <a:lnTo>
                    <a:pt x="136561" y="39796"/>
                  </a:lnTo>
                  <a:lnTo>
                    <a:pt x="140840" y="69121"/>
                  </a:lnTo>
                  <a:lnTo>
                    <a:pt x="145118" y="96832"/>
                  </a:lnTo>
                  <a:lnTo>
                    <a:pt x="149397" y="94980"/>
                  </a:lnTo>
                  <a:lnTo>
                    <a:pt x="153676" y="167756"/>
                  </a:lnTo>
                  <a:lnTo>
                    <a:pt x="157454" y="2272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627263" y="3187823"/>
              <a:ext cx="31020" cy="74654"/>
            </a:xfrm>
            <a:custGeom>
              <a:avLst/>
              <a:pathLst>
                <a:path w="31020" h="74654">
                  <a:moveTo>
                    <a:pt x="0" y="74654"/>
                  </a:moveTo>
                  <a:lnTo>
                    <a:pt x="3244" y="49927"/>
                  </a:lnTo>
                  <a:lnTo>
                    <a:pt x="7523" y="8719"/>
                  </a:lnTo>
                  <a:lnTo>
                    <a:pt x="11802" y="0"/>
                  </a:lnTo>
                  <a:lnTo>
                    <a:pt x="16081" y="21556"/>
                  </a:lnTo>
                  <a:lnTo>
                    <a:pt x="20360" y="54408"/>
                  </a:lnTo>
                  <a:lnTo>
                    <a:pt x="24639" y="40537"/>
                  </a:lnTo>
                  <a:lnTo>
                    <a:pt x="28918" y="41461"/>
                  </a:lnTo>
                  <a:lnTo>
                    <a:pt x="31020" y="746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682914" y="3094409"/>
              <a:ext cx="40485" cy="168068"/>
            </a:xfrm>
            <a:custGeom>
              <a:avLst/>
              <a:pathLst>
                <a:path w="40485" h="168068">
                  <a:moveTo>
                    <a:pt x="0" y="168068"/>
                  </a:moveTo>
                  <a:lnTo>
                    <a:pt x="3220" y="136721"/>
                  </a:lnTo>
                  <a:lnTo>
                    <a:pt x="7499" y="75860"/>
                  </a:lnTo>
                  <a:lnTo>
                    <a:pt x="11778" y="46058"/>
                  </a:lnTo>
                  <a:lnTo>
                    <a:pt x="16057" y="14954"/>
                  </a:lnTo>
                  <a:lnTo>
                    <a:pt x="20336" y="0"/>
                  </a:lnTo>
                  <a:lnTo>
                    <a:pt x="24615" y="51904"/>
                  </a:lnTo>
                  <a:lnTo>
                    <a:pt x="28893" y="53059"/>
                  </a:lnTo>
                  <a:lnTo>
                    <a:pt x="33172" y="48204"/>
                  </a:lnTo>
                  <a:lnTo>
                    <a:pt x="37451" y="88801"/>
                  </a:lnTo>
                  <a:lnTo>
                    <a:pt x="40485" y="1680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734759" y="3002464"/>
              <a:ext cx="51431" cy="260012"/>
            </a:xfrm>
            <a:custGeom>
              <a:avLst/>
              <a:pathLst>
                <a:path w="51431" h="260012">
                  <a:moveTo>
                    <a:pt x="0" y="260012"/>
                  </a:moveTo>
                  <a:lnTo>
                    <a:pt x="2721" y="218062"/>
                  </a:lnTo>
                  <a:lnTo>
                    <a:pt x="7000" y="184834"/>
                  </a:lnTo>
                  <a:lnTo>
                    <a:pt x="11279" y="166180"/>
                  </a:lnTo>
                  <a:lnTo>
                    <a:pt x="15558" y="65948"/>
                  </a:lnTo>
                  <a:lnTo>
                    <a:pt x="19837" y="12066"/>
                  </a:lnTo>
                  <a:lnTo>
                    <a:pt x="24116" y="0"/>
                  </a:lnTo>
                  <a:lnTo>
                    <a:pt x="28395" y="44598"/>
                  </a:lnTo>
                  <a:lnTo>
                    <a:pt x="32674" y="55771"/>
                  </a:lnTo>
                  <a:lnTo>
                    <a:pt x="36953" y="64634"/>
                  </a:lnTo>
                  <a:lnTo>
                    <a:pt x="41232" y="127827"/>
                  </a:lnTo>
                  <a:lnTo>
                    <a:pt x="45511" y="198385"/>
                  </a:lnTo>
                  <a:lnTo>
                    <a:pt x="49790" y="251824"/>
                  </a:lnTo>
                  <a:lnTo>
                    <a:pt x="51431" y="2600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823163" y="3171327"/>
              <a:ext cx="27589" cy="91149"/>
            </a:xfrm>
            <a:custGeom>
              <a:avLst/>
              <a:pathLst>
                <a:path w="27589" h="91149">
                  <a:moveTo>
                    <a:pt x="0" y="91149"/>
                  </a:moveTo>
                  <a:lnTo>
                    <a:pt x="4175" y="19448"/>
                  </a:lnTo>
                  <a:lnTo>
                    <a:pt x="8454" y="7921"/>
                  </a:lnTo>
                  <a:lnTo>
                    <a:pt x="12733" y="0"/>
                  </a:lnTo>
                  <a:lnTo>
                    <a:pt x="17012" y="21297"/>
                  </a:lnTo>
                  <a:lnTo>
                    <a:pt x="21291" y="41538"/>
                  </a:lnTo>
                  <a:lnTo>
                    <a:pt x="25570" y="68570"/>
                  </a:lnTo>
                  <a:lnTo>
                    <a:pt x="27589" y="911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859159" y="3058913"/>
              <a:ext cx="28527" cy="203563"/>
            </a:xfrm>
            <a:custGeom>
              <a:avLst/>
              <a:pathLst>
                <a:path w="28527" h="203563">
                  <a:moveTo>
                    <a:pt x="0" y="203563"/>
                  </a:moveTo>
                  <a:lnTo>
                    <a:pt x="2410" y="175857"/>
                  </a:lnTo>
                  <a:lnTo>
                    <a:pt x="6689" y="62321"/>
                  </a:lnTo>
                  <a:lnTo>
                    <a:pt x="10968" y="0"/>
                  </a:lnTo>
                  <a:lnTo>
                    <a:pt x="15247" y="26145"/>
                  </a:lnTo>
                  <a:lnTo>
                    <a:pt x="19526" y="122456"/>
                  </a:lnTo>
                  <a:lnTo>
                    <a:pt x="23804" y="195182"/>
                  </a:lnTo>
                  <a:lnTo>
                    <a:pt x="28083" y="201055"/>
                  </a:lnTo>
                  <a:lnTo>
                    <a:pt x="28527" y="2035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895131" y="2986174"/>
              <a:ext cx="103364" cy="276303"/>
            </a:xfrm>
            <a:custGeom>
              <a:avLst/>
              <a:pathLst>
                <a:path w="103364" h="276303">
                  <a:moveTo>
                    <a:pt x="0" y="276303"/>
                  </a:moveTo>
                  <a:lnTo>
                    <a:pt x="670" y="272272"/>
                  </a:lnTo>
                  <a:lnTo>
                    <a:pt x="4949" y="185463"/>
                  </a:lnTo>
                  <a:lnTo>
                    <a:pt x="9228" y="72724"/>
                  </a:lnTo>
                  <a:lnTo>
                    <a:pt x="13507" y="0"/>
                  </a:lnTo>
                  <a:lnTo>
                    <a:pt x="17786" y="25440"/>
                  </a:lnTo>
                  <a:lnTo>
                    <a:pt x="22065" y="76288"/>
                  </a:lnTo>
                  <a:lnTo>
                    <a:pt x="26343" y="116272"/>
                  </a:lnTo>
                  <a:lnTo>
                    <a:pt x="30622" y="155123"/>
                  </a:lnTo>
                  <a:lnTo>
                    <a:pt x="34901" y="181633"/>
                  </a:lnTo>
                  <a:lnTo>
                    <a:pt x="39180" y="192964"/>
                  </a:lnTo>
                  <a:lnTo>
                    <a:pt x="43459" y="192964"/>
                  </a:lnTo>
                  <a:lnTo>
                    <a:pt x="47738" y="197602"/>
                  </a:lnTo>
                  <a:lnTo>
                    <a:pt x="52017" y="225415"/>
                  </a:lnTo>
                  <a:lnTo>
                    <a:pt x="56296" y="274577"/>
                  </a:lnTo>
                  <a:lnTo>
                    <a:pt x="60575" y="250164"/>
                  </a:lnTo>
                  <a:lnTo>
                    <a:pt x="64854" y="168912"/>
                  </a:lnTo>
                  <a:lnTo>
                    <a:pt x="69133" y="156314"/>
                  </a:lnTo>
                  <a:lnTo>
                    <a:pt x="73412" y="185652"/>
                  </a:lnTo>
                  <a:lnTo>
                    <a:pt x="77690" y="208215"/>
                  </a:lnTo>
                  <a:lnTo>
                    <a:pt x="81969" y="168716"/>
                  </a:lnTo>
                  <a:lnTo>
                    <a:pt x="86248" y="163479"/>
                  </a:lnTo>
                  <a:lnTo>
                    <a:pt x="90527" y="244408"/>
                  </a:lnTo>
                  <a:lnTo>
                    <a:pt x="94806" y="244504"/>
                  </a:lnTo>
                  <a:lnTo>
                    <a:pt x="99085" y="215168"/>
                  </a:lnTo>
                  <a:lnTo>
                    <a:pt x="103364" y="192605"/>
                  </a:lnTo>
                  <a:lnTo>
                    <a:pt x="103364" y="1926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116972"/>
                  </a:moveTo>
                  <a:lnTo>
                    <a:pt x="4278" y="3116972"/>
                  </a:lnTo>
                  <a:lnTo>
                    <a:pt x="8557" y="3116972"/>
                  </a:lnTo>
                  <a:lnTo>
                    <a:pt x="12836" y="3116972"/>
                  </a:lnTo>
                  <a:lnTo>
                    <a:pt x="17115" y="3116972"/>
                  </a:lnTo>
                  <a:lnTo>
                    <a:pt x="21394" y="3116972"/>
                  </a:lnTo>
                  <a:lnTo>
                    <a:pt x="25673" y="3089956"/>
                  </a:lnTo>
                  <a:lnTo>
                    <a:pt x="29952" y="3035436"/>
                  </a:lnTo>
                  <a:lnTo>
                    <a:pt x="34231" y="3019595"/>
                  </a:lnTo>
                  <a:lnTo>
                    <a:pt x="38510" y="3030122"/>
                  </a:lnTo>
                  <a:lnTo>
                    <a:pt x="42789" y="2991752"/>
                  </a:lnTo>
                  <a:lnTo>
                    <a:pt x="47068" y="2963124"/>
                  </a:lnTo>
                  <a:lnTo>
                    <a:pt x="51347" y="3074837"/>
                  </a:lnTo>
                  <a:lnTo>
                    <a:pt x="55625" y="3116972"/>
                  </a:lnTo>
                  <a:lnTo>
                    <a:pt x="59904" y="3116972"/>
                  </a:lnTo>
                  <a:lnTo>
                    <a:pt x="64183" y="3116972"/>
                  </a:lnTo>
                  <a:lnTo>
                    <a:pt x="68462" y="3116972"/>
                  </a:lnTo>
                  <a:lnTo>
                    <a:pt x="72741" y="3116972"/>
                  </a:lnTo>
                  <a:lnTo>
                    <a:pt x="77020" y="3116972"/>
                  </a:lnTo>
                  <a:lnTo>
                    <a:pt x="81299" y="3116972"/>
                  </a:lnTo>
                  <a:lnTo>
                    <a:pt x="85578" y="3116972"/>
                  </a:lnTo>
                  <a:lnTo>
                    <a:pt x="89857" y="3098609"/>
                  </a:lnTo>
                  <a:lnTo>
                    <a:pt x="94136" y="3077590"/>
                  </a:lnTo>
                  <a:lnTo>
                    <a:pt x="98415" y="3094220"/>
                  </a:lnTo>
                  <a:lnTo>
                    <a:pt x="102694" y="3060780"/>
                  </a:lnTo>
                  <a:lnTo>
                    <a:pt x="106972" y="3037880"/>
                  </a:lnTo>
                  <a:lnTo>
                    <a:pt x="111251" y="3049633"/>
                  </a:lnTo>
                  <a:lnTo>
                    <a:pt x="115530" y="3081776"/>
                  </a:lnTo>
                  <a:lnTo>
                    <a:pt x="119809" y="3116972"/>
                  </a:lnTo>
                  <a:lnTo>
                    <a:pt x="124088" y="3116972"/>
                  </a:lnTo>
                  <a:lnTo>
                    <a:pt x="128367" y="3116972"/>
                  </a:lnTo>
                  <a:lnTo>
                    <a:pt x="132646" y="3116972"/>
                  </a:lnTo>
                  <a:lnTo>
                    <a:pt x="136925" y="3091483"/>
                  </a:lnTo>
                  <a:lnTo>
                    <a:pt x="141204" y="3116972"/>
                  </a:lnTo>
                  <a:lnTo>
                    <a:pt x="145483" y="3116972"/>
                  </a:lnTo>
                  <a:lnTo>
                    <a:pt x="149762" y="3116972"/>
                  </a:lnTo>
                  <a:lnTo>
                    <a:pt x="154041" y="3116972"/>
                  </a:lnTo>
                  <a:lnTo>
                    <a:pt x="158320" y="3116972"/>
                  </a:lnTo>
                  <a:lnTo>
                    <a:pt x="162598" y="3116972"/>
                  </a:lnTo>
                  <a:lnTo>
                    <a:pt x="166877" y="3116972"/>
                  </a:lnTo>
                  <a:lnTo>
                    <a:pt x="171156" y="3116972"/>
                  </a:lnTo>
                  <a:lnTo>
                    <a:pt x="175435" y="3116972"/>
                  </a:lnTo>
                  <a:lnTo>
                    <a:pt x="179714" y="3116972"/>
                  </a:lnTo>
                  <a:lnTo>
                    <a:pt x="183993" y="3116972"/>
                  </a:lnTo>
                  <a:lnTo>
                    <a:pt x="188272" y="3116972"/>
                  </a:lnTo>
                  <a:lnTo>
                    <a:pt x="192551" y="3116972"/>
                  </a:lnTo>
                  <a:lnTo>
                    <a:pt x="196830" y="3116972"/>
                  </a:lnTo>
                  <a:lnTo>
                    <a:pt x="201109" y="3116972"/>
                  </a:lnTo>
                  <a:lnTo>
                    <a:pt x="205388" y="3116972"/>
                  </a:lnTo>
                  <a:lnTo>
                    <a:pt x="209667" y="3116972"/>
                  </a:lnTo>
                  <a:lnTo>
                    <a:pt x="213945" y="3116972"/>
                  </a:lnTo>
                  <a:lnTo>
                    <a:pt x="218224" y="3108720"/>
                  </a:lnTo>
                  <a:lnTo>
                    <a:pt x="222503" y="3022872"/>
                  </a:lnTo>
                  <a:lnTo>
                    <a:pt x="226782" y="2961237"/>
                  </a:lnTo>
                  <a:lnTo>
                    <a:pt x="231061" y="3046596"/>
                  </a:lnTo>
                  <a:lnTo>
                    <a:pt x="235340" y="3116972"/>
                  </a:lnTo>
                  <a:lnTo>
                    <a:pt x="239619" y="3116972"/>
                  </a:lnTo>
                  <a:lnTo>
                    <a:pt x="243898" y="3116972"/>
                  </a:lnTo>
                  <a:lnTo>
                    <a:pt x="248177" y="3116972"/>
                  </a:lnTo>
                  <a:lnTo>
                    <a:pt x="252456" y="3116972"/>
                  </a:lnTo>
                  <a:lnTo>
                    <a:pt x="256735" y="3116972"/>
                  </a:lnTo>
                  <a:lnTo>
                    <a:pt x="261014" y="3116972"/>
                  </a:lnTo>
                  <a:lnTo>
                    <a:pt x="265293" y="3116972"/>
                  </a:lnTo>
                  <a:lnTo>
                    <a:pt x="269571" y="3116972"/>
                  </a:lnTo>
                  <a:lnTo>
                    <a:pt x="273850" y="3116972"/>
                  </a:lnTo>
                  <a:lnTo>
                    <a:pt x="278129" y="3116972"/>
                  </a:lnTo>
                  <a:lnTo>
                    <a:pt x="282408" y="3116972"/>
                  </a:lnTo>
                  <a:lnTo>
                    <a:pt x="286687" y="3116972"/>
                  </a:lnTo>
                  <a:lnTo>
                    <a:pt x="290966" y="3116972"/>
                  </a:lnTo>
                  <a:lnTo>
                    <a:pt x="295245" y="3116972"/>
                  </a:lnTo>
                  <a:lnTo>
                    <a:pt x="299524" y="3116972"/>
                  </a:lnTo>
                  <a:lnTo>
                    <a:pt x="303803" y="3116972"/>
                  </a:lnTo>
                  <a:lnTo>
                    <a:pt x="308082" y="3116972"/>
                  </a:lnTo>
                  <a:lnTo>
                    <a:pt x="312361" y="3116972"/>
                  </a:lnTo>
                  <a:lnTo>
                    <a:pt x="316640" y="3116972"/>
                  </a:lnTo>
                  <a:lnTo>
                    <a:pt x="320918" y="3116972"/>
                  </a:lnTo>
                  <a:lnTo>
                    <a:pt x="325197" y="3116972"/>
                  </a:lnTo>
                  <a:lnTo>
                    <a:pt x="329476" y="3116972"/>
                  </a:lnTo>
                  <a:lnTo>
                    <a:pt x="333755" y="3116972"/>
                  </a:lnTo>
                  <a:lnTo>
                    <a:pt x="338034" y="3116972"/>
                  </a:lnTo>
                  <a:lnTo>
                    <a:pt x="342313" y="3116972"/>
                  </a:lnTo>
                  <a:lnTo>
                    <a:pt x="346592" y="3116972"/>
                  </a:lnTo>
                  <a:lnTo>
                    <a:pt x="350871" y="3116972"/>
                  </a:lnTo>
                  <a:lnTo>
                    <a:pt x="355150" y="3116972"/>
                  </a:lnTo>
                  <a:lnTo>
                    <a:pt x="359429" y="3116972"/>
                  </a:lnTo>
                  <a:lnTo>
                    <a:pt x="363708" y="3116972"/>
                  </a:lnTo>
                  <a:lnTo>
                    <a:pt x="367987" y="3116972"/>
                  </a:lnTo>
                  <a:lnTo>
                    <a:pt x="372266" y="3116972"/>
                  </a:lnTo>
                  <a:lnTo>
                    <a:pt x="376544" y="3116972"/>
                  </a:lnTo>
                  <a:lnTo>
                    <a:pt x="380823" y="3116972"/>
                  </a:lnTo>
                  <a:lnTo>
                    <a:pt x="385102" y="3116972"/>
                  </a:lnTo>
                  <a:lnTo>
                    <a:pt x="389381" y="3116972"/>
                  </a:lnTo>
                  <a:lnTo>
                    <a:pt x="393660" y="3116972"/>
                  </a:lnTo>
                  <a:lnTo>
                    <a:pt x="397939" y="3116972"/>
                  </a:lnTo>
                  <a:lnTo>
                    <a:pt x="402218" y="3116972"/>
                  </a:lnTo>
                  <a:lnTo>
                    <a:pt x="406497" y="3116972"/>
                  </a:lnTo>
                  <a:lnTo>
                    <a:pt x="410776" y="3116972"/>
                  </a:lnTo>
                  <a:lnTo>
                    <a:pt x="415055" y="3116972"/>
                  </a:lnTo>
                  <a:lnTo>
                    <a:pt x="419334" y="3116972"/>
                  </a:lnTo>
                  <a:lnTo>
                    <a:pt x="423613" y="3116972"/>
                  </a:lnTo>
                  <a:lnTo>
                    <a:pt x="427891" y="3116972"/>
                  </a:lnTo>
                  <a:lnTo>
                    <a:pt x="432170" y="3116972"/>
                  </a:lnTo>
                  <a:lnTo>
                    <a:pt x="436449" y="3116972"/>
                  </a:lnTo>
                  <a:lnTo>
                    <a:pt x="440728" y="3116972"/>
                  </a:lnTo>
                  <a:lnTo>
                    <a:pt x="445007" y="3116972"/>
                  </a:lnTo>
                  <a:lnTo>
                    <a:pt x="449286" y="3116972"/>
                  </a:lnTo>
                  <a:lnTo>
                    <a:pt x="453565" y="3116972"/>
                  </a:lnTo>
                  <a:lnTo>
                    <a:pt x="457844" y="3116972"/>
                  </a:lnTo>
                  <a:lnTo>
                    <a:pt x="462123" y="3116972"/>
                  </a:lnTo>
                  <a:lnTo>
                    <a:pt x="466402" y="3116972"/>
                  </a:lnTo>
                  <a:lnTo>
                    <a:pt x="470681" y="3103042"/>
                  </a:lnTo>
                  <a:lnTo>
                    <a:pt x="474960" y="3094313"/>
                  </a:lnTo>
                  <a:lnTo>
                    <a:pt x="479239" y="3094314"/>
                  </a:lnTo>
                  <a:lnTo>
                    <a:pt x="483517" y="3094166"/>
                  </a:lnTo>
                  <a:lnTo>
                    <a:pt x="487796" y="3047894"/>
                  </a:lnTo>
                  <a:lnTo>
                    <a:pt x="492075" y="2950674"/>
                  </a:lnTo>
                  <a:lnTo>
                    <a:pt x="496354" y="3014974"/>
                  </a:lnTo>
                  <a:lnTo>
                    <a:pt x="500633" y="3107709"/>
                  </a:lnTo>
                  <a:lnTo>
                    <a:pt x="504912" y="3116972"/>
                  </a:lnTo>
                  <a:lnTo>
                    <a:pt x="509191" y="3116972"/>
                  </a:lnTo>
                  <a:lnTo>
                    <a:pt x="513470" y="3116972"/>
                  </a:lnTo>
                  <a:lnTo>
                    <a:pt x="517749" y="3116972"/>
                  </a:lnTo>
                  <a:lnTo>
                    <a:pt x="522028" y="3116972"/>
                  </a:lnTo>
                  <a:lnTo>
                    <a:pt x="526307" y="3116972"/>
                  </a:lnTo>
                  <a:lnTo>
                    <a:pt x="530586" y="3116972"/>
                  </a:lnTo>
                  <a:lnTo>
                    <a:pt x="534864" y="3116972"/>
                  </a:lnTo>
                  <a:lnTo>
                    <a:pt x="539143" y="3116972"/>
                  </a:lnTo>
                  <a:lnTo>
                    <a:pt x="543422" y="3116972"/>
                  </a:lnTo>
                  <a:lnTo>
                    <a:pt x="547701" y="3116972"/>
                  </a:lnTo>
                  <a:lnTo>
                    <a:pt x="551980" y="3116972"/>
                  </a:lnTo>
                  <a:lnTo>
                    <a:pt x="556259" y="3116972"/>
                  </a:lnTo>
                  <a:lnTo>
                    <a:pt x="560538" y="3116972"/>
                  </a:lnTo>
                  <a:lnTo>
                    <a:pt x="564817" y="3116972"/>
                  </a:lnTo>
                  <a:lnTo>
                    <a:pt x="569096" y="3116892"/>
                  </a:lnTo>
                  <a:lnTo>
                    <a:pt x="573375" y="3100126"/>
                  </a:lnTo>
                  <a:lnTo>
                    <a:pt x="577654" y="3108902"/>
                  </a:lnTo>
                  <a:lnTo>
                    <a:pt x="581933" y="3116972"/>
                  </a:lnTo>
                  <a:lnTo>
                    <a:pt x="586212" y="3116972"/>
                  </a:lnTo>
                  <a:lnTo>
                    <a:pt x="590490" y="3116972"/>
                  </a:lnTo>
                  <a:lnTo>
                    <a:pt x="594769" y="3116972"/>
                  </a:lnTo>
                  <a:lnTo>
                    <a:pt x="599048" y="3116972"/>
                  </a:lnTo>
                  <a:lnTo>
                    <a:pt x="603327" y="3116972"/>
                  </a:lnTo>
                  <a:lnTo>
                    <a:pt x="607606" y="3116972"/>
                  </a:lnTo>
                  <a:lnTo>
                    <a:pt x="611885" y="3116972"/>
                  </a:lnTo>
                  <a:lnTo>
                    <a:pt x="616164" y="3116972"/>
                  </a:lnTo>
                  <a:lnTo>
                    <a:pt x="620443" y="3116972"/>
                  </a:lnTo>
                  <a:lnTo>
                    <a:pt x="624722" y="3116972"/>
                  </a:lnTo>
                  <a:lnTo>
                    <a:pt x="629001" y="3091777"/>
                  </a:lnTo>
                  <a:lnTo>
                    <a:pt x="633280" y="3116972"/>
                  </a:lnTo>
                  <a:lnTo>
                    <a:pt x="637559" y="3116972"/>
                  </a:lnTo>
                  <a:lnTo>
                    <a:pt x="641837" y="3116972"/>
                  </a:lnTo>
                  <a:lnTo>
                    <a:pt x="646116" y="3116972"/>
                  </a:lnTo>
                  <a:lnTo>
                    <a:pt x="650395" y="3116972"/>
                  </a:lnTo>
                  <a:lnTo>
                    <a:pt x="654674" y="3116972"/>
                  </a:lnTo>
                  <a:lnTo>
                    <a:pt x="658953" y="3116972"/>
                  </a:lnTo>
                  <a:lnTo>
                    <a:pt x="663232" y="3116972"/>
                  </a:lnTo>
                  <a:lnTo>
                    <a:pt x="667511" y="3116972"/>
                  </a:lnTo>
                  <a:lnTo>
                    <a:pt x="671790" y="3116972"/>
                  </a:lnTo>
                  <a:lnTo>
                    <a:pt x="676069" y="3116972"/>
                  </a:lnTo>
                  <a:lnTo>
                    <a:pt x="680348" y="3116972"/>
                  </a:lnTo>
                  <a:lnTo>
                    <a:pt x="684627" y="3116972"/>
                  </a:lnTo>
                  <a:lnTo>
                    <a:pt x="688906" y="3116972"/>
                  </a:lnTo>
                  <a:lnTo>
                    <a:pt x="693185" y="3116972"/>
                  </a:lnTo>
                  <a:lnTo>
                    <a:pt x="697463" y="3116972"/>
                  </a:lnTo>
                  <a:lnTo>
                    <a:pt x="701742" y="3116972"/>
                  </a:lnTo>
                  <a:lnTo>
                    <a:pt x="706021" y="3116972"/>
                  </a:lnTo>
                  <a:lnTo>
                    <a:pt x="710300" y="3116972"/>
                  </a:lnTo>
                  <a:lnTo>
                    <a:pt x="714579" y="3116972"/>
                  </a:lnTo>
                  <a:lnTo>
                    <a:pt x="718858" y="3116972"/>
                  </a:lnTo>
                  <a:lnTo>
                    <a:pt x="723137" y="3116972"/>
                  </a:lnTo>
                  <a:lnTo>
                    <a:pt x="727416" y="3116972"/>
                  </a:lnTo>
                  <a:lnTo>
                    <a:pt x="731695" y="3116972"/>
                  </a:lnTo>
                  <a:lnTo>
                    <a:pt x="735974" y="3116972"/>
                  </a:lnTo>
                  <a:lnTo>
                    <a:pt x="740253" y="3116972"/>
                  </a:lnTo>
                  <a:lnTo>
                    <a:pt x="744532" y="3116972"/>
                  </a:lnTo>
                  <a:lnTo>
                    <a:pt x="748810" y="3116972"/>
                  </a:lnTo>
                  <a:lnTo>
                    <a:pt x="753089" y="3116972"/>
                  </a:lnTo>
                  <a:lnTo>
                    <a:pt x="757368" y="3116972"/>
                  </a:lnTo>
                  <a:lnTo>
                    <a:pt x="761647" y="3116972"/>
                  </a:lnTo>
                  <a:lnTo>
                    <a:pt x="765926" y="3116972"/>
                  </a:lnTo>
                  <a:lnTo>
                    <a:pt x="770205" y="3116972"/>
                  </a:lnTo>
                  <a:lnTo>
                    <a:pt x="774484" y="3116972"/>
                  </a:lnTo>
                  <a:lnTo>
                    <a:pt x="778763" y="3116972"/>
                  </a:lnTo>
                  <a:lnTo>
                    <a:pt x="783042" y="3116972"/>
                  </a:lnTo>
                  <a:lnTo>
                    <a:pt x="787321" y="3116972"/>
                  </a:lnTo>
                  <a:lnTo>
                    <a:pt x="791600" y="3100404"/>
                  </a:lnTo>
                  <a:lnTo>
                    <a:pt x="795879" y="3116972"/>
                  </a:lnTo>
                  <a:lnTo>
                    <a:pt x="800158" y="3116972"/>
                  </a:lnTo>
                  <a:lnTo>
                    <a:pt x="804436" y="3116972"/>
                  </a:lnTo>
                  <a:lnTo>
                    <a:pt x="808715" y="3116972"/>
                  </a:lnTo>
                  <a:lnTo>
                    <a:pt x="812994" y="3116972"/>
                  </a:lnTo>
                  <a:lnTo>
                    <a:pt x="817273" y="3116972"/>
                  </a:lnTo>
                  <a:lnTo>
                    <a:pt x="821552" y="3116972"/>
                  </a:lnTo>
                  <a:lnTo>
                    <a:pt x="825831" y="3116972"/>
                  </a:lnTo>
                  <a:lnTo>
                    <a:pt x="830110" y="3116972"/>
                  </a:lnTo>
                  <a:lnTo>
                    <a:pt x="834389" y="3116972"/>
                  </a:lnTo>
                  <a:lnTo>
                    <a:pt x="838668" y="3116972"/>
                  </a:lnTo>
                  <a:lnTo>
                    <a:pt x="842947" y="3116972"/>
                  </a:lnTo>
                  <a:lnTo>
                    <a:pt x="847226" y="3116972"/>
                  </a:lnTo>
                  <a:lnTo>
                    <a:pt x="851505" y="3116972"/>
                  </a:lnTo>
                  <a:lnTo>
                    <a:pt x="855783" y="3116972"/>
                  </a:lnTo>
                  <a:lnTo>
                    <a:pt x="860062" y="3116972"/>
                  </a:lnTo>
                  <a:lnTo>
                    <a:pt x="864341" y="3116972"/>
                  </a:lnTo>
                  <a:lnTo>
                    <a:pt x="868620" y="3116972"/>
                  </a:lnTo>
                  <a:lnTo>
                    <a:pt x="872899" y="3116972"/>
                  </a:lnTo>
                  <a:lnTo>
                    <a:pt x="877178" y="3116972"/>
                  </a:lnTo>
                  <a:lnTo>
                    <a:pt x="881457" y="3116972"/>
                  </a:lnTo>
                  <a:lnTo>
                    <a:pt x="885736" y="3116972"/>
                  </a:lnTo>
                  <a:lnTo>
                    <a:pt x="890015" y="3116972"/>
                  </a:lnTo>
                  <a:lnTo>
                    <a:pt x="894294" y="3116972"/>
                  </a:lnTo>
                  <a:lnTo>
                    <a:pt x="898573" y="3116972"/>
                  </a:lnTo>
                  <a:lnTo>
                    <a:pt x="902852" y="3116972"/>
                  </a:lnTo>
                  <a:lnTo>
                    <a:pt x="907131" y="3116972"/>
                  </a:lnTo>
                  <a:lnTo>
                    <a:pt x="911409" y="3116972"/>
                  </a:lnTo>
                  <a:lnTo>
                    <a:pt x="915688" y="3116972"/>
                  </a:lnTo>
                  <a:lnTo>
                    <a:pt x="919967" y="3116972"/>
                  </a:lnTo>
                  <a:lnTo>
                    <a:pt x="924246" y="3116972"/>
                  </a:lnTo>
                  <a:lnTo>
                    <a:pt x="928525" y="3116972"/>
                  </a:lnTo>
                  <a:lnTo>
                    <a:pt x="932804" y="3116972"/>
                  </a:lnTo>
                  <a:lnTo>
                    <a:pt x="937083" y="3116972"/>
                  </a:lnTo>
                  <a:lnTo>
                    <a:pt x="941362" y="3116972"/>
                  </a:lnTo>
                  <a:lnTo>
                    <a:pt x="945641" y="3116972"/>
                  </a:lnTo>
                  <a:lnTo>
                    <a:pt x="949920" y="3116972"/>
                  </a:lnTo>
                  <a:lnTo>
                    <a:pt x="954199" y="3116972"/>
                  </a:lnTo>
                  <a:lnTo>
                    <a:pt x="958478" y="3116972"/>
                  </a:lnTo>
                  <a:lnTo>
                    <a:pt x="962756" y="3116972"/>
                  </a:lnTo>
                  <a:lnTo>
                    <a:pt x="967035" y="3116972"/>
                  </a:lnTo>
                  <a:lnTo>
                    <a:pt x="971314" y="3116972"/>
                  </a:lnTo>
                  <a:lnTo>
                    <a:pt x="975593" y="3112962"/>
                  </a:lnTo>
                  <a:lnTo>
                    <a:pt x="979872" y="3097084"/>
                  </a:lnTo>
                  <a:lnTo>
                    <a:pt x="984151" y="3046024"/>
                  </a:lnTo>
                  <a:lnTo>
                    <a:pt x="988430" y="3054155"/>
                  </a:lnTo>
                  <a:lnTo>
                    <a:pt x="992709" y="3116856"/>
                  </a:lnTo>
                  <a:lnTo>
                    <a:pt x="996988" y="3107787"/>
                  </a:lnTo>
                  <a:lnTo>
                    <a:pt x="1001267" y="3038164"/>
                  </a:lnTo>
                  <a:lnTo>
                    <a:pt x="1005546" y="2905747"/>
                  </a:lnTo>
                  <a:lnTo>
                    <a:pt x="1009825" y="2866915"/>
                  </a:lnTo>
                  <a:lnTo>
                    <a:pt x="1014104" y="2811691"/>
                  </a:lnTo>
                  <a:lnTo>
                    <a:pt x="1018382" y="2805210"/>
                  </a:lnTo>
                  <a:lnTo>
                    <a:pt x="1022661" y="2835194"/>
                  </a:lnTo>
                  <a:lnTo>
                    <a:pt x="1026940" y="2939577"/>
                  </a:lnTo>
                  <a:lnTo>
                    <a:pt x="1031219" y="3027189"/>
                  </a:lnTo>
                  <a:lnTo>
                    <a:pt x="1035498" y="3010600"/>
                  </a:lnTo>
                  <a:lnTo>
                    <a:pt x="1039777" y="3004982"/>
                  </a:lnTo>
                  <a:lnTo>
                    <a:pt x="1044056" y="2974493"/>
                  </a:lnTo>
                  <a:lnTo>
                    <a:pt x="1048335" y="2975104"/>
                  </a:lnTo>
                  <a:lnTo>
                    <a:pt x="1052614" y="2923360"/>
                  </a:lnTo>
                  <a:lnTo>
                    <a:pt x="1056893" y="2914375"/>
                  </a:lnTo>
                  <a:lnTo>
                    <a:pt x="1061172" y="3010368"/>
                  </a:lnTo>
                  <a:lnTo>
                    <a:pt x="1065451" y="3028204"/>
                  </a:lnTo>
                  <a:lnTo>
                    <a:pt x="1069729" y="3035015"/>
                  </a:lnTo>
                  <a:lnTo>
                    <a:pt x="1074008" y="3012255"/>
                  </a:lnTo>
                  <a:lnTo>
                    <a:pt x="1078287" y="2998598"/>
                  </a:lnTo>
                  <a:lnTo>
                    <a:pt x="1082566" y="2969347"/>
                  </a:lnTo>
                  <a:lnTo>
                    <a:pt x="1086845" y="2933892"/>
                  </a:lnTo>
                  <a:lnTo>
                    <a:pt x="1091124" y="2926865"/>
                  </a:lnTo>
                  <a:lnTo>
                    <a:pt x="1095403" y="2909257"/>
                  </a:lnTo>
                  <a:lnTo>
                    <a:pt x="1099682" y="2924944"/>
                  </a:lnTo>
                  <a:lnTo>
                    <a:pt x="1103961" y="2908818"/>
                  </a:lnTo>
                  <a:lnTo>
                    <a:pt x="1108240" y="2930585"/>
                  </a:lnTo>
                  <a:lnTo>
                    <a:pt x="1112519" y="2863956"/>
                  </a:lnTo>
                  <a:lnTo>
                    <a:pt x="1116798" y="2787223"/>
                  </a:lnTo>
                  <a:lnTo>
                    <a:pt x="1121077" y="2753222"/>
                  </a:lnTo>
                  <a:lnTo>
                    <a:pt x="1125355" y="2721793"/>
                  </a:lnTo>
                  <a:lnTo>
                    <a:pt x="1129634" y="2786113"/>
                  </a:lnTo>
                  <a:lnTo>
                    <a:pt x="1133913" y="2814100"/>
                  </a:lnTo>
                  <a:lnTo>
                    <a:pt x="1138192" y="2867005"/>
                  </a:lnTo>
                  <a:lnTo>
                    <a:pt x="1142471" y="2902705"/>
                  </a:lnTo>
                  <a:lnTo>
                    <a:pt x="1146750" y="2963446"/>
                  </a:lnTo>
                  <a:lnTo>
                    <a:pt x="1151029" y="3000552"/>
                  </a:lnTo>
                  <a:lnTo>
                    <a:pt x="1155308" y="2972441"/>
                  </a:lnTo>
                  <a:lnTo>
                    <a:pt x="1159587" y="2927663"/>
                  </a:lnTo>
                  <a:lnTo>
                    <a:pt x="1163866" y="2845855"/>
                  </a:lnTo>
                  <a:lnTo>
                    <a:pt x="1168145" y="2854409"/>
                  </a:lnTo>
                  <a:lnTo>
                    <a:pt x="1172424" y="2868220"/>
                  </a:lnTo>
                  <a:lnTo>
                    <a:pt x="1176702" y="2873034"/>
                  </a:lnTo>
                  <a:lnTo>
                    <a:pt x="1180981" y="2928916"/>
                  </a:lnTo>
                  <a:lnTo>
                    <a:pt x="1185260" y="2980578"/>
                  </a:lnTo>
                  <a:lnTo>
                    <a:pt x="1189539" y="3080499"/>
                  </a:lnTo>
                  <a:lnTo>
                    <a:pt x="1193818" y="3073233"/>
                  </a:lnTo>
                  <a:lnTo>
                    <a:pt x="1198097" y="3042576"/>
                  </a:lnTo>
                  <a:lnTo>
                    <a:pt x="1202376" y="3012871"/>
                  </a:lnTo>
                  <a:lnTo>
                    <a:pt x="1206655" y="2963470"/>
                  </a:lnTo>
                  <a:lnTo>
                    <a:pt x="1210934" y="2957688"/>
                  </a:lnTo>
                  <a:lnTo>
                    <a:pt x="1215213" y="2891313"/>
                  </a:lnTo>
                  <a:lnTo>
                    <a:pt x="1219492" y="2921248"/>
                  </a:lnTo>
                  <a:lnTo>
                    <a:pt x="1223771" y="2940407"/>
                  </a:lnTo>
                  <a:lnTo>
                    <a:pt x="1228050" y="2907373"/>
                  </a:lnTo>
                  <a:lnTo>
                    <a:pt x="1232328" y="2878538"/>
                  </a:lnTo>
                  <a:lnTo>
                    <a:pt x="1236607" y="2816846"/>
                  </a:lnTo>
                  <a:lnTo>
                    <a:pt x="1240886" y="2861321"/>
                  </a:lnTo>
                  <a:lnTo>
                    <a:pt x="1245165" y="2887016"/>
                  </a:lnTo>
                  <a:lnTo>
                    <a:pt x="1249444" y="2912332"/>
                  </a:lnTo>
                  <a:lnTo>
                    <a:pt x="1253723" y="2983708"/>
                  </a:lnTo>
                  <a:lnTo>
                    <a:pt x="1258002" y="3052701"/>
                  </a:lnTo>
                  <a:lnTo>
                    <a:pt x="1262281" y="3116972"/>
                  </a:lnTo>
                  <a:lnTo>
                    <a:pt x="1266560" y="3116972"/>
                  </a:lnTo>
                  <a:lnTo>
                    <a:pt x="1270839" y="3116972"/>
                  </a:lnTo>
                  <a:lnTo>
                    <a:pt x="1275118" y="3116972"/>
                  </a:lnTo>
                  <a:lnTo>
                    <a:pt x="1279397" y="3116972"/>
                  </a:lnTo>
                  <a:lnTo>
                    <a:pt x="1283675" y="3116972"/>
                  </a:lnTo>
                  <a:lnTo>
                    <a:pt x="1287954" y="3116972"/>
                  </a:lnTo>
                  <a:lnTo>
                    <a:pt x="1292233" y="3116972"/>
                  </a:lnTo>
                  <a:lnTo>
                    <a:pt x="1296512" y="3116972"/>
                  </a:lnTo>
                  <a:lnTo>
                    <a:pt x="1300791" y="3116972"/>
                  </a:lnTo>
                  <a:lnTo>
                    <a:pt x="1305070" y="3116972"/>
                  </a:lnTo>
                  <a:lnTo>
                    <a:pt x="1309349" y="3116972"/>
                  </a:lnTo>
                  <a:lnTo>
                    <a:pt x="1313628" y="3116972"/>
                  </a:lnTo>
                  <a:lnTo>
                    <a:pt x="1317907" y="3116972"/>
                  </a:lnTo>
                  <a:lnTo>
                    <a:pt x="1322186" y="3116972"/>
                  </a:lnTo>
                  <a:lnTo>
                    <a:pt x="1326465" y="3116972"/>
                  </a:lnTo>
                  <a:lnTo>
                    <a:pt x="1330744" y="3116972"/>
                  </a:lnTo>
                  <a:lnTo>
                    <a:pt x="1335023" y="3116972"/>
                  </a:lnTo>
                  <a:lnTo>
                    <a:pt x="1339301" y="3031739"/>
                  </a:lnTo>
                  <a:lnTo>
                    <a:pt x="1343580" y="2999278"/>
                  </a:lnTo>
                  <a:lnTo>
                    <a:pt x="1347859" y="2891175"/>
                  </a:lnTo>
                  <a:lnTo>
                    <a:pt x="1352138" y="2791935"/>
                  </a:lnTo>
                  <a:lnTo>
                    <a:pt x="1356417" y="2732039"/>
                  </a:lnTo>
                  <a:lnTo>
                    <a:pt x="1360696" y="2762355"/>
                  </a:lnTo>
                  <a:lnTo>
                    <a:pt x="1364975" y="2876738"/>
                  </a:lnTo>
                  <a:lnTo>
                    <a:pt x="1369254" y="2911695"/>
                  </a:lnTo>
                  <a:lnTo>
                    <a:pt x="1373533" y="2982303"/>
                  </a:lnTo>
                  <a:lnTo>
                    <a:pt x="1377812" y="3078485"/>
                  </a:lnTo>
                  <a:lnTo>
                    <a:pt x="1382091" y="3116972"/>
                  </a:lnTo>
                  <a:lnTo>
                    <a:pt x="1386370" y="3096524"/>
                  </a:lnTo>
                  <a:lnTo>
                    <a:pt x="1390648" y="3042777"/>
                  </a:lnTo>
                  <a:lnTo>
                    <a:pt x="1394927" y="3008774"/>
                  </a:lnTo>
                  <a:lnTo>
                    <a:pt x="1399206" y="3006050"/>
                  </a:lnTo>
                  <a:lnTo>
                    <a:pt x="1403485" y="3023994"/>
                  </a:lnTo>
                  <a:lnTo>
                    <a:pt x="1407764" y="3080967"/>
                  </a:lnTo>
                  <a:lnTo>
                    <a:pt x="1412043" y="3116972"/>
                  </a:lnTo>
                  <a:lnTo>
                    <a:pt x="1416322" y="3116972"/>
                  </a:lnTo>
                  <a:lnTo>
                    <a:pt x="1420601" y="3116972"/>
                  </a:lnTo>
                  <a:lnTo>
                    <a:pt x="1424880" y="3116972"/>
                  </a:lnTo>
                  <a:lnTo>
                    <a:pt x="1429159" y="3116972"/>
                  </a:lnTo>
                  <a:lnTo>
                    <a:pt x="1433438" y="3116972"/>
                  </a:lnTo>
                  <a:lnTo>
                    <a:pt x="1437717" y="3063896"/>
                  </a:lnTo>
                  <a:lnTo>
                    <a:pt x="1441996" y="2949707"/>
                  </a:lnTo>
                  <a:lnTo>
                    <a:pt x="1446274" y="2817278"/>
                  </a:lnTo>
                  <a:lnTo>
                    <a:pt x="1450553" y="2802403"/>
                  </a:lnTo>
                  <a:lnTo>
                    <a:pt x="1454832" y="2758751"/>
                  </a:lnTo>
                  <a:lnTo>
                    <a:pt x="1459111" y="2733496"/>
                  </a:lnTo>
                  <a:lnTo>
                    <a:pt x="1463390" y="2745692"/>
                  </a:lnTo>
                  <a:lnTo>
                    <a:pt x="1467669" y="2810019"/>
                  </a:lnTo>
                  <a:lnTo>
                    <a:pt x="1471948" y="2880289"/>
                  </a:lnTo>
                  <a:lnTo>
                    <a:pt x="1476227" y="2877867"/>
                  </a:lnTo>
                  <a:lnTo>
                    <a:pt x="1480506" y="2892211"/>
                  </a:lnTo>
                  <a:lnTo>
                    <a:pt x="1484785" y="2901530"/>
                  </a:lnTo>
                  <a:lnTo>
                    <a:pt x="1489064" y="2866993"/>
                  </a:lnTo>
                  <a:lnTo>
                    <a:pt x="1493343" y="2850143"/>
                  </a:lnTo>
                  <a:lnTo>
                    <a:pt x="1497621" y="2908891"/>
                  </a:lnTo>
                  <a:lnTo>
                    <a:pt x="1501900" y="3020070"/>
                  </a:lnTo>
                  <a:lnTo>
                    <a:pt x="1506179" y="3096933"/>
                  </a:lnTo>
                  <a:lnTo>
                    <a:pt x="1510458" y="3112869"/>
                  </a:lnTo>
                  <a:lnTo>
                    <a:pt x="1514737" y="3116972"/>
                  </a:lnTo>
                  <a:lnTo>
                    <a:pt x="1519016" y="3116972"/>
                  </a:lnTo>
                  <a:lnTo>
                    <a:pt x="1523295" y="3116972"/>
                  </a:lnTo>
                  <a:lnTo>
                    <a:pt x="1527574" y="3116972"/>
                  </a:lnTo>
                  <a:lnTo>
                    <a:pt x="1531853" y="3116972"/>
                  </a:lnTo>
                  <a:lnTo>
                    <a:pt x="1536132" y="3116972"/>
                  </a:lnTo>
                  <a:lnTo>
                    <a:pt x="1540411" y="3116972"/>
                  </a:lnTo>
                  <a:lnTo>
                    <a:pt x="1544690" y="3087631"/>
                  </a:lnTo>
                  <a:lnTo>
                    <a:pt x="1548969" y="3116972"/>
                  </a:lnTo>
                  <a:lnTo>
                    <a:pt x="1553247" y="3116972"/>
                  </a:lnTo>
                  <a:lnTo>
                    <a:pt x="1557526" y="3116972"/>
                  </a:lnTo>
                  <a:lnTo>
                    <a:pt x="1561805" y="3116972"/>
                  </a:lnTo>
                  <a:lnTo>
                    <a:pt x="1566084" y="3116972"/>
                  </a:lnTo>
                  <a:lnTo>
                    <a:pt x="1570363" y="3091483"/>
                  </a:lnTo>
                  <a:lnTo>
                    <a:pt x="1574642" y="2985689"/>
                  </a:lnTo>
                  <a:lnTo>
                    <a:pt x="1578921" y="2959338"/>
                  </a:lnTo>
                  <a:lnTo>
                    <a:pt x="1583200" y="2981462"/>
                  </a:lnTo>
                  <a:lnTo>
                    <a:pt x="1587479" y="3020278"/>
                  </a:lnTo>
                  <a:lnTo>
                    <a:pt x="1591758" y="3056296"/>
                  </a:lnTo>
                  <a:lnTo>
                    <a:pt x="1596037" y="3116972"/>
                  </a:lnTo>
                  <a:lnTo>
                    <a:pt x="1600316" y="3116972"/>
                  </a:lnTo>
                  <a:lnTo>
                    <a:pt x="1604594" y="3116972"/>
                  </a:lnTo>
                  <a:lnTo>
                    <a:pt x="1608873" y="3116972"/>
                  </a:lnTo>
                  <a:lnTo>
                    <a:pt x="1613152" y="3116972"/>
                  </a:lnTo>
                  <a:lnTo>
                    <a:pt x="1617431" y="3116972"/>
                  </a:lnTo>
                  <a:lnTo>
                    <a:pt x="1621710" y="3116972"/>
                  </a:lnTo>
                  <a:lnTo>
                    <a:pt x="1625989" y="3116972"/>
                  </a:lnTo>
                  <a:lnTo>
                    <a:pt x="1630268" y="3116972"/>
                  </a:lnTo>
                  <a:lnTo>
                    <a:pt x="1634547" y="3103084"/>
                  </a:lnTo>
                  <a:lnTo>
                    <a:pt x="1638826" y="3108819"/>
                  </a:lnTo>
                  <a:lnTo>
                    <a:pt x="1643105" y="3116972"/>
                  </a:lnTo>
                  <a:lnTo>
                    <a:pt x="1647384" y="3116972"/>
                  </a:lnTo>
                  <a:lnTo>
                    <a:pt x="1651663" y="3116972"/>
                  </a:lnTo>
                  <a:lnTo>
                    <a:pt x="1655942" y="3116972"/>
                  </a:lnTo>
                  <a:lnTo>
                    <a:pt x="1660220" y="3116972"/>
                  </a:lnTo>
                  <a:lnTo>
                    <a:pt x="1664499" y="3101197"/>
                  </a:lnTo>
                  <a:lnTo>
                    <a:pt x="1668778" y="3014035"/>
                  </a:lnTo>
                  <a:lnTo>
                    <a:pt x="1673057" y="2947710"/>
                  </a:lnTo>
                  <a:lnTo>
                    <a:pt x="1677336" y="2953844"/>
                  </a:lnTo>
                  <a:lnTo>
                    <a:pt x="1681615" y="2946560"/>
                  </a:lnTo>
                  <a:lnTo>
                    <a:pt x="1685894" y="2901099"/>
                  </a:lnTo>
                  <a:lnTo>
                    <a:pt x="1690173" y="2930347"/>
                  </a:lnTo>
                  <a:lnTo>
                    <a:pt x="1694452" y="2857733"/>
                  </a:lnTo>
                  <a:lnTo>
                    <a:pt x="1698731" y="2766349"/>
                  </a:lnTo>
                  <a:lnTo>
                    <a:pt x="1703010" y="2636959"/>
                  </a:lnTo>
                  <a:lnTo>
                    <a:pt x="1707289" y="2454534"/>
                  </a:lnTo>
                  <a:lnTo>
                    <a:pt x="1711567" y="2372436"/>
                  </a:lnTo>
                  <a:lnTo>
                    <a:pt x="1715846" y="2336487"/>
                  </a:lnTo>
                  <a:lnTo>
                    <a:pt x="1720125" y="2395665"/>
                  </a:lnTo>
                  <a:lnTo>
                    <a:pt x="1724404" y="2485740"/>
                  </a:lnTo>
                  <a:lnTo>
                    <a:pt x="1728683" y="2572484"/>
                  </a:lnTo>
                  <a:lnTo>
                    <a:pt x="1732962" y="2670194"/>
                  </a:lnTo>
                  <a:lnTo>
                    <a:pt x="1737241" y="2691224"/>
                  </a:lnTo>
                  <a:lnTo>
                    <a:pt x="1741520" y="2797199"/>
                  </a:lnTo>
                  <a:lnTo>
                    <a:pt x="1745799" y="2885421"/>
                  </a:lnTo>
                  <a:lnTo>
                    <a:pt x="1750078" y="2921603"/>
                  </a:lnTo>
                  <a:lnTo>
                    <a:pt x="1754357" y="2973621"/>
                  </a:lnTo>
                  <a:lnTo>
                    <a:pt x="1758636" y="3028748"/>
                  </a:lnTo>
                  <a:lnTo>
                    <a:pt x="1762915" y="3093785"/>
                  </a:lnTo>
                  <a:lnTo>
                    <a:pt x="1767193" y="3116972"/>
                  </a:lnTo>
                  <a:lnTo>
                    <a:pt x="1771472" y="3116972"/>
                  </a:lnTo>
                  <a:lnTo>
                    <a:pt x="1775751" y="3098216"/>
                  </a:lnTo>
                  <a:lnTo>
                    <a:pt x="1780030" y="3099893"/>
                  </a:lnTo>
                  <a:lnTo>
                    <a:pt x="1784309" y="3111062"/>
                  </a:lnTo>
                  <a:lnTo>
                    <a:pt x="1788588" y="3116972"/>
                  </a:lnTo>
                  <a:lnTo>
                    <a:pt x="1792867" y="3116972"/>
                  </a:lnTo>
                  <a:lnTo>
                    <a:pt x="1797146" y="3116972"/>
                  </a:lnTo>
                  <a:lnTo>
                    <a:pt x="1801425" y="3116972"/>
                  </a:lnTo>
                  <a:lnTo>
                    <a:pt x="1805704" y="3116972"/>
                  </a:lnTo>
                  <a:lnTo>
                    <a:pt x="1809983" y="3116972"/>
                  </a:lnTo>
                  <a:lnTo>
                    <a:pt x="1814262" y="3116972"/>
                  </a:lnTo>
                  <a:lnTo>
                    <a:pt x="1818540" y="3116972"/>
                  </a:lnTo>
                  <a:lnTo>
                    <a:pt x="1822819" y="3116972"/>
                  </a:lnTo>
                  <a:lnTo>
                    <a:pt x="1827098" y="3116972"/>
                  </a:lnTo>
                  <a:lnTo>
                    <a:pt x="1831377" y="3116972"/>
                  </a:lnTo>
                  <a:lnTo>
                    <a:pt x="1835656" y="3116972"/>
                  </a:lnTo>
                  <a:lnTo>
                    <a:pt x="1839935" y="3116972"/>
                  </a:lnTo>
                  <a:lnTo>
                    <a:pt x="1844214" y="3116972"/>
                  </a:lnTo>
                  <a:lnTo>
                    <a:pt x="1848493" y="3116972"/>
                  </a:lnTo>
                  <a:lnTo>
                    <a:pt x="1852772" y="3116972"/>
                  </a:lnTo>
                  <a:lnTo>
                    <a:pt x="1857051" y="3116972"/>
                  </a:lnTo>
                  <a:lnTo>
                    <a:pt x="1861330" y="3116972"/>
                  </a:lnTo>
                  <a:lnTo>
                    <a:pt x="1865609" y="3116972"/>
                  </a:lnTo>
                  <a:lnTo>
                    <a:pt x="1869888" y="3116972"/>
                  </a:lnTo>
                  <a:lnTo>
                    <a:pt x="1874166" y="3116972"/>
                  </a:lnTo>
                  <a:lnTo>
                    <a:pt x="1878445" y="3095670"/>
                  </a:lnTo>
                  <a:lnTo>
                    <a:pt x="1882724" y="3112905"/>
                  </a:lnTo>
                  <a:lnTo>
                    <a:pt x="1887003" y="3116972"/>
                  </a:lnTo>
                  <a:lnTo>
                    <a:pt x="1891282" y="3116972"/>
                  </a:lnTo>
                  <a:lnTo>
                    <a:pt x="1895561" y="3116972"/>
                  </a:lnTo>
                  <a:lnTo>
                    <a:pt x="1899840" y="3116972"/>
                  </a:lnTo>
                  <a:lnTo>
                    <a:pt x="1904119" y="3116972"/>
                  </a:lnTo>
                  <a:lnTo>
                    <a:pt x="1908398" y="3116972"/>
                  </a:lnTo>
                  <a:lnTo>
                    <a:pt x="1912677" y="3116972"/>
                  </a:lnTo>
                  <a:lnTo>
                    <a:pt x="1916956" y="3116972"/>
                  </a:lnTo>
                  <a:lnTo>
                    <a:pt x="1921235" y="3116972"/>
                  </a:lnTo>
                  <a:lnTo>
                    <a:pt x="1925513" y="3116972"/>
                  </a:lnTo>
                  <a:lnTo>
                    <a:pt x="1929792" y="3081580"/>
                  </a:lnTo>
                  <a:lnTo>
                    <a:pt x="1934071" y="2973498"/>
                  </a:lnTo>
                  <a:lnTo>
                    <a:pt x="1938350" y="2974208"/>
                  </a:lnTo>
                  <a:lnTo>
                    <a:pt x="1942629" y="3011016"/>
                  </a:lnTo>
                  <a:lnTo>
                    <a:pt x="1946908" y="3079426"/>
                  </a:lnTo>
                  <a:lnTo>
                    <a:pt x="1951187" y="3112433"/>
                  </a:lnTo>
                  <a:lnTo>
                    <a:pt x="1955466" y="3116972"/>
                  </a:lnTo>
                  <a:lnTo>
                    <a:pt x="1959745" y="3116972"/>
                  </a:lnTo>
                  <a:lnTo>
                    <a:pt x="1964024" y="3116972"/>
                  </a:lnTo>
                  <a:lnTo>
                    <a:pt x="1968303" y="3116972"/>
                  </a:lnTo>
                  <a:lnTo>
                    <a:pt x="1972582" y="3116972"/>
                  </a:lnTo>
                  <a:lnTo>
                    <a:pt x="1976861" y="3116972"/>
                  </a:lnTo>
                  <a:lnTo>
                    <a:pt x="1981139" y="3116972"/>
                  </a:lnTo>
                  <a:lnTo>
                    <a:pt x="1985418" y="3116972"/>
                  </a:lnTo>
                  <a:lnTo>
                    <a:pt x="1989697" y="3116972"/>
                  </a:lnTo>
                  <a:lnTo>
                    <a:pt x="1993976" y="3116972"/>
                  </a:lnTo>
                  <a:lnTo>
                    <a:pt x="1998255" y="3116972"/>
                  </a:lnTo>
                  <a:lnTo>
                    <a:pt x="2002534" y="3116972"/>
                  </a:lnTo>
                  <a:lnTo>
                    <a:pt x="2006813" y="3116972"/>
                  </a:lnTo>
                  <a:lnTo>
                    <a:pt x="2011092" y="3116972"/>
                  </a:lnTo>
                  <a:lnTo>
                    <a:pt x="2015371" y="3116972"/>
                  </a:lnTo>
                  <a:lnTo>
                    <a:pt x="2019650" y="3116972"/>
                  </a:lnTo>
                  <a:lnTo>
                    <a:pt x="2023929" y="3103707"/>
                  </a:lnTo>
                  <a:lnTo>
                    <a:pt x="2028208" y="2946569"/>
                  </a:lnTo>
                  <a:lnTo>
                    <a:pt x="2032486" y="2863464"/>
                  </a:lnTo>
                  <a:lnTo>
                    <a:pt x="2036765" y="2848393"/>
                  </a:lnTo>
                  <a:lnTo>
                    <a:pt x="2041044" y="2848395"/>
                  </a:lnTo>
                  <a:lnTo>
                    <a:pt x="2045323" y="2874805"/>
                  </a:lnTo>
                  <a:lnTo>
                    <a:pt x="2049602" y="2944235"/>
                  </a:lnTo>
                  <a:lnTo>
                    <a:pt x="2053881" y="3033654"/>
                  </a:lnTo>
                  <a:lnTo>
                    <a:pt x="2058160" y="3104082"/>
                  </a:lnTo>
                  <a:lnTo>
                    <a:pt x="2062439" y="3115766"/>
                  </a:lnTo>
                  <a:lnTo>
                    <a:pt x="2066718" y="3088596"/>
                  </a:lnTo>
                  <a:lnTo>
                    <a:pt x="2070997" y="3040080"/>
                  </a:lnTo>
                  <a:lnTo>
                    <a:pt x="2075276" y="3013670"/>
                  </a:lnTo>
                  <a:lnTo>
                    <a:pt x="2079555" y="3013671"/>
                  </a:lnTo>
                  <a:lnTo>
                    <a:pt x="2083834" y="3013822"/>
                  </a:lnTo>
                  <a:lnTo>
                    <a:pt x="2088112" y="3015030"/>
                  </a:lnTo>
                  <a:lnTo>
                    <a:pt x="2092391" y="3042560"/>
                  </a:lnTo>
                  <a:lnTo>
                    <a:pt x="2096670" y="3099501"/>
                  </a:lnTo>
                  <a:lnTo>
                    <a:pt x="2100949" y="3116972"/>
                  </a:lnTo>
                  <a:lnTo>
                    <a:pt x="2105228" y="3116972"/>
                  </a:lnTo>
                  <a:lnTo>
                    <a:pt x="2109507" y="3116972"/>
                  </a:lnTo>
                  <a:lnTo>
                    <a:pt x="2113786" y="3116972"/>
                  </a:lnTo>
                  <a:lnTo>
                    <a:pt x="2118065" y="3116972"/>
                  </a:lnTo>
                  <a:lnTo>
                    <a:pt x="2122344" y="3116972"/>
                  </a:lnTo>
                  <a:lnTo>
                    <a:pt x="2126623" y="3116972"/>
                  </a:lnTo>
                  <a:lnTo>
                    <a:pt x="2130902" y="3116972"/>
                  </a:lnTo>
                  <a:lnTo>
                    <a:pt x="2135181" y="3116972"/>
                  </a:lnTo>
                  <a:lnTo>
                    <a:pt x="2139459" y="3116972"/>
                  </a:lnTo>
                  <a:lnTo>
                    <a:pt x="2143738" y="3095118"/>
                  </a:lnTo>
                  <a:lnTo>
                    <a:pt x="2148017" y="3083431"/>
                  </a:lnTo>
                  <a:lnTo>
                    <a:pt x="2152296" y="3083368"/>
                  </a:lnTo>
                  <a:lnTo>
                    <a:pt x="2156575" y="3076556"/>
                  </a:lnTo>
                  <a:lnTo>
                    <a:pt x="2160854" y="3075464"/>
                  </a:lnTo>
                  <a:lnTo>
                    <a:pt x="2165133" y="3116972"/>
                  </a:lnTo>
                  <a:lnTo>
                    <a:pt x="2169412" y="3116972"/>
                  </a:lnTo>
                  <a:lnTo>
                    <a:pt x="2173691" y="3116972"/>
                  </a:lnTo>
                  <a:lnTo>
                    <a:pt x="2177970" y="3077096"/>
                  </a:lnTo>
                  <a:lnTo>
                    <a:pt x="2182249" y="2990173"/>
                  </a:lnTo>
                  <a:lnTo>
                    <a:pt x="2186528" y="2949554"/>
                  </a:lnTo>
                  <a:lnTo>
                    <a:pt x="2190807" y="2920573"/>
                  </a:lnTo>
                  <a:lnTo>
                    <a:pt x="2195085" y="2934214"/>
                  </a:lnTo>
                  <a:lnTo>
                    <a:pt x="2199364" y="3014867"/>
                  </a:lnTo>
                  <a:lnTo>
                    <a:pt x="2203643" y="3116972"/>
                  </a:lnTo>
                  <a:lnTo>
                    <a:pt x="2207922" y="3116972"/>
                  </a:lnTo>
                  <a:lnTo>
                    <a:pt x="2212201" y="3116972"/>
                  </a:lnTo>
                  <a:lnTo>
                    <a:pt x="2216480" y="3116972"/>
                  </a:lnTo>
                  <a:lnTo>
                    <a:pt x="2220759" y="3116972"/>
                  </a:lnTo>
                  <a:lnTo>
                    <a:pt x="2225038" y="3116972"/>
                  </a:lnTo>
                  <a:lnTo>
                    <a:pt x="2229317" y="3044134"/>
                  </a:lnTo>
                  <a:lnTo>
                    <a:pt x="2233596" y="2940605"/>
                  </a:lnTo>
                  <a:lnTo>
                    <a:pt x="2237875" y="2970097"/>
                  </a:lnTo>
                  <a:lnTo>
                    <a:pt x="2242154" y="3010067"/>
                  </a:lnTo>
                  <a:lnTo>
                    <a:pt x="2246432" y="3080973"/>
                  </a:lnTo>
                  <a:lnTo>
                    <a:pt x="2250711" y="3116972"/>
                  </a:lnTo>
                  <a:lnTo>
                    <a:pt x="2254990" y="3116972"/>
                  </a:lnTo>
                  <a:lnTo>
                    <a:pt x="2259269" y="3116972"/>
                  </a:lnTo>
                  <a:lnTo>
                    <a:pt x="2263548" y="3116972"/>
                  </a:lnTo>
                  <a:lnTo>
                    <a:pt x="2267827" y="3116972"/>
                  </a:lnTo>
                  <a:lnTo>
                    <a:pt x="2272106" y="3116972"/>
                  </a:lnTo>
                  <a:lnTo>
                    <a:pt x="2276385" y="3116972"/>
                  </a:lnTo>
                  <a:lnTo>
                    <a:pt x="2280664" y="3116972"/>
                  </a:lnTo>
                  <a:lnTo>
                    <a:pt x="2284943" y="3116972"/>
                  </a:lnTo>
                  <a:lnTo>
                    <a:pt x="2289222" y="3116972"/>
                  </a:lnTo>
                  <a:lnTo>
                    <a:pt x="2293501" y="3116972"/>
                  </a:lnTo>
                  <a:lnTo>
                    <a:pt x="2297780" y="3116972"/>
                  </a:lnTo>
                  <a:lnTo>
                    <a:pt x="2302058" y="3116972"/>
                  </a:lnTo>
                  <a:lnTo>
                    <a:pt x="2306337" y="3116972"/>
                  </a:lnTo>
                  <a:lnTo>
                    <a:pt x="2310616" y="3116972"/>
                  </a:lnTo>
                  <a:lnTo>
                    <a:pt x="2314895" y="3116972"/>
                  </a:lnTo>
                  <a:lnTo>
                    <a:pt x="2319174" y="3095439"/>
                  </a:lnTo>
                  <a:lnTo>
                    <a:pt x="2323453" y="3077169"/>
                  </a:lnTo>
                  <a:lnTo>
                    <a:pt x="2327732" y="3046248"/>
                  </a:lnTo>
                  <a:lnTo>
                    <a:pt x="2332011" y="2965769"/>
                  </a:lnTo>
                  <a:lnTo>
                    <a:pt x="2336290" y="2981387"/>
                  </a:lnTo>
                  <a:lnTo>
                    <a:pt x="2340569" y="3083587"/>
                  </a:lnTo>
                  <a:lnTo>
                    <a:pt x="2344848" y="3116972"/>
                  </a:lnTo>
                  <a:lnTo>
                    <a:pt x="2349127" y="3110283"/>
                  </a:lnTo>
                  <a:lnTo>
                    <a:pt x="2353405" y="3036405"/>
                  </a:lnTo>
                  <a:lnTo>
                    <a:pt x="2357684" y="2998530"/>
                  </a:lnTo>
                  <a:lnTo>
                    <a:pt x="2361963" y="2903539"/>
                  </a:lnTo>
                  <a:lnTo>
                    <a:pt x="2366242" y="2802787"/>
                  </a:lnTo>
                  <a:lnTo>
                    <a:pt x="2370521" y="2699193"/>
                  </a:lnTo>
                  <a:lnTo>
                    <a:pt x="2374800" y="2672160"/>
                  </a:lnTo>
                  <a:lnTo>
                    <a:pt x="2379079" y="2762112"/>
                  </a:lnTo>
                  <a:lnTo>
                    <a:pt x="2383358" y="2806131"/>
                  </a:lnTo>
                  <a:lnTo>
                    <a:pt x="2387637" y="2839498"/>
                  </a:lnTo>
                  <a:lnTo>
                    <a:pt x="2391916" y="2858269"/>
                  </a:lnTo>
                  <a:lnTo>
                    <a:pt x="2396195" y="2943179"/>
                  </a:lnTo>
                  <a:lnTo>
                    <a:pt x="2400474" y="2976961"/>
                  </a:lnTo>
                  <a:lnTo>
                    <a:pt x="2404753" y="2995356"/>
                  </a:lnTo>
                  <a:lnTo>
                    <a:pt x="2409031" y="3018466"/>
                  </a:lnTo>
                  <a:lnTo>
                    <a:pt x="2413310" y="2945787"/>
                  </a:lnTo>
                  <a:lnTo>
                    <a:pt x="2417589" y="2840520"/>
                  </a:lnTo>
                  <a:lnTo>
                    <a:pt x="2421868" y="2736385"/>
                  </a:lnTo>
                  <a:lnTo>
                    <a:pt x="2426147" y="2708636"/>
                  </a:lnTo>
                  <a:lnTo>
                    <a:pt x="2430426" y="2618083"/>
                  </a:lnTo>
                  <a:lnTo>
                    <a:pt x="2434705" y="2592318"/>
                  </a:lnTo>
                  <a:lnTo>
                    <a:pt x="2438984" y="2711523"/>
                  </a:lnTo>
                  <a:lnTo>
                    <a:pt x="2443263" y="2794213"/>
                  </a:lnTo>
                  <a:lnTo>
                    <a:pt x="2447542" y="2877583"/>
                  </a:lnTo>
                  <a:lnTo>
                    <a:pt x="2451821" y="2865510"/>
                  </a:lnTo>
                  <a:lnTo>
                    <a:pt x="2456100" y="2895063"/>
                  </a:lnTo>
                  <a:lnTo>
                    <a:pt x="2460378" y="2953907"/>
                  </a:lnTo>
                  <a:lnTo>
                    <a:pt x="2464657" y="2953693"/>
                  </a:lnTo>
                  <a:lnTo>
                    <a:pt x="2468936" y="2976473"/>
                  </a:lnTo>
                  <a:lnTo>
                    <a:pt x="2473215" y="2925089"/>
                  </a:lnTo>
                  <a:lnTo>
                    <a:pt x="2477494" y="2973840"/>
                  </a:lnTo>
                  <a:lnTo>
                    <a:pt x="2481773" y="3021583"/>
                  </a:lnTo>
                  <a:lnTo>
                    <a:pt x="2486052" y="2975018"/>
                  </a:lnTo>
                  <a:lnTo>
                    <a:pt x="2490331" y="2994179"/>
                  </a:lnTo>
                  <a:lnTo>
                    <a:pt x="2494610" y="3017079"/>
                  </a:lnTo>
                  <a:lnTo>
                    <a:pt x="2498889" y="2997809"/>
                  </a:lnTo>
                  <a:lnTo>
                    <a:pt x="2503168" y="2940052"/>
                  </a:lnTo>
                  <a:lnTo>
                    <a:pt x="2507447" y="2862471"/>
                  </a:lnTo>
                  <a:lnTo>
                    <a:pt x="2511726" y="2828949"/>
                  </a:lnTo>
                  <a:lnTo>
                    <a:pt x="2516004" y="2797459"/>
                  </a:lnTo>
                  <a:lnTo>
                    <a:pt x="2520283" y="2819301"/>
                  </a:lnTo>
                  <a:lnTo>
                    <a:pt x="2524562" y="2885552"/>
                  </a:lnTo>
                  <a:lnTo>
                    <a:pt x="2528841" y="2980688"/>
                  </a:lnTo>
                  <a:lnTo>
                    <a:pt x="2533120" y="3087194"/>
                  </a:lnTo>
                  <a:lnTo>
                    <a:pt x="2537399" y="3116972"/>
                  </a:lnTo>
                  <a:lnTo>
                    <a:pt x="2541678" y="3116972"/>
                  </a:lnTo>
                  <a:lnTo>
                    <a:pt x="2545957" y="3116972"/>
                  </a:lnTo>
                  <a:lnTo>
                    <a:pt x="2550236" y="3116972"/>
                  </a:lnTo>
                  <a:lnTo>
                    <a:pt x="2554515" y="3116972"/>
                  </a:lnTo>
                  <a:lnTo>
                    <a:pt x="2558794" y="3116972"/>
                  </a:lnTo>
                  <a:lnTo>
                    <a:pt x="2563073" y="3077099"/>
                  </a:lnTo>
                  <a:lnTo>
                    <a:pt x="2567351" y="3024980"/>
                  </a:lnTo>
                  <a:lnTo>
                    <a:pt x="2571630" y="2894909"/>
                  </a:lnTo>
                  <a:lnTo>
                    <a:pt x="2575909" y="2827994"/>
                  </a:lnTo>
                  <a:lnTo>
                    <a:pt x="2580188" y="2844414"/>
                  </a:lnTo>
                  <a:lnTo>
                    <a:pt x="2584467" y="2866408"/>
                  </a:lnTo>
                  <a:lnTo>
                    <a:pt x="2588746" y="2815733"/>
                  </a:lnTo>
                  <a:lnTo>
                    <a:pt x="2593025" y="2755001"/>
                  </a:lnTo>
                  <a:lnTo>
                    <a:pt x="2597304" y="2757425"/>
                  </a:lnTo>
                  <a:lnTo>
                    <a:pt x="2601583" y="2698878"/>
                  </a:lnTo>
                  <a:lnTo>
                    <a:pt x="2605862" y="2673686"/>
                  </a:lnTo>
                  <a:lnTo>
                    <a:pt x="2610141" y="2724598"/>
                  </a:lnTo>
                  <a:lnTo>
                    <a:pt x="2614420" y="2874918"/>
                  </a:lnTo>
                  <a:lnTo>
                    <a:pt x="2618699" y="3019809"/>
                  </a:lnTo>
                  <a:lnTo>
                    <a:pt x="2622977" y="3081422"/>
                  </a:lnTo>
                  <a:lnTo>
                    <a:pt x="2627256" y="3116972"/>
                  </a:lnTo>
                  <a:lnTo>
                    <a:pt x="2631535" y="3116972"/>
                  </a:lnTo>
                  <a:lnTo>
                    <a:pt x="2635814" y="3116972"/>
                  </a:lnTo>
                  <a:lnTo>
                    <a:pt x="2640093" y="2959830"/>
                  </a:lnTo>
                  <a:lnTo>
                    <a:pt x="2644372" y="2832737"/>
                  </a:lnTo>
                  <a:lnTo>
                    <a:pt x="2648651" y="2771742"/>
                  </a:lnTo>
                  <a:lnTo>
                    <a:pt x="2652930" y="2688066"/>
                  </a:lnTo>
                  <a:lnTo>
                    <a:pt x="2657209" y="2704178"/>
                  </a:lnTo>
                  <a:lnTo>
                    <a:pt x="2661488" y="2749895"/>
                  </a:lnTo>
                  <a:lnTo>
                    <a:pt x="2665767" y="2805722"/>
                  </a:lnTo>
                  <a:lnTo>
                    <a:pt x="2670046" y="2834953"/>
                  </a:lnTo>
                  <a:lnTo>
                    <a:pt x="2674324" y="2863921"/>
                  </a:lnTo>
                  <a:lnTo>
                    <a:pt x="2678603" y="2889342"/>
                  </a:lnTo>
                  <a:lnTo>
                    <a:pt x="2682882" y="2872373"/>
                  </a:lnTo>
                  <a:lnTo>
                    <a:pt x="2687161" y="2812017"/>
                  </a:lnTo>
                  <a:lnTo>
                    <a:pt x="2691440" y="2733080"/>
                  </a:lnTo>
                  <a:lnTo>
                    <a:pt x="2695719" y="2601907"/>
                  </a:lnTo>
                  <a:lnTo>
                    <a:pt x="2699998" y="2486797"/>
                  </a:lnTo>
                  <a:lnTo>
                    <a:pt x="2704277" y="2414252"/>
                  </a:lnTo>
                  <a:lnTo>
                    <a:pt x="2708556" y="2311446"/>
                  </a:lnTo>
                  <a:lnTo>
                    <a:pt x="2712835" y="2228753"/>
                  </a:lnTo>
                  <a:lnTo>
                    <a:pt x="2717114" y="2212717"/>
                  </a:lnTo>
                  <a:lnTo>
                    <a:pt x="2721393" y="2268730"/>
                  </a:lnTo>
                  <a:lnTo>
                    <a:pt x="2725672" y="2263369"/>
                  </a:lnTo>
                  <a:lnTo>
                    <a:pt x="2729950" y="2259360"/>
                  </a:lnTo>
                  <a:lnTo>
                    <a:pt x="2734229" y="2306787"/>
                  </a:lnTo>
                  <a:lnTo>
                    <a:pt x="2738508" y="2357112"/>
                  </a:lnTo>
                  <a:lnTo>
                    <a:pt x="2742787" y="2431734"/>
                  </a:lnTo>
                  <a:lnTo>
                    <a:pt x="2747066" y="2536084"/>
                  </a:lnTo>
                  <a:lnTo>
                    <a:pt x="2751345" y="2634759"/>
                  </a:lnTo>
                  <a:lnTo>
                    <a:pt x="2755624" y="2633362"/>
                  </a:lnTo>
                  <a:lnTo>
                    <a:pt x="2759903" y="2651207"/>
                  </a:lnTo>
                  <a:lnTo>
                    <a:pt x="2764182" y="2671645"/>
                  </a:lnTo>
                  <a:lnTo>
                    <a:pt x="2768461" y="2675467"/>
                  </a:lnTo>
                  <a:lnTo>
                    <a:pt x="2772740" y="2581016"/>
                  </a:lnTo>
                  <a:lnTo>
                    <a:pt x="2777019" y="2421592"/>
                  </a:lnTo>
                  <a:lnTo>
                    <a:pt x="2781297" y="2317824"/>
                  </a:lnTo>
                  <a:lnTo>
                    <a:pt x="2785576" y="2302521"/>
                  </a:lnTo>
                  <a:lnTo>
                    <a:pt x="2789855" y="2406482"/>
                  </a:lnTo>
                  <a:lnTo>
                    <a:pt x="2794134" y="2438456"/>
                  </a:lnTo>
                  <a:lnTo>
                    <a:pt x="2798413" y="2385407"/>
                  </a:lnTo>
                  <a:lnTo>
                    <a:pt x="2802692" y="2388425"/>
                  </a:lnTo>
                  <a:lnTo>
                    <a:pt x="2806971" y="2425903"/>
                  </a:lnTo>
                  <a:lnTo>
                    <a:pt x="2811250" y="2386009"/>
                  </a:lnTo>
                  <a:lnTo>
                    <a:pt x="2815529" y="2229193"/>
                  </a:lnTo>
                  <a:lnTo>
                    <a:pt x="2819808" y="2054289"/>
                  </a:lnTo>
                  <a:lnTo>
                    <a:pt x="2824087" y="1984060"/>
                  </a:lnTo>
                  <a:lnTo>
                    <a:pt x="2828366" y="1923508"/>
                  </a:lnTo>
                  <a:lnTo>
                    <a:pt x="2832645" y="1851435"/>
                  </a:lnTo>
                  <a:lnTo>
                    <a:pt x="2836923" y="1809598"/>
                  </a:lnTo>
                  <a:lnTo>
                    <a:pt x="2841202" y="1795995"/>
                  </a:lnTo>
                  <a:lnTo>
                    <a:pt x="2845481" y="1844597"/>
                  </a:lnTo>
                  <a:lnTo>
                    <a:pt x="2849760" y="1962740"/>
                  </a:lnTo>
                  <a:lnTo>
                    <a:pt x="2854039" y="2174607"/>
                  </a:lnTo>
                  <a:lnTo>
                    <a:pt x="2858318" y="2286667"/>
                  </a:lnTo>
                  <a:lnTo>
                    <a:pt x="2862597" y="2274083"/>
                  </a:lnTo>
                  <a:lnTo>
                    <a:pt x="2866876" y="2324305"/>
                  </a:lnTo>
                  <a:lnTo>
                    <a:pt x="2871155" y="2384426"/>
                  </a:lnTo>
                  <a:lnTo>
                    <a:pt x="2875434" y="2357261"/>
                  </a:lnTo>
                  <a:lnTo>
                    <a:pt x="2879713" y="2235365"/>
                  </a:lnTo>
                  <a:lnTo>
                    <a:pt x="2883992" y="2186090"/>
                  </a:lnTo>
                  <a:lnTo>
                    <a:pt x="2888270" y="2140381"/>
                  </a:lnTo>
                  <a:lnTo>
                    <a:pt x="2892549" y="2043217"/>
                  </a:lnTo>
                  <a:lnTo>
                    <a:pt x="2896828" y="2082143"/>
                  </a:lnTo>
                  <a:lnTo>
                    <a:pt x="2901107" y="2227619"/>
                  </a:lnTo>
                  <a:lnTo>
                    <a:pt x="2905386" y="2333571"/>
                  </a:lnTo>
                  <a:lnTo>
                    <a:pt x="2909665" y="2438308"/>
                  </a:lnTo>
                  <a:lnTo>
                    <a:pt x="2913944" y="2596788"/>
                  </a:lnTo>
                  <a:lnTo>
                    <a:pt x="2918223" y="2647738"/>
                  </a:lnTo>
                  <a:lnTo>
                    <a:pt x="2922502" y="2553287"/>
                  </a:lnTo>
                  <a:lnTo>
                    <a:pt x="2926781" y="2470746"/>
                  </a:lnTo>
                  <a:lnTo>
                    <a:pt x="2931060" y="2451767"/>
                  </a:lnTo>
                  <a:lnTo>
                    <a:pt x="2935339" y="2441399"/>
                  </a:lnTo>
                  <a:lnTo>
                    <a:pt x="2939618" y="2376223"/>
                  </a:lnTo>
                  <a:lnTo>
                    <a:pt x="2943896" y="2297560"/>
                  </a:lnTo>
                  <a:lnTo>
                    <a:pt x="2948175" y="2248424"/>
                  </a:lnTo>
                  <a:lnTo>
                    <a:pt x="2952454" y="2190575"/>
                  </a:lnTo>
                  <a:lnTo>
                    <a:pt x="2956733" y="2087817"/>
                  </a:lnTo>
                  <a:lnTo>
                    <a:pt x="2961012" y="2035164"/>
                  </a:lnTo>
                  <a:lnTo>
                    <a:pt x="2965291" y="2071185"/>
                  </a:lnTo>
                  <a:lnTo>
                    <a:pt x="2969570" y="2141455"/>
                  </a:lnTo>
                  <a:lnTo>
                    <a:pt x="2973849" y="2227528"/>
                  </a:lnTo>
                  <a:lnTo>
                    <a:pt x="2978128" y="2252691"/>
                  </a:lnTo>
                  <a:lnTo>
                    <a:pt x="2982407" y="2309035"/>
                  </a:lnTo>
                  <a:lnTo>
                    <a:pt x="2986686" y="2299301"/>
                  </a:lnTo>
                  <a:lnTo>
                    <a:pt x="2990965" y="2243202"/>
                  </a:lnTo>
                  <a:lnTo>
                    <a:pt x="2995243" y="2307129"/>
                  </a:lnTo>
                  <a:lnTo>
                    <a:pt x="2999522" y="2347420"/>
                  </a:lnTo>
                  <a:lnTo>
                    <a:pt x="3003801" y="2410338"/>
                  </a:lnTo>
                  <a:lnTo>
                    <a:pt x="3008080" y="2481757"/>
                  </a:lnTo>
                  <a:lnTo>
                    <a:pt x="3012359" y="2540902"/>
                  </a:lnTo>
                  <a:lnTo>
                    <a:pt x="3016638" y="2639626"/>
                  </a:lnTo>
                  <a:lnTo>
                    <a:pt x="3020917" y="2718075"/>
                  </a:lnTo>
                  <a:lnTo>
                    <a:pt x="3025196" y="2741749"/>
                  </a:lnTo>
                  <a:lnTo>
                    <a:pt x="3029475" y="2664635"/>
                  </a:lnTo>
                  <a:lnTo>
                    <a:pt x="3033754" y="2616543"/>
                  </a:lnTo>
                  <a:lnTo>
                    <a:pt x="3038033" y="2643726"/>
                  </a:lnTo>
                  <a:lnTo>
                    <a:pt x="3042312" y="2649809"/>
                  </a:lnTo>
                  <a:lnTo>
                    <a:pt x="3046591" y="2570554"/>
                  </a:lnTo>
                  <a:lnTo>
                    <a:pt x="3050869" y="2504629"/>
                  </a:lnTo>
                  <a:lnTo>
                    <a:pt x="3055148" y="2480632"/>
                  </a:lnTo>
                  <a:lnTo>
                    <a:pt x="3059427" y="2486358"/>
                  </a:lnTo>
                  <a:lnTo>
                    <a:pt x="3063706" y="2417196"/>
                  </a:lnTo>
                  <a:lnTo>
                    <a:pt x="3067985" y="2345491"/>
                  </a:lnTo>
                  <a:lnTo>
                    <a:pt x="3072264" y="2422901"/>
                  </a:lnTo>
                  <a:lnTo>
                    <a:pt x="3076543" y="2514385"/>
                  </a:lnTo>
                  <a:lnTo>
                    <a:pt x="3080822" y="2603934"/>
                  </a:lnTo>
                  <a:lnTo>
                    <a:pt x="3085101" y="2654196"/>
                  </a:lnTo>
                  <a:lnTo>
                    <a:pt x="3089380" y="2759073"/>
                  </a:lnTo>
                  <a:lnTo>
                    <a:pt x="3093659" y="2879148"/>
                  </a:lnTo>
                  <a:lnTo>
                    <a:pt x="3097938" y="2856283"/>
                  </a:lnTo>
                  <a:lnTo>
                    <a:pt x="3102216" y="2850223"/>
                  </a:lnTo>
                  <a:lnTo>
                    <a:pt x="3106495" y="2894901"/>
                  </a:lnTo>
                  <a:lnTo>
                    <a:pt x="3110774" y="2878064"/>
                  </a:lnTo>
                  <a:lnTo>
                    <a:pt x="3115053" y="2871982"/>
                  </a:lnTo>
                  <a:lnTo>
                    <a:pt x="3119332" y="2805123"/>
                  </a:lnTo>
                  <a:lnTo>
                    <a:pt x="3123611" y="2727912"/>
                  </a:lnTo>
                  <a:lnTo>
                    <a:pt x="3127890" y="2737313"/>
                  </a:lnTo>
                  <a:lnTo>
                    <a:pt x="3132169" y="2814388"/>
                  </a:lnTo>
                  <a:lnTo>
                    <a:pt x="3136448" y="2914315"/>
                  </a:lnTo>
                  <a:lnTo>
                    <a:pt x="3140727" y="2860044"/>
                  </a:lnTo>
                  <a:lnTo>
                    <a:pt x="3145006" y="2758171"/>
                  </a:lnTo>
                  <a:lnTo>
                    <a:pt x="3149285" y="2691924"/>
                  </a:lnTo>
                  <a:lnTo>
                    <a:pt x="3153563" y="2641044"/>
                  </a:lnTo>
                  <a:lnTo>
                    <a:pt x="3157842" y="2512207"/>
                  </a:lnTo>
                  <a:lnTo>
                    <a:pt x="3162121" y="2432528"/>
                  </a:lnTo>
                  <a:lnTo>
                    <a:pt x="3166400" y="2421035"/>
                  </a:lnTo>
                  <a:lnTo>
                    <a:pt x="3170679" y="2501148"/>
                  </a:lnTo>
                  <a:lnTo>
                    <a:pt x="3174958" y="2628572"/>
                  </a:lnTo>
                  <a:lnTo>
                    <a:pt x="3179237" y="2576303"/>
                  </a:lnTo>
                  <a:lnTo>
                    <a:pt x="3183516" y="2558650"/>
                  </a:lnTo>
                  <a:lnTo>
                    <a:pt x="3187795" y="2568515"/>
                  </a:lnTo>
                  <a:lnTo>
                    <a:pt x="3192074" y="2566823"/>
                  </a:lnTo>
                  <a:lnTo>
                    <a:pt x="3196353" y="2537116"/>
                  </a:lnTo>
                  <a:lnTo>
                    <a:pt x="3200632" y="2472314"/>
                  </a:lnTo>
                  <a:lnTo>
                    <a:pt x="3204911" y="2503882"/>
                  </a:lnTo>
                  <a:lnTo>
                    <a:pt x="3209189" y="2493322"/>
                  </a:lnTo>
                  <a:lnTo>
                    <a:pt x="3213468" y="2390323"/>
                  </a:lnTo>
                  <a:lnTo>
                    <a:pt x="3217747" y="2368653"/>
                  </a:lnTo>
                  <a:lnTo>
                    <a:pt x="3222026" y="2371256"/>
                  </a:lnTo>
                  <a:lnTo>
                    <a:pt x="3226305" y="2356460"/>
                  </a:lnTo>
                  <a:lnTo>
                    <a:pt x="3230584" y="2370608"/>
                  </a:lnTo>
                  <a:lnTo>
                    <a:pt x="3234863" y="2429340"/>
                  </a:lnTo>
                  <a:lnTo>
                    <a:pt x="3239142" y="2600304"/>
                  </a:lnTo>
                  <a:lnTo>
                    <a:pt x="3243421" y="2785062"/>
                  </a:lnTo>
                  <a:lnTo>
                    <a:pt x="3247700" y="2961771"/>
                  </a:lnTo>
                  <a:lnTo>
                    <a:pt x="3251979" y="3057350"/>
                  </a:lnTo>
                  <a:lnTo>
                    <a:pt x="3256258" y="3085677"/>
                  </a:lnTo>
                  <a:lnTo>
                    <a:pt x="3260536" y="3100145"/>
                  </a:lnTo>
                  <a:lnTo>
                    <a:pt x="3264815" y="3116972"/>
                  </a:lnTo>
                  <a:lnTo>
                    <a:pt x="3269094" y="3116972"/>
                  </a:lnTo>
                  <a:lnTo>
                    <a:pt x="3273373" y="3116972"/>
                  </a:lnTo>
                  <a:lnTo>
                    <a:pt x="3277652" y="3116972"/>
                  </a:lnTo>
                  <a:lnTo>
                    <a:pt x="3281931" y="3116972"/>
                  </a:lnTo>
                  <a:lnTo>
                    <a:pt x="3286210" y="3116972"/>
                  </a:lnTo>
                  <a:lnTo>
                    <a:pt x="3290489" y="2929601"/>
                  </a:lnTo>
                  <a:lnTo>
                    <a:pt x="3294768" y="2676720"/>
                  </a:lnTo>
                  <a:lnTo>
                    <a:pt x="3299047" y="2530786"/>
                  </a:lnTo>
                  <a:lnTo>
                    <a:pt x="3303326" y="2474061"/>
                  </a:lnTo>
                  <a:lnTo>
                    <a:pt x="3307605" y="2403471"/>
                  </a:lnTo>
                  <a:lnTo>
                    <a:pt x="3311884" y="2460501"/>
                  </a:lnTo>
                  <a:lnTo>
                    <a:pt x="3316162" y="2530100"/>
                  </a:lnTo>
                  <a:lnTo>
                    <a:pt x="3320441" y="2594038"/>
                  </a:lnTo>
                  <a:lnTo>
                    <a:pt x="3324720" y="2643596"/>
                  </a:lnTo>
                  <a:lnTo>
                    <a:pt x="3328999" y="2636042"/>
                  </a:lnTo>
                  <a:lnTo>
                    <a:pt x="3333278" y="2627393"/>
                  </a:lnTo>
                  <a:lnTo>
                    <a:pt x="3337557" y="2643932"/>
                  </a:lnTo>
                  <a:lnTo>
                    <a:pt x="3341836" y="2618719"/>
                  </a:lnTo>
                  <a:lnTo>
                    <a:pt x="3346115" y="2580013"/>
                  </a:lnTo>
                  <a:lnTo>
                    <a:pt x="3350394" y="2605176"/>
                  </a:lnTo>
                  <a:lnTo>
                    <a:pt x="3354673" y="2717333"/>
                  </a:lnTo>
                  <a:lnTo>
                    <a:pt x="3358952" y="2790874"/>
                  </a:lnTo>
                  <a:lnTo>
                    <a:pt x="3363231" y="2752792"/>
                  </a:lnTo>
                  <a:lnTo>
                    <a:pt x="3367509" y="2813551"/>
                  </a:lnTo>
                  <a:lnTo>
                    <a:pt x="3371788" y="2806808"/>
                  </a:lnTo>
                  <a:lnTo>
                    <a:pt x="3376067" y="2727195"/>
                  </a:lnTo>
                  <a:lnTo>
                    <a:pt x="3380346" y="2643564"/>
                  </a:lnTo>
                  <a:lnTo>
                    <a:pt x="3384625" y="2624617"/>
                  </a:lnTo>
                  <a:lnTo>
                    <a:pt x="3388904" y="2617418"/>
                  </a:lnTo>
                  <a:lnTo>
                    <a:pt x="3393183" y="2595954"/>
                  </a:lnTo>
                  <a:lnTo>
                    <a:pt x="3397462" y="2658949"/>
                  </a:lnTo>
                  <a:lnTo>
                    <a:pt x="3401741" y="2710000"/>
                  </a:lnTo>
                  <a:lnTo>
                    <a:pt x="3406020" y="2717292"/>
                  </a:lnTo>
                  <a:lnTo>
                    <a:pt x="3410299" y="2711235"/>
                  </a:lnTo>
                  <a:lnTo>
                    <a:pt x="3414578" y="2740506"/>
                  </a:lnTo>
                  <a:lnTo>
                    <a:pt x="3418857" y="2774225"/>
                  </a:lnTo>
                  <a:lnTo>
                    <a:pt x="3423135" y="2816190"/>
                  </a:lnTo>
                  <a:lnTo>
                    <a:pt x="3427414" y="2829981"/>
                  </a:lnTo>
                  <a:lnTo>
                    <a:pt x="3431693" y="2816948"/>
                  </a:lnTo>
                  <a:lnTo>
                    <a:pt x="3435972" y="2813059"/>
                  </a:lnTo>
                  <a:lnTo>
                    <a:pt x="3440251" y="2860816"/>
                  </a:lnTo>
                  <a:lnTo>
                    <a:pt x="3444530" y="2901405"/>
                  </a:lnTo>
                  <a:lnTo>
                    <a:pt x="3448809" y="2887097"/>
                  </a:lnTo>
                  <a:lnTo>
                    <a:pt x="3453088" y="2895778"/>
                  </a:lnTo>
                  <a:lnTo>
                    <a:pt x="3457367" y="2985151"/>
                  </a:lnTo>
                  <a:lnTo>
                    <a:pt x="3461646" y="3029114"/>
                  </a:lnTo>
                  <a:lnTo>
                    <a:pt x="3465925" y="2998678"/>
                  </a:lnTo>
                  <a:lnTo>
                    <a:pt x="3470204" y="2957232"/>
                  </a:lnTo>
                  <a:lnTo>
                    <a:pt x="3474482" y="2984630"/>
                  </a:lnTo>
                  <a:lnTo>
                    <a:pt x="3478761" y="3017794"/>
                  </a:lnTo>
                  <a:lnTo>
                    <a:pt x="3483040" y="3000914"/>
                  </a:lnTo>
                  <a:lnTo>
                    <a:pt x="3487319" y="2996404"/>
                  </a:lnTo>
                  <a:lnTo>
                    <a:pt x="3491598" y="2967624"/>
                  </a:lnTo>
                  <a:lnTo>
                    <a:pt x="3495877" y="2934819"/>
                  </a:lnTo>
                  <a:lnTo>
                    <a:pt x="3500156" y="2863708"/>
                  </a:lnTo>
                  <a:lnTo>
                    <a:pt x="3504435" y="2798533"/>
                  </a:lnTo>
                  <a:lnTo>
                    <a:pt x="3508714" y="2751570"/>
                  </a:lnTo>
                  <a:lnTo>
                    <a:pt x="3512993" y="2775393"/>
                  </a:lnTo>
                  <a:lnTo>
                    <a:pt x="3517272" y="2870651"/>
                  </a:lnTo>
                  <a:lnTo>
                    <a:pt x="3521551" y="2899099"/>
                  </a:lnTo>
                  <a:lnTo>
                    <a:pt x="3525830" y="2863690"/>
                  </a:lnTo>
                  <a:lnTo>
                    <a:pt x="3530108" y="2817079"/>
                  </a:lnTo>
                  <a:lnTo>
                    <a:pt x="3534387" y="2757294"/>
                  </a:lnTo>
                  <a:lnTo>
                    <a:pt x="3538666" y="2630832"/>
                  </a:lnTo>
                  <a:lnTo>
                    <a:pt x="3542945" y="2506988"/>
                  </a:lnTo>
                  <a:lnTo>
                    <a:pt x="3547224" y="2461249"/>
                  </a:lnTo>
                  <a:lnTo>
                    <a:pt x="3551503" y="2555456"/>
                  </a:lnTo>
                  <a:lnTo>
                    <a:pt x="3555782" y="2694462"/>
                  </a:lnTo>
                  <a:lnTo>
                    <a:pt x="3560061" y="2798070"/>
                  </a:lnTo>
                  <a:lnTo>
                    <a:pt x="3564340" y="2885596"/>
                  </a:lnTo>
                  <a:lnTo>
                    <a:pt x="3568619" y="2897190"/>
                  </a:lnTo>
                  <a:lnTo>
                    <a:pt x="3572898" y="2854847"/>
                  </a:lnTo>
                  <a:lnTo>
                    <a:pt x="3577177" y="2739633"/>
                  </a:lnTo>
                  <a:lnTo>
                    <a:pt x="3581455" y="2598707"/>
                  </a:lnTo>
                  <a:lnTo>
                    <a:pt x="3585734" y="2511454"/>
                  </a:lnTo>
                  <a:lnTo>
                    <a:pt x="3590013" y="2439794"/>
                  </a:lnTo>
                  <a:lnTo>
                    <a:pt x="3594292" y="2413152"/>
                  </a:lnTo>
                  <a:lnTo>
                    <a:pt x="3598571" y="2484604"/>
                  </a:lnTo>
                  <a:lnTo>
                    <a:pt x="3602850" y="2577243"/>
                  </a:lnTo>
                  <a:lnTo>
                    <a:pt x="3607129" y="2658509"/>
                  </a:lnTo>
                  <a:lnTo>
                    <a:pt x="3611408" y="2694502"/>
                  </a:lnTo>
                  <a:lnTo>
                    <a:pt x="3615687" y="2713665"/>
                  </a:lnTo>
                  <a:lnTo>
                    <a:pt x="3619966" y="2741004"/>
                  </a:lnTo>
                  <a:lnTo>
                    <a:pt x="3624245" y="2728350"/>
                  </a:lnTo>
                  <a:lnTo>
                    <a:pt x="3628524" y="2691125"/>
                  </a:lnTo>
                  <a:lnTo>
                    <a:pt x="3632803" y="2629732"/>
                  </a:lnTo>
                  <a:lnTo>
                    <a:pt x="3637081" y="2616738"/>
                  </a:lnTo>
                  <a:lnTo>
                    <a:pt x="3641360" y="2661136"/>
                  </a:lnTo>
                  <a:lnTo>
                    <a:pt x="3645639" y="2637632"/>
                  </a:lnTo>
                  <a:lnTo>
                    <a:pt x="3649918" y="2617744"/>
                  </a:lnTo>
                  <a:lnTo>
                    <a:pt x="3654197" y="2704095"/>
                  </a:lnTo>
                  <a:lnTo>
                    <a:pt x="3658476" y="2838999"/>
                  </a:lnTo>
                  <a:lnTo>
                    <a:pt x="3662755" y="2925853"/>
                  </a:lnTo>
                  <a:lnTo>
                    <a:pt x="3667034" y="2953572"/>
                  </a:lnTo>
                  <a:lnTo>
                    <a:pt x="3671313" y="2988852"/>
                  </a:lnTo>
                  <a:lnTo>
                    <a:pt x="3675592" y="2995641"/>
                  </a:lnTo>
                  <a:lnTo>
                    <a:pt x="3679871" y="2880643"/>
                  </a:lnTo>
                  <a:lnTo>
                    <a:pt x="3684150" y="2752210"/>
                  </a:lnTo>
                  <a:lnTo>
                    <a:pt x="3688428" y="2643097"/>
                  </a:lnTo>
                  <a:lnTo>
                    <a:pt x="3692707" y="2624297"/>
                  </a:lnTo>
                  <a:lnTo>
                    <a:pt x="3696986" y="2618041"/>
                  </a:lnTo>
                  <a:lnTo>
                    <a:pt x="3701265" y="2687168"/>
                  </a:lnTo>
                  <a:lnTo>
                    <a:pt x="3705544" y="2813185"/>
                  </a:lnTo>
                  <a:lnTo>
                    <a:pt x="3709823" y="2934136"/>
                  </a:lnTo>
                  <a:lnTo>
                    <a:pt x="3714102" y="3040671"/>
                  </a:lnTo>
                  <a:lnTo>
                    <a:pt x="3718381" y="3085979"/>
                  </a:lnTo>
                  <a:lnTo>
                    <a:pt x="3722660" y="3116972"/>
                  </a:lnTo>
                  <a:lnTo>
                    <a:pt x="3726939" y="3116972"/>
                  </a:lnTo>
                  <a:lnTo>
                    <a:pt x="3731218" y="3051672"/>
                  </a:lnTo>
                  <a:lnTo>
                    <a:pt x="3735497" y="2977652"/>
                  </a:lnTo>
                  <a:lnTo>
                    <a:pt x="3739776" y="2962724"/>
                  </a:lnTo>
                  <a:lnTo>
                    <a:pt x="3744054" y="2936218"/>
                  </a:lnTo>
                  <a:lnTo>
                    <a:pt x="3748333" y="2912298"/>
                  </a:lnTo>
                  <a:lnTo>
                    <a:pt x="3752612" y="2935478"/>
                  </a:lnTo>
                  <a:lnTo>
                    <a:pt x="3756891" y="3000406"/>
                  </a:lnTo>
                  <a:lnTo>
                    <a:pt x="3761170" y="3044792"/>
                  </a:lnTo>
                  <a:lnTo>
                    <a:pt x="3765449" y="2975162"/>
                  </a:lnTo>
                  <a:lnTo>
                    <a:pt x="3769728" y="2911374"/>
                  </a:lnTo>
                  <a:lnTo>
                    <a:pt x="3774007" y="2936002"/>
                  </a:lnTo>
                  <a:lnTo>
                    <a:pt x="3778286" y="2951226"/>
                  </a:lnTo>
                  <a:lnTo>
                    <a:pt x="3782565" y="2951226"/>
                  </a:lnTo>
                  <a:lnTo>
                    <a:pt x="3786844" y="2957990"/>
                  </a:lnTo>
                  <a:lnTo>
                    <a:pt x="3791123" y="3042551"/>
                  </a:lnTo>
                  <a:lnTo>
                    <a:pt x="3795401" y="3106338"/>
                  </a:lnTo>
                  <a:lnTo>
                    <a:pt x="3799680" y="3081709"/>
                  </a:lnTo>
                  <a:lnTo>
                    <a:pt x="3803959" y="3066485"/>
                  </a:lnTo>
                  <a:lnTo>
                    <a:pt x="3808238" y="3087481"/>
                  </a:lnTo>
                  <a:lnTo>
                    <a:pt x="3812517" y="3109896"/>
                  </a:lnTo>
                  <a:lnTo>
                    <a:pt x="3816796" y="3102422"/>
                  </a:lnTo>
                  <a:lnTo>
                    <a:pt x="3821075" y="3084044"/>
                  </a:lnTo>
                  <a:lnTo>
                    <a:pt x="3825354" y="3082191"/>
                  </a:lnTo>
                  <a:lnTo>
                    <a:pt x="3829633" y="3055061"/>
                  </a:lnTo>
                  <a:lnTo>
                    <a:pt x="3833912" y="2968105"/>
                  </a:lnTo>
                  <a:lnTo>
                    <a:pt x="3838191" y="2923762"/>
                  </a:lnTo>
                  <a:lnTo>
                    <a:pt x="3842470" y="2936231"/>
                  </a:lnTo>
                  <a:lnTo>
                    <a:pt x="3846749" y="2990364"/>
                  </a:lnTo>
                  <a:lnTo>
                    <a:pt x="3851027" y="2968941"/>
                  </a:lnTo>
                  <a:lnTo>
                    <a:pt x="3855306" y="2867263"/>
                  </a:lnTo>
                  <a:lnTo>
                    <a:pt x="3859585" y="2887551"/>
                  </a:lnTo>
                  <a:lnTo>
                    <a:pt x="3863864" y="2889940"/>
                  </a:lnTo>
                  <a:lnTo>
                    <a:pt x="3868143" y="2882054"/>
                  </a:lnTo>
                  <a:lnTo>
                    <a:pt x="3872422" y="2826623"/>
                  </a:lnTo>
                  <a:lnTo>
                    <a:pt x="3876701" y="2844052"/>
                  </a:lnTo>
                  <a:lnTo>
                    <a:pt x="3880980" y="2944177"/>
                  </a:lnTo>
                  <a:lnTo>
                    <a:pt x="3885259" y="2872174"/>
                  </a:lnTo>
                  <a:lnTo>
                    <a:pt x="3889538" y="2730413"/>
                  </a:lnTo>
                  <a:lnTo>
                    <a:pt x="3893817" y="2591296"/>
                  </a:lnTo>
                  <a:lnTo>
                    <a:pt x="3898096" y="2534578"/>
                  </a:lnTo>
                  <a:lnTo>
                    <a:pt x="3902374" y="2478809"/>
                  </a:lnTo>
                  <a:lnTo>
                    <a:pt x="3906653" y="2411640"/>
                  </a:lnTo>
                  <a:lnTo>
                    <a:pt x="3910932" y="2424368"/>
                  </a:lnTo>
                  <a:lnTo>
                    <a:pt x="3915211" y="2434866"/>
                  </a:lnTo>
                  <a:lnTo>
                    <a:pt x="3919490" y="2489127"/>
                  </a:lnTo>
                  <a:lnTo>
                    <a:pt x="3923769" y="2544445"/>
                  </a:lnTo>
                  <a:lnTo>
                    <a:pt x="3928048" y="2544443"/>
                  </a:lnTo>
                  <a:lnTo>
                    <a:pt x="3932327" y="2554290"/>
                  </a:lnTo>
                  <a:lnTo>
                    <a:pt x="3936606" y="2519655"/>
                  </a:lnTo>
                  <a:lnTo>
                    <a:pt x="3940885" y="2455352"/>
                  </a:lnTo>
                  <a:lnTo>
                    <a:pt x="3945164" y="2413813"/>
                  </a:lnTo>
                  <a:lnTo>
                    <a:pt x="3949443" y="2311710"/>
                  </a:lnTo>
                  <a:lnTo>
                    <a:pt x="3953722" y="2200415"/>
                  </a:lnTo>
                  <a:lnTo>
                    <a:pt x="3958000" y="2221603"/>
                  </a:lnTo>
                  <a:lnTo>
                    <a:pt x="3962279" y="2314312"/>
                  </a:lnTo>
                  <a:lnTo>
                    <a:pt x="3966558" y="2324420"/>
                  </a:lnTo>
                  <a:lnTo>
                    <a:pt x="3970837" y="2206401"/>
                  </a:lnTo>
                  <a:lnTo>
                    <a:pt x="3975116" y="2073476"/>
                  </a:lnTo>
                  <a:lnTo>
                    <a:pt x="3979395" y="1991157"/>
                  </a:lnTo>
                  <a:lnTo>
                    <a:pt x="3983674" y="1853612"/>
                  </a:lnTo>
                  <a:lnTo>
                    <a:pt x="3987953" y="1671103"/>
                  </a:lnTo>
                  <a:lnTo>
                    <a:pt x="3992232" y="1594484"/>
                  </a:lnTo>
                  <a:lnTo>
                    <a:pt x="3996511" y="1576695"/>
                  </a:lnTo>
                  <a:lnTo>
                    <a:pt x="4000790" y="1552379"/>
                  </a:lnTo>
                  <a:lnTo>
                    <a:pt x="4005069" y="1521546"/>
                  </a:lnTo>
                  <a:lnTo>
                    <a:pt x="4009347" y="1427371"/>
                  </a:lnTo>
                  <a:lnTo>
                    <a:pt x="4013626" y="1342671"/>
                  </a:lnTo>
                  <a:lnTo>
                    <a:pt x="4017905" y="1278570"/>
                  </a:lnTo>
                  <a:lnTo>
                    <a:pt x="4022184" y="1173294"/>
                  </a:lnTo>
                  <a:lnTo>
                    <a:pt x="4026463" y="1039384"/>
                  </a:lnTo>
                  <a:lnTo>
                    <a:pt x="4030742" y="901645"/>
                  </a:lnTo>
                  <a:lnTo>
                    <a:pt x="4035021" y="806123"/>
                  </a:lnTo>
                  <a:lnTo>
                    <a:pt x="4039300" y="806633"/>
                  </a:lnTo>
                  <a:lnTo>
                    <a:pt x="4043579" y="914530"/>
                  </a:lnTo>
                  <a:lnTo>
                    <a:pt x="4047858" y="1050981"/>
                  </a:lnTo>
                  <a:lnTo>
                    <a:pt x="4052137" y="1217176"/>
                  </a:lnTo>
                  <a:lnTo>
                    <a:pt x="4056416" y="1383932"/>
                  </a:lnTo>
                  <a:lnTo>
                    <a:pt x="4060695" y="1441249"/>
                  </a:lnTo>
                  <a:lnTo>
                    <a:pt x="4064973" y="1375105"/>
                  </a:lnTo>
                  <a:lnTo>
                    <a:pt x="4069252" y="1208026"/>
                  </a:lnTo>
                  <a:lnTo>
                    <a:pt x="4073531" y="1016446"/>
                  </a:lnTo>
                  <a:lnTo>
                    <a:pt x="4077810" y="846799"/>
                  </a:lnTo>
                  <a:lnTo>
                    <a:pt x="4082089" y="647138"/>
                  </a:lnTo>
                  <a:lnTo>
                    <a:pt x="4086368" y="561167"/>
                  </a:lnTo>
                  <a:lnTo>
                    <a:pt x="4090647" y="518262"/>
                  </a:lnTo>
                  <a:lnTo>
                    <a:pt x="4094926" y="397297"/>
                  </a:lnTo>
                  <a:lnTo>
                    <a:pt x="4099205" y="276030"/>
                  </a:lnTo>
                  <a:lnTo>
                    <a:pt x="4103484" y="155451"/>
                  </a:lnTo>
                  <a:lnTo>
                    <a:pt x="4107763" y="113997"/>
                  </a:lnTo>
                  <a:lnTo>
                    <a:pt x="4112042" y="64657"/>
                  </a:lnTo>
                  <a:lnTo>
                    <a:pt x="4116320" y="0"/>
                  </a:lnTo>
                  <a:lnTo>
                    <a:pt x="4120599" y="28218"/>
                  </a:lnTo>
                  <a:lnTo>
                    <a:pt x="4124878" y="36358"/>
                  </a:lnTo>
                  <a:lnTo>
                    <a:pt x="4129157" y="82581"/>
                  </a:lnTo>
                  <a:lnTo>
                    <a:pt x="4133436" y="93043"/>
                  </a:lnTo>
                  <a:lnTo>
                    <a:pt x="4137715" y="97695"/>
                  </a:lnTo>
                  <a:lnTo>
                    <a:pt x="4141994" y="183130"/>
                  </a:lnTo>
                  <a:lnTo>
                    <a:pt x="4146273" y="301794"/>
                  </a:lnTo>
                  <a:lnTo>
                    <a:pt x="4150552" y="450379"/>
                  </a:lnTo>
                  <a:lnTo>
                    <a:pt x="4154831" y="537314"/>
                  </a:lnTo>
                  <a:lnTo>
                    <a:pt x="4159110" y="596407"/>
                  </a:lnTo>
                  <a:lnTo>
                    <a:pt x="4163389" y="608869"/>
                  </a:lnTo>
                  <a:lnTo>
                    <a:pt x="4167668" y="556756"/>
                  </a:lnTo>
                  <a:lnTo>
                    <a:pt x="4171946" y="473928"/>
                  </a:lnTo>
                  <a:lnTo>
                    <a:pt x="4176225" y="373370"/>
                  </a:lnTo>
                  <a:lnTo>
                    <a:pt x="4180504" y="283668"/>
                  </a:lnTo>
                  <a:lnTo>
                    <a:pt x="4184783" y="242042"/>
                  </a:lnTo>
                  <a:lnTo>
                    <a:pt x="4189062" y="240313"/>
                  </a:lnTo>
                  <a:lnTo>
                    <a:pt x="4193341" y="209980"/>
                  </a:lnTo>
                  <a:lnTo>
                    <a:pt x="4197620" y="192478"/>
                  </a:lnTo>
                  <a:lnTo>
                    <a:pt x="4201899" y="241059"/>
                  </a:lnTo>
                  <a:lnTo>
                    <a:pt x="4206178" y="322568"/>
                  </a:lnTo>
                  <a:lnTo>
                    <a:pt x="4210457" y="355737"/>
                  </a:lnTo>
                  <a:lnTo>
                    <a:pt x="4214736" y="350786"/>
                  </a:lnTo>
                  <a:lnTo>
                    <a:pt x="4219015" y="389282"/>
                  </a:lnTo>
                  <a:lnTo>
                    <a:pt x="4223293" y="440406"/>
                  </a:lnTo>
                  <a:lnTo>
                    <a:pt x="4227572" y="454488"/>
                  </a:lnTo>
                  <a:lnTo>
                    <a:pt x="4231851" y="469821"/>
                  </a:lnTo>
                  <a:lnTo>
                    <a:pt x="4236130" y="535667"/>
                  </a:lnTo>
                  <a:lnTo>
                    <a:pt x="4240409" y="694576"/>
                  </a:lnTo>
                  <a:lnTo>
                    <a:pt x="4244688" y="824535"/>
                  </a:lnTo>
                  <a:lnTo>
                    <a:pt x="4248967" y="829205"/>
                  </a:lnTo>
                  <a:lnTo>
                    <a:pt x="4253246" y="780219"/>
                  </a:lnTo>
                  <a:lnTo>
                    <a:pt x="4257525" y="730567"/>
                  </a:lnTo>
                  <a:lnTo>
                    <a:pt x="4261804" y="742989"/>
                  </a:lnTo>
                  <a:lnTo>
                    <a:pt x="4266083" y="641699"/>
                  </a:lnTo>
                  <a:lnTo>
                    <a:pt x="4270362" y="522202"/>
                  </a:lnTo>
                  <a:lnTo>
                    <a:pt x="4274641" y="539151"/>
                  </a:lnTo>
                  <a:lnTo>
                    <a:pt x="4278919" y="588892"/>
                  </a:lnTo>
                  <a:lnTo>
                    <a:pt x="4283198" y="507246"/>
                  </a:lnTo>
                  <a:lnTo>
                    <a:pt x="4287477" y="351393"/>
                  </a:lnTo>
                  <a:lnTo>
                    <a:pt x="4291756" y="275040"/>
                  </a:lnTo>
                  <a:lnTo>
                    <a:pt x="4296035" y="233884"/>
                  </a:lnTo>
                  <a:lnTo>
                    <a:pt x="4300314" y="128891"/>
                  </a:lnTo>
                  <a:lnTo>
                    <a:pt x="4304593" y="68873"/>
                  </a:lnTo>
                  <a:lnTo>
                    <a:pt x="4308872" y="185162"/>
                  </a:lnTo>
                  <a:lnTo>
                    <a:pt x="4313151" y="254180"/>
                  </a:lnTo>
                  <a:lnTo>
                    <a:pt x="4317430" y="261525"/>
                  </a:lnTo>
                  <a:lnTo>
                    <a:pt x="4321709" y="282566"/>
                  </a:lnTo>
                  <a:lnTo>
                    <a:pt x="4325988" y="368979"/>
                  </a:lnTo>
                  <a:lnTo>
                    <a:pt x="4330266" y="430569"/>
                  </a:lnTo>
                  <a:lnTo>
                    <a:pt x="4334545" y="496953"/>
                  </a:lnTo>
                  <a:lnTo>
                    <a:pt x="4338824" y="695831"/>
                  </a:lnTo>
                  <a:lnTo>
                    <a:pt x="4343103" y="846142"/>
                  </a:lnTo>
                  <a:lnTo>
                    <a:pt x="4347382" y="930021"/>
                  </a:lnTo>
                  <a:lnTo>
                    <a:pt x="4351661" y="977673"/>
                  </a:lnTo>
                  <a:lnTo>
                    <a:pt x="4355940" y="1040636"/>
                  </a:lnTo>
                  <a:lnTo>
                    <a:pt x="4360219" y="1018393"/>
                  </a:lnTo>
                  <a:lnTo>
                    <a:pt x="4364498" y="860826"/>
                  </a:lnTo>
                  <a:lnTo>
                    <a:pt x="4368777" y="810387"/>
                  </a:lnTo>
                  <a:lnTo>
                    <a:pt x="4373056" y="841783"/>
                  </a:lnTo>
                  <a:lnTo>
                    <a:pt x="4377335" y="806008"/>
                  </a:lnTo>
                  <a:lnTo>
                    <a:pt x="4381614" y="709505"/>
                  </a:lnTo>
                  <a:lnTo>
                    <a:pt x="4385892" y="605201"/>
                  </a:lnTo>
                  <a:lnTo>
                    <a:pt x="4390171" y="598868"/>
                  </a:lnTo>
                  <a:lnTo>
                    <a:pt x="4394450" y="689708"/>
                  </a:lnTo>
                  <a:lnTo>
                    <a:pt x="4398729" y="741456"/>
                  </a:lnTo>
                  <a:lnTo>
                    <a:pt x="4403008" y="778094"/>
                  </a:lnTo>
                  <a:lnTo>
                    <a:pt x="4407287" y="858490"/>
                  </a:lnTo>
                  <a:lnTo>
                    <a:pt x="4411566" y="954105"/>
                  </a:lnTo>
                  <a:lnTo>
                    <a:pt x="4415845" y="1099536"/>
                  </a:lnTo>
                  <a:lnTo>
                    <a:pt x="4420124" y="1212193"/>
                  </a:lnTo>
                  <a:lnTo>
                    <a:pt x="4424403" y="1241520"/>
                  </a:lnTo>
                  <a:lnTo>
                    <a:pt x="4428682" y="1308285"/>
                  </a:lnTo>
                  <a:lnTo>
                    <a:pt x="4432961" y="1392210"/>
                  </a:lnTo>
                  <a:lnTo>
                    <a:pt x="4437239" y="1535844"/>
                  </a:lnTo>
                  <a:lnTo>
                    <a:pt x="4441518" y="1540245"/>
                  </a:lnTo>
                  <a:lnTo>
                    <a:pt x="4445797" y="1430522"/>
                  </a:lnTo>
                  <a:lnTo>
                    <a:pt x="4450076" y="1453346"/>
                  </a:lnTo>
                  <a:lnTo>
                    <a:pt x="4454355" y="1496467"/>
                  </a:lnTo>
                  <a:lnTo>
                    <a:pt x="4458634" y="1559687"/>
                  </a:lnTo>
                  <a:lnTo>
                    <a:pt x="4462913" y="1622638"/>
                  </a:lnTo>
                  <a:lnTo>
                    <a:pt x="4467192" y="1658754"/>
                  </a:lnTo>
                  <a:lnTo>
                    <a:pt x="4471471" y="1684241"/>
                  </a:lnTo>
                  <a:lnTo>
                    <a:pt x="4475750" y="1676839"/>
                  </a:lnTo>
                  <a:lnTo>
                    <a:pt x="4480029" y="1625072"/>
                  </a:lnTo>
                  <a:lnTo>
                    <a:pt x="4484308" y="1492868"/>
                  </a:lnTo>
                  <a:lnTo>
                    <a:pt x="4488587" y="1306366"/>
                  </a:lnTo>
                  <a:lnTo>
                    <a:pt x="4492865" y="1232021"/>
                  </a:lnTo>
                  <a:lnTo>
                    <a:pt x="4497144" y="1355384"/>
                  </a:lnTo>
                  <a:lnTo>
                    <a:pt x="4501423" y="1612984"/>
                  </a:lnTo>
                  <a:lnTo>
                    <a:pt x="4505702" y="1968434"/>
                  </a:lnTo>
                  <a:lnTo>
                    <a:pt x="4509981" y="2334660"/>
                  </a:lnTo>
                  <a:lnTo>
                    <a:pt x="4514260" y="2687561"/>
                  </a:lnTo>
                  <a:lnTo>
                    <a:pt x="4518539" y="2956540"/>
                  </a:lnTo>
                  <a:lnTo>
                    <a:pt x="4522818" y="2979877"/>
                  </a:lnTo>
                  <a:lnTo>
                    <a:pt x="4527097" y="2877445"/>
                  </a:lnTo>
                  <a:lnTo>
                    <a:pt x="4531376" y="2826495"/>
                  </a:lnTo>
                  <a:lnTo>
                    <a:pt x="4535655" y="2782081"/>
                  </a:lnTo>
                  <a:lnTo>
                    <a:pt x="4539934" y="2714893"/>
                  </a:lnTo>
                  <a:lnTo>
                    <a:pt x="4544212" y="2620638"/>
                  </a:lnTo>
                  <a:lnTo>
                    <a:pt x="4548491" y="2530533"/>
                  </a:lnTo>
                  <a:lnTo>
                    <a:pt x="4552770" y="2518350"/>
                  </a:lnTo>
                  <a:lnTo>
                    <a:pt x="4557049" y="2519439"/>
                  </a:lnTo>
                  <a:lnTo>
                    <a:pt x="4561328" y="2452449"/>
                  </a:lnTo>
                  <a:lnTo>
                    <a:pt x="4565607" y="2369621"/>
                  </a:lnTo>
                  <a:lnTo>
                    <a:pt x="4569886" y="2436009"/>
                  </a:lnTo>
                  <a:lnTo>
                    <a:pt x="4574165" y="2560003"/>
                  </a:lnTo>
                  <a:lnTo>
                    <a:pt x="4578444" y="2554149"/>
                  </a:lnTo>
                  <a:lnTo>
                    <a:pt x="4582723" y="2416762"/>
                  </a:lnTo>
                  <a:lnTo>
                    <a:pt x="4587002" y="2318697"/>
                  </a:lnTo>
                  <a:lnTo>
                    <a:pt x="4591281" y="2253977"/>
                  </a:lnTo>
                  <a:lnTo>
                    <a:pt x="4595560" y="2146485"/>
                  </a:lnTo>
                  <a:lnTo>
                    <a:pt x="4599838" y="2041495"/>
                  </a:lnTo>
                  <a:lnTo>
                    <a:pt x="4604117" y="1893185"/>
                  </a:lnTo>
                  <a:lnTo>
                    <a:pt x="4608396" y="1783091"/>
                  </a:lnTo>
                  <a:lnTo>
                    <a:pt x="4612675" y="1738412"/>
                  </a:lnTo>
                  <a:lnTo>
                    <a:pt x="4616954" y="1767684"/>
                  </a:lnTo>
                  <a:lnTo>
                    <a:pt x="4621233" y="1812518"/>
                  </a:lnTo>
                  <a:lnTo>
                    <a:pt x="4625512" y="1818125"/>
                  </a:lnTo>
                  <a:lnTo>
                    <a:pt x="4629791" y="1910433"/>
                  </a:lnTo>
                  <a:lnTo>
                    <a:pt x="4634070" y="2088656"/>
                  </a:lnTo>
                  <a:lnTo>
                    <a:pt x="4638349" y="2225309"/>
                  </a:lnTo>
                  <a:lnTo>
                    <a:pt x="4642628" y="2358295"/>
                  </a:lnTo>
                  <a:lnTo>
                    <a:pt x="4646907" y="2401046"/>
                  </a:lnTo>
                  <a:lnTo>
                    <a:pt x="4651185" y="2437123"/>
                  </a:lnTo>
                  <a:lnTo>
                    <a:pt x="4655464" y="2538973"/>
                  </a:lnTo>
                  <a:lnTo>
                    <a:pt x="4659743" y="2490129"/>
                  </a:lnTo>
                  <a:lnTo>
                    <a:pt x="4664022" y="2353641"/>
                  </a:lnTo>
                  <a:lnTo>
                    <a:pt x="4668301" y="2193167"/>
                  </a:lnTo>
                  <a:lnTo>
                    <a:pt x="4672580" y="2150392"/>
                  </a:lnTo>
                  <a:lnTo>
                    <a:pt x="4676859" y="2153866"/>
                  </a:lnTo>
                  <a:lnTo>
                    <a:pt x="4681138" y="2049125"/>
                  </a:lnTo>
                  <a:lnTo>
                    <a:pt x="4685417" y="2086830"/>
                  </a:lnTo>
                  <a:lnTo>
                    <a:pt x="4689696" y="2215488"/>
                  </a:lnTo>
                  <a:lnTo>
                    <a:pt x="4693975" y="2269899"/>
                  </a:lnTo>
                  <a:lnTo>
                    <a:pt x="4698254" y="2176697"/>
                  </a:lnTo>
                  <a:lnTo>
                    <a:pt x="4702533" y="2064502"/>
                  </a:lnTo>
                  <a:lnTo>
                    <a:pt x="4706811" y="2037385"/>
                  </a:lnTo>
                  <a:lnTo>
                    <a:pt x="4711090" y="1922972"/>
                  </a:lnTo>
                  <a:lnTo>
                    <a:pt x="4715369" y="1822344"/>
                  </a:lnTo>
                  <a:lnTo>
                    <a:pt x="4719648" y="1730161"/>
                  </a:lnTo>
                  <a:lnTo>
                    <a:pt x="4723927" y="1713714"/>
                  </a:lnTo>
                  <a:lnTo>
                    <a:pt x="4728206" y="1725582"/>
                  </a:lnTo>
                  <a:lnTo>
                    <a:pt x="4732485" y="1705583"/>
                  </a:lnTo>
                  <a:lnTo>
                    <a:pt x="4736764" y="1741758"/>
                  </a:lnTo>
                  <a:lnTo>
                    <a:pt x="4741043" y="1677657"/>
                  </a:lnTo>
                  <a:lnTo>
                    <a:pt x="4745322" y="1637781"/>
                  </a:lnTo>
                  <a:lnTo>
                    <a:pt x="4749601" y="1602989"/>
                  </a:lnTo>
                  <a:lnTo>
                    <a:pt x="4753880" y="1627612"/>
                  </a:lnTo>
                  <a:lnTo>
                    <a:pt x="4758158" y="1631458"/>
                  </a:lnTo>
                  <a:lnTo>
                    <a:pt x="4762437" y="1617733"/>
                  </a:lnTo>
                  <a:lnTo>
                    <a:pt x="4766716" y="1754282"/>
                  </a:lnTo>
                  <a:lnTo>
                    <a:pt x="4770995" y="1895769"/>
                  </a:lnTo>
                  <a:lnTo>
                    <a:pt x="4775274" y="1997337"/>
                  </a:lnTo>
                  <a:lnTo>
                    <a:pt x="4779553" y="2009112"/>
                  </a:lnTo>
                  <a:lnTo>
                    <a:pt x="4783832" y="1978697"/>
                  </a:lnTo>
                  <a:lnTo>
                    <a:pt x="4788111" y="1928005"/>
                  </a:lnTo>
                  <a:lnTo>
                    <a:pt x="4792390" y="1770956"/>
                  </a:lnTo>
                  <a:lnTo>
                    <a:pt x="4796669" y="1594662"/>
                  </a:lnTo>
                  <a:lnTo>
                    <a:pt x="4800948" y="1445518"/>
                  </a:lnTo>
                  <a:lnTo>
                    <a:pt x="4805227" y="1355486"/>
                  </a:lnTo>
                  <a:lnTo>
                    <a:pt x="4809506" y="1395838"/>
                  </a:lnTo>
                  <a:lnTo>
                    <a:pt x="4813784" y="1467840"/>
                  </a:lnTo>
                  <a:lnTo>
                    <a:pt x="4818063" y="1594841"/>
                  </a:lnTo>
                  <a:lnTo>
                    <a:pt x="4822342" y="1723216"/>
                  </a:lnTo>
                  <a:lnTo>
                    <a:pt x="4826621" y="1793278"/>
                  </a:lnTo>
                  <a:lnTo>
                    <a:pt x="4830900" y="1803829"/>
                  </a:lnTo>
                  <a:lnTo>
                    <a:pt x="4835179" y="1745864"/>
                  </a:lnTo>
                  <a:lnTo>
                    <a:pt x="4839458" y="1697070"/>
                  </a:lnTo>
                  <a:lnTo>
                    <a:pt x="4843737" y="1686555"/>
                  </a:lnTo>
                  <a:lnTo>
                    <a:pt x="4848016" y="1721234"/>
                  </a:lnTo>
                  <a:lnTo>
                    <a:pt x="4852295" y="1763186"/>
                  </a:lnTo>
                  <a:lnTo>
                    <a:pt x="4856574" y="1867575"/>
                  </a:lnTo>
                  <a:lnTo>
                    <a:pt x="4860853" y="1940801"/>
                  </a:lnTo>
                  <a:lnTo>
                    <a:pt x="4865131" y="1962635"/>
                  </a:lnTo>
                  <a:lnTo>
                    <a:pt x="4869410" y="2027254"/>
                  </a:lnTo>
                  <a:lnTo>
                    <a:pt x="4873689" y="2011806"/>
                  </a:lnTo>
                  <a:lnTo>
                    <a:pt x="4877968" y="1969577"/>
                  </a:lnTo>
                  <a:lnTo>
                    <a:pt x="4882247" y="1820722"/>
                  </a:lnTo>
                  <a:lnTo>
                    <a:pt x="4886526" y="1726578"/>
                  </a:lnTo>
                  <a:lnTo>
                    <a:pt x="4890805" y="1676524"/>
                  </a:lnTo>
                  <a:lnTo>
                    <a:pt x="4895084" y="1518330"/>
                  </a:lnTo>
                  <a:lnTo>
                    <a:pt x="4899363" y="1364230"/>
                  </a:lnTo>
                  <a:lnTo>
                    <a:pt x="4903642" y="1341785"/>
                  </a:lnTo>
                  <a:lnTo>
                    <a:pt x="4907921" y="1458176"/>
                  </a:lnTo>
                  <a:lnTo>
                    <a:pt x="4912200" y="1570137"/>
                  </a:lnTo>
                  <a:lnTo>
                    <a:pt x="4916479" y="1543148"/>
                  </a:lnTo>
                  <a:lnTo>
                    <a:pt x="4920757" y="1637134"/>
                  </a:lnTo>
                  <a:lnTo>
                    <a:pt x="4925036" y="1867142"/>
                  </a:lnTo>
                  <a:lnTo>
                    <a:pt x="4929315" y="2019372"/>
                  </a:lnTo>
                  <a:lnTo>
                    <a:pt x="4933594" y="2072714"/>
                  </a:lnTo>
                  <a:lnTo>
                    <a:pt x="4937873" y="2083275"/>
                  </a:lnTo>
                  <a:lnTo>
                    <a:pt x="4942152" y="2205810"/>
                  </a:lnTo>
                  <a:lnTo>
                    <a:pt x="4946431" y="2270623"/>
                  </a:lnTo>
                  <a:lnTo>
                    <a:pt x="4950710" y="2201865"/>
                  </a:lnTo>
                  <a:lnTo>
                    <a:pt x="4954989" y="2123073"/>
                  </a:lnTo>
                  <a:lnTo>
                    <a:pt x="4959268" y="2049528"/>
                  </a:lnTo>
                  <a:lnTo>
                    <a:pt x="4963547" y="2087210"/>
                  </a:lnTo>
                  <a:lnTo>
                    <a:pt x="4967826" y="2182004"/>
                  </a:lnTo>
                  <a:lnTo>
                    <a:pt x="4972104" y="2124298"/>
                  </a:lnTo>
                  <a:lnTo>
                    <a:pt x="4976383" y="2073520"/>
                  </a:lnTo>
                  <a:lnTo>
                    <a:pt x="4980662" y="2034183"/>
                  </a:lnTo>
                  <a:lnTo>
                    <a:pt x="4984941" y="2051686"/>
                  </a:lnTo>
                  <a:lnTo>
                    <a:pt x="4989220" y="1917043"/>
                  </a:lnTo>
                  <a:lnTo>
                    <a:pt x="4993499" y="1646585"/>
                  </a:lnTo>
                  <a:lnTo>
                    <a:pt x="4997778" y="1461584"/>
                  </a:lnTo>
                  <a:lnTo>
                    <a:pt x="5002057" y="1344614"/>
                  </a:lnTo>
                  <a:lnTo>
                    <a:pt x="5006336" y="1282843"/>
                  </a:lnTo>
                  <a:lnTo>
                    <a:pt x="5010615" y="1229734"/>
                  </a:lnTo>
                  <a:lnTo>
                    <a:pt x="5014894" y="1291635"/>
                  </a:lnTo>
                  <a:lnTo>
                    <a:pt x="5019173" y="1412936"/>
                  </a:lnTo>
                  <a:lnTo>
                    <a:pt x="5023452" y="1503003"/>
                  </a:lnTo>
                  <a:lnTo>
                    <a:pt x="5027730" y="1543331"/>
                  </a:lnTo>
                  <a:lnTo>
                    <a:pt x="5032009" y="1552493"/>
                  </a:lnTo>
                  <a:lnTo>
                    <a:pt x="5036288" y="1544220"/>
                  </a:lnTo>
                  <a:lnTo>
                    <a:pt x="5040567" y="1558003"/>
                  </a:lnTo>
                  <a:lnTo>
                    <a:pt x="5044846" y="1589670"/>
                  </a:lnTo>
                  <a:lnTo>
                    <a:pt x="5049125" y="1635111"/>
                  </a:lnTo>
                  <a:lnTo>
                    <a:pt x="5053404" y="1660025"/>
                  </a:lnTo>
                  <a:lnTo>
                    <a:pt x="5057683" y="1662900"/>
                  </a:lnTo>
                  <a:lnTo>
                    <a:pt x="5061962" y="1604603"/>
                  </a:lnTo>
                  <a:lnTo>
                    <a:pt x="5066241" y="1375703"/>
                  </a:lnTo>
                  <a:lnTo>
                    <a:pt x="5070520" y="1167041"/>
                  </a:lnTo>
                  <a:lnTo>
                    <a:pt x="5074799" y="1161800"/>
                  </a:lnTo>
                  <a:lnTo>
                    <a:pt x="5079077" y="1217875"/>
                  </a:lnTo>
                  <a:lnTo>
                    <a:pt x="5083356" y="1233651"/>
                  </a:lnTo>
                  <a:lnTo>
                    <a:pt x="5087635" y="1370872"/>
                  </a:lnTo>
                  <a:lnTo>
                    <a:pt x="5091914" y="1489581"/>
                  </a:lnTo>
                  <a:lnTo>
                    <a:pt x="5096193" y="1520409"/>
                  </a:lnTo>
                  <a:lnTo>
                    <a:pt x="5100472" y="1480538"/>
                  </a:lnTo>
                  <a:lnTo>
                    <a:pt x="5104751" y="1495880"/>
                  </a:lnTo>
                  <a:lnTo>
                    <a:pt x="5109030" y="1536987"/>
                  </a:lnTo>
                  <a:lnTo>
                    <a:pt x="5113309" y="1408462"/>
                  </a:lnTo>
                  <a:lnTo>
                    <a:pt x="5117588" y="1356715"/>
                  </a:lnTo>
                  <a:lnTo>
                    <a:pt x="5121867" y="1349069"/>
                  </a:lnTo>
                  <a:lnTo>
                    <a:pt x="5126146" y="1290376"/>
                  </a:lnTo>
                  <a:lnTo>
                    <a:pt x="5130425" y="1169377"/>
                  </a:lnTo>
                  <a:lnTo>
                    <a:pt x="5134703" y="1078689"/>
                  </a:lnTo>
                  <a:lnTo>
                    <a:pt x="5138982" y="1076904"/>
                  </a:lnTo>
                  <a:lnTo>
                    <a:pt x="5143261" y="1097075"/>
                  </a:lnTo>
                  <a:lnTo>
                    <a:pt x="5147540" y="1178122"/>
                  </a:lnTo>
                  <a:lnTo>
                    <a:pt x="5151819" y="1246439"/>
                  </a:lnTo>
                  <a:lnTo>
                    <a:pt x="5156098" y="1317800"/>
                  </a:lnTo>
                  <a:lnTo>
                    <a:pt x="5160377" y="1519407"/>
                  </a:lnTo>
                  <a:lnTo>
                    <a:pt x="5164656" y="1709257"/>
                  </a:lnTo>
                  <a:lnTo>
                    <a:pt x="5168935" y="1744175"/>
                  </a:lnTo>
                  <a:lnTo>
                    <a:pt x="5173214" y="1733575"/>
                  </a:lnTo>
                  <a:lnTo>
                    <a:pt x="5177493" y="1740498"/>
                  </a:lnTo>
                  <a:lnTo>
                    <a:pt x="5181772" y="1794314"/>
                  </a:lnTo>
                  <a:lnTo>
                    <a:pt x="5186050" y="1741758"/>
                  </a:lnTo>
                  <a:lnTo>
                    <a:pt x="5190329" y="1657112"/>
                  </a:lnTo>
                  <a:lnTo>
                    <a:pt x="5194608" y="1627053"/>
                  </a:lnTo>
                  <a:lnTo>
                    <a:pt x="5198887" y="1570788"/>
                  </a:lnTo>
                  <a:lnTo>
                    <a:pt x="5203166" y="1573119"/>
                  </a:lnTo>
                  <a:lnTo>
                    <a:pt x="5207445" y="1602419"/>
                  </a:lnTo>
                  <a:lnTo>
                    <a:pt x="5211724" y="1736267"/>
                  </a:lnTo>
                  <a:lnTo>
                    <a:pt x="5216003" y="1937556"/>
                  </a:lnTo>
                  <a:lnTo>
                    <a:pt x="5220282" y="2111249"/>
                  </a:lnTo>
                  <a:lnTo>
                    <a:pt x="5224561" y="2278627"/>
                  </a:lnTo>
                  <a:lnTo>
                    <a:pt x="5228840" y="2340837"/>
                  </a:lnTo>
                  <a:lnTo>
                    <a:pt x="5233119" y="2342071"/>
                  </a:lnTo>
                  <a:lnTo>
                    <a:pt x="5237398" y="2200912"/>
                  </a:lnTo>
                  <a:lnTo>
                    <a:pt x="5241676" y="2016089"/>
                  </a:lnTo>
                  <a:lnTo>
                    <a:pt x="5245955" y="1913909"/>
                  </a:lnTo>
                  <a:lnTo>
                    <a:pt x="5250234" y="1825818"/>
                  </a:lnTo>
                  <a:lnTo>
                    <a:pt x="5254513" y="1804934"/>
                  </a:lnTo>
                  <a:lnTo>
                    <a:pt x="5258792" y="1761844"/>
                  </a:lnTo>
                  <a:lnTo>
                    <a:pt x="5263071" y="1663406"/>
                  </a:lnTo>
                  <a:lnTo>
                    <a:pt x="5267350" y="1568270"/>
                  </a:lnTo>
                  <a:lnTo>
                    <a:pt x="5271629" y="1562354"/>
                  </a:lnTo>
                  <a:lnTo>
                    <a:pt x="5275908" y="1625093"/>
                  </a:lnTo>
                  <a:lnTo>
                    <a:pt x="5280187" y="1732630"/>
                  </a:lnTo>
                  <a:lnTo>
                    <a:pt x="5284466" y="1887231"/>
                  </a:lnTo>
                  <a:lnTo>
                    <a:pt x="5288745" y="2051183"/>
                  </a:lnTo>
                  <a:lnTo>
                    <a:pt x="5293023" y="2282084"/>
                  </a:lnTo>
                  <a:lnTo>
                    <a:pt x="5297302" y="2470532"/>
                  </a:lnTo>
                  <a:lnTo>
                    <a:pt x="5301581" y="2511054"/>
                  </a:lnTo>
                  <a:lnTo>
                    <a:pt x="5305860" y="2423298"/>
                  </a:lnTo>
                  <a:lnTo>
                    <a:pt x="5310139" y="2330882"/>
                  </a:lnTo>
                  <a:lnTo>
                    <a:pt x="5314418" y="2282615"/>
                  </a:lnTo>
                  <a:lnTo>
                    <a:pt x="5318697" y="2173448"/>
                  </a:lnTo>
                  <a:lnTo>
                    <a:pt x="5322976" y="2057363"/>
                  </a:lnTo>
                  <a:lnTo>
                    <a:pt x="5327255" y="2055718"/>
                  </a:lnTo>
                  <a:lnTo>
                    <a:pt x="5331534" y="2033748"/>
                  </a:lnTo>
                  <a:lnTo>
                    <a:pt x="5335813" y="1927178"/>
                  </a:lnTo>
                  <a:lnTo>
                    <a:pt x="5340092" y="1885921"/>
                  </a:lnTo>
                  <a:lnTo>
                    <a:pt x="5344371" y="1914352"/>
                  </a:lnTo>
                  <a:lnTo>
                    <a:pt x="5348649" y="1950636"/>
                  </a:lnTo>
                  <a:lnTo>
                    <a:pt x="5352928" y="1999271"/>
                  </a:lnTo>
                  <a:lnTo>
                    <a:pt x="5357207" y="2082994"/>
                  </a:lnTo>
                  <a:lnTo>
                    <a:pt x="5361486" y="2182623"/>
                  </a:lnTo>
                  <a:lnTo>
                    <a:pt x="5365765" y="2251061"/>
                  </a:lnTo>
                  <a:lnTo>
                    <a:pt x="5370044" y="2317441"/>
                  </a:lnTo>
                  <a:lnTo>
                    <a:pt x="5374323" y="2337088"/>
                  </a:lnTo>
                  <a:lnTo>
                    <a:pt x="5378602" y="2360283"/>
                  </a:lnTo>
                  <a:lnTo>
                    <a:pt x="5382881" y="2464503"/>
                  </a:lnTo>
                  <a:lnTo>
                    <a:pt x="5387160" y="2533683"/>
                  </a:lnTo>
                  <a:lnTo>
                    <a:pt x="5391439" y="2525896"/>
                  </a:lnTo>
                  <a:lnTo>
                    <a:pt x="5395718" y="2525216"/>
                  </a:lnTo>
                  <a:lnTo>
                    <a:pt x="5399996" y="2557688"/>
                  </a:lnTo>
                  <a:lnTo>
                    <a:pt x="5404275" y="2556119"/>
                  </a:lnTo>
                  <a:lnTo>
                    <a:pt x="5408554" y="2533427"/>
                  </a:lnTo>
                  <a:lnTo>
                    <a:pt x="5412833" y="2568814"/>
                  </a:lnTo>
                  <a:lnTo>
                    <a:pt x="5417112" y="2706830"/>
                  </a:lnTo>
                  <a:lnTo>
                    <a:pt x="5421391" y="2715317"/>
                  </a:lnTo>
                  <a:lnTo>
                    <a:pt x="5425670" y="2674986"/>
                  </a:lnTo>
                  <a:lnTo>
                    <a:pt x="5429949" y="2616191"/>
                  </a:lnTo>
                  <a:lnTo>
                    <a:pt x="5434228" y="2521304"/>
                  </a:lnTo>
                  <a:lnTo>
                    <a:pt x="5438507" y="2490204"/>
                  </a:lnTo>
                  <a:lnTo>
                    <a:pt x="5442786" y="2466447"/>
                  </a:lnTo>
                  <a:lnTo>
                    <a:pt x="5447065" y="2490054"/>
                  </a:lnTo>
                  <a:lnTo>
                    <a:pt x="5451344" y="2554190"/>
                  </a:lnTo>
                  <a:lnTo>
                    <a:pt x="5455622" y="2686523"/>
                  </a:lnTo>
                  <a:lnTo>
                    <a:pt x="5459901" y="2791584"/>
                  </a:lnTo>
                  <a:lnTo>
                    <a:pt x="5464180" y="2830846"/>
                  </a:lnTo>
                  <a:lnTo>
                    <a:pt x="5468459" y="2788490"/>
                  </a:lnTo>
                  <a:lnTo>
                    <a:pt x="5472738" y="2759136"/>
                  </a:lnTo>
                  <a:lnTo>
                    <a:pt x="5477017" y="2756844"/>
                  </a:lnTo>
                  <a:lnTo>
                    <a:pt x="5481296" y="2654835"/>
                  </a:lnTo>
                  <a:lnTo>
                    <a:pt x="5485575" y="2552145"/>
                  </a:lnTo>
                  <a:lnTo>
                    <a:pt x="5489854" y="2508738"/>
                  </a:lnTo>
                  <a:lnTo>
                    <a:pt x="5494133" y="2529935"/>
                  </a:lnTo>
                  <a:lnTo>
                    <a:pt x="5498412" y="2567008"/>
                  </a:lnTo>
                  <a:lnTo>
                    <a:pt x="5502691" y="2558447"/>
                  </a:lnTo>
                  <a:lnTo>
                    <a:pt x="5506969" y="2614012"/>
                  </a:lnTo>
                  <a:lnTo>
                    <a:pt x="5511248" y="2718601"/>
                  </a:lnTo>
                  <a:lnTo>
                    <a:pt x="5515527" y="2775177"/>
                  </a:lnTo>
                  <a:lnTo>
                    <a:pt x="5519806" y="2752588"/>
                  </a:lnTo>
                  <a:lnTo>
                    <a:pt x="5524085" y="2709592"/>
                  </a:lnTo>
                  <a:lnTo>
                    <a:pt x="5528364" y="2694448"/>
                  </a:lnTo>
                  <a:lnTo>
                    <a:pt x="5532643" y="2727814"/>
                  </a:lnTo>
                  <a:lnTo>
                    <a:pt x="5536922" y="2780522"/>
                  </a:lnTo>
                  <a:lnTo>
                    <a:pt x="5541201" y="2855964"/>
                  </a:lnTo>
                  <a:lnTo>
                    <a:pt x="5545480" y="2938392"/>
                  </a:lnTo>
                  <a:lnTo>
                    <a:pt x="5549759" y="3011868"/>
                  </a:lnTo>
                  <a:lnTo>
                    <a:pt x="5554038" y="3087091"/>
                  </a:lnTo>
                  <a:lnTo>
                    <a:pt x="5558317" y="3106381"/>
                  </a:lnTo>
                  <a:lnTo>
                    <a:pt x="5562595" y="3116972"/>
                  </a:lnTo>
                  <a:lnTo>
                    <a:pt x="5566874" y="3116972"/>
                  </a:lnTo>
                  <a:lnTo>
                    <a:pt x="5571153" y="3092569"/>
                  </a:lnTo>
                  <a:lnTo>
                    <a:pt x="5575432" y="3038441"/>
                  </a:lnTo>
                  <a:lnTo>
                    <a:pt x="5579711" y="2931393"/>
                  </a:lnTo>
                  <a:lnTo>
                    <a:pt x="5583990" y="2846952"/>
                  </a:lnTo>
                  <a:lnTo>
                    <a:pt x="5588269" y="2773211"/>
                  </a:lnTo>
                  <a:lnTo>
                    <a:pt x="5592548" y="2718263"/>
                  </a:lnTo>
                  <a:lnTo>
                    <a:pt x="5596827" y="2684970"/>
                  </a:lnTo>
                  <a:lnTo>
                    <a:pt x="5601106" y="2703598"/>
                  </a:lnTo>
                  <a:lnTo>
                    <a:pt x="5605385" y="2856050"/>
                  </a:lnTo>
                  <a:lnTo>
                    <a:pt x="5609664" y="2946324"/>
                  </a:lnTo>
                  <a:lnTo>
                    <a:pt x="5613942" y="2939667"/>
                  </a:lnTo>
                  <a:lnTo>
                    <a:pt x="5618221" y="2906024"/>
                  </a:lnTo>
                  <a:lnTo>
                    <a:pt x="5622500" y="2953358"/>
                  </a:lnTo>
                  <a:lnTo>
                    <a:pt x="5626779" y="2999140"/>
                  </a:lnTo>
                  <a:lnTo>
                    <a:pt x="5631058" y="2967657"/>
                  </a:lnTo>
                  <a:lnTo>
                    <a:pt x="5635337" y="2965540"/>
                  </a:lnTo>
                  <a:lnTo>
                    <a:pt x="5639616" y="2969073"/>
                  </a:lnTo>
                  <a:lnTo>
                    <a:pt x="5643895" y="2985517"/>
                  </a:lnTo>
                  <a:lnTo>
                    <a:pt x="5648174" y="2921466"/>
                  </a:lnTo>
                  <a:lnTo>
                    <a:pt x="5652453" y="2833166"/>
                  </a:lnTo>
                  <a:lnTo>
                    <a:pt x="5656732" y="2804187"/>
                  </a:lnTo>
                  <a:lnTo>
                    <a:pt x="5661011" y="2763432"/>
                  </a:lnTo>
                  <a:lnTo>
                    <a:pt x="5665290" y="2815396"/>
                  </a:lnTo>
                  <a:lnTo>
                    <a:pt x="5669568" y="2869832"/>
                  </a:lnTo>
                  <a:lnTo>
                    <a:pt x="5673847" y="2995392"/>
                  </a:lnTo>
                  <a:lnTo>
                    <a:pt x="5678126" y="3109658"/>
                  </a:lnTo>
                  <a:lnTo>
                    <a:pt x="5682405" y="3116972"/>
                  </a:lnTo>
                  <a:lnTo>
                    <a:pt x="5686684" y="3116972"/>
                  </a:lnTo>
                  <a:lnTo>
                    <a:pt x="5690963" y="3078053"/>
                  </a:lnTo>
                  <a:lnTo>
                    <a:pt x="5695242" y="3036230"/>
                  </a:lnTo>
                  <a:lnTo>
                    <a:pt x="5699521" y="2971450"/>
                  </a:lnTo>
                  <a:lnTo>
                    <a:pt x="5703800" y="2867521"/>
                  </a:lnTo>
                  <a:lnTo>
                    <a:pt x="5708079" y="2832103"/>
                  </a:lnTo>
                  <a:lnTo>
                    <a:pt x="5712358" y="2887622"/>
                  </a:lnTo>
                  <a:lnTo>
                    <a:pt x="5716637" y="2952045"/>
                  </a:lnTo>
                  <a:lnTo>
                    <a:pt x="5720915" y="2963911"/>
                  </a:lnTo>
                  <a:lnTo>
                    <a:pt x="5725194" y="3003926"/>
                  </a:lnTo>
                  <a:lnTo>
                    <a:pt x="5729473" y="3116972"/>
                  </a:lnTo>
                  <a:lnTo>
                    <a:pt x="5733752" y="3113531"/>
                  </a:lnTo>
                  <a:lnTo>
                    <a:pt x="5738031" y="3076505"/>
                  </a:lnTo>
                  <a:lnTo>
                    <a:pt x="5742310" y="3078384"/>
                  </a:lnTo>
                  <a:lnTo>
                    <a:pt x="5746589" y="3066735"/>
                  </a:lnTo>
                  <a:lnTo>
                    <a:pt x="5750868" y="3030178"/>
                  </a:lnTo>
                  <a:lnTo>
                    <a:pt x="5755147" y="3004192"/>
                  </a:lnTo>
                  <a:lnTo>
                    <a:pt x="5759426" y="3055858"/>
                  </a:lnTo>
                  <a:lnTo>
                    <a:pt x="5763705" y="3116972"/>
                  </a:lnTo>
                  <a:lnTo>
                    <a:pt x="5767984" y="3116972"/>
                  </a:lnTo>
                  <a:lnTo>
                    <a:pt x="5772263" y="3116972"/>
                  </a:lnTo>
                  <a:lnTo>
                    <a:pt x="5776541" y="3114744"/>
                  </a:lnTo>
                  <a:lnTo>
                    <a:pt x="5780820" y="3061317"/>
                  </a:lnTo>
                  <a:lnTo>
                    <a:pt x="5785099" y="3066390"/>
                  </a:lnTo>
                  <a:lnTo>
                    <a:pt x="5789378" y="3091328"/>
                  </a:lnTo>
                  <a:lnTo>
                    <a:pt x="5793657" y="3116972"/>
                  </a:lnTo>
                  <a:lnTo>
                    <a:pt x="5797936" y="3084461"/>
                  </a:lnTo>
                  <a:lnTo>
                    <a:pt x="5802215" y="3053463"/>
                  </a:lnTo>
                  <a:lnTo>
                    <a:pt x="5806494" y="3062779"/>
                  </a:lnTo>
                  <a:lnTo>
                    <a:pt x="5810773" y="2989232"/>
                  </a:lnTo>
                  <a:lnTo>
                    <a:pt x="5815052" y="2883351"/>
                  </a:lnTo>
                  <a:lnTo>
                    <a:pt x="5819331" y="2889186"/>
                  </a:lnTo>
                  <a:lnTo>
                    <a:pt x="5823610" y="2971952"/>
                  </a:lnTo>
                  <a:lnTo>
                    <a:pt x="5827888" y="3049683"/>
                  </a:lnTo>
                  <a:lnTo>
                    <a:pt x="5832167" y="3082888"/>
                  </a:lnTo>
                  <a:lnTo>
                    <a:pt x="5836446" y="3079923"/>
                  </a:lnTo>
                  <a:lnTo>
                    <a:pt x="5840725" y="3082634"/>
                  </a:lnTo>
                  <a:lnTo>
                    <a:pt x="5845004" y="3022824"/>
                  </a:lnTo>
                  <a:lnTo>
                    <a:pt x="5849283" y="3002427"/>
                  </a:lnTo>
                  <a:lnTo>
                    <a:pt x="5853562" y="2996445"/>
                  </a:lnTo>
                  <a:lnTo>
                    <a:pt x="5857841" y="3003385"/>
                  </a:lnTo>
                  <a:lnTo>
                    <a:pt x="5862120" y="3029974"/>
                  </a:lnTo>
                  <a:lnTo>
                    <a:pt x="5866399" y="3046620"/>
                  </a:lnTo>
                  <a:lnTo>
                    <a:pt x="5870678" y="3085429"/>
                  </a:lnTo>
                  <a:lnTo>
                    <a:pt x="5874957" y="3091093"/>
                  </a:lnTo>
                  <a:lnTo>
                    <a:pt x="5879236" y="3078663"/>
                  </a:lnTo>
                  <a:lnTo>
                    <a:pt x="5883514" y="3021066"/>
                  </a:lnTo>
                  <a:lnTo>
                    <a:pt x="5887793" y="3006786"/>
                  </a:lnTo>
                  <a:lnTo>
                    <a:pt x="5892072" y="3026516"/>
                  </a:lnTo>
                  <a:lnTo>
                    <a:pt x="5896351" y="2998482"/>
                  </a:lnTo>
                  <a:lnTo>
                    <a:pt x="5900630" y="2997937"/>
                  </a:lnTo>
                  <a:lnTo>
                    <a:pt x="5904909" y="2906970"/>
                  </a:lnTo>
                  <a:lnTo>
                    <a:pt x="5909188" y="2888960"/>
                  </a:lnTo>
                  <a:lnTo>
                    <a:pt x="5913467" y="2898925"/>
                  </a:lnTo>
                  <a:lnTo>
                    <a:pt x="5917746" y="2865372"/>
                  </a:lnTo>
                  <a:lnTo>
                    <a:pt x="5922025" y="2798764"/>
                  </a:lnTo>
                  <a:lnTo>
                    <a:pt x="5926304" y="2708479"/>
                  </a:lnTo>
                  <a:lnTo>
                    <a:pt x="5930583" y="2730447"/>
                  </a:lnTo>
                  <a:lnTo>
                    <a:pt x="5934861" y="2822897"/>
                  </a:lnTo>
                  <a:lnTo>
                    <a:pt x="5939140" y="2832155"/>
                  </a:lnTo>
                  <a:lnTo>
                    <a:pt x="5943419" y="2758564"/>
                  </a:lnTo>
                  <a:lnTo>
                    <a:pt x="5947698" y="2778365"/>
                  </a:lnTo>
                  <a:lnTo>
                    <a:pt x="5951977" y="2824719"/>
                  </a:lnTo>
                  <a:lnTo>
                    <a:pt x="5956256" y="2897028"/>
                  </a:lnTo>
                  <a:lnTo>
                    <a:pt x="5960535" y="2895144"/>
                  </a:lnTo>
                  <a:lnTo>
                    <a:pt x="5964814" y="2821891"/>
                  </a:lnTo>
                  <a:lnTo>
                    <a:pt x="5969093" y="2864641"/>
                  </a:lnTo>
                  <a:lnTo>
                    <a:pt x="5973372" y="2939486"/>
                  </a:lnTo>
                  <a:lnTo>
                    <a:pt x="5977651" y="2999351"/>
                  </a:lnTo>
                  <a:lnTo>
                    <a:pt x="5981930" y="3005187"/>
                  </a:lnTo>
                  <a:lnTo>
                    <a:pt x="5986209" y="2967477"/>
                  </a:lnTo>
                  <a:lnTo>
                    <a:pt x="5990487" y="3045785"/>
                  </a:lnTo>
                  <a:lnTo>
                    <a:pt x="5994766" y="3112907"/>
                  </a:lnTo>
                  <a:lnTo>
                    <a:pt x="5999045" y="3088617"/>
                  </a:lnTo>
                  <a:lnTo>
                    <a:pt x="6003324" y="3073814"/>
                  </a:lnTo>
                  <a:lnTo>
                    <a:pt x="6007603" y="3075775"/>
                  </a:lnTo>
                  <a:lnTo>
                    <a:pt x="6011882" y="3070786"/>
                  </a:lnTo>
                  <a:lnTo>
                    <a:pt x="6016161" y="3073426"/>
                  </a:lnTo>
                  <a:lnTo>
                    <a:pt x="6020440" y="3081122"/>
                  </a:lnTo>
                  <a:lnTo>
                    <a:pt x="6024719" y="3081943"/>
                  </a:lnTo>
                  <a:lnTo>
                    <a:pt x="6028998" y="3073981"/>
                  </a:lnTo>
                  <a:lnTo>
                    <a:pt x="6033277" y="3078346"/>
                  </a:lnTo>
                  <a:lnTo>
                    <a:pt x="6037556" y="3076368"/>
                  </a:lnTo>
                  <a:lnTo>
                    <a:pt x="6041834" y="3040340"/>
                  </a:lnTo>
                  <a:lnTo>
                    <a:pt x="6046113" y="2980710"/>
                  </a:lnTo>
                  <a:lnTo>
                    <a:pt x="6050392" y="2961834"/>
                  </a:lnTo>
                  <a:lnTo>
                    <a:pt x="6054671" y="2910767"/>
                  </a:lnTo>
                  <a:lnTo>
                    <a:pt x="6058950" y="2786123"/>
                  </a:lnTo>
                  <a:lnTo>
                    <a:pt x="6063229" y="2730093"/>
                  </a:lnTo>
                  <a:lnTo>
                    <a:pt x="6067508" y="2709645"/>
                  </a:lnTo>
                  <a:lnTo>
                    <a:pt x="6071787" y="2735146"/>
                  </a:lnTo>
                  <a:lnTo>
                    <a:pt x="6076066" y="2646541"/>
                  </a:lnTo>
                  <a:lnTo>
                    <a:pt x="6080345" y="2677489"/>
                  </a:lnTo>
                  <a:lnTo>
                    <a:pt x="6084624" y="2819041"/>
                  </a:lnTo>
                  <a:lnTo>
                    <a:pt x="6088903" y="2899493"/>
                  </a:lnTo>
                  <a:lnTo>
                    <a:pt x="6093182" y="2950303"/>
                  </a:lnTo>
                  <a:lnTo>
                    <a:pt x="6097460" y="2989622"/>
                  </a:lnTo>
                  <a:lnTo>
                    <a:pt x="6101739" y="3116972"/>
                  </a:lnTo>
                  <a:lnTo>
                    <a:pt x="6106018" y="3116972"/>
                  </a:lnTo>
                  <a:lnTo>
                    <a:pt x="6110297" y="3116972"/>
                  </a:lnTo>
                  <a:lnTo>
                    <a:pt x="6114576" y="3116972"/>
                  </a:lnTo>
                  <a:lnTo>
                    <a:pt x="6118855" y="3116972"/>
                  </a:lnTo>
                  <a:lnTo>
                    <a:pt x="6123134" y="3116972"/>
                  </a:lnTo>
                  <a:lnTo>
                    <a:pt x="6127413" y="3116972"/>
                  </a:lnTo>
                  <a:lnTo>
                    <a:pt x="6131692" y="3059777"/>
                  </a:lnTo>
                  <a:lnTo>
                    <a:pt x="6135971" y="3019251"/>
                  </a:lnTo>
                  <a:lnTo>
                    <a:pt x="6140250" y="3032174"/>
                  </a:lnTo>
                  <a:lnTo>
                    <a:pt x="6144529" y="3066485"/>
                  </a:lnTo>
                  <a:lnTo>
                    <a:pt x="6148807" y="3066485"/>
                  </a:lnTo>
                  <a:lnTo>
                    <a:pt x="6153086" y="3066485"/>
                  </a:lnTo>
                  <a:lnTo>
                    <a:pt x="6157365" y="3066485"/>
                  </a:lnTo>
                  <a:lnTo>
                    <a:pt x="6161644" y="3066485"/>
                  </a:lnTo>
                  <a:lnTo>
                    <a:pt x="6165923" y="3096448"/>
                  </a:lnTo>
                  <a:lnTo>
                    <a:pt x="6170202" y="3116972"/>
                  </a:lnTo>
                  <a:lnTo>
                    <a:pt x="6174481" y="3116972"/>
                  </a:lnTo>
                  <a:lnTo>
                    <a:pt x="6178760" y="3048103"/>
                  </a:lnTo>
                  <a:lnTo>
                    <a:pt x="6183039" y="2954355"/>
                  </a:lnTo>
                  <a:lnTo>
                    <a:pt x="6187318" y="2929357"/>
                  </a:lnTo>
                  <a:lnTo>
                    <a:pt x="6191597" y="2929075"/>
                  </a:lnTo>
                  <a:lnTo>
                    <a:pt x="6195876" y="2861764"/>
                  </a:lnTo>
                  <a:lnTo>
                    <a:pt x="6200155" y="2825131"/>
                  </a:lnTo>
                  <a:lnTo>
                    <a:pt x="6204433" y="2898630"/>
                  </a:lnTo>
                  <a:lnTo>
                    <a:pt x="6208712" y="2975393"/>
                  </a:lnTo>
                  <a:lnTo>
                    <a:pt x="6212991" y="2941470"/>
                  </a:lnTo>
                  <a:lnTo>
                    <a:pt x="6217270" y="2880290"/>
                  </a:lnTo>
                  <a:lnTo>
                    <a:pt x="6221549" y="2916077"/>
                  </a:lnTo>
                  <a:lnTo>
                    <a:pt x="6225828" y="3012008"/>
                  </a:lnTo>
                  <a:lnTo>
                    <a:pt x="6230107" y="3095941"/>
                  </a:lnTo>
                  <a:lnTo>
                    <a:pt x="6234386" y="3106989"/>
                  </a:lnTo>
                  <a:lnTo>
                    <a:pt x="6238665" y="3116972"/>
                  </a:lnTo>
                  <a:lnTo>
                    <a:pt x="6242944" y="3080014"/>
                  </a:lnTo>
                  <a:lnTo>
                    <a:pt x="6247223" y="2971591"/>
                  </a:lnTo>
                  <a:lnTo>
                    <a:pt x="6251502" y="2915057"/>
                  </a:lnTo>
                  <a:lnTo>
                    <a:pt x="6255780" y="2888236"/>
                  </a:lnTo>
                  <a:lnTo>
                    <a:pt x="6260059" y="2894173"/>
                  </a:lnTo>
                  <a:lnTo>
                    <a:pt x="6264338" y="2935593"/>
                  </a:lnTo>
                  <a:lnTo>
                    <a:pt x="6268617" y="3011568"/>
                  </a:lnTo>
                  <a:lnTo>
                    <a:pt x="6272896" y="3101283"/>
                  </a:lnTo>
                  <a:lnTo>
                    <a:pt x="6277175" y="3113791"/>
                  </a:lnTo>
                  <a:lnTo>
                    <a:pt x="6281454" y="3083986"/>
                  </a:lnTo>
                  <a:lnTo>
                    <a:pt x="6285733" y="3116706"/>
                  </a:lnTo>
                  <a:lnTo>
                    <a:pt x="6290012" y="3116972"/>
                  </a:lnTo>
                  <a:lnTo>
                    <a:pt x="6294291" y="3116972"/>
                  </a:lnTo>
                  <a:lnTo>
                    <a:pt x="6298570" y="3116972"/>
                  </a:lnTo>
                  <a:lnTo>
                    <a:pt x="6302849" y="3116972"/>
                  </a:lnTo>
                  <a:lnTo>
                    <a:pt x="6307127" y="3116972"/>
                  </a:lnTo>
                  <a:lnTo>
                    <a:pt x="6311406" y="3115179"/>
                  </a:lnTo>
                  <a:lnTo>
                    <a:pt x="6315685" y="3061409"/>
                  </a:lnTo>
                  <a:lnTo>
                    <a:pt x="6319964" y="3078320"/>
                  </a:lnTo>
                  <a:lnTo>
                    <a:pt x="6324243" y="3116972"/>
                  </a:lnTo>
                  <a:lnTo>
                    <a:pt x="6328522" y="3094877"/>
                  </a:lnTo>
                  <a:lnTo>
                    <a:pt x="6332801" y="3007093"/>
                  </a:lnTo>
                  <a:lnTo>
                    <a:pt x="6337080" y="3025211"/>
                  </a:lnTo>
                  <a:lnTo>
                    <a:pt x="6341359" y="3102638"/>
                  </a:lnTo>
                  <a:lnTo>
                    <a:pt x="6345638" y="3109136"/>
                  </a:lnTo>
                  <a:lnTo>
                    <a:pt x="6349917" y="3048790"/>
                  </a:lnTo>
                  <a:lnTo>
                    <a:pt x="6354196" y="3059502"/>
                  </a:lnTo>
                  <a:lnTo>
                    <a:pt x="6358475" y="3116972"/>
                  </a:lnTo>
                  <a:lnTo>
                    <a:pt x="6362753" y="3116972"/>
                  </a:lnTo>
                  <a:lnTo>
                    <a:pt x="6367032" y="3116972"/>
                  </a:lnTo>
                  <a:lnTo>
                    <a:pt x="6371311" y="3068581"/>
                  </a:lnTo>
                  <a:lnTo>
                    <a:pt x="6375590" y="3055519"/>
                  </a:lnTo>
                  <a:lnTo>
                    <a:pt x="6379869" y="3082104"/>
                  </a:lnTo>
                  <a:lnTo>
                    <a:pt x="6384148" y="3093843"/>
                  </a:lnTo>
                  <a:lnTo>
                    <a:pt x="6388427" y="3031053"/>
                  </a:lnTo>
                  <a:lnTo>
                    <a:pt x="6392706" y="2961712"/>
                  </a:lnTo>
                  <a:lnTo>
                    <a:pt x="6396985" y="2985317"/>
                  </a:lnTo>
                  <a:lnTo>
                    <a:pt x="6401264" y="2976948"/>
                  </a:lnTo>
                  <a:lnTo>
                    <a:pt x="6405543" y="2907475"/>
                  </a:lnTo>
                  <a:lnTo>
                    <a:pt x="6409822" y="2864777"/>
                  </a:lnTo>
                  <a:lnTo>
                    <a:pt x="6414100" y="2806095"/>
                  </a:lnTo>
                  <a:lnTo>
                    <a:pt x="6418379" y="2759251"/>
                  </a:lnTo>
                  <a:lnTo>
                    <a:pt x="6422658" y="2748238"/>
                  </a:lnTo>
                  <a:lnTo>
                    <a:pt x="6426937" y="2800319"/>
                  </a:lnTo>
                  <a:lnTo>
                    <a:pt x="6431216" y="2783585"/>
                  </a:lnTo>
                  <a:lnTo>
                    <a:pt x="6435495" y="2777199"/>
                  </a:lnTo>
                  <a:lnTo>
                    <a:pt x="6439774" y="2867607"/>
                  </a:lnTo>
                  <a:lnTo>
                    <a:pt x="6444053" y="3008030"/>
                  </a:lnTo>
                  <a:lnTo>
                    <a:pt x="6448332" y="3061893"/>
                  </a:lnTo>
                  <a:lnTo>
                    <a:pt x="6452611" y="3013142"/>
                  </a:lnTo>
                  <a:lnTo>
                    <a:pt x="6456890" y="3073298"/>
                  </a:lnTo>
                  <a:lnTo>
                    <a:pt x="6461169" y="3080885"/>
                  </a:lnTo>
                  <a:lnTo>
                    <a:pt x="6465448" y="2958511"/>
                  </a:lnTo>
                  <a:lnTo>
                    <a:pt x="6469726" y="2860402"/>
                  </a:lnTo>
                  <a:lnTo>
                    <a:pt x="6474005" y="2830748"/>
                  </a:lnTo>
                  <a:lnTo>
                    <a:pt x="6478284" y="2824176"/>
                  </a:lnTo>
                  <a:lnTo>
                    <a:pt x="6482563" y="2776684"/>
                  </a:lnTo>
                  <a:lnTo>
                    <a:pt x="6486842" y="2755695"/>
                  </a:lnTo>
                  <a:lnTo>
                    <a:pt x="6491121" y="2860665"/>
                  </a:lnTo>
                  <a:lnTo>
                    <a:pt x="6495400" y="2947862"/>
                  </a:lnTo>
                  <a:lnTo>
                    <a:pt x="6499679" y="2967302"/>
                  </a:lnTo>
                  <a:lnTo>
                    <a:pt x="6503958" y="3008610"/>
                  </a:lnTo>
                  <a:lnTo>
                    <a:pt x="6508237" y="3104501"/>
                  </a:lnTo>
                  <a:lnTo>
                    <a:pt x="6512516" y="3116972"/>
                  </a:lnTo>
                  <a:lnTo>
                    <a:pt x="6516795" y="3116972"/>
                  </a:lnTo>
                  <a:lnTo>
                    <a:pt x="6521073" y="3116972"/>
                  </a:lnTo>
                  <a:lnTo>
                    <a:pt x="6525352" y="3116972"/>
                  </a:lnTo>
                  <a:lnTo>
                    <a:pt x="6529631" y="3083500"/>
                  </a:lnTo>
                  <a:lnTo>
                    <a:pt x="6533910" y="2922597"/>
                  </a:lnTo>
                  <a:lnTo>
                    <a:pt x="6538189" y="2795167"/>
                  </a:lnTo>
                  <a:lnTo>
                    <a:pt x="6542468" y="2816292"/>
                  </a:lnTo>
                  <a:lnTo>
                    <a:pt x="6546747" y="2871780"/>
                  </a:lnTo>
                  <a:lnTo>
                    <a:pt x="6551026" y="2896514"/>
                  </a:lnTo>
                  <a:lnTo>
                    <a:pt x="6555305" y="2943573"/>
                  </a:lnTo>
                  <a:lnTo>
                    <a:pt x="6559584" y="3056159"/>
                  </a:lnTo>
                  <a:lnTo>
                    <a:pt x="6563863" y="3116972"/>
                  </a:lnTo>
                  <a:lnTo>
                    <a:pt x="6568142" y="3114167"/>
                  </a:lnTo>
                  <a:lnTo>
                    <a:pt x="6572421" y="2993994"/>
                  </a:lnTo>
                  <a:lnTo>
                    <a:pt x="6576699" y="2929810"/>
                  </a:lnTo>
                  <a:lnTo>
                    <a:pt x="6580978" y="2868658"/>
                  </a:lnTo>
                  <a:lnTo>
                    <a:pt x="6585257" y="2862176"/>
                  </a:lnTo>
                  <a:lnTo>
                    <a:pt x="6589536" y="2886516"/>
                  </a:lnTo>
                  <a:lnTo>
                    <a:pt x="6593815" y="2910400"/>
                  </a:lnTo>
                  <a:lnTo>
                    <a:pt x="6598094" y="2953060"/>
                  </a:lnTo>
                  <a:lnTo>
                    <a:pt x="6602373" y="2936015"/>
                  </a:lnTo>
                  <a:lnTo>
                    <a:pt x="6606652" y="2964749"/>
                  </a:lnTo>
                  <a:lnTo>
                    <a:pt x="6610931" y="2982486"/>
                  </a:lnTo>
                  <a:lnTo>
                    <a:pt x="6615210" y="2939338"/>
                  </a:lnTo>
                  <a:lnTo>
                    <a:pt x="6619489" y="2879772"/>
                  </a:lnTo>
                  <a:lnTo>
                    <a:pt x="6623768" y="2867306"/>
                  </a:lnTo>
                  <a:lnTo>
                    <a:pt x="6628046" y="2907735"/>
                  </a:lnTo>
                  <a:lnTo>
                    <a:pt x="6632325" y="2941090"/>
                  </a:lnTo>
                  <a:lnTo>
                    <a:pt x="6636604" y="2929443"/>
                  </a:lnTo>
                  <a:lnTo>
                    <a:pt x="6640883" y="2964162"/>
                  </a:lnTo>
                  <a:lnTo>
                    <a:pt x="6645162" y="3044082"/>
                  </a:lnTo>
                  <a:lnTo>
                    <a:pt x="6649441" y="3116972"/>
                  </a:lnTo>
                  <a:lnTo>
                    <a:pt x="6653720" y="3116972"/>
                  </a:lnTo>
                  <a:lnTo>
                    <a:pt x="6657999" y="3116972"/>
                  </a:lnTo>
                  <a:lnTo>
                    <a:pt x="6662278" y="3116972"/>
                  </a:lnTo>
                  <a:lnTo>
                    <a:pt x="6666557" y="3116972"/>
                  </a:lnTo>
                  <a:lnTo>
                    <a:pt x="6670836" y="3105659"/>
                  </a:lnTo>
                  <a:lnTo>
                    <a:pt x="6675115" y="3072906"/>
                  </a:lnTo>
                  <a:lnTo>
                    <a:pt x="6679394" y="3054181"/>
                  </a:lnTo>
                  <a:lnTo>
                    <a:pt x="6683672" y="2972313"/>
                  </a:lnTo>
                  <a:lnTo>
                    <a:pt x="6687951" y="2859439"/>
                  </a:lnTo>
                  <a:lnTo>
                    <a:pt x="6692230" y="2793997"/>
                  </a:lnTo>
                  <a:lnTo>
                    <a:pt x="6696509" y="2812556"/>
                  </a:lnTo>
                  <a:lnTo>
                    <a:pt x="6700788" y="2828456"/>
                  </a:lnTo>
                  <a:lnTo>
                    <a:pt x="6705067" y="2843389"/>
                  </a:lnTo>
                  <a:lnTo>
                    <a:pt x="6709346" y="2954325"/>
                  </a:lnTo>
                  <a:lnTo>
                    <a:pt x="6713625" y="3116972"/>
                  </a:lnTo>
                  <a:lnTo>
                    <a:pt x="6717904" y="3116972"/>
                  </a:lnTo>
                  <a:lnTo>
                    <a:pt x="6722183" y="3116972"/>
                  </a:lnTo>
                  <a:lnTo>
                    <a:pt x="6726462" y="3116972"/>
                  </a:lnTo>
                  <a:lnTo>
                    <a:pt x="6730741" y="3116972"/>
                  </a:lnTo>
                  <a:lnTo>
                    <a:pt x="6735019" y="3116972"/>
                  </a:lnTo>
                  <a:lnTo>
                    <a:pt x="6739298" y="3094864"/>
                  </a:lnTo>
                  <a:lnTo>
                    <a:pt x="6743577" y="3002321"/>
                  </a:lnTo>
                  <a:lnTo>
                    <a:pt x="6747856" y="2985158"/>
                  </a:lnTo>
                  <a:lnTo>
                    <a:pt x="6752135" y="3002677"/>
                  </a:lnTo>
                  <a:lnTo>
                    <a:pt x="6756414" y="3006729"/>
                  </a:lnTo>
                  <a:lnTo>
                    <a:pt x="6760693" y="3003521"/>
                  </a:lnTo>
                  <a:lnTo>
                    <a:pt x="6764972" y="2997452"/>
                  </a:lnTo>
                  <a:lnTo>
                    <a:pt x="6769251" y="3060174"/>
                  </a:lnTo>
                  <a:lnTo>
                    <a:pt x="6773530" y="3023097"/>
                  </a:lnTo>
                  <a:lnTo>
                    <a:pt x="6777809" y="2911497"/>
                  </a:lnTo>
                  <a:lnTo>
                    <a:pt x="6782088" y="2872903"/>
                  </a:lnTo>
                  <a:lnTo>
                    <a:pt x="6786367" y="2885467"/>
                  </a:lnTo>
                  <a:lnTo>
                    <a:pt x="6790645" y="2899417"/>
                  </a:lnTo>
                  <a:lnTo>
                    <a:pt x="6794924" y="2861192"/>
                  </a:lnTo>
                  <a:lnTo>
                    <a:pt x="6799203" y="2834405"/>
                  </a:lnTo>
                  <a:lnTo>
                    <a:pt x="6803482" y="2851020"/>
                  </a:lnTo>
                  <a:lnTo>
                    <a:pt x="6807761" y="2850338"/>
                  </a:lnTo>
                  <a:lnTo>
                    <a:pt x="6812040" y="2747396"/>
                  </a:lnTo>
                  <a:lnTo>
                    <a:pt x="6816319" y="2705240"/>
                  </a:lnTo>
                  <a:lnTo>
                    <a:pt x="6820598" y="2686401"/>
                  </a:lnTo>
                  <a:lnTo>
                    <a:pt x="6824877" y="2724145"/>
                  </a:lnTo>
                  <a:lnTo>
                    <a:pt x="6829156" y="2719476"/>
                  </a:lnTo>
                  <a:lnTo>
                    <a:pt x="6833435" y="2666858"/>
                  </a:lnTo>
                  <a:lnTo>
                    <a:pt x="6837714" y="2693017"/>
                  </a:lnTo>
                  <a:lnTo>
                    <a:pt x="6841992" y="2705917"/>
                  </a:lnTo>
                  <a:lnTo>
                    <a:pt x="6846271" y="2688612"/>
                  </a:lnTo>
                  <a:lnTo>
                    <a:pt x="6850550" y="2680063"/>
                  </a:lnTo>
                  <a:lnTo>
                    <a:pt x="6854829" y="2751124"/>
                  </a:lnTo>
                  <a:lnTo>
                    <a:pt x="6859108" y="2846070"/>
                  </a:lnTo>
                  <a:lnTo>
                    <a:pt x="6863387" y="2938956"/>
                  </a:lnTo>
                  <a:lnTo>
                    <a:pt x="6867666" y="3062309"/>
                  </a:lnTo>
                  <a:lnTo>
                    <a:pt x="6871945" y="3116972"/>
                  </a:lnTo>
                  <a:lnTo>
                    <a:pt x="6876224" y="3116972"/>
                  </a:lnTo>
                  <a:lnTo>
                    <a:pt x="6880503" y="3116972"/>
                  </a:lnTo>
                  <a:lnTo>
                    <a:pt x="6884782" y="3116972"/>
                  </a:lnTo>
                  <a:lnTo>
                    <a:pt x="6889061" y="3083259"/>
                  </a:lnTo>
                  <a:lnTo>
                    <a:pt x="6893340" y="2940099"/>
                  </a:lnTo>
                  <a:lnTo>
                    <a:pt x="6897618" y="2794653"/>
                  </a:lnTo>
                  <a:lnTo>
                    <a:pt x="6901897" y="2741813"/>
                  </a:lnTo>
                  <a:lnTo>
                    <a:pt x="6906176" y="2789012"/>
                  </a:lnTo>
                  <a:lnTo>
                    <a:pt x="6910455" y="2803684"/>
                  </a:lnTo>
                  <a:lnTo>
                    <a:pt x="6914734" y="2831712"/>
                  </a:lnTo>
                  <a:lnTo>
                    <a:pt x="6919013" y="2910799"/>
                  </a:lnTo>
                  <a:lnTo>
                    <a:pt x="6923292" y="3012809"/>
                  </a:lnTo>
                  <a:lnTo>
                    <a:pt x="6927571" y="3080185"/>
                  </a:lnTo>
                  <a:lnTo>
                    <a:pt x="6931850" y="3046892"/>
                  </a:lnTo>
                  <a:lnTo>
                    <a:pt x="6936129" y="3071301"/>
                  </a:lnTo>
                  <a:lnTo>
                    <a:pt x="6940408" y="3116972"/>
                  </a:lnTo>
                  <a:lnTo>
                    <a:pt x="6944687" y="3116972"/>
                  </a:lnTo>
                  <a:lnTo>
                    <a:pt x="6948965" y="3116972"/>
                  </a:lnTo>
                  <a:lnTo>
                    <a:pt x="6953244" y="3116972"/>
                  </a:lnTo>
                  <a:lnTo>
                    <a:pt x="6957523" y="3116972"/>
                  </a:lnTo>
                  <a:lnTo>
                    <a:pt x="6961802" y="3116972"/>
                  </a:lnTo>
                  <a:lnTo>
                    <a:pt x="6966081" y="3116972"/>
                  </a:lnTo>
                  <a:lnTo>
                    <a:pt x="6970360" y="3116972"/>
                  </a:lnTo>
                  <a:lnTo>
                    <a:pt x="6974639" y="3116972"/>
                  </a:lnTo>
                  <a:lnTo>
                    <a:pt x="6978918" y="3116972"/>
                  </a:lnTo>
                  <a:lnTo>
                    <a:pt x="6983197" y="3116972"/>
                  </a:lnTo>
                  <a:lnTo>
                    <a:pt x="6987476" y="3116972"/>
                  </a:lnTo>
                  <a:lnTo>
                    <a:pt x="6991755" y="3116972"/>
                  </a:lnTo>
                  <a:lnTo>
                    <a:pt x="6996034" y="3107766"/>
                  </a:lnTo>
                  <a:lnTo>
                    <a:pt x="7000313" y="3049121"/>
                  </a:lnTo>
                  <a:lnTo>
                    <a:pt x="7004591" y="3035126"/>
                  </a:lnTo>
                  <a:lnTo>
                    <a:pt x="7008870" y="3055961"/>
                  </a:lnTo>
                  <a:lnTo>
                    <a:pt x="7013149" y="3085460"/>
                  </a:lnTo>
                  <a:lnTo>
                    <a:pt x="7017428" y="3078463"/>
                  </a:lnTo>
                  <a:lnTo>
                    <a:pt x="7021707" y="3072288"/>
                  </a:lnTo>
                  <a:lnTo>
                    <a:pt x="7025986" y="3006440"/>
                  </a:lnTo>
                  <a:lnTo>
                    <a:pt x="7030265" y="2950005"/>
                  </a:lnTo>
                  <a:lnTo>
                    <a:pt x="7034544" y="2929171"/>
                  </a:lnTo>
                  <a:lnTo>
                    <a:pt x="7038823" y="2899671"/>
                  </a:lnTo>
                  <a:lnTo>
                    <a:pt x="7043102" y="2906668"/>
                  </a:lnTo>
                  <a:lnTo>
                    <a:pt x="7047381" y="2965042"/>
                  </a:lnTo>
                  <a:lnTo>
                    <a:pt x="7051660" y="3116972"/>
                  </a:lnTo>
                  <a:lnTo>
                    <a:pt x="7055938" y="3116972"/>
                  </a:lnTo>
                  <a:lnTo>
                    <a:pt x="7060217" y="3116972"/>
                  </a:lnTo>
                  <a:lnTo>
                    <a:pt x="7064496" y="3116972"/>
                  </a:lnTo>
                  <a:lnTo>
                    <a:pt x="7068775" y="3116972"/>
                  </a:lnTo>
                  <a:lnTo>
                    <a:pt x="7073054" y="3116972"/>
                  </a:lnTo>
                  <a:lnTo>
                    <a:pt x="7077333" y="3116972"/>
                  </a:lnTo>
                  <a:lnTo>
                    <a:pt x="7081612" y="3085611"/>
                  </a:lnTo>
                  <a:lnTo>
                    <a:pt x="7085891" y="3066485"/>
                  </a:lnTo>
                  <a:lnTo>
                    <a:pt x="7090170" y="3066485"/>
                  </a:lnTo>
                  <a:lnTo>
                    <a:pt x="7094449" y="3066485"/>
                  </a:lnTo>
                  <a:lnTo>
                    <a:pt x="7098728" y="3066485"/>
                  </a:lnTo>
                  <a:lnTo>
                    <a:pt x="7103007" y="3053643"/>
                  </a:lnTo>
                  <a:lnTo>
                    <a:pt x="7107286" y="3005406"/>
                  </a:lnTo>
                  <a:lnTo>
                    <a:pt x="7111564" y="2967911"/>
                  </a:lnTo>
                  <a:lnTo>
                    <a:pt x="7115843" y="2961646"/>
                  </a:lnTo>
                  <a:lnTo>
                    <a:pt x="7120122" y="2944645"/>
                  </a:lnTo>
                  <a:lnTo>
                    <a:pt x="7124401" y="2907537"/>
                  </a:lnTo>
                  <a:lnTo>
                    <a:pt x="7128680" y="2927968"/>
                  </a:lnTo>
                  <a:lnTo>
                    <a:pt x="7132959" y="3005032"/>
                  </a:lnTo>
                  <a:lnTo>
                    <a:pt x="7137238" y="3042527"/>
                  </a:lnTo>
                  <a:lnTo>
                    <a:pt x="7141517" y="3062859"/>
                  </a:lnTo>
                  <a:lnTo>
                    <a:pt x="7145796" y="3110717"/>
                  </a:lnTo>
                  <a:lnTo>
                    <a:pt x="7150075" y="3116972"/>
                  </a:lnTo>
                  <a:lnTo>
                    <a:pt x="7154354" y="3116972"/>
                  </a:lnTo>
                  <a:lnTo>
                    <a:pt x="7158633" y="3116972"/>
                  </a:lnTo>
                  <a:lnTo>
                    <a:pt x="7162911" y="3116972"/>
                  </a:lnTo>
                  <a:lnTo>
                    <a:pt x="7167190" y="3116972"/>
                  </a:lnTo>
                  <a:lnTo>
                    <a:pt x="7171469" y="3116972"/>
                  </a:lnTo>
                  <a:lnTo>
                    <a:pt x="7175748" y="3116972"/>
                  </a:lnTo>
                  <a:lnTo>
                    <a:pt x="7180027" y="3116972"/>
                  </a:lnTo>
                  <a:lnTo>
                    <a:pt x="7184306" y="3116972"/>
                  </a:lnTo>
                  <a:lnTo>
                    <a:pt x="7188585" y="3116972"/>
                  </a:lnTo>
                  <a:lnTo>
                    <a:pt x="7192864" y="3116972"/>
                  </a:lnTo>
                  <a:lnTo>
                    <a:pt x="7197143" y="3116972"/>
                  </a:lnTo>
                  <a:lnTo>
                    <a:pt x="7201422" y="3116972"/>
                  </a:lnTo>
                  <a:lnTo>
                    <a:pt x="7205701" y="3113054"/>
                  </a:lnTo>
                  <a:lnTo>
                    <a:pt x="7209980" y="3075613"/>
                  </a:lnTo>
                  <a:lnTo>
                    <a:pt x="7214259" y="3066485"/>
                  </a:lnTo>
                  <a:lnTo>
                    <a:pt x="7218537" y="3066485"/>
                  </a:lnTo>
                  <a:lnTo>
                    <a:pt x="7222816" y="3066485"/>
                  </a:lnTo>
                  <a:lnTo>
                    <a:pt x="7227095" y="3037841"/>
                  </a:lnTo>
                  <a:lnTo>
                    <a:pt x="7231374" y="2968469"/>
                  </a:lnTo>
                  <a:lnTo>
                    <a:pt x="7235653" y="2894738"/>
                  </a:lnTo>
                  <a:lnTo>
                    <a:pt x="7239932" y="2843756"/>
                  </a:lnTo>
                  <a:lnTo>
                    <a:pt x="7244211" y="2826812"/>
                  </a:lnTo>
                  <a:lnTo>
                    <a:pt x="7248490" y="2841645"/>
                  </a:lnTo>
                  <a:lnTo>
                    <a:pt x="7252769" y="2875493"/>
                  </a:lnTo>
                  <a:lnTo>
                    <a:pt x="7257048" y="2957599"/>
                  </a:lnTo>
                  <a:lnTo>
                    <a:pt x="7261327" y="3063904"/>
                  </a:lnTo>
                  <a:lnTo>
                    <a:pt x="7265606" y="3116972"/>
                  </a:lnTo>
                  <a:lnTo>
                    <a:pt x="7269884" y="3116972"/>
                  </a:lnTo>
                  <a:lnTo>
                    <a:pt x="7274163" y="3116972"/>
                  </a:lnTo>
                  <a:lnTo>
                    <a:pt x="7278442" y="3116972"/>
                  </a:lnTo>
                  <a:lnTo>
                    <a:pt x="7282721" y="3103510"/>
                  </a:lnTo>
                  <a:lnTo>
                    <a:pt x="7287000" y="3066031"/>
                  </a:lnTo>
                  <a:lnTo>
                    <a:pt x="7291279" y="3071814"/>
                  </a:lnTo>
                  <a:lnTo>
                    <a:pt x="7295558" y="3116972"/>
                  </a:lnTo>
                  <a:lnTo>
                    <a:pt x="7299837" y="3085647"/>
                  </a:lnTo>
                  <a:lnTo>
                    <a:pt x="7304116" y="3077341"/>
                  </a:lnTo>
                  <a:lnTo>
                    <a:pt x="7308395" y="3116972"/>
                  </a:lnTo>
                  <a:lnTo>
                    <a:pt x="7312674" y="3116972"/>
                  </a:lnTo>
                  <a:lnTo>
                    <a:pt x="7316953" y="3026925"/>
                  </a:lnTo>
                  <a:lnTo>
                    <a:pt x="7321232" y="2930050"/>
                  </a:lnTo>
                  <a:lnTo>
                    <a:pt x="7325510" y="2880551"/>
                  </a:lnTo>
                  <a:lnTo>
                    <a:pt x="7329789" y="2834770"/>
                  </a:lnTo>
                  <a:lnTo>
                    <a:pt x="7334068" y="2819613"/>
                  </a:lnTo>
                  <a:lnTo>
                    <a:pt x="7338347" y="2828843"/>
                  </a:lnTo>
                  <a:lnTo>
                    <a:pt x="7342626" y="2909000"/>
                  </a:lnTo>
                  <a:lnTo>
                    <a:pt x="7346905" y="2966413"/>
                  </a:lnTo>
                  <a:lnTo>
                    <a:pt x="7351184" y="3023122"/>
                  </a:lnTo>
                  <a:lnTo>
                    <a:pt x="7355463" y="3104163"/>
                  </a:lnTo>
                  <a:lnTo>
                    <a:pt x="7359742" y="3116972"/>
                  </a:lnTo>
                  <a:lnTo>
                    <a:pt x="7364021" y="3116972"/>
                  </a:lnTo>
                  <a:lnTo>
                    <a:pt x="7368300" y="3116972"/>
                  </a:lnTo>
                  <a:lnTo>
                    <a:pt x="7372579" y="3116972"/>
                  </a:lnTo>
                  <a:lnTo>
                    <a:pt x="7376857" y="3116972"/>
                  </a:lnTo>
                  <a:lnTo>
                    <a:pt x="7381136" y="3116972"/>
                  </a:lnTo>
                  <a:lnTo>
                    <a:pt x="7385415" y="3116972"/>
                  </a:lnTo>
                  <a:lnTo>
                    <a:pt x="7389694" y="3084402"/>
                  </a:lnTo>
                  <a:lnTo>
                    <a:pt x="7393973" y="3041675"/>
                  </a:lnTo>
                  <a:lnTo>
                    <a:pt x="7398252" y="3069213"/>
                  </a:lnTo>
                  <a:lnTo>
                    <a:pt x="7402531" y="3116972"/>
                  </a:lnTo>
                  <a:lnTo>
                    <a:pt x="7406810" y="3020402"/>
                  </a:lnTo>
                  <a:lnTo>
                    <a:pt x="7411089" y="2955457"/>
                  </a:lnTo>
                  <a:lnTo>
                    <a:pt x="7415368" y="2966609"/>
                  </a:lnTo>
                  <a:lnTo>
                    <a:pt x="7419647" y="2985580"/>
                  </a:lnTo>
                  <a:lnTo>
                    <a:pt x="7423926" y="2967264"/>
                  </a:lnTo>
                  <a:lnTo>
                    <a:pt x="7428205" y="2898677"/>
                  </a:lnTo>
                  <a:lnTo>
                    <a:pt x="7432483" y="2950979"/>
                  </a:lnTo>
                  <a:lnTo>
                    <a:pt x="7436762" y="2967897"/>
                  </a:lnTo>
                  <a:lnTo>
                    <a:pt x="7441041" y="2938674"/>
                  </a:lnTo>
                  <a:lnTo>
                    <a:pt x="7445320" y="2972763"/>
                  </a:lnTo>
                  <a:lnTo>
                    <a:pt x="7449599" y="3029351"/>
                  </a:lnTo>
                  <a:lnTo>
                    <a:pt x="7453878" y="3116972"/>
                  </a:lnTo>
                  <a:lnTo>
                    <a:pt x="7458157" y="3116972"/>
                  </a:lnTo>
                  <a:lnTo>
                    <a:pt x="7462436" y="3116972"/>
                  </a:lnTo>
                  <a:lnTo>
                    <a:pt x="7466715" y="3116972"/>
                  </a:lnTo>
                  <a:lnTo>
                    <a:pt x="7470994" y="3116972"/>
                  </a:lnTo>
                  <a:lnTo>
                    <a:pt x="7475273" y="3116972"/>
                  </a:lnTo>
                  <a:lnTo>
                    <a:pt x="7479552" y="3116972"/>
                  </a:lnTo>
                  <a:lnTo>
                    <a:pt x="7483830" y="3101111"/>
                  </a:lnTo>
                  <a:lnTo>
                    <a:pt x="7488109" y="3103357"/>
                  </a:lnTo>
                  <a:lnTo>
                    <a:pt x="7492388" y="3107597"/>
                  </a:lnTo>
                  <a:lnTo>
                    <a:pt x="7496667" y="3112237"/>
                  </a:lnTo>
                  <a:lnTo>
                    <a:pt x="7500946" y="3116972"/>
                  </a:lnTo>
                  <a:lnTo>
                    <a:pt x="7505225" y="3116972"/>
                  </a:lnTo>
                  <a:lnTo>
                    <a:pt x="7509504" y="3116972"/>
                  </a:lnTo>
                  <a:lnTo>
                    <a:pt x="7513783" y="3116972"/>
                  </a:lnTo>
                  <a:lnTo>
                    <a:pt x="7518062" y="3116972"/>
                  </a:lnTo>
                  <a:lnTo>
                    <a:pt x="7522341" y="3116972"/>
                  </a:lnTo>
                  <a:lnTo>
                    <a:pt x="7526620" y="3072891"/>
                  </a:lnTo>
                  <a:lnTo>
                    <a:pt x="7530899" y="2986910"/>
                  </a:lnTo>
                  <a:lnTo>
                    <a:pt x="7535178" y="2973554"/>
                  </a:lnTo>
                  <a:lnTo>
                    <a:pt x="7539456" y="3009531"/>
                  </a:lnTo>
                  <a:lnTo>
                    <a:pt x="7543735" y="3004871"/>
                  </a:lnTo>
                  <a:lnTo>
                    <a:pt x="7548014" y="2942745"/>
                  </a:lnTo>
                  <a:lnTo>
                    <a:pt x="7552293" y="2937579"/>
                  </a:lnTo>
                  <a:lnTo>
                    <a:pt x="7556572" y="2997179"/>
                  </a:lnTo>
                  <a:lnTo>
                    <a:pt x="7560851" y="3029221"/>
                  </a:lnTo>
                  <a:lnTo>
                    <a:pt x="7565130" y="3026563"/>
                  </a:lnTo>
                  <a:lnTo>
                    <a:pt x="7569409" y="3039028"/>
                  </a:lnTo>
                  <a:lnTo>
                    <a:pt x="7573688" y="3083077"/>
                  </a:lnTo>
                  <a:lnTo>
                    <a:pt x="7577967" y="3085764"/>
                  </a:lnTo>
                  <a:lnTo>
                    <a:pt x="7582246" y="3068342"/>
                  </a:lnTo>
                  <a:lnTo>
                    <a:pt x="7586525" y="3038576"/>
                  </a:lnTo>
                  <a:lnTo>
                    <a:pt x="7590803" y="3013156"/>
                  </a:lnTo>
                  <a:lnTo>
                    <a:pt x="7595082" y="3050069"/>
                  </a:lnTo>
                  <a:lnTo>
                    <a:pt x="7599361" y="3104169"/>
                  </a:lnTo>
                  <a:lnTo>
                    <a:pt x="7603640" y="3116972"/>
                  </a:lnTo>
                  <a:lnTo>
                    <a:pt x="7607919" y="3102096"/>
                  </a:lnTo>
                  <a:lnTo>
                    <a:pt x="7612198" y="3072580"/>
                  </a:lnTo>
                  <a:lnTo>
                    <a:pt x="7616477" y="3064685"/>
                  </a:lnTo>
                  <a:lnTo>
                    <a:pt x="7620756" y="3019967"/>
                  </a:lnTo>
                  <a:lnTo>
                    <a:pt x="7625035" y="3004137"/>
                  </a:lnTo>
                  <a:lnTo>
                    <a:pt x="7629314" y="2987114"/>
                  </a:lnTo>
                  <a:lnTo>
                    <a:pt x="7633593" y="3010879"/>
                  </a:lnTo>
                  <a:lnTo>
                    <a:pt x="7637872" y="3037280"/>
                  </a:lnTo>
                  <a:lnTo>
                    <a:pt x="7642151" y="3022422"/>
                  </a:lnTo>
                  <a:lnTo>
                    <a:pt x="7646429" y="2958012"/>
                  </a:lnTo>
                  <a:lnTo>
                    <a:pt x="7650708" y="2938254"/>
                  </a:lnTo>
                  <a:lnTo>
                    <a:pt x="7654987" y="2988831"/>
                  </a:lnTo>
                  <a:lnTo>
                    <a:pt x="7659266" y="3002230"/>
                  </a:lnTo>
                  <a:lnTo>
                    <a:pt x="7663545" y="2984768"/>
                  </a:lnTo>
                  <a:lnTo>
                    <a:pt x="7667824" y="3015131"/>
                  </a:lnTo>
                  <a:lnTo>
                    <a:pt x="7672103" y="3081868"/>
                  </a:lnTo>
                  <a:lnTo>
                    <a:pt x="7676382" y="3116972"/>
                  </a:lnTo>
                  <a:lnTo>
                    <a:pt x="7680661" y="3116972"/>
                  </a:lnTo>
                  <a:lnTo>
                    <a:pt x="7684940" y="3116972"/>
                  </a:lnTo>
                  <a:lnTo>
                    <a:pt x="7689219" y="3116972"/>
                  </a:lnTo>
                  <a:lnTo>
                    <a:pt x="7693498" y="3116972"/>
                  </a:lnTo>
                  <a:lnTo>
                    <a:pt x="7697776" y="3116972"/>
                  </a:lnTo>
                  <a:lnTo>
                    <a:pt x="7702055" y="3116972"/>
                  </a:lnTo>
                  <a:lnTo>
                    <a:pt x="7706334" y="3001657"/>
                  </a:lnTo>
                  <a:lnTo>
                    <a:pt x="7710613" y="2905963"/>
                  </a:lnTo>
                  <a:lnTo>
                    <a:pt x="7714892" y="2890062"/>
                  </a:lnTo>
                  <a:lnTo>
                    <a:pt x="7719171" y="2868972"/>
                  </a:lnTo>
                  <a:lnTo>
                    <a:pt x="7723450" y="2883262"/>
                  </a:lnTo>
                  <a:lnTo>
                    <a:pt x="7727729" y="2939645"/>
                  </a:lnTo>
                  <a:lnTo>
                    <a:pt x="7732008" y="2975656"/>
                  </a:lnTo>
                  <a:lnTo>
                    <a:pt x="7736287" y="2988928"/>
                  </a:lnTo>
                  <a:lnTo>
                    <a:pt x="7740566" y="2970815"/>
                  </a:lnTo>
                  <a:lnTo>
                    <a:pt x="7744845" y="3022257"/>
                  </a:lnTo>
                  <a:lnTo>
                    <a:pt x="7749124" y="3009438"/>
                  </a:lnTo>
                  <a:lnTo>
                    <a:pt x="7753402" y="2942249"/>
                  </a:lnTo>
                  <a:lnTo>
                    <a:pt x="7757681" y="2969919"/>
                  </a:lnTo>
                  <a:lnTo>
                    <a:pt x="7761960" y="3052341"/>
                  </a:lnTo>
                  <a:lnTo>
                    <a:pt x="7766239" y="3086352"/>
                  </a:lnTo>
                  <a:lnTo>
                    <a:pt x="7770518" y="3056003"/>
                  </a:lnTo>
                  <a:lnTo>
                    <a:pt x="7774797" y="3062017"/>
                  </a:lnTo>
                  <a:lnTo>
                    <a:pt x="7779076" y="3097247"/>
                  </a:lnTo>
                  <a:lnTo>
                    <a:pt x="7783355" y="3033578"/>
                  </a:lnTo>
                  <a:lnTo>
                    <a:pt x="7787634" y="3009711"/>
                  </a:lnTo>
                  <a:lnTo>
                    <a:pt x="7791913" y="3009713"/>
                  </a:lnTo>
                  <a:lnTo>
                    <a:pt x="7796192" y="3009714"/>
                  </a:lnTo>
                  <a:lnTo>
                    <a:pt x="7800471" y="3002229"/>
                  </a:lnTo>
                  <a:lnTo>
                    <a:pt x="7804749" y="2988598"/>
                  </a:lnTo>
                  <a:lnTo>
                    <a:pt x="7809028" y="3095231"/>
                  </a:lnTo>
                  <a:lnTo>
                    <a:pt x="7813307" y="3116972"/>
                  </a:lnTo>
                  <a:lnTo>
                    <a:pt x="7817586" y="3116972"/>
                  </a:lnTo>
                  <a:lnTo>
                    <a:pt x="7821865" y="3116972"/>
                  </a:lnTo>
                  <a:lnTo>
                    <a:pt x="7826144" y="3069724"/>
                  </a:lnTo>
                  <a:lnTo>
                    <a:pt x="7830423" y="3044527"/>
                  </a:lnTo>
                  <a:lnTo>
                    <a:pt x="7834702" y="2994496"/>
                  </a:lnTo>
                  <a:lnTo>
                    <a:pt x="7838981" y="2973139"/>
                  </a:lnTo>
                  <a:lnTo>
                    <a:pt x="7843260" y="3002938"/>
                  </a:lnTo>
                  <a:lnTo>
                    <a:pt x="7847539" y="3031569"/>
                  </a:lnTo>
                  <a:lnTo>
                    <a:pt x="7851818" y="3096375"/>
                  </a:lnTo>
                  <a:lnTo>
                    <a:pt x="7856097" y="3115381"/>
                  </a:lnTo>
                  <a:lnTo>
                    <a:pt x="7860375" y="3090417"/>
                  </a:lnTo>
                  <a:lnTo>
                    <a:pt x="7864654" y="3065849"/>
                  </a:lnTo>
                  <a:lnTo>
                    <a:pt x="7868933" y="3020026"/>
                  </a:lnTo>
                  <a:lnTo>
                    <a:pt x="7873212" y="3050470"/>
                  </a:lnTo>
                  <a:lnTo>
                    <a:pt x="7877491" y="3042272"/>
                  </a:lnTo>
                  <a:lnTo>
                    <a:pt x="7881770" y="2993199"/>
                  </a:lnTo>
                  <a:lnTo>
                    <a:pt x="7886049" y="2979148"/>
                  </a:lnTo>
                  <a:lnTo>
                    <a:pt x="7890328" y="2982203"/>
                  </a:lnTo>
                  <a:lnTo>
                    <a:pt x="7894607" y="2990956"/>
                  </a:lnTo>
                  <a:lnTo>
                    <a:pt x="7898886" y="2882336"/>
                  </a:lnTo>
                  <a:lnTo>
                    <a:pt x="7903165" y="2886767"/>
                  </a:lnTo>
                  <a:lnTo>
                    <a:pt x="7907444" y="2961281"/>
                  </a:lnTo>
                  <a:lnTo>
                    <a:pt x="7911722" y="2976726"/>
                  </a:lnTo>
                  <a:lnTo>
                    <a:pt x="7916001" y="3015989"/>
                  </a:lnTo>
                  <a:lnTo>
                    <a:pt x="7920280" y="3074659"/>
                  </a:lnTo>
                  <a:lnTo>
                    <a:pt x="7924559" y="3116972"/>
                  </a:lnTo>
                  <a:lnTo>
                    <a:pt x="7928838" y="3115080"/>
                  </a:lnTo>
                  <a:lnTo>
                    <a:pt x="7933117" y="3093250"/>
                  </a:lnTo>
                  <a:lnTo>
                    <a:pt x="7937396" y="3116819"/>
                  </a:lnTo>
                  <a:lnTo>
                    <a:pt x="7941675" y="3109224"/>
                  </a:lnTo>
                  <a:lnTo>
                    <a:pt x="7945954" y="3109730"/>
                  </a:lnTo>
                  <a:lnTo>
                    <a:pt x="7950233" y="3116972"/>
                  </a:lnTo>
                  <a:lnTo>
                    <a:pt x="7954512" y="3116972"/>
                  </a:lnTo>
                  <a:lnTo>
                    <a:pt x="7958791" y="3116972"/>
                  </a:lnTo>
                  <a:lnTo>
                    <a:pt x="7963070" y="3116972"/>
                  </a:lnTo>
                  <a:lnTo>
                    <a:pt x="7967348" y="3110744"/>
                  </a:lnTo>
                  <a:lnTo>
                    <a:pt x="7971627" y="3079888"/>
                  </a:lnTo>
                  <a:lnTo>
                    <a:pt x="7975906" y="3056284"/>
                  </a:lnTo>
                  <a:lnTo>
                    <a:pt x="7980185" y="3017711"/>
                  </a:lnTo>
                  <a:lnTo>
                    <a:pt x="7984464" y="3005974"/>
                  </a:lnTo>
                  <a:lnTo>
                    <a:pt x="7988743" y="3056915"/>
                  </a:lnTo>
                  <a:lnTo>
                    <a:pt x="7993022" y="3076282"/>
                  </a:lnTo>
                  <a:lnTo>
                    <a:pt x="7997301" y="3094296"/>
                  </a:lnTo>
                  <a:lnTo>
                    <a:pt x="8001580" y="3116972"/>
                  </a:lnTo>
                  <a:lnTo>
                    <a:pt x="8005859" y="3116972"/>
                  </a:lnTo>
                  <a:lnTo>
                    <a:pt x="8010138" y="3116972"/>
                  </a:lnTo>
                  <a:lnTo>
                    <a:pt x="8014417" y="3116972"/>
                  </a:lnTo>
                  <a:lnTo>
                    <a:pt x="8018695" y="3116972"/>
                  </a:lnTo>
                  <a:lnTo>
                    <a:pt x="8022974" y="3116972"/>
                  </a:lnTo>
                  <a:lnTo>
                    <a:pt x="8027253" y="3071387"/>
                  </a:lnTo>
                  <a:lnTo>
                    <a:pt x="8031532" y="3049035"/>
                  </a:lnTo>
                  <a:lnTo>
                    <a:pt x="8035811" y="3035411"/>
                  </a:lnTo>
                  <a:lnTo>
                    <a:pt x="8040090" y="2955061"/>
                  </a:lnTo>
                  <a:lnTo>
                    <a:pt x="8044369" y="2956635"/>
                  </a:lnTo>
                  <a:lnTo>
                    <a:pt x="8048648" y="2997852"/>
                  </a:lnTo>
                  <a:lnTo>
                    <a:pt x="8052927" y="2976920"/>
                  </a:lnTo>
                  <a:lnTo>
                    <a:pt x="8057206" y="2972101"/>
                  </a:lnTo>
                  <a:lnTo>
                    <a:pt x="8061485" y="2987497"/>
                  </a:lnTo>
                  <a:lnTo>
                    <a:pt x="8065764" y="2976969"/>
                  </a:lnTo>
                  <a:lnTo>
                    <a:pt x="8070043" y="2906788"/>
                  </a:lnTo>
                  <a:lnTo>
                    <a:pt x="8074321" y="2889736"/>
                  </a:lnTo>
                  <a:lnTo>
                    <a:pt x="8078600" y="2924086"/>
                  </a:lnTo>
                  <a:lnTo>
                    <a:pt x="8082879" y="2963945"/>
                  </a:lnTo>
                  <a:lnTo>
                    <a:pt x="8087158" y="2970388"/>
                  </a:lnTo>
                  <a:lnTo>
                    <a:pt x="8091437" y="3006250"/>
                  </a:lnTo>
                  <a:lnTo>
                    <a:pt x="8095716" y="3052871"/>
                  </a:lnTo>
                  <a:lnTo>
                    <a:pt x="8099995" y="3020117"/>
                  </a:lnTo>
                  <a:lnTo>
                    <a:pt x="8104274" y="3027865"/>
                  </a:lnTo>
                  <a:lnTo>
                    <a:pt x="8108553" y="3069993"/>
                  </a:lnTo>
                  <a:lnTo>
                    <a:pt x="8112832" y="3069993"/>
                  </a:lnTo>
                  <a:lnTo>
                    <a:pt x="8117111" y="3069993"/>
                  </a:lnTo>
                  <a:lnTo>
                    <a:pt x="8121390" y="3069993"/>
                  </a:lnTo>
                  <a:lnTo>
                    <a:pt x="8125668" y="3116361"/>
                  </a:lnTo>
                  <a:lnTo>
                    <a:pt x="8129947" y="3108613"/>
                  </a:lnTo>
                  <a:lnTo>
                    <a:pt x="8134226" y="3066485"/>
                  </a:lnTo>
                  <a:lnTo>
                    <a:pt x="8138505" y="3051315"/>
                  </a:lnTo>
                  <a:lnTo>
                    <a:pt x="8142784" y="3038150"/>
                  </a:lnTo>
                  <a:lnTo>
                    <a:pt x="8147063" y="3018446"/>
                  </a:lnTo>
                  <a:lnTo>
                    <a:pt x="8151342" y="2936903"/>
                  </a:lnTo>
                  <a:lnTo>
                    <a:pt x="8155621" y="2900394"/>
                  </a:lnTo>
                  <a:lnTo>
                    <a:pt x="8159900" y="2929532"/>
                  </a:lnTo>
                  <a:lnTo>
                    <a:pt x="8164179" y="2958857"/>
                  </a:lnTo>
                  <a:lnTo>
                    <a:pt x="8168458" y="2986568"/>
                  </a:lnTo>
                  <a:lnTo>
                    <a:pt x="8172737" y="2984716"/>
                  </a:lnTo>
                  <a:lnTo>
                    <a:pt x="8177016" y="3057492"/>
                  </a:lnTo>
                  <a:lnTo>
                    <a:pt x="8181294" y="3116972"/>
                  </a:lnTo>
                  <a:lnTo>
                    <a:pt x="8185573" y="3092245"/>
                  </a:lnTo>
                  <a:lnTo>
                    <a:pt x="8189852" y="3051037"/>
                  </a:lnTo>
                  <a:lnTo>
                    <a:pt x="8194131" y="3042318"/>
                  </a:lnTo>
                  <a:lnTo>
                    <a:pt x="8198410" y="3063875"/>
                  </a:lnTo>
                  <a:lnTo>
                    <a:pt x="8202689" y="3096726"/>
                  </a:lnTo>
                  <a:lnTo>
                    <a:pt x="8206968" y="3082856"/>
                  </a:lnTo>
                  <a:lnTo>
                    <a:pt x="8211247" y="3083780"/>
                  </a:lnTo>
                  <a:lnTo>
                    <a:pt x="8215526" y="3116972"/>
                  </a:lnTo>
                  <a:lnTo>
                    <a:pt x="8219805" y="3116972"/>
                  </a:lnTo>
                  <a:lnTo>
                    <a:pt x="8224084" y="3116972"/>
                  </a:lnTo>
                  <a:lnTo>
                    <a:pt x="8228363" y="3116972"/>
                  </a:lnTo>
                  <a:lnTo>
                    <a:pt x="8232641" y="3116972"/>
                  </a:lnTo>
                  <a:lnTo>
                    <a:pt x="8236920" y="3116972"/>
                  </a:lnTo>
                  <a:lnTo>
                    <a:pt x="8241199" y="3085626"/>
                  </a:lnTo>
                  <a:lnTo>
                    <a:pt x="8245478" y="3024765"/>
                  </a:lnTo>
                  <a:lnTo>
                    <a:pt x="8249757" y="2994963"/>
                  </a:lnTo>
                  <a:lnTo>
                    <a:pt x="8254036" y="2963859"/>
                  </a:lnTo>
                  <a:lnTo>
                    <a:pt x="8258315" y="2948904"/>
                  </a:lnTo>
                  <a:lnTo>
                    <a:pt x="8262594" y="3000809"/>
                  </a:lnTo>
                  <a:lnTo>
                    <a:pt x="8266873" y="3001964"/>
                  </a:lnTo>
                  <a:lnTo>
                    <a:pt x="8271152" y="2997109"/>
                  </a:lnTo>
                  <a:lnTo>
                    <a:pt x="8275431" y="3037706"/>
                  </a:lnTo>
                  <a:lnTo>
                    <a:pt x="8279710" y="3116972"/>
                  </a:lnTo>
                  <a:lnTo>
                    <a:pt x="8283989" y="3116972"/>
                  </a:lnTo>
                  <a:lnTo>
                    <a:pt x="8288267" y="3116972"/>
                  </a:lnTo>
                  <a:lnTo>
                    <a:pt x="8292546" y="3075022"/>
                  </a:lnTo>
                  <a:lnTo>
                    <a:pt x="8296825" y="3041794"/>
                  </a:lnTo>
                  <a:lnTo>
                    <a:pt x="8301104" y="3023141"/>
                  </a:lnTo>
                  <a:lnTo>
                    <a:pt x="8305383" y="2922908"/>
                  </a:lnTo>
                  <a:lnTo>
                    <a:pt x="8309662" y="2869026"/>
                  </a:lnTo>
                  <a:lnTo>
                    <a:pt x="8313941" y="2856960"/>
                  </a:lnTo>
                  <a:lnTo>
                    <a:pt x="8318220" y="2901558"/>
                  </a:lnTo>
                  <a:lnTo>
                    <a:pt x="8322499" y="2912732"/>
                  </a:lnTo>
                  <a:lnTo>
                    <a:pt x="8326778" y="2921594"/>
                  </a:lnTo>
                  <a:lnTo>
                    <a:pt x="8331057" y="2984787"/>
                  </a:lnTo>
                  <a:lnTo>
                    <a:pt x="8335336" y="3055345"/>
                  </a:lnTo>
                  <a:lnTo>
                    <a:pt x="8339614" y="3108784"/>
                  </a:lnTo>
                  <a:lnTo>
                    <a:pt x="8343893" y="3116972"/>
                  </a:lnTo>
                  <a:lnTo>
                    <a:pt x="8348172" y="3116972"/>
                  </a:lnTo>
                  <a:lnTo>
                    <a:pt x="8352451" y="3116972"/>
                  </a:lnTo>
                  <a:lnTo>
                    <a:pt x="8356730" y="3116972"/>
                  </a:lnTo>
                  <a:lnTo>
                    <a:pt x="8361009" y="3116972"/>
                  </a:lnTo>
                  <a:lnTo>
                    <a:pt x="8365288" y="3116972"/>
                  </a:lnTo>
                  <a:lnTo>
                    <a:pt x="8369567" y="3116972"/>
                  </a:lnTo>
                  <a:lnTo>
                    <a:pt x="8373846" y="3116972"/>
                  </a:lnTo>
                  <a:lnTo>
                    <a:pt x="8378125" y="3116972"/>
                  </a:lnTo>
                  <a:lnTo>
                    <a:pt x="8382404" y="3045271"/>
                  </a:lnTo>
                  <a:lnTo>
                    <a:pt x="8386683" y="3033745"/>
                  </a:lnTo>
                  <a:lnTo>
                    <a:pt x="8390962" y="3025823"/>
                  </a:lnTo>
                  <a:lnTo>
                    <a:pt x="8395240" y="3047120"/>
                  </a:lnTo>
                  <a:lnTo>
                    <a:pt x="8399519" y="3067362"/>
                  </a:lnTo>
                  <a:lnTo>
                    <a:pt x="8403798" y="3094394"/>
                  </a:lnTo>
                  <a:lnTo>
                    <a:pt x="8408077" y="3116972"/>
                  </a:lnTo>
                  <a:lnTo>
                    <a:pt x="8412356" y="3116972"/>
                  </a:lnTo>
                  <a:lnTo>
                    <a:pt x="8416635" y="3089266"/>
                  </a:lnTo>
                  <a:lnTo>
                    <a:pt x="8420914" y="2975730"/>
                  </a:lnTo>
                  <a:lnTo>
                    <a:pt x="8425193" y="2913409"/>
                  </a:lnTo>
                  <a:lnTo>
                    <a:pt x="8429472" y="2939554"/>
                  </a:lnTo>
                  <a:lnTo>
                    <a:pt x="8433751" y="3035865"/>
                  </a:lnTo>
                  <a:lnTo>
                    <a:pt x="8438030" y="3108591"/>
                  </a:lnTo>
                  <a:lnTo>
                    <a:pt x="8442309" y="3114464"/>
                  </a:lnTo>
                  <a:lnTo>
                    <a:pt x="8446587" y="3116972"/>
                  </a:lnTo>
                  <a:lnTo>
                    <a:pt x="8450866" y="3112942"/>
                  </a:lnTo>
                  <a:lnTo>
                    <a:pt x="8455145" y="3026133"/>
                  </a:lnTo>
                  <a:lnTo>
                    <a:pt x="8459424" y="2913394"/>
                  </a:lnTo>
                  <a:lnTo>
                    <a:pt x="8463703" y="2840669"/>
                  </a:lnTo>
                  <a:lnTo>
                    <a:pt x="8467982" y="2866110"/>
                  </a:lnTo>
                  <a:lnTo>
                    <a:pt x="8472261" y="2916958"/>
                  </a:lnTo>
                  <a:lnTo>
                    <a:pt x="8476540" y="2956942"/>
                  </a:lnTo>
                  <a:lnTo>
                    <a:pt x="8480819" y="2995792"/>
                  </a:lnTo>
                  <a:lnTo>
                    <a:pt x="8485098" y="3022303"/>
                  </a:lnTo>
                  <a:lnTo>
                    <a:pt x="8489377" y="3033633"/>
                  </a:lnTo>
                  <a:lnTo>
                    <a:pt x="8493656" y="3033634"/>
                  </a:lnTo>
                  <a:lnTo>
                    <a:pt x="8497935" y="3038272"/>
                  </a:lnTo>
                  <a:lnTo>
                    <a:pt x="8502213" y="3066085"/>
                  </a:lnTo>
                  <a:lnTo>
                    <a:pt x="8506492" y="3115247"/>
                  </a:lnTo>
                  <a:lnTo>
                    <a:pt x="8510771" y="3090834"/>
                  </a:lnTo>
                  <a:lnTo>
                    <a:pt x="8515050" y="3009582"/>
                  </a:lnTo>
                  <a:lnTo>
                    <a:pt x="8519329" y="2996983"/>
                  </a:lnTo>
                  <a:lnTo>
                    <a:pt x="8523608" y="3026322"/>
                  </a:lnTo>
                  <a:lnTo>
                    <a:pt x="8527887" y="3048885"/>
                  </a:lnTo>
                  <a:lnTo>
                    <a:pt x="8532166" y="3009386"/>
                  </a:lnTo>
                  <a:lnTo>
                    <a:pt x="8536445" y="3004148"/>
                  </a:lnTo>
                  <a:lnTo>
                    <a:pt x="8540724" y="3085078"/>
                  </a:lnTo>
                  <a:lnTo>
                    <a:pt x="8545003" y="3085174"/>
                  </a:lnTo>
                  <a:lnTo>
                    <a:pt x="8549282" y="3055838"/>
                  </a:lnTo>
                  <a:lnTo>
                    <a:pt x="8553560" y="3033275"/>
                  </a:lnTo>
                  <a:lnTo>
                    <a:pt x="8553560" y="3116972"/>
                  </a:lnTo>
                  <a:lnTo>
                    <a:pt x="8549282" y="3116972"/>
                  </a:lnTo>
                  <a:lnTo>
                    <a:pt x="8545003" y="3116972"/>
                  </a:lnTo>
                  <a:lnTo>
                    <a:pt x="8540724" y="3116972"/>
                  </a:lnTo>
                  <a:lnTo>
                    <a:pt x="8536445" y="3116972"/>
                  </a:lnTo>
                  <a:lnTo>
                    <a:pt x="8532166" y="3116972"/>
                  </a:lnTo>
                  <a:lnTo>
                    <a:pt x="8527887" y="3116972"/>
                  </a:lnTo>
                  <a:lnTo>
                    <a:pt x="8523608" y="3116972"/>
                  </a:lnTo>
                  <a:lnTo>
                    <a:pt x="8519329" y="3116972"/>
                  </a:lnTo>
                  <a:lnTo>
                    <a:pt x="8515050" y="3116972"/>
                  </a:lnTo>
                  <a:lnTo>
                    <a:pt x="8510771" y="3116972"/>
                  </a:lnTo>
                  <a:lnTo>
                    <a:pt x="8506492" y="3116972"/>
                  </a:lnTo>
                  <a:lnTo>
                    <a:pt x="8502213" y="3116972"/>
                  </a:lnTo>
                  <a:lnTo>
                    <a:pt x="8497935" y="3116972"/>
                  </a:lnTo>
                  <a:lnTo>
                    <a:pt x="8493656" y="3116972"/>
                  </a:lnTo>
                  <a:lnTo>
                    <a:pt x="8489377" y="3116972"/>
                  </a:lnTo>
                  <a:lnTo>
                    <a:pt x="8485098" y="3116972"/>
                  </a:lnTo>
                  <a:lnTo>
                    <a:pt x="8480819" y="3116972"/>
                  </a:lnTo>
                  <a:lnTo>
                    <a:pt x="8476540" y="3116972"/>
                  </a:lnTo>
                  <a:lnTo>
                    <a:pt x="8472261" y="3116972"/>
                  </a:lnTo>
                  <a:lnTo>
                    <a:pt x="8467982" y="3116972"/>
                  </a:lnTo>
                  <a:lnTo>
                    <a:pt x="8463703" y="3116972"/>
                  </a:lnTo>
                  <a:lnTo>
                    <a:pt x="8459424" y="3116972"/>
                  </a:lnTo>
                  <a:lnTo>
                    <a:pt x="8455145" y="3116972"/>
                  </a:lnTo>
                  <a:lnTo>
                    <a:pt x="8450866" y="3116972"/>
                  </a:lnTo>
                  <a:lnTo>
                    <a:pt x="8446587" y="3116972"/>
                  </a:lnTo>
                  <a:lnTo>
                    <a:pt x="8442309" y="3116972"/>
                  </a:lnTo>
                  <a:lnTo>
                    <a:pt x="8438030" y="3116972"/>
                  </a:lnTo>
                  <a:lnTo>
                    <a:pt x="8433751" y="3116972"/>
                  </a:lnTo>
                  <a:lnTo>
                    <a:pt x="8429472" y="3116972"/>
                  </a:lnTo>
                  <a:lnTo>
                    <a:pt x="8425193" y="3116972"/>
                  </a:lnTo>
                  <a:lnTo>
                    <a:pt x="8420914" y="3116972"/>
                  </a:lnTo>
                  <a:lnTo>
                    <a:pt x="8416635" y="3116972"/>
                  </a:lnTo>
                  <a:lnTo>
                    <a:pt x="8412356" y="3116972"/>
                  </a:lnTo>
                  <a:lnTo>
                    <a:pt x="8408077" y="3116972"/>
                  </a:lnTo>
                  <a:lnTo>
                    <a:pt x="8403798" y="3116972"/>
                  </a:lnTo>
                  <a:lnTo>
                    <a:pt x="8399519" y="3116972"/>
                  </a:lnTo>
                  <a:lnTo>
                    <a:pt x="8395240" y="3116972"/>
                  </a:lnTo>
                  <a:lnTo>
                    <a:pt x="8390962" y="3116972"/>
                  </a:lnTo>
                  <a:lnTo>
                    <a:pt x="8386683" y="3116972"/>
                  </a:lnTo>
                  <a:lnTo>
                    <a:pt x="8382404" y="3116972"/>
                  </a:lnTo>
                  <a:lnTo>
                    <a:pt x="8378125" y="3116972"/>
                  </a:lnTo>
                  <a:lnTo>
                    <a:pt x="8373846" y="3116972"/>
                  </a:lnTo>
                  <a:lnTo>
                    <a:pt x="8369567" y="3116972"/>
                  </a:lnTo>
                  <a:lnTo>
                    <a:pt x="8365288" y="3116972"/>
                  </a:lnTo>
                  <a:lnTo>
                    <a:pt x="8361009" y="3116972"/>
                  </a:lnTo>
                  <a:lnTo>
                    <a:pt x="8356730" y="3116972"/>
                  </a:lnTo>
                  <a:lnTo>
                    <a:pt x="8352451" y="3116972"/>
                  </a:lnTo>
                  <a:lnTo>
                    <a:pt x="8348172" y="3116972"/>
                  </a:lnTo>
                  <a:lnTo>
                    <a:pt x="8343893" y="3116972"/>
                  </a:lnTo>
                  <a:lnTo>
                    <a:pt x="8339614" y="3116972"/>
                  </a:lnTo>
                  <a:lnTo>
                    <a:pt x="8335336" y="3116972"/>
                  </a:lnTo>
                  <a:lnTo>
                    <a:pt x="8331057" y="3116972"/>
                  </a:lnTo>
                  <a:lnTo>
                    <a:pt x="8326778" y="3116972"/>
                  </a:lnTo>
                  <a:lnTo>
                    <a:pt x="8322499" y="3116972"/>
                  </a:lnTo>
                  <a:lnTo>
                    <a:pt x="8318220" y="3116972"/>
                  </a:lnTo>
                  <a:lnTo>
                    <a:pt x="8313941" y="3116972"/>
                  </a:lnTo>
                  <a:lnTo>
                    <a:pt x="8309662" y="3116972"/>
                  </a:lnTo>
                  <a:lnTo>
                    <a:pt x="8305383" y="3116972"/>
                  </a:lnTo>
                  <a:lnTo>
                    <a:pt x="8301104" y="3116972"/>
                  </a:lnTo>
                  <a:lnTo>
                    <a:pt x="8296825" y="3116972"/>
                  </a:lnTo>
                  <a:lnTo>
                    <a:pt x="8292546" y="3116972"/>
                  </a:lnTo>
                  <a:lnTo>
                    <a:pt x="8288267" y="3116972"/>
                  </a:lnTo>
                  <a:lnTo>
                    <a:pt x="8283989" y="3116972"/>
                  </a:lnTo>
                  <a:lnTo>
                    <a:pt x="8279710" y="3116972"/>
                  </a:lnTo>
                  <a:lnTo>
                    <a:pt x="8275431" y="3116972"/>
                  </a:lnTo>
                  <a:lnTo>
                    <a:pt x="8271152" y="3116972"/>
                  </a:lnTo>
                  <a:lnTo>
                    <a:pt x="8266873" y="3116972"/>
                  </a:lnTo>
                  <a:lnTo>
                    <a:pt x="8262594" y="3116972"/>
                  </a:lnTo>
                  <a:lnTo>
                    <a:pt x="8258315" y="3116972"/>
                  </a:lnTo>
                  <a:lnTo>
                    <a:pt x="8254036" y="3116972"/>
                  </a:lnTo>
                  <a:lnTo>
                    <a:pt x="8249757" y="3116972"/>
                  </a:lnTo>
                  <a:lnTo>
                    <a:pt x="8245478" y="3116972"/>
                  </a:lnTo>
                  <a:lnTo>
                    <a:pt x="8241199" y="3116972"/>
                  </a:lnTo>
                  <a:lnTo>
                    <a:pt x="8236920" y="3116972"/>
                  </a:lnTo>
                  <a:lnTo>
                    <a:pt x="8232641" y="3116972"/>
                  </a:lnTo>
                  <a:lnTo>
                    <a:pt x="8228363" y="3116972"/>
                  </a:lnTo>
                  <a:lnTo>
                    <a:pt x="8224084" y="3116972"/>
                  </a:lnTo>
                  <a:lnTo>
                    <a:pt x="8219805" y="3116972"/>
                  </a:lnTo>
                  <a:lnTo>
                    <a:pt x="8215526" y="3116972"/>
                  </a:lnTo>
                  <a:lnTo>
                    <a:pt x="8211247" y="3116972"/>
                  </a:lnTo>
                  <a:lnTo>
                    <a:pt x="8206968" y="3116972"/>
                  </a:lnTo>
                  <a:lnTo>
                    <a:pt x="8202689" y="3116972"/>
                  </a:lnTo>
                  <a:lnTo>
                    <a:pt x="8198410" y="3116972"/>
                  </a:lnTo>
                  <a:lnTo>
                    <a:pt x="8194131" y="3116972"/>
                  </a:lnTo>
                  <a:lnTo>
                    <a:pt x="8189852" y="3116972"/>
                  </a:lnTo>
                  <a:lnTo>
                    <a:pt x="8185573" y="3116972"/>
                  </a:lnTo>
                  <a:lnTo>
                    <a:pt x="8181294" y="3116972"/>
                  </a:lnTo>
                  <a:lnTo>
                    <a:pt x="8177016" y="3116972"/>
                  </a:lnTo>
                  <a:lnTo>
                    <a:pt x="8172737" y="3116972"/>
                  </a:lnTo>
                  <a:lnTo>
                    <a:pt x="8168458" y="3116972"/>
                  </a:lnTo>
                  <a:lnTo>
                    <a:pt x="8164179" y="3116972"/>
                  </a:lnTo>
                  <a:lnTo>
                    <a:pt x="8159900" y="3116972"/>
                  </a:lnTo>
                  <a:lnTo>
                    <a:pt x="8155621" y="3116972"/>
                  </a:lnTo>
                  <a:lnTo>
                    <a:pt x="8151342" y="3116972"/>
                  </a:lnTo>
                  <a:lnTo>
                    <a:pt x="8147063" y="3116972"/>
                  </a:lnTo>
                  <a:lnTo>
                    <a:pt x="8142784" y="3116972"/>
                  </a:lnTo>
                  <a:lnTo>
                    <a:pt x="8138505" y="3116972"/>
                  </a:lnTo>
                  <a:lnTo>
                    <a:pt x="8134226" y="3116972"/>
                  </a:lnTo>
                  <a:lnTo>
                    <a:pt x="8129947" y="3116972"/>
                  </a:lnTo>
                  <a:lnTo>
                    <a:pt x="8125668" y="3116972"/>
                  </a:lnTo>
                  <a:lnTo>
                    <a:pt x="8121390" y="3116972"/>
                  </a:lnTo>
                  <a:lnTo>
                    <a:pt x="8117111" y="3116972"/>
                  </a:lnTo>
                  <a:lnTo>
                    <a:pt x="8112832" y="3116972"/>
                  </a:lnTo>
                  <a:lnTo>
                    <a:pt x="8108553" y="3116972"/>
                  </a:lnTo>
                  <a:lnTo>
                    <a:pt x="8104274" y="3116972"/>
                  </a:lnTo>
                  <a:lnTo>
                    <a:pt x="8099995" y="3116972"/>
                  </a:lnTo>
                  <a:lnTo>
                    <a:pt x="8095716" y="3116972"/>
                  </a:lnTo>
                  <a:lnTo>
                    <a:pt x="8091437" y="3116972"/>
                  </a:lnTo>
                  <a:lnTo>
                    <a:pt x="8087158" y="3116972"/>
                  </a:lnTo>
                  <a:lnTo>
                    <a:pt x="8082879" y="3116972"/>
                  </a:lnTo>
                  <a:lnTo>
                    <a:pt x="8078600" y="3116972"/>
                  </a:lnTo>
                  <a:lnTo>
                    <a:pt x="8074321" y="3116972"/>
                  </a:lnTo>
                  <a:lnTo>
                    <a:pt x="8070043" y="3116972"/>
                  </a:lnTo>
                  <a:lnTo>
                    <a:pt x="8065764" y="3116972"/>
                  </a:lnTo>
                  <a:lnTo>
                    <a:pt x="8061485" y="3116972"/>
                  </a:lnTo>
                  <a:lnTo>
                    <a:pt x="8057206" y="3116972"/>
                  </a:lnTo>
                  <a:lnTo>
                    <a:pt x="8052927" y="3116972"/>
                  </a:lnTo>
                  <a:lnTo>
                    <a:pt x="8048648" y="3116972"/>
                  </a:lnTo>
                  <a:lnTo>
                    <a:pt x="8044369" y="3116972"/>
                  </a:lnTo>
                  <a:lnTo>
                    <a:pt x="8040090" y="3116972"/>
                  </a:lnTo>
                  <a:lnTo>
                    <a:pt x="8035811" y="3116972"/>
                  </a:lnTo>
                  <a:lnTo>
                    <a:pt x="8031532" y="3116972"/>
                  </a:lnTo>
                  <a:lnTo>
                    <a:pt x="8027253" y="3116972"/>
                  </a:lnTo>
                  <a:lnTo>
                    <a:pt x="8022974" y="3116972"/>
                  </a:lnTo>
                  <a:lnTo>
                    <a:pt x="8018695" y="3116972"/>
                  </a:lnTo>
                  <a:lnTo>
                    <a:pt x="8014417" y="3116972"/>
                  </a:lnTo>
                  <a:lnTo>
                    <a:pt x="8010138" y="3116972"/>
                  </a:lnTo>
                  <a:lnTo>
                    <a:pt x="8005859" y="3116972"/>
                  </a:lnTo>
                  <a:lnTo>
                    <a:pt x="8001580" y="3116972"/>
                  </a:lnTo>
                  <a:lnTo>
                    <a:pt x="7997301" y="3116972"/>
                  </a:lnTo>
                  <a:lnTo>
                    <a:pt x="7993022" y="3116972"/>
                  </a:lnTo>
                  <a:lnTo>
                    <a:pt x="7988743" y="3116972"/>
                  </a:lnTo>
                  <a:lnTo>
                    <a:pt x="7984464" y="3116972"/>
                  </a:lnTo>
                  <a:lnTo>
                    <a:pt x="7980185" y="3116972"/>
                  </a:lnTo>
                  <a:lnTo>
                    <a:pt x="7975906" y="3116972"/>
                  </a:lnTo>
                  <a:lnTo>
                    <a:pt x="7971627" y="3116972"/>
                  </a:lnTo>
                  <a:lnTo>
                    <a:pt x="7967348" y="3116972"/>
                  </a:lnTo>
                  <a:lnTo>
                    <a:pt x="7963070" y="3116972"/>
                  </a:lnTo>
                  <a:lnTo>
                    <a:pt x="7958791" y="3116972"/>
                  </a:lnTo>
                  <a:lnTo>
                    <a:pt x="7954512" y="3116972"/>
                  </a:lnTo>
                  <a:lnTo>
                    <a:pt x="7950233" y="3116972"/>
                  </a:lnTo>
                  <a:lnTo>
                    <a:pt x="7945954" y="3116972"/>
                  </a:lnTo>
                  <a:lnTo>
                    <a:pt x="7941675" y="3116972"/>
                  </a:lnTo>
                  <a:lnTo>
                    <a:pt x="7937396" y="3116972"/>
                  </a:lnTo>
                  <a:lnTo>
                    <a:pt x="7933117" y="3116972"/>
                  </a:lnTo>
                  <a:lnTo>
                    <a:pt x="7928838" y="3116972"/>
                  </a:lnTo>
                  <a:lnTo>
                    <a:pt x="7924559" y="3116972"/>
                  </a:lnTo>
                  <a:lnTo>
                    <a:pt x="7920280" y="3116972"/>
                  </a:lnTo>
                  <a:lnTo>
                    <a:pt x="7916001" y="3116972"/>
                  </a:lnTo>
                  <a:lnTo>
                    <a:pt x="7911722" y="3116972"/>
                  </a:lnTo>
                  <a:lnTo>
                    <a:pt x="7907444" y="3116972"/>
                  </a:lnTo>
                  <a:lnTo>
                    <a:pt x="7903165" y="3116972"/>
                  </a:lnTo>
                  <a:lnTo>
                    <a:pt x="7898886" y="3116972"/>
                  </a:lnTo>
                  <a:lnTo>
                    <a:pt x="7894607" y="3116972"/>
                  </a:lnTo>
                  <a:lnTo>
                    <a:pt x="7890328" y="3116972"/>
                  </a:lnTo>
                  <a:lnTo>
                    <a:pt x="7886049" y="3116972"/>
                  </a:lnTo>
                  <a:lnTo>
                    <a:pt x="7881770" y="3116972"/>
                  </a:lnTo>
                  <a:lnTo>
                    <a:pt x="7877491" y="3116972"/>
                  </a:lnTo>
                  <a:lnTo>
                    <a:pt x="7873212" y="3116972"/>
                  </a:lnTo>
                  <a:lnTo>
                    <a:pt x="7868933" y="3116972"/>
                  </a:lnTo>
                  <a:lnTo>
                    <a:pt x="7864654" y="3116972"/>
                  </a:lnTo>
                  <a:lnTo>
                    <a:pt x="7860375" y="3116972"/>
                  </a:lnTo>
                  <a:lnTo>
                    <a:pt x="7856097" y="3116972"/>
                  </a:lnTo>
                  <a:lnTo>
                    <a:pt x="7851818" y="3116972"/>
                  </a:lnTo>
                  <a:lnTo>
                    <a:pt x="7847539" y="3116972"/>
                  </a:lnTo>
                  <a:lnTo>
                    <a:pt x="7843260" y="3116972"/>
                  </a:lnTo>
                  <a:lnTo>
                    <a:pt x="7838981" y="3116972"/>
                  </a:lnTo>
                  <a:lnTo>
                    <a:pt x="7834702" y="3116972"/>
                  </a:lnTo>
                  <a:lnTo>
                    <a:pt x="7830423" y="3116972"/>
                  </a:lnTo>
                  <a:lnTo>
                    <a:pt x="7826144" y="3116972"/>
                  </a:lnTo>
                  <a:lnTo>
                    <a:pt x="7821865" y="3116972"/>
                  </a:lnTo>
                  <a:lnTo>
                    <a:pt x="7817586" y="3116972"/>
                  </a:lnTo>
                  <a:lnTo>
                    <a:pt x="7813307" y="3116972"/>
                  </a:lnTo>
                  <a:lnTo>
                    <a:pt x="7809028" y="3116972"/>
                  </a:lnTo>
                  <a:lnTo>
                    <a:pt x="7804749" y="3116972"/>
                  </a:lnTo>
                  <a:lnTo>
                    <a:pt x="7800471" y="3116972"/>
                  </a:lnTo>
                  <a:lnTo>
                    <a:pt x="7796192" y="3116972"/>
                  </a:lnTo>
                  <a:lnTo>
                    <a:pt x="7791913" y="3116972"/>
                  </a:lnTo>
                  <a:lnTo>
                    <a:pt x="7787634" y="3116972"/>
                  </a:lnTo>
                  <a:lnTo>
                    <a:pt x="7783355" y="3116972"/>
                  </a:lnTo>
                  <a:lnTo>
                    <a:pt x="7779076" y="3116972"/>
                  </a:lnTo>
                  <a:lnTo>
                    <a:pt x="7774797" y="3116972"/>
                  </a:lnTo>
                  <a:lnTo>
                    <a:pt x="7770518" y="3116972"/>
                  </a:lnTo>
                  <a:lnTo>
                    <a:pt x="7766239" y="3116972"/>
                  </a:lnTo>
                  <a:lnTo>
                    <a:pt x="7761960" y="3116972"/>
                  </a:lnTo>
                  <a:lnTo>
                    <a:pt x="7757681" y="3116972"/>
                  </a:lnTo>
                  <a:lnTo>
                    <a:pt x="7753402" y="3116972"/>
                  </a:lnTo>
                  <a:lnTo>
                    <a:pt x="7749124" y="3116972"/>
                  </a:lnTo>
                  <a:lnTo>
                    <a:pt x="7744845" y="3116972"/>
                  </a:lnTo>
                  <a:lnTo>
                    <a:pt x="7740566" y="3116972"/>
                  </a:lnTo>
                  <a:lnTo>
                    <a:pt x="7736287" y="3116972"/>
                  </a:lnTo>
                  <a:lnTo>
                    <a:pt x="7732008" y="3116972"/>
                  </a:lnTo>
                  <a:lnTo>
                    <a:pt x="7727729" y="3116972"/>
                  </a:lnTo>
                  <a:lnTo>
                    <a:pt x="7723450" y="3116972"/>
                  </a:lnTo>
                  <a:lnTo>
                    <a:pt x="7719171" y="3116972"/>
                  </a:lnTo>
                  <a:lnTo>
                    <a:pt x="7714892" y="3116972"/>
                  </a:lnTo>
                  <a:lnTo>
                    <a:pt x="7710613" y="3116972"/>
                  </a:lnTo>
                  <a:lnTo>
                    <a:pt x="7706334" y="3116972"/>
                  </a:lnTo>
                  <a:lnTo>
                    <a:pt x="7702055" y="3116972"/>
                  </a:lnTo>
                  <a:lnTo>
                    <a:pt x="7697776" y="3116972"/>
                  </a:lnTo>
                  <a:lnTo>
                    <a:pt x="7693498" y="3116972"/>
                  </a:lnTo>
                  <a:lnTo>
                    <a:pt x="7689219" y="3116972"/>
                  </a:lnTo>
                  <a:lnTo>
                    <a:pt x="7684940" y="3116972"/>
                  </a:lnTo>
                  <a:lnTo>
                    <a:pt x="7680661" y="3116972"/>
                  </a:lnTo>
                  <a:lnTo>
                    <a:pt x="7676382" y="3116972"/>
                  </a:lnTo>
                  <a:lnTo>
                    <a:pt x="7672103" y="3116972"/>
                  </a:lnTo>
                  <a:lnTo>
                    <a:pt x="7667824" y="3116972"/>
                  </a:lnTo>
                  <a:lnTo>
                    <a:pt x="7663545" y="3116972"/>
                  </a:lnTo>
                  <a:lnTo>
                    <a:pt x="7659266" y="3116972"/>
                  </a:lnTo>
                  <a:lnTo>
                    <a:pt x="7654987" y="3116972"/>
                  </a:lnTo>
                  <a:lnTo>
                    <a:pt x="7650708" y="3116972"/>
                  </a:lnTo>
                  <a:lnTo>
                    <a:pt x="7646429" y="3116972"/>
                  </a:lnTo>
                  <a:lnTo>
                    <a:pt x="7642151" y="3116972"/>
                  </a:lnTo>
                  <a:lnTo>
                    <a:pt x="7637872" y="3116972"/>
                  </a:lnTo>
                  <a:lnTo>
                    <a:pt x="7633593" y="3116972"/>
                  </a:lnTo>
                  <a:lnTo>
                    <a:pt x="7629314" y="3116972"/>
                  </a:lnTo>
                  <a:lnTo>
                    <a:pt x="7625035" y="3116972"/>
                  </a:lnTo>
                  <a:lnTo>
                    <a:pt x="7620756" y="3116972"/>
                  </a:lnTo>
                  <a:lnTo>
                    <a:pt x="7616477" y="3116972"/>
                  </a:lnTo>
                  <a:lnTo>
                    <a:pt x="7612198" y="3116972"/>
                  </a:lnTo>
                  <a:lnTo>
                    <a:pt x="7607919" y="3116972"/>
                  </a:lnTo>
                  <a:lnTo>
                    <a:pt x="7603640" y="3116972"/>
                  </a:lnTo>
                  <a:lnTo>
                    <a:pt x="7599361" y="3116972"/>
                  </a:lnTo>
                  <a:lnTo>
                    <a:pt x="7595082" y="3116972"/>
                  </a:lnTo>
                  <a:lnTo>
                    <a:pt x="7590803" y="3116972"/>
                  </a:lnTo>
                  <a:lnTo>
                    <a:pt x="7586525" y="3116972"/>
                  </a:lnTo>
                  <a:lnTo>
                    <a:pt x="7582246" y="3116972"/>
                  </a:lnTo>
                  <a:lnTo>
                    <a:pt x="7577967" y="3116972"/>
                  </a:lnTo>
                  <a:lnTo>
                    <a:pt x="7573688" y="3116972"/>
                  </a:lnTo>
                  <a:lnTo>
                    <a:pt x="7569409" y="3116972"/>
                  </a:lnTo>
                  <a:lnTo>
                    <a:pt x="7565130" y="3116972"/>
                  </a:lnTo>
                  <a:lnTo>
                    <a:pt x="7560851" y="3116972"/>
                  </a:lnTo>
                  <a:lnTo>
                    <a:pt x="7556572" y="3116972"/>
                  </a:lnTo>
                  <a:lnTo>
                    <a:pt x="7552293" y="3116972"/>
                  </a:lnTo>
                  <a:lnTo>
                    <a:pt x="7548014" y="3116972"/>
                  </a:lnTo>
                  <a:lnTo>
                    <a:pt x="7543735" y="3116972"/>
                  </a:lnTo>
                  <a:lnTo>
                    <a:pt x="7539456" y="3116972"/>
                  </a:lnTo>
                  <a:lnTo>
                    <a:pt x="7535178" y="3116972"/>
                  </a:lnTo>
                  <a:lnTo>
                    <a:pt x="7530899" y="3116972"/>
                  </a:lnTo>
                  <a:lnTo>
                    <a:pt x="7526620" y="3116972"/>
                  </a:lnTo>
                  <a:lnTo>
                    <a:pt x="7522341" y="3116972"/>
                  </a:lnTo>
                  <a:lnTo>
                    <a:pt x="7518062" y="3116972"/>
                  </a:lnTo>
                  <a:lnTo>
                    <a:pt x="7513783" y="3116972"/>
                  </a:lnTo>
                  <a:lnTo>
                    <a:pt x="7509504" y="3116972"/>
                  </a:lnTo>
                  <a:lnTo>
                    <a:pt x="7505225" y="3116972"/>
                  </a:lnTo>
                  <a:lnTo>
                    <a:pt x="7500946" y="3116972"/>
                  </a:lnTo>
                  <a:lnTo>
                    <a:pt x="7496667" y="3116972"/>
                  </a:lnTo>
                  <a:lnTo>
                    <a:pt x="7492388" y="3116972"/>
                  </a:lnTo>
                  <a:lnTo>
                    <a:pt x="7488109" y="3116972"/>
                  </a:lnTo>
                  <a:lnTo>
                    <a:pt x="7483830" y="3116972"/>
                  </a:lnTo>
                  <a:lnTo>
                    <a:pt x="7479552" y="3116972"/>
                  </a:lnTo>
                  <a:lnTo>
                    <a:pt x="7475273" y="3116972"/>
                  </a:lnTo>
                  <a:lnTo>
                    <a:pt x="7470994" y="3116972"/>
                  </a:lnTo>
                  <a:lnTo>
                    <a:pt x="7466715" y="3116972"/>
                  </a:lnTo>
                  <a:lnTo>
                    <a:pt x="7462436" y="3116972"/>
                  </a:lnTo>
                  <a:lnTo>
                    <a:pt x="7458157" y="3116972"/>
                  </a:lnTo>
                  <a:lnTo>
                    <a:pt x="7453878" y="3116972"/>
                  </a:lnTo>
                  <a:lnTo>
                    <a:pt x="7449599" y="3116972"/>
                  </a:lnTo>
                  <a:lnTo>
                    <a:pt x="7445320" y="3116972"/>
                  </a:lnTo>
                  <a:lnTo>
                    <a:pt x="7441041" y="3116972"/>
                  </a:lnTo>
                  <a:lnTo>
                    <a:pt x="7436762" y="3116972"/>
                  </a:lnTo>
                  <a:lnTo>
                    <a:pt x="7432483" y="3116972"/>
                  </a:lnTo>
                  <a:lnTo>
                    <a:pt x="7428205" y="3116972"/>
                  </a:lnTo>
                  <a:lnTo>
                    <a:pt x="7423926" y="3116972"/>
                  </a:lnTo>
                  <a:lnTo>
                    <a:pt x="7419647" y="3116972"/>
                  </a:lnTo>
                  <a:lnTo>
                    <a:pt x="7415368" y="3116972"/>
                  </a:lnTo>
                  <a:lnTo>
                    <a:pt x="7411089" y="3116972"/>
                  </a:lnTo>
                  <a:lnTo>
                    <a:pt x="7406810" y="3116972"/>
                  </a:lnTo>
                  <a:lnTo>
                    <a:pt x="7402531" y="3116972"/>
                  </a:lnTo>
                  <a:lnTo>
                    <a:pt x="7398252" y="3116972"/>
                  </a:lnTo>
                  <a:lnTo>
                    <a:pt x="7393973" y="3116972"/>
                  </a:lnTo>
                  <a:lnTo>
                    <a:pt x="7389694" y="3116972"/>
                  </a:lnTo>
                  <a:lnTo>
                    <a:pt x="7385415" y="3116972"/>
                  </a:lnTo>
                  <a:lnTo>
                    <a:pt x="7381136" y="3116972"/>
                  </a:lnTo>
                  <a:lnTo>
                    <a:pt x="7376857" y="3116972"/>
                  </a:lnTo>
                  <a:lnTo>
                    <a:pt x="7372579" y="3116972"/>
                  </a:lnTo>
                  <a:lnTo>
                    <a:pt x="7368300" y="3116972"/>
                  </a:lnTo>
                  <a:lnTo>
                    <a:pt x="7364021" y="3116972"/>
                  </a:lnTo>
                  <a:lnTo>
                    <a:pt x="7359742" y="3116972"/>
                  </a:lnTo>
                  <a:lnTo>
                    <a:pt x="7355463" y="3116972"/>
                  </a:lnTo>
                  <a:lnTo>
                    <a:pt x="7351184" y="3116972"/>
                  </a:lnTo>
                  <a:lnTo>
                    <a:pt x="7346905" y="3116972"/>
                  </a:lnTo>
                  <a:lnTo>
                    <a:pt x="7342626" y="3116972"/>
                  </a:lnTo>
                  <a:lnTo>
                    <a:pt x="7338347" y="3116972"/>
                  </a:lnTo>
                  <a:lnTo>
                    <a:pt x="7334068" y="3116972"/>
                  </a:lnTo>
                  <a:lnTo>
                    <a:pt x="7329789" y="3116972"/>
                  </a:lnTo>
                  <a:lnTo>
                    <a:pt x="7325510" y="3116972"/>
                  </a:lnTo>
                  <a:lnTo>
                    <a:pt x="7321232" y="3116972"/>
                  </a:lnTo>
                  <a:lnTo>
                    <a:pt x="7316953" y="3116972"/>
                  </a:lnTo>
                  <a:lnTo>
                    <a:pt x="7312674" y="3116972"/>
                  </a:lnTo>
                  <a:lnTo>
                    <a:pt x="7308395" y="3116972"/>
                  </a:lnTo>
                  <a:lnTo>
                    <a:pt x="7304116" y="3116972"/>
                  </a:lnTo>
                  <a:lnTo>
                    <a:pt x="7299837" y="3116972"/>
                  </a:lnTo>
                  <a:lnTo>
                    <a:pt x="7295558" y="3116972"/>
                  </a:lnTo>
                  <a:lnTo>
                    <a:pt x="7291279" y="3116972"/>
                  </a:lnTo>
                  <a:lnTo>
                    <a:pt x="7287000" y="3116972"/>
                  </a:lnTo>
                  <a:lnTo>
                    <a:pt x="7282721" y="3116972"/>
                  </a:lnTo>
                  <a:lnTo>
                    <a:pt x="7278442" y="3116972"/>
                  </a:lnTo>
                  <a:lnTo>
                    <a:pt x="7274163" y="3116972"/>
                  </a:lnTo>
                  <a:lnTo>
                    <a:pt x="7269884" y="3116972"/>
                  </a:lnTo>
                  <a:lnTo>
                    <a:pt x="7265606" y="3116972"/>
                  </a:lnTo>
                  <a:lnTo>
                    <a:pt x="7261327" y="3116972"/>
                  </a:lnTo>
                  <a:lnTo>
                    <a:pt x="7257048" y="3116972"/>
                  </a:lnTo>
                  <a:lnTo>
                    <a:pt x="7252769" y="3116972"/>
                  </a:lnTo>
                  <a:lnTo>
                    <a:pt x="7248490" y="3116972"/>
                  </a:lnTo>
                  <a:lnTo>
                    <a:pt x="7244211" y="3116972"/>
                  </a:lnTo>
                  <a:lnTo>
                    <a:pt x="7239932" y="3116972"/>
                  </a:lnTo>
                  <a:lnTo>
                    <a:pt x="7235653" y="3116972"/>
                  </a:lnTo>
                  <a:lnTo>
                    <a:pt x="7231374" y="3116972"/>
                  </a:lnTo>
                  <a:lnTo>
                    <a:pt x="7227095" y="3116972"/>
                  </a:lnTo>
                  <a:lnTo>
                    <a:pt x="7222816" y="3116972"/>
                  </a:lnTo>
                  <a:lnTo>
                    <a:pt x="7218537" y="3116972"/>
                  </a:lnTo>
                  <a:lnTo>
                    <a:pt x="7214259" y="3116972"/>
                  </a:lnTo>
                  <a:lnTo>
                    <a:pt x="7209980" y="3116972"/>
                  </a:lnTo>
                  <a:lnTo>
                    <a:pt x="7205701" y="3116972"/>
                  </a:lnTo>
                  <a:lnTo>
                    <a:pt x="7201422" y="3116972"/>
                  </a:lnTo>
                  <a:lnTo>
                    <a:pt x="7197143" y="3116972"/>
                  </a:lnTo>
                  <a:lnTo>
                    <a:pt x="7192864" y="3116972"/>
                  </a:lnTo>
                  <a:lnTo>
                    <a:pt x="7188585" y="3116972"/>
                  </a:lnTo>
                  <a:lnTo>
                    <a:pt x="7184306" y="3116972"/>
                  </a:lnTo>
                  <a:lnTo>
                    <a:pt x="7180027" y="3116972"/>
                  </a:lnTo>
                  <a:lnTo>
                    <a:pt x="7175748" y="3116972"/>
                  </a:lnTo>
                  <a:lnTo>
                    <a:pt x="7171469" y="3116972"/>
                  </a:lnTo>
                  <a:lnTo>
                    <a:pt x="7167190" y="3116972"/>
                  </a:lnTo>
                  <a:lnTo>
                    <a:pt x="7162911" y="3116972"/>
                  </a:lnTo>
                  <a:lnTo>
                    <a:pt x="7158633" y="3116972"/>
                  </a:lnTo>
                  <a:lnTo>
                    <a:pt x="7154354" y="3116972"/>
                  </a:lnTo>
                  <a:lnTo>
                    <a:pt x="7150075" y="3116972"/>
                  </a:lnTo>
                  <a:lnTo>
                    <a:pt x="7145796" y="3116972"/>
                  </a:lnTo>
                  <a:lnTo>
                    <a:pt x="7141517" y="3116972"/>
                  </a:lnTo>
                  <a:lnTo>
                    <a:pt x="7137238" y="3116972"/>
                  </a:lnTo>
                  <a:lnTo>
                    <a:pt x="7132959" y="3116972"/>
                  </a:lnTo>
                  <a:lnTo>
                    <a:pt x="7128680" y="3116972"/>
                  </a:lnTo>
                  <a:lnTo>
                    <a:pt x="7124401" y="3116972"/>
                  </a:lnTo>
                  <a:lnTo>
                    <a:pt x="7120122" y="3116972"/>
                  </a:lnTo>
                  <a:lnTo>
                    <a:pt x="7115843" y="3116972"/>
                  </a:lnTo>
                  <a:lnTo>
                    <a:pt x="7111564" y="3116972"/>
                  </a:lnTo>
                  <a:lnTo>
                    <a:pt x="7107286" y="3116972"/>
                  </a:lnTo>
                  <a:lnTo>
                    <a:pt x="7103007" y="3116972"/>
                  </a:lnTo>
                  <a:lnTo>
                    <a:pt x="7098728" y="3116972"/>
                  </a:lnTo>
                  <a:lnTo>
                    <a:pt x="7094449" y="3116972"/>
                  </a:lnTo>
                  <a:lnTo>
                    <a:pt x="7090170" y="3116972"/>
                  </a:lnTo>
                  <a:lnTo>
                    <a:pt x="7085891" y="3116972"/>
                  </a:lnTo>
                  <a:lnTo>
                    <a:pt x="7081612" y="3116972"/>
                  </a:lnTo>
                  <a:lnTo>
                    <a:pt x="7077333" y="3116972"/>
                  </a:lnTo>
                  <a:lnTo>
                    <a:pt x="7073054" y="3116972"/>
                  </a:lnTo>
                  <a:lnTo>
                    <a:pt x="7068775" y="3116972"/>
                  </a:lnTo>
                  <a:lnTo>
                    <a:pt x="7064496" y="3116972"/>
                  </a:lnTo>
                  <a:lnTo>
                    <a:pt x="7060217" y="3116972"/>
                  </a:lnTo>
                  <a:lnTo>
                    <a:pt x="7055938" y="3116972"/>
                  </a:lnTo>
                  <a:lnTo>
                    <a:pt x="7051660" y="3116972"/>
                  </a:lnTo>
                  <a:lnTo>
                    <a:pt x="7047381" y="3116972"/>
                  </a:lnTo>
                  <a:lnTo>
                    <a:pt x="7043102" y="3116972"/>
                  </a:lnTo>
                  <a:lnTo>
                    <a:pt x="7038823" y="3116972"/>
                  </a:lnTo>
                  <a:lnTo>
                    <a:pt x="7034544" y="3116972"/>
                  </a:lnTo>
                  <a:lnTo>
                    <a:pt x="7030265" y="3116972"/>
                  </a:lnTo>
                  <a:lnTo>
                    <a:pt x="7025986" y="3116972"/>
                  </a:lnTo>
                  <a:lnTo>
                    <a:pt x="7021707" y="3116972"/>
                  </a:lnTo>
                  <a:lnTo>
                    <a:pt x="7017428" y="3116972"/>
                  </a:lnTo>
                  <a:lnTo>
                    <a:pt x="7013149" y="3116972"/>
                  </a:lnTo>
                  <a:lnTo>
                    <a:pt x="7008870" y="3116972"/>
                  </a:lnTo>
                  <a:lnTo>
                    <a:pt x="7004591" y="3116972"/>
                  </a:lnTo>
                  <a:lnTo>
                    <a:pt x="7000313" y="3116972"/>
                  </a:lnTo>
                  <a:lnTo>
                    <a:pt x="6996034" y="3116972"/>
                  </a:lnTo>
                  <a:lnTo>
                    <a:pt x="6991755" y="3116972"/>
                  </a:lnTo>
                  <a:lnTo>
                    <a:pt x="6987476" y="3116972"/>
                  </a:lnTo>
                  <a:lnTo>
                    <a:pt x="6983197" y="3116972"/>
                  </a:lnTo>
                  <a:lnTo>
                    <a:pt x="6978918" y="3116972"/>
                  </a:lnTo>
                  <a:lnTo>
                    <a:pt x="6974639" y="3116972"/>
                  </a:lnTo>
                  <a:lnTo>
                    <a:pt x="6970360" y="3116972"/>
                  </a:lnTo>
                  <a:lnTo>
                    <a:pt x="6966081" y="3116972"/>
                  </a:lnTo>
                  <a:lnTo>
                    <a:pt x="6961802" y="3116972"/>
                  </a:lnTo>
                  <a:lnTo>
                    <a:pt x="6957523" y="3116972"/>
                  </a:lnTo>
                  <a:lnTo>
                    <a:pt x="6953244" y="3116972"/>
                  </a:lnTo>
                  <a:lnTo>
                    <a:pt x="6948965" y="3116972"/>
                  </a:lnTo>
                  <a:lnTo>
                    <a:pt x="6944687" y="3116972"/>
                  </a:lnTo>
                  <a:lnTo>
                    <a:pt x="6940408" y="3116972"/>
                  </a:lnTo>
                  <a:lnTo>
                    <a:pt x="6936129" y="3116972"/>
                  </a:lnTo>
                  <a:lnTo>
                    <a:pt x="6931850" y="3116972"/>
                  </a:lnTo>
                  <a:lnTo>
                    <a:pt x="6927571" y="3116972"/>
                  </a:lnTo>
                  <a:lnTo>
                    <a:pt x="6923292" y="3116972"/>
                  </a:lnTo>
                  <a:lnTo>
                    <a:pt x="6919013" y="3116972"/>
                  </a:lnTo>
                  <a:lnTo>
                    <a:pt x="6914734" y="3116972"/>
                  </a:lnTo>
                  <a:lnTo>
                    <a:pt x="6910455" y="3116972"/>
                  </a:lnTo>
                  <a:lnTo>
                    <a:pt x="6906176" y="3116972"/>
                  </a:lnTo>
                  <a:lnTo>
                    <a:pt x="6901897" y="3116972"/>
                  </a:lnTo>
                  <a:lnTo>
                    <a:pt x="6897618" y="3116972"/>
                  </a:lnTo>
                  <a:lnTo>
                    <a:pt x="6893340" y="3116972"/>
                  </a:lnTo>
                  <a:lnTo>
                    <a:pt x="6889061" y="3116972"/>
                  </a:lnTo>
                  <a:lnTo>
                    <a:pt x="6884782" y="3116972"/>
                  </a:lnTo>
                  <a:lnTo>
                    <a:pt x="6880503" y="3116972"/>
                  </a:lnTo>
                  <a:lnTo>
                    <a:pt x="6876224" y="3116972"/>
                  </a:lnTo>
                  <a:lnTo>
                    <a:pt x="6871945" y="3116972"/>
                  </a:lnTo>
                  <a:lnTo>
                    <a:pt x="6867666" y="3116972"/>
                  </a:lnTo>
                  <a:lnTo>
                    <a:pt x="6863387" y="3116972"/>
                  </a:lnTo>
                  <a:lnTo>
                    <a:pt x="6859108" y="3116972"/>
                  </a:lnTo>
                  <a:lnTo>
                    <a:pt x="6854829" y="3116972"/>
                  </a:lnTo>
                  <a:lnTo>
                    <a:pt x="6850550" y="3116972"/>
                  </a:lnTo>
                  <a:lnTo>
                    <a:pt x="6846271" y="3116972"/>
                  </a:lnTo>
                  <a:lnTo>
                    <a:pt x="6841992" y="3116972"/>
                  </a:lnTo>
                  <a:lnTo>
                    <a:pt x="6837714" y="3116972"/>
                  </a:lnTo>
                  <a:lnTo>
                    <a:pt x="6833435" y="3116972"/>
                  </a:lnTo>
                  <a:lnTo>
                    <a:pt x="6829156" y="3116972"/>
                  </a:lnTo>
                  <a:lnTo>
                    <a:pt x="6824877" y="3116972"/>
                  </a:lnTo>
                  <a:lnTo>
                    <a:pt x="6820598" y="3116972"/>
                  </a:lnTo>
                  <a:lnTo>
                    <a:pt x="6816319" y="3116972"/>
                  </a:lnTo>
                  <a:lnTo>
                    <a:pt x="6812040" y="3116972"/>
                  </a:lnTo>
                  <a:lnTo>
                    <a:pt x="6807761" y="3116972"/>
                  </a:lnTo>
                  <a:lnTo>
                    <a:pt x="6803482" y="3116972"/>
                  </a:lnTo>
                  <a:lnTo>
                    <a:pt x="6799203" y="3116972"/>
                  </a:lnTo>
                  <a:lnTo>
                    <a:pt x="6794924" y="3116972"/>
                  </a:lnTo>
                  <a:lnTo>
                    <a:pt x="6790645" y="3116972"/>
                  </a:lnTo>
                  <a:lnTo>
                    <a:pt x="6786367" y="3116972"/>
                  </a:lnTo>
                  <a:lnTo>
                    <a:pt x="6782088" y="3116972"/>
                  </a:lnTo>
                  <a:lnTo>
                    <a:pt x="6777809" y="3116972"/>
                  </a:lnTo>
                  <a:lnTo>
                    <a:pt x="6773530" y="3116972"/>
                  </a:lnTo>
                  <a:lnTo>
                    <a:pt x="6769251" y="3116972"/>
                  </a:lnTo>
                  <a:lnTo>
                    <a:pt x="6764972" y="3116972"/>
                  </a:lnTo>
                  <a:lnTo>
                    <a:pt x="6760693" y="3116972"/>
                  </a:lnTo>
                  <a:lnTo>
                    <a:pt x="6756414" y="3116972"/>
                  </a:lnTo>
                  <a:lnTo>
                    <a:pt x="6752135" y="3116972"/>
                  </a:lnTo>
                  <a:lnTo>
                    <a:pt x="6747856" y="3116972"/>
                  </a:lnTo>
                  <a:lnTo>
                    <a:pt x="6743577" y="3116972"/>
                  </a:lnTo>
                  <a:lnTo>
                    <a:pt x="6739298" y="3116972"/>
                  </a:lnTo>
                  <a:lnTo>
                    <a:pt x="6735019" y="3116972"/>
                  </a:lnTo>
                  <a:lnTo>
                    <a:pt x="6730741" y="3116972"/>
                  </a:lnTo>
                  <a:lnTo>
                    <a:pt x="6726462" y="3116972"/>
                  </a:lnTo>
                  <a:lnTo>
                    <a:pt x="6722183" y="3116972"/>
                  </a:lnTo>
                  <a:lnTo>
                    <a:pt x="6717904" y="3116972"/>
                  </a:lnTo>
                  <a:lnTo>
                    <a:pt x="6713625" y="3116972"/>
                  </a:lnTo>
                  <a:lnTo>
                    <a:pt x="6709346" y="3116972"/>
                  </a:lnTo>
                  <a:lnTo>
                    <a:pt x="6705067" y="3116972"/>
                  </a:lnTo>
                  <a:lnTo>
                    <a:pt x="6700788" y="3116972"/>
                  </a:lnTo>
                  <a:lnTo>
                    <a:pt x="6696509" y="3116972"/>
                  </a:lnTo>
                  <a:lnTo>
                    <a:pt x="6692230" y="3116972"/>
                  </a:lnTo>
                  <a:lnTo>
                    <a:pt x="6687951" y="3116972"/>
                  </a:lnTo>
                  <a:lnTo>
                    <a:pt x="6683672" y="3116972"/>
                  </a:lnTo>
                  <a:lnTo>
                    <a:pt x="6679394" y="3116972"/>
                  </a:lnTo>
                  <a:lnTo>
                    <a:pt x="6675115" y="3116972"/>
                  </a:lnTo>
                  <a:lnTo>
                    <a:pt x="6670836" y="3116972"/>
                  </a:lnTo>
                  <a:lnTo>
                    <a:pt x="6666557" y="3116972"/>
                  </a:lnTo>
                  <a:lnTo>
                    <a:pt x="6662278" y="3116972"/>
                  </a:lnTo>
                  <a:lnTo>
                    <a:pt x="6657999" y="3116972"/>
                  </a:lnTo>
                  <a:lnTo>
                    <a:pt x="6653720" y="3116972"/>
                  </a:lnTo>
                  <a:lnTo>
                    <a:pt x="6649441" y="3116972"/>
                  </a:lnTo>
                  <a:lnTo>
                    <a:pt x="6645162" y="3116972"/>
                  </a:lnTo>
                  <a:lnTo>
                    <a:pt x="6640883" y="3116972"/>
                  </a:lnTo>
                  <a:lnTo>
                    <a:pt x="6636604" y="3116972"/>
                  </a:lnTo>
                  <a:lnTo>
                    <a:pt x="6632325" y="3116972"/>
                  </a:lnTo>
                  <a:lnTo>
                    <a:pt x="6628046" y="3116972"/>
                  </a:lnTo>
                  <a:lnTo>
                    <a:pt x="6623768" y="3116972"/>
                  </a:lnTo>
                  <a:lnTo>
                    <a:pt x="6619489" y="3116972"/>
                  </a:lnTo>
                  <a:lnTo>
                    <a:pt x="6615210" y="3116972"/>
                  </a:lnTo>
                  <a:lnTo>
                    <a:pt x="6610931" y="3116972"/>
                  </a:lnTo>
                  <a:lnTo>
                    <a:pt x="6606652" y="3116972"/>
                  </a:lnTo>
                  <a:lnTo>
                    <a:pt x="6602373" y="3116972"/>
                  </a:lnTo>
                  <a:lnTo>
                    <a:pt x="6598094" y="3116972"/>
                  </a:lnTo>
                  <a:lnTo>
                    <a:pt x="6593815" y="3116972"/>
                  </a:lnTo>
                  <a:lnTo>
                    <a:pt x="6589536" y="3116972"/>
                  </a:lnTo>
                  <a:lnTo>
                    <a:pt x="6585257" y="3116972"/>
                  </a:lnTo>
                  <a:lnTo>
                    <a:pt x="6580978" y="3116972"/>
                  </a:lnTo>
                  <a:lnTo>
                    <a:pt x="6576699" y="3116972"/>
                  </a:lnTo>
                  <a:lnTo>
                    <a:pt x="6572421" y="3116972"/>
                  </a:lnTo>
                  <a:lnTo>
                    <a:pt x="6568142" y="3116972"/>
                  </a:lnTo>
                  <a:lnTo>
                    <a:pt x="6563863" y="3116972"/>
                  </a:lnTo>
                  <a:lnTo>
                    <a:pt x="6559584" y="3116972"/>
                  </a:lnTo>
                  <a:lnTo>
                    <a:pt x="6555305" y="3116972"/>
                  </a:lnTo>
                  <a:lnTo>
                    <a:pt x="6551026" y="3116972"/>
                  </a:lnTo>
                  <a:lnTo>
                    <a:pt x="6546747" y="3116972"/>
                  </a:lnTo>
                  <a:lnTo>
                    <a:pt x="6542468" y="3116972"/>
                  </a:lnTo>
                  <a:lnTo>
                    <a:pt x="6538189" y="3116972"/>
                  </a:lnTo>
                  <a:lnTo>
                    <a:pt x="6533910" y="3116972"/>
                  </a:lnTo>
                  <a:lnTo>
                    <a:pt x="6529631" y="3116972"/>
                  </a:lnTo>
                  <a:lnTo>
                    <a:pt x="6525352" y="3116972"/>
                  </a:lnTo>
                  <a:lnTo>
                    <a:pt x="6521073" y="3116972"/>
                  </a:lnTo>
                  <a:lnTo>
                    <a:pt x="6516795" y="3116972"/>
                  </a:lnTo>
                  <a:lnTo>
                    <a:pt x="6512516" y="3116972"/>
                  </a:lnTo>
                  <a:lnTo>
                    <a:pt x="6508237" y="3116972"/>
                  </a:lnTo>
                  <a:lnTo>
                    <a:pt x="6503958" y="3116972"/>
                  </a:lnTo>
                  <a:lnTo>
                    <a:pt x="6499679" y="3116972"/>
                  </a:lnTo>
                  <a:lnTo>
                    <a:pt x="6495400" y="3116972"/>
                  </a:lnTo>
                  <a:lnTo>
                    <a:pt x="6491121" y="3116972"/>
                  </a:lnTo>
                  <a:lnTo>
                    <a:pt x="6486842" y="3116972"/>
                  </a:lnTo>
                  <a:lnTo>
                    <a:pt x="6482563" y="3116972"/>
                  </a:lnTo>
                  <a:lnTo>
                    <a:pt x="6478284" y="3116972"/>
                  </a:lnTo>
                  <a:lnTo>
                    <a:pt x="6474005" y="3116972"/>
                  </a:lnTo>
                  <a:lnTo>
                    <a:pt x="6469726" y="3116972"/>
                  </a:lnTo>
                  <a:lnTo>
                    <a:pt x="6465448" y="3116972"/>
                  </a:lnTo>
                  <a:lnTo>
                    <a:pt x="6461169" y="3116972"/>
                  </a:lnTo>
                  <a:lnTo>
                    <a:pt x="6456890" y="3116972"/>
                  </a:lnTo>
                  <a:lnTo>
                    <a:pt x="6452611" y="3116972"/>
                  </a:lnTo>
                  <a:lnTo>
                    <a:pt x="6448332" y="3116972"/>
                  </a:lnTo>
                  <a:lnTo>
                    <a:pt x="6444053" y="3116972"/>
                  </a:lnTo>
                  <a:lnTo>
                    <a:pt x="6439774" y="3116972"/>
                  </a:lnTo>
                  <a:lnTo>
                    <a:pt x="6435495" y="3116972"/>
                  </a:lnTo>
                  <a:lnTo>
                    <a:pt x="6431216" y="3116972"/>
                  </a:lnTo>
                  <a:lnTo>
                    <a:pt x="6426937" y="3116972"/>
                  </a:lnTo>
                  <a:lnTo>
                    <a:pt x="6422658" y="3116972"/>
                  </a:lnTo>
                  <a:lnTo>
                    <a:pt x="6418379" y="3116972"/>
                  </a:lnTo>
                  <a:lnTo>
                    <a:pt x="6414100" y="3116972"/>
                  </a:lnTo>
                  <a:lnTo>
                    <a:pt x="6409822" y="3116972"/>
                  </a:lnTo>
                  <a:lnTo>
                    <a:pt x="6405543" y="3116972"/>
                  </a:lnTo>
                  <a:lnTo>
                    <a:pt x="6401264" y="3116972"/>
                  </a:lnTo>
                  <a:lnTo>
                    <a:pt x="6396985" y="3116972"/>
                  </a:lnTo>
                  <a:lnTo>
                    <a:pt x="6392706" y="3116972"/>
                  </a:lnTo>
                  <a:lnTo>
                    <a:pt x="6388427" y="3116972"/>
                  </a:lnTo>
                  <a:lnTo>
                    <a:pt x="6384148" y="3116972"/>
                  </a:lnTo>
                  <a:lnTo>
                    <a:pt x="6379869" y="3116972"/>
                  </a:lnTo>
                  <a:lnTo>
                    <a:pt x="6375590" y="3116972"/>
                  </a:lnTo>
                  <a:lnTo>
                    <a:pt x="6371311" y="3116972"/>
                  </a:lnTo>
                  <a:lnTo>
                    <a:pt x="6367032" y="3116972"/>
                  </a:lnTo>
                  <a:lnTo>
                    <a:pt x="6362753" y="3116972"/>
                  </a:lnTo>
                  <a:lnTo>
                    <a:pt x="6358475" y="3116972"/>
                  </a:lnTo>
                  <a:lnTo>
                    <a:pt x="6354196" y="3116972"/>
                  </a:lnTo>
                  <a:lnTo>
                    <a:pt x="6349917" y="3116972"/>
                  </a:lnTo>
                  <a:lnTo>
                    <a:pt x="6345638" y="3116972"/>
                  </a:lnTo>
                  <a:lnTo>
                    <a:pt x="6341359" y="3116972"/>
                  </a:lnTo>
                  <a:lnTo>
                    <a:pt x="6337080" y="3116972"/>
                  </a:lnTo>
                  <a:lnTo>
                    <a:pt x="6332801" y="3116972"/>
                  </a:lnTo>
                  <a:lnTo>
                    <a:pt x="6328522" y="3116972"/>
                  </a:lnTo>
                  <a:lnTo>
                    <a:pt x="6324243" y="3116972"/>
                  </a:lnTo>
                  <a:lnTo>
                    <a:pt x="6319964" y="3116972"/>
                  </a:lnTo>
                  <a:lnTo>
                    <a:pt x="6315685" y="3116972"/>
                  </a:lnTo>
                  <a:lnTo>
                    <a:pt x="6311406" y="3116972"/>
                  </a:lnTo>
                  <a:lnTo>
                    <a:pt x="6307127" y="3116972"/>
                  </a:lnTo>
                  <a:lnTo>
                    <a:pt x="6302849" y="3116972"/>
                  </a:lnTo>
                  <a:lnTo>
                    <a:pt x="6298570" y="3116972"/>
                  </a:lnTo>
                  <a:lnTo>
                    <a:pt x="6294291" y="3116972"/>
                  </a:lnTo>
                  <a:lnTo>
                    <a:pt x="6290012" y="3116972"/>
                  </a:lnTo>
                  <a:lnTo>
                    <a:pt x="6285733" y="3116972"/>
                  </a:lnTo>
                  <a:lnTo>
                    <a:pt x="6281454" y="3116972"/>
                  </a:lnTo>
                  <a:lnTo>
                    <a:pt x="6277175" y="3116972"/>
                  </a:lnTo>
                  <a:lnTo>
                    <a:pt x="6272896" y="3116972"/>
                  </a:lnTo>
                  <a:lnTo>
                    <a:pt x="6268617" y="3116972"/>
                  </a:lnTo>
                  <a:lnTo>
                    <a:pt x="6264338" y="3116972"/>
                  </a:lnTo>
                  <a:lnTo>
                    <a:pt x="6260059" y="3116972"/>
                  </a:lnTo>
                  <a:lnTo>
                    <a:pt x="6255780" y="3116972"/>
                  </a:lnTo>
                  <a:lnTo>
                    <a:pt x="6251502" y="3116972"/>
                  </a:lnTo>
                  <a:lnTo>
                    <a:pt x="6247223" y="3116972"/>
                  </a:lnTo>
                  <a:lnTo>
                    <a:pt x="6242944" y="3116972"/>
                  </a:lnTo>
                  <a:lnTo>
                    <a:pt x="6238665" y="3116972"/>
                  </a:lnTo>
                  <a:lnTo>
                    <a:pt x="6234386" y="3116972"/>
                  </a:lnTo>
                  <a:lnTo>
                    <a:pt x="6230107" y="3116972"/>
                  </a:lnTo>
                  <a:lnTo>
                    <a:pt x="6225828" y="3116972"/>
                  </a:lnTo>
                  <a:lnTo>
                    <a:pt x="6221549" y="3116972"/>
                  </a:lnTo>
                  <a:lnTo>
                    <a:pt x="6217270" y="3116972"/>
                  </a:lnTo>
                  <a:lnTo>
                    <a:pt x="6212991" y="3116972"/>
                  </a:lnTo>
                  <a:lnTo>
                    <a:pt x="6208712" y="3116972"/>
                  </a:lnTo>
                  <a:lnTo>
                    <a:pt x="6204433" y="3116972"/>
                  </a:lnTo>
                  <a:lnTo>
                    <a:pt x="6200155" y="3116972"/>
                  </a:lnTo>
                  <a:lnTo>
                    <a:pt x="6195876" y="3116972"/>
                  </a:lnTo>
                  <a:lnTo>
                    <a:pt x="6191597" y="3116972"/>
                  </a:lnTo>
                  <a:lnTo>
                    <a:pt x="6187318" y="3116972"/>
                  </a:lnTo>
                  <a:lnTo>
                    <a:pt x="6183039" y="3116972"/>
                  </a:lnTo>
                  <a:lnTo>
                    <a:pt x="6178760" y="3116972"/>
                  </a:lnTo>
                  <a:lnTo>
                    <a:pt x="6174481" y="3116972"/>
                  </a:lnTo>
                  <a:lnTo>
                    <a:pt x="6170202" y="3116972"/>
                  </a:lnTo>
                  <a:lnTo>
                    <a:pt x="6165923" y="3116972"/>
                  </a:lnTo>
                  <a:lnTo>
                    <a:pt x="6161644" y="3116972"/>
                  </a:lnTo>
                  <a:lnTo>
                    <a:pt x="6157365" y="3116972"/>
                  </a:lnTo>
                  <a:lnTo>
                    <a:pt x="6153086" y="3116972"/>
                  </a:lnTo>
                  <a:lnTo>
                    <a:pt x="6148807" y="3116972"/>
                  </a:lnTo>
                  <a:lnTo>
                    <a:pt x="6144529" y="3116972"/>
                  </a:lnTo>
                  <a:lnTo>
                    <a:pt x="6140250" y="3116972"/>
                  </a:lnTo>
                  <a:lnTo>
                    <a:pt x="6135971" y="3116972"/>
                  </a:lnTo>
                  <a:lnTo>
                    <a:pt x="6131692" y="3116972"/>
                  </a:lnTo>
                  <a:lnTo>
                    <a:pt x="6127413" y="3116972"/>
                  </a:lnTo>
                  <a:lnTo>
                    <a:pt x="6123134" y="3116972"/>
                  </a:lnTo>
                  <a:lnTo>
                    <a:pt x="6118855" y="3116972"/>
                  </a:lnTo>
                  <a:lnTo>
                    <a:pt x="6114576" y="3116972"/>
                  </a:lnTo>
                  <a:lnTo>
                    <a:pt x="6110297" y="3116972"/>
                  </a:lnTo>
                  <a:lnTo>
                    <a:pt x="6106018" y="3116972"/>
                  </a:lnTo>
                  <a:lnTo>
                    <a:pt x="6101739" y="3116972"/>
                  </a:lnTo>
                  <a:lnTo>
                    <a:pt x="6097460" y="3116972"/>
                  </a:lnTo>
                  <a:lnTo>
                    <a:pt x="6093182" y="3116972"/>
                  </a:lnTo>
                  <a:lnTo>
                    <a:pt x="6088903" y="3116972"/>
                  </a:lnTo>
                  <a:lnTo>
                    <a:pt x="6084624" y="3116972"/>
                  </a:lnTo>
                  <a:lnTo>
                    <a:pt x="6080345" y="3116972"/>
                  </a:lnTo>
                  <a:lnTo>
                    <a:pt x="6076066" y="3116972"/>
                  </a:lnTo>
                  <a:lnTo>
                    <a:pt x="6071787" y="3116972"/>
                  </a:lnTo>
                  <a:lnTo>
                    <a:pt x="6067508" y="3116972"/>
                  </a:lnTo>
                  <a:lnTo>
                    <a:pt x="6063229" y="3116972"/>
                  </a:lnTo>
                  <a:lnTo>
                    <a:pt x="6058950" y="3116972"/>
                  </a:lnTo>
                  <a:lnTo>
                    <a:pt x="6054671" y="3116972"/>
                  </a:lnTo>
                  <a:lnTo>
                    <a:pt x="6050392" y="3116972"/>
                  </a:lnTo>
                  <a:lnTo>
                    <a:pt x="6046113" y="3116972"/>
                  </a:lnTo>
                  <a:lnTo>
                    <a:pt x="6041834" y="3116972"/>
                  </a:lnTo>
                  <a:lnTo>
                    <a:pt x="6037556" y="3116972"/>
                  </a:lnTo>
                  <a:lnTo>
                    <a:pt x="6033277" y="3116972"/>
                  </a:lnTo>
                  <a:lnTo>
                    <a:pt x="6028998" y="3116972"/>
                  </a:lnTo>
                  <a:lnTo>
                    <a:pt x="6024719" y="3116972"/>
                  </a:lnTo>
                  <a:lnTo>
                    <a:pt x="6020440" y="3116972"/>
                  </a:lnTo>
                  <a:lnTo>
                    <a:pt x="6016161" y="3116972"/>
                  </a:lnTo>
                  <a:lnTo>
                    <a:pt x="6011882" y="3116972"/>
                  </a:lnTo>
                  <a:lnTo>
                    <a:pt x="6007603" y="3116972"/>
                  </a:lnTo>
                  <a:lnTo>
                    <a:pt x="6003324" y="3116972"/>
                  </a:lnTo>
                  <a:lnTo>
                    <a:pt x="5999045" y="3116972"/>
                  </a:lnTo>
                  <a:lnTo>
                    <a:pt x="5994766" y="3116972"/>
                  </a:lnTo>
                  <a:lnTo>
                    <a:pt x="5990487" y="3116972"/>
                  </a:lnTo>
                  <a:lnTo>
                    <a:pt x="5986209" y="3116972"/>
                  </a:lnTo>
                  <a:lnTo>
                    <a:pt x="5981930" y="3116972"/>
                  </a:lnTo>
                  <a:lnTo>
                    <a:pt x="5977651" y="3116972"/>
                  </a:lnTo>
                  <a:lnTo>
                    <a:pt x="5973372" y="3116972"/>
                  </a:lnTo>
                  <a:lnTo>
                    <a:pt x="5969093" y="3116972"/>
                  </a:lnTo>
                  <a:lnTo>
                    <a:pt x="5964814" y="3116972"/>
                  </a:lnTo>
                  <a:lnTo>
                    <a:pt x="5960535" y="3116972"/>
                  </a:lnTo>
                  <a:lnTo>
                    <a:pt x="5956256" y="3116972"/>
                  </a:lnTo>
                  <a:lnTo>
                    <a:pt x="5951977" y="3116972"/>
                  </a:lnTo>
                  <a:lnTo>
                    <a:pt x="5947698" y="3116972"/>
                  </a:lnTo>
                  <a:lnTo>
                    <a:pt x="5943419" y="3116972"/>
                  </a:lnTo>
                  <a:lnTo>
                    <a:pt x="5939140" y="3116972"/>
                  </a:lnTo>
                  <a:lnTo>
                    <a:pt x="5934861" y="3116972"/>
                  </a:lnTo>
                  <a:lnTo>
                    <a:pt x="5930583" y="3116972"/>
                  </a:lnTo>
                  <a:lnTo>
                    <a:pt x="5926304" y="3116972"/>
                  </a:lnTo>
                  <a:lnTo>
                    <a:pt x="5922025" y="3116972"/>
                  </a:lnTo>
                  <a:lnTo>
                    <a:pt x="5917746" y="3116972"/>
                  </a:lnTo>
                  <a:lnTo>
                    <a:pt x="5913467" y="3116972"/>
                  </a:lnTo>
                  <a:lnTo>
                    <a:pt x="5909188" y="3116972"/>
                  </a:lnTo>
                  <a:lnTo>
                    <a:pt x="5904909" y="3116972"/>
                  </a:lnTo>
                  <a:lnTo>
                    <a:pt x="5900630" y="3116972"/>
                  </a:lnTo>
                  <a:lnTo>
                    <a:pt x="5896351" y="3116972"/>
                  </a:lnTo>
                  <a:lnTo>
                    <a:pt x="5892072" y="3116972"/>
                  </a:lnTo>
                  <a:lnTo>
                    <a:pt x="5887793" y="3116972"/>
                  </a:lnTo>
                  <a:lnTo>
                    <a:pt x="5883514" y="3116972"/>
                  </a:lnTo>
                  <a:lnTo>
                    <a:pt x="5879236" y="3116972"/>
                  </a:lnTo>
                  <a:lnTo>
                    <a:pt x="5874957" y="3116972"/>
                  </a:lnTo>
                  <a:lnTo>
                    <a:pt x="5870678" y="3116972"/>
                  </a:lnTo>
                  <a:lnTo>
                    <a:pt x="5866399" y="3116972"/>
                  </a:lnTo>
                  <a:lnTo>
                    <a:pt x="5862120" y="3116972"/>
                  </a:lnTo>
                  <a:lnTo>
                    <a:pt x="5857841" y="3116972"/>
                  </a:lnTo>
                  <a:lnTo>
                    <a:pt x="5853562" y="3116972"/>
                  </a:lnTo>
                  <a:lnTo>
                    <a:pt x="5849283" y="3116972"/>
                  </a:lnTo>
                  <a:lnTo>
                    <a:pt x="5845004" y="3116972"/>
                  </a:lnTo>
                  <a:lnTo>
                    <a:pt x="5840725" y="3116972"/>
                  </a:lnTo>
                  <a:lnTo>
                    <a:pt x="5836446" y="3116972"/>
                  </a:lnTo>
                  <a:lnTo>
                    <a:pt x="5832167" y="3116972"/>
                  </a:lnTo>
                  <a:lnTo>
                    <a:pt x="5827888" y="3116972"/>
                  </a:lnTo>
                  <a:lnTo>
                    <a:pt x="5823610" y="3116972"/>
                  </a:lnTo>
                  <a:lnTo>
                    <a:pt x="5819331" y="3116972"/>
                  </a:lnTo>
                  <a:lnTo>
                    <a:pt x="5815052" y="3116972"/>
                  </a:lnTo>
                  <a:lnTo>
                    <a:pt x="5810773" y="3116972"/>
                  </a:lnTo>
                  <a:lnTo>
                    <a:pt x="5806494" y="3116972"/>
                  </a:lnTo>
                  <a:lnTo>
                    <a:pt x="5802215" y="3116972"/>
                  </a:lnTo>
                  <a:lnTo>
                    <a:pt x="5797936" y="3116972"/>
                  </a:lnTo>
                  <a:lnTo>
                    <a:pt x="5793657" y="3116972"/>
                  </a:lnTo>
                  <a:lnTo>
                    <a:pt x="5789378" y="3116972"/>
                  </a:lnTo>
                  <a:lnTo>
                    <a:pt x="5785099" y="3116972"/>
                  </a:lnTo>
                  <a:lnTo>
                    <a:pt x="5780820" y="3116972"/>
                  </a:lnTo>
                  <a:lnTo>
                    <a:pt x="5776541" y="3116972"/>
                  </a:lnTo>
                  <a:lnTo>
                    <a:pt x="5772263" y="3116972"/>
                  </a:lnTo>
                  <a:lnTo>
                    <a:pt x="5767984" y="3116972"/>
                  </a:lnTo>
                  <a:lnTo>
                    <a:pt x="5763705" y="3116972"/>
                  </a:lnTo>
                  <a:lnTo>
                    <a:pt x="5759426" y="3116972"/>
                  </a:lnTo>
                  <a:lnTo>
                    <a:pt x="5755147" y="3116972"/>
                  </a:lnTo>
                  <a:lnTo>
                    <a:pt x="5750868" y="3116972"/>
                  </a:lnTo>
                  <a:lnTo>
                    <a:pt x="5746589" y="3116972"/>
                  </a:lnTo>
                  <a:lnTo>
                    <a:pt x="5742310" y="3116972"/>
                  </a:lnTo>
                  <a:lnTo>
                    <a:pt x="5738031" y="3116972"/>
                  </a:lnTo>
                  <a:lnTo>
                    <a:pt x="5733752" y="3116972"/>
                  </a:lnTo>
                  <a:lnTo>
                    <a:pt x="5729473" y="3116972"/>
                  </a:lnTo>
                  <a:lnTo>
                    <a:pt x="5725194" y="3116972"/>
                  </a:lnTo>
                  <a:lnTo>
                    <a:pt x="5720915" y="3116972"/>
                  </a:lnTo>
                  <a:lnTo>
                    <a:pt x="5716637" y="3116972"/>
                  </a:lnTo>
                  <a:lnTo>
                    <a:pt x="5712358" y="3116972"/>
                  </a:lnTo>
                  <a:lnTo>
                    <a:pt x="5708079" y="3116972"/>
                  </a:lnTo>
                  <a:lnTo>
                    <a:pt x="5703800" y="3116972"/>
                  </a:lnTo>
                  <a:lnTo>
                    <a:pt x="5699521" y="3116972"/>
                  </a:lnTo>
                  <a:lnTo>
                    <a:pt x="5695242" y="3116972"/>
                  </a:lnTo>
                  <a:lnTo>
                    <a:pt x="5690963" y="3116972"/>
                  </a:lnTo>
                  <a:lnTo>
                    <a:pt x="5686684" y="3116972"/>
                  </a:lnTo>
                  <a:lnTo>
                    <a:pt x="5682405" y="3116972"/>
                  </a:lnTo>
                  <a:lnTo>
                    <a:pt x="5678126" y="3116972"/>
                  </a:lnTo>
                  <a:lnTo>
                    <a:pt x="5673847" y="3116972"/>
                  </a:lnTo>
                  <a:lnTo>
                    <a:pt x="5669568" y="3116972"/>
                  </a:lnTo>
                  <a:lnTo>
                    <a:pt x="5665290" y="3116972"/>
                  </a:lnTo>
                  <a:lnTo>
                    <a:pt x="5661011" y="3116972"/>
                  </a:lnTo>
                  <a:lnTo>
                    <a:pt x="5656732" y="3116972"/>
                  </a:lnTo>
                  <a:lnTo>
                    <a:pt x="5652453" y="3116972"/>
                  </a:lnTo>
                  <a:lnTo>
                    <a:pt x="5648174" y="3116972"/>
                  </a:lnTo>
                  <a:lnTo>
                    <a:pt x="5643895" y="3116972"/>
                  </a:lnTo>
                  <a:lnTo>
                    <a:pt x="5639616" y="3116972"/>
                  </a:lnTo>
                  <a:lnTo>
                    <a:pt x="5635337" y="3116972"/>
                  </a:lnTo>
                  <a:lnTo>
                    <a:pt x="5631058" y="3116972"/>
                  </a:lnTo>
                  <a:lnTo>
                    <a:pt x="5626779" y="3116972"/>
                  </a:lnTo>
                  <a:lnTo>
                    <a:pt x="5622500" y="3116972"/>
                  </a:lnTo>
                  <a:lnTo>
                    <a:pt x="5618221" y="3116972"/>
                  </a:lnTo>
                  <a:lnTo>
                    <a:pt x="5613942" y="3116972"/>
                  </a:lnTo>
                  <a:lnTo>
                    <a:pt x="5609664" y="3116972"/>
                  </a:lnTo>
                  <a:lnTo>
                    <a:pt x="5605385" y="3116972"/>
                  </a:lnTo>
                  <a:lnTo>
                    <a:pt x="5601106" y="3116972"/>
                  </a:lnTo>
                  <a:lnTo>
                    <a:pt x="5596827" y="3116972"/>
                  </a:lnTo>
                  <a:lnTo>
                    <a:pt x="5592548" y="3116972"/>
                  </a:lnTo>
                  <a:lnTo>
                    <a:pt x="5588269" y="3116972"/>
                  </a:lnTo>
                  <a:lnTo>
                    <a:pt x="5583990" y="3116972"/>
                  </a:lnTo>
                  <a:lnTo>
                    <a:pt x="5579711" y="3116972"/>
                  </a:lnTo>
                  <a:lnTo>
                    <a:pt x="5575432" y="3116972"/>
                  </a:lnTo>
                  <a:lnTo>
                    <a:pt x="5571153" y="3116972"/>
                  </a:lnTo>
                  <a:lnTo>
                    <a:pt x="5566874" y="3116972"/>
                  </a:lnTo>
                  <a:lnTo>
                    <a:pt x="5562595" y="3116972"/>
                  </a:lnTo>
                  <a:lnTo>
                    <a:pt x="5558317" y="3116972"/>
                  </a:lnTo>
                  <a:lnTo>
                    <a:pt x="5554038" y="3116972"/>
                  </a:lnTo>
                  <a:lnTo>
                    <a:pt x="5549759" y="3116972"/>
                  </a:lnTo>
                  <a:lnTo>
                    <a:pt x="5545480" y="3116972"/>
                  </a:lnTo>
                  <a:lnTo>
                    <a:pt x="5541201" y="3116972"/>
                  </a:lnTo>
                  <a:lnTo>
                    <a:pt x="5536922" y="3116972"/>
                  </a:lnTo>
                  <a:lnTo>
                    <a:pt x="5532643" y="3116972"/>
                  </a:lnTo>
                  <a:lnTo>
                    <a:pt x="5528364" y="3116972"/>
                  </a:lnTo>
                  <a:lnTo>
                    <a:pt x="5524085" y="3116972"/>
                  </a:lnTo>
                  <a:lnTo>
                    <a:pt x="5519806" y="3116972"/>
                  </a:lnTo>
                  <a:lnTo>
                    <a:pt x="5515527" y="3116972"/>
                  </a:lnTo>
                  <a:lnTo>
                    <a:pt x="5511248" y="3116972"/>
                  </a:lnTo>
                  <a:lnTo>
                    <a:pt x="5506969" y="3116972"/>
                  </a:lnTo>
                  <a:lnTo>
                    <a:pt x="5502691" y="3116972"/>
                  </a:lnTo>
                  <a:lnTo>
                    <a:pt x="5498412" y="3116972"/>
                  </a:lnTo>
                  <a:lnTo>
                    <a:pt x="5494133" y="3116972"/>
                  </a:lnTo>
                  <a:lnTo>
                    <a:pt x="5489854" y="3116972"/>
                  </a:lnTo>
                  <a:lnTo>
                    <a:pt x="5485575" y="3116972"/>
                  </a:lnTo>
                  <a:lnTo>
                    <a:pt x="5481296" y="3116972"/>
                  </a:lnTo>
                  <a:lnTo>
                    <a:pt x="5477017" y="3116972"/>
                  </a:lnTo>
                  <a:lnTo>
                    <a:pt x="5472738" y="3116972"/>
                  </a:lnTo>
                  <a:lnTo>
                    <a:pt x="5468459" y="3116972"/>
                  </a:lnTo>
                  <a:lnTo>
                    <a:pt x="5464180" y="3116972"/>
                  </a:lnTo>
                  <a:lnTo>
                    <a:pt x="5459901" y="3116972"/>
                  </a:lnTo>
                  <a:lnTo>
                    <a:pt x="5455622" y="3116972"/>
                  </a:lnTo>
                  <a:lnTo>
                    <a:pt x="5451344" y="3116972"/>
                  </a:lnTo>
                  <a:lnTo>
                    <a:pt x="5447065" y="3116972"/>
                  </a:lnTo>
                  <a:lnTo>
                    <a:pt x="5442786" y="3116972"/>
                  </a:lnTo>
                  <a:lnTo>
                    <a:pt x="5438507" y="3116972"/>
                  </a:lnTo>
                  <a:lnTo>
                    <a:pt x="5434228" y="3116972"/>
                  </a:lnTo>
                  <a:lnTo>
                    <a:pt x="5429949" y="3116972"/>
                  </a:lnTo>
                  <a:lnTo>
                    <a:pt x="5425670" y="3116972"/>
                  </a:lnTo>
                  <a:lnTo>
                    <a:pt x="5421391" y="3116972"/>
                  </a:lnTo>
                  <a:lnTo>
                    <a:pt x="5417112" y="3116972"/>
                  </a:lnTo>
                  <a:lnTo>
                    <a:pt x="5412833" y="3116972"/>
                  </a:lnTo>
                  <a:lnTo>
                    <a:pt x="5408554" y="3116972"/>
                  </a:lnTo>
                  <a:lnTo>
                    <a:pt x="5404275" y="3116972"/>
                  </a:lnTo>
                  <a:lnTo>
                    <a:pt x="5399996" y="3116972"/>
                  </a:lnTo>
                  <a:lnTo>
                    <a:pt x="5395718" y="3116972"/>
                  </a:lnTo>
                  <a:lnTo>
                    <a:pt x="5391439" y="3116972"/>
                  </a:lnTo>
                  <a:lnTo>
                    <a:pt x="5387160" y="3116972"/>
                  </a:lnTo>
                  <a:lnTo>
                    <a:pt x="5382881" y="3116972"/>
                  </a:lnTo>
                  <a:lnTo>
                    <a:pt x="5378602" y="3116972"/>
                  </a:lnTo>
                  <a:lnTo>
                    <a:pt x="5374323" y="3116972"/>
                  </a:lnTo>
                  <a:lnTo>
                    <a:pt x="5370044" y="3116972"/>
                  </a:lnTo>
                  <a:lnTo>
                    <a:pt x="5365765" y="3116972"/>
                  </a:lnTo>
                  <a:lnTo>
                    <a:pt x="5361486" y="3116972"/>
                  </a:lnTo>
                  <a:lnTo>
                    <a:pt x="5357207" y="3116972"/>
                  </a:lnTo>
                  <a:lnTo>
                    <a:pt x="5352928" y="3116972"/>
                  </a:lnTo>
                  <a:lnTo>
                    <a:pt x="5348649" y="3116972"/>
                  </a:lnTo>
                  <a:lnTo>
                    <a:pt x="5344371" y="3116972"/>
                  </a:lnTo>
                  <a:lnTo>
                    <a:pt x="5340092" y="3116972"/>
                  </a:lnTo>
                  <a:lnTo>
                    <a:pt x="5335813" y="3116972"/>
                  </a:lnTo>
                  <a:lnTo>
                    <a:pt x="5331534" y="3116972"/>
                  </a:lnTo>
                  <a:lnTo>
                    <a:pt x="5327255" y="3116972"/>
                  </a:lnTo>
                  <a:lnTo>
                    <a:pt x="5322976" y="3116972"/>
                  </a:lnTo>
                  <a:lnTo>
                    <a:pt x="5318697" y="3116972"/>
                  </a:lnTo>
                  <a:lnTo>
                    <a:pt x="5314418" y="3116972"/>
                  </a:lnTo>
                  <a:lnTo>
                    <a:pt x="5310139" y="3116972"/>
                  </a:lnTo>
                  <a:lnTo>
                    <a:pt x="5305860" y="3116972"/>
                  </a:lnTo>
                  <a:lnTo>
                    <a:pt x="5301581" y="3116972"/>
                  </a:lnTo>
                  <a:lnTo>
                    <a:pt x="5297302" y="3116972"/>
                  </a:lnTo>
                  <a:lnTo>
                    <a:pt x="5293023" y="3116972"/>
                  </a:lnTo>
                  <a:lnTo>
                    <a:pt x="5288745" y="3116972"/>
                  </a:lnTo>
                  <a:lnTo>
                    <a:pt x="5284466" y="3116972"/>
                  </a:lnTo>
                  <a:lnTo>
                    <a:pt x="5280187" y="3116972"/>
                  </a:lnTo>
                  <a:lnTo>
                    <a:pt x="5275908" y="3116972"/>
                  </a:lnTo>
                  <a:lnTo>
                    <a:pt x="5271629" y="3116972"/>
                  </a:lnTo>
                  <a:lnTo>
                    <a:pt x="5267350" y="3116972"/>
                  </a:lnTo>
                  <a:lnTo>
                    <a:pt x="5263071" y="3116972"/>
                  </a:lnTo>
                  <a:lnTo>
                    <a:pt x="5258792" y="3116972"/>
                  </a:lnTo>
                  <a:lnTo>
                    <a:pt x="5254513" y="3116972"/>
                  </a:lnTo>
                  <a:lnTo>
                    <a:pt x="5250234" y="3116972"/>
                  </a:lnTo>
                  <a:lnTo>
                    <a:pt x="5245955" y="3116972"/>
                  </a:lnTo>
                  <a:lnTo>
                    <a:pt x="5241676" y="3116972"/>
                  </a:lnTo>
                  <a:lnTo>
                    <a:pt x="5237398" y="3116972"/>
                  </a:lnTo>
                  <a:lnTo>
                    <a:pt x="5233119" y="3116972"/>
                  </a:lnTo>
                  <a:lnTo>
                    <a:pt x="5228840" y="3116972"/>
                  </a:lnTo>
                  <a:lnTo>
                    <a:pt x="5224561" y="3116972"/>
                  </a:lnTo>
                  <a:lnTo>
                    <a:pt x="5220282" y="3116972"/>
                  </a:lnTo>
                  <a:lnTo>
                    <a:pt x="5216003" y="3116972"/>
                  </a:lnTo>
                  <a:lnTo>
                    <a:pt x="5211724" y="3116972"/>
                  </a:lnTo>
                  <a:lnTo>
                    <a:pt x="5207445" y="3116972"/>
                  </a:lnTo>
                  <a:lnTo>
                    <a:pt x="5203166" y="3116972"/>
                  </a:lnTo>
                  <a:lnTo>
                    <a:pt x="5198887" y="3116972"/>
                  </a:lnTo>
                  <a:lnTo>
                    <a:pt x="5194608" y="3116972"/>
                  </a:lnTo>
                  <a:lnTo>
                    <a:pt x="5190329" y="3116972"/>
                  </a:lnTo>
                  <a:lnTo>
                    <a:pt x="5186050" y="3116972"/>
                  </a:lnTo>
                  <a:lnTo>
                    <a:pt x="5181772" y="3116972"/>
                  </a:lnTo>
                  <a:lnTo>
                    <a:pt x="5177493" y="3116972"/>
                  </a:lnTo>
                  <a:lnTo>
                    <a:pt x="5173214" y="3116972"/>
                  </a:lnTo>
                  <a:lnTo>
                    <a:pt x="5168935" y="3116972"/>
                  </a:lnTo>
                  <a:lnTo>
                    <a:pt x="5164656" y="3116972"/>
                  </a:lnTo>
                  <a:lnTo>
                    <a:pt x="5160377" y="3116972"/>
                  </a:lnTo>
                  <a:lnTo>
                    <a:pt x="5156098" y="3116972"/>
                  </a:lnTo>
                  <a:lnTo>
                    <a:pt x="5151819" y="3116972"/>
                  </a:lnTo>
                  <a:lnTo>
                    <a:pt x="5147540" y="3116972"/>
                  </a:lnTo>
                  <a:lnTo>
                    <a:pt x="5143261" y="3116972"/>
                  </a:lnTo>
                  <a:lnTo>
                    <a:pt x="5138982" y="3116972"/>
                  </a:lnTo>
                  <a:lnTo>
                    <a:pt x="5134703" y="3116972"/>
                  </a:lnTo>
                  <a:lnTo>
                    <a:pt x="5130425" y="3116972"/>
                  </a:lnTo>
                  <a:lnTo>
                    <a:pt x="5126146" y="3116972"/>
                  </a:lnTo>
                  <a:lnTo>
                    <a:pt x="5121867" y="3116972"/>
                  </a:lnTo>
                  <a:lnTo>
                    <a:pt x="5117588" y="3116972"/>
                  </a:lnTo>
                  <a:lnTo>
                    <a:pt x="5113309" y="3116972"/>
                  </a:lnTo>
                  <a:lnTo>
                    <a:pt x="5109030" y="3116972"/>
                  </a:lnTo>
                  <a:lnTo>
                    <a:pt x="5104751" y="3116972"/>
                  </a:lnTo>
                  <a:lnTo>
                    <a:pt x="5100472" y="3116972"/>
                  </a:lnTo>
                  <a:lnTo>
                    <a:pt x="5096193" y="3116972"/>
                  </a:lnTo>
                  <a:lnTo>
                    <a:pt x="5091914" y="3116972"/>
                  </a:lnTo>
                  <a:lnTo>
                    <a:pt x="5087635" y="3116972"/>
                  </a:lnTo>
                  <a:lnTo>
                    <a:pt x="5083356" y="3116972"/>
                  </a:lnTo>
                  <a:lnTo>
                    <a:pt x="5079077" y="3116972"/>
                  </a:lnTo>
                  <a:lnTo>
                    <a:pt x="5074799" y="3116972"/>
                  </a:lnTo>
                  <a:lnTo>
                    <a:pt x="5070520" y="3116972"/>
                  </a:lnTo>
                  <a:lnTo>
                    <a:pt x="5066241" y="3116972"/>
                  </a:lnTo>
                  <a:lnTo>
                    <a:pt x="5061962" y="3116972"/>
                  </a:lnTo>
                  <a:lnTo>
                    <a:pt x="5057683" y="3116972"/>
                  </a:lnTo>
                  <a:lnTo>
                    <a:pt x="5053404" y="3116972"/>
                  </a:lnTo>
                  <a:lnTo>
                    <a:pt x="5049125" y="3116972"/>
                  </a:lnTo>
                  <a:lnTo>
                    <a:pt x="5044846" y="3116972"/>
                  </a:lnTo>
                  <a:lnTo>
                    <a:pt x="5040567" y="3116972"/>
                  </a:lnTo>
                  <a:lnTo>
                    <a:pt x="5036288" y="3116972"/>
                  </a:lnTo>
                  <a:lnTo>
                    <a:pt x="5032009" y="3116972"/>
                  </a:lnTo>
                  <a:lnTo>
                    <a:pt x="5027730" y="3116972"/>
                  </a:lnTo>
                  <a:lnTo>
                    <a:pt x="5023452" y="3116972"/>
                  </a:lnTo>
                  <a:lnTo>
                    <a:pt x="5019173" y="3116972"/>
                  </a:lnTo>
                  <a:lnTo>
                    <a:pt x="5014894" y="3116972"/>
                  </a:lnTo>
                  <a:lnTo>
                    <a:pt x="5010615" y="3116972"/>
                  </a:lnTo>
                  <a:lnTo>
                    <a:pt x="5006336" y="3116972"/>
                  </a:lnTo>
                  <a:lnTo>
                    <a:pt x="5002057" y="3116972"/>
                  </a:lnTo>
                  <a:lnTo>
                    <a:pt x="4997778" y="3116972"/>
                  </a:lnTo>
                  <a:lnTo>
                    <a:pt x="4993499" y="3116972"/>
                  </a:lnTo>
                  <a:lnTo>
                    <a:pt x="4989220" y="3116972"/>
                  </a:lnTo>
                  <a:lnTo>
                    <a:pt x="4984941" y="3116972"/>
                  </a:lnTo>
                  <a:lnTo>
                    <a:pt x="4980662" y="3116972"/>
                  </a:lnTo>
                  <a:lnTo>
                    <a:pt x="4976383" y="3116972"/>
                  </a:lnTo>
                  <a:lnTo>
                    <a:pt x="4972104" y="3116972"/>
                  </a:lnTo>
                  <a:lnTo>
                    <a:pt x="4967826" y="3116972"/>
                  </a:lnTo>
                  <a:lnTo>
                    <a:pt x="4963547" y="3116972"/>
                  </a:lnTo>
                  <a:lnTo>
                    <a:pt x="4959268" y="3116972"/>
                  </a:lnTo>
                  <a:lnTo>
                    <a:pt x="4954989" y="3116972"/>
                  </a:lnTo>
                  <a:lnTo>
                    <a:pt x="4950710" y="3116972"/>
                  </a:lnTo>
                  <a:lnTo>
                    <a:pt x="4946431" y="3116972"/>
                  </a:lnTo>
                  <a:lnTo>
                    <a:pt x="4942152" y="3116972"/>
                  </a:lnTo>
                  <a:lnTo>
                    <a:pt x="4937873" y="3116972"/>
                  </a:lnTo>
                  <a:lnTo>
                    <a:pt x="4933594" y="3116972"/>
                  </a:lnTo>
                  <a:lnTo>
                    <a:pt x="4929315" y="3116972"/>
                  </a:lnTo>
                  <a:lnTo>
                    <a:pt x="4925036" y="3116972"/>
                  </a:lnTo>
                  <a:lnTo>
                    <a:pt x="4920757" y="3116972"/>
                  </a:lnTo>
                  <a:lnTo>
                    <a:pt x="4916479" y="3116972"/>
                  </a:lnTo>
                  <a:lnTo>
                    <a:pt x="4912200" y="3116972"/>
                  </a:lnTo>
                  <a:lnTo>
                    <a:pt x="4907921" y="3116972"/>
                  </a:lnTo>
                  <a:lnTo>
                    <a:pt x="4903642" y="3116972"/>
                  </a:lnTo>
                  <a:lnTo>
                    <a:pt x="4899363" y="3116972"/>
                  </a:lnTo>
                  <a:lnTo>
                    <a:pt x="4895084" y="3116972"/>
                  </a:lnTo>
                  <a:lnTo>
                    <a:pt x="4890805" y="3116972"/>
                  </a:lnTo>
                  <a:lnTo>
                    <a:pt x="4886526" y="3116972"/>
                  </a:lnTo>
                  <a:lnTo>
                    <a:pt x="4882247" y="3116972"/>
                  </a:lnTo>
                  <a:lnTo>
                    <a:pt x="4877968" y="3116972"/>
                  </a:lnTo>
                  <a:lnTo>
                    <a:pt x="4873689" y="3116972"/>
                  </a:lnTo>
                  <a:lnTo>
                    <a:pt x="4869410" y="3116972"/>
                  </a:lnTo>
                  <a:lnTo>
                    <a:pt x="4865131" y="3116972"/>
                  </a:lnTo>
                  <a:lnTo>
                    <a:pt x="4860853" y="3116972"/>
                  </a:lnTo>
                  <a:lnTo>
                    <a:pt x="4856574" y="3116972"/>
                  </a:lnTo>
                  <a:lnTo>
                    <a:pt x="4852295" y="3116972"/>
                  </a:lnTo>
                  <a:lnTo>
                    <a:pt x="4848016" y="3116972"/>
                  </a:lnTo>
                  <a:lnTo>
                    <a:pt x="4843737" y="3116972"/>
                  </a:lnTo>
                  <a:lnTo>
                    <a:pt x="4839458" y="3116972"/>
                  </a:lnTo>
                  <a:lnTo>
                    <a:pt x="4835179" y="3116972"/>
                  </a:lnTo>
                  <a:lnTo>
                    <a:pt x="4830900" y="3116972"/>
                  </a:lnTo>
                  <a:lnTo>
                    <a:pt x="4826621" y="3116972"/>
                  </a:lnTo>
                  <a:lnTo>
                    <a:pt x="4822342" y="3116972"/>
                  </a:lnTo>
                  <a:lnTo>
                    <a:pt x="4818063" y="3116972"/>
                  </a:lnTo>
                  <a:lnTo>
                    <a:pt x="4813784" y="3116972"/>
                  </a:lnTo>
                  <a:lnTo>
                    <a:pt x="4809506" y="3116972"/>
                  </a:lnTo>
                  <a:lnTo>
                    <a:pt x="4805227" y="3116972"/>
                  </a:lnTo>
                  <a:lnTo>
                    <a:pt x="4800948" y="3116972"/>
                  </a:lnTo>
                  <a:lnTo>
                    <a:pt x="4796669" y="3116972"/>
                  </a:lnTo>
                  <a:lnTo>
                    <a:pt x="4792390" y="3116972"/>
                  </a:lnTo>
                  <a:lnTo>
                    <a:pt x="4788111" y="3116972"/>
                  </a:lnTo>
                  <a:lnTo>
                    <a:pt x="4783832" y="3116972"/>
                  </a:lnTo>
                  <a:lnTo>
                    <a:pt x="4779553" y="3116972"/>
                  </a:lnTo>
                  <a:lnTo>
                    <a:pt x="4775274" y="3116972"/>
                  </a:lnTo>
                  <a:lnTo>
                    <a:pt x="4770995" y="3116972"/>
                  </a:lnTo>
                  <a:lnTo>
                    <a:pt x="4766716" y="3116972"/>
                  </a:lnTo>
                  <a:lnTo>
                    <a:pt x="4762437" y="3116972"/>
                  </a:lnTo>
                  <a:lnTo>
                    <a:pt x="4758158" y="3116972"/>
                  </a:lnTo>
                  <a:lnTo>
                    <a:pt x="4753880" y="3116972"/>
                  </a:lnTo>
                  <a:lnTo>
                    <a:pt x="4749601" y="3116972"/>
                  </a:lnTo>
                  <a:lnTo>
                    <a:pt x="4745322" y="3116972"/>
                  </a:lnTo>
                  <a:lnTo>
                    <a:pt x="4741043" y="3116972"/>
                  </a:lnTo>
                  <a:lnTo>
                    <a:pt x="4736764" y="3116972"/>
                  </a:lnTo>
                  <a:lnTo>
                    <a:pt x="4732485" y="3116972"/>
                  </a:lnTo>
                  <a:lnTo>
                    <a:pt x="4728206" y="3116972"/>
                  </a:lnTo>
                  <a:lnTo>
                    <a:pt x="4723927" y="3116972"/>
                  </a:lnTo>
                  <a:lnTo>
                    <a:pt x="4719648" y="3116972"/>
                  </a:lnTo>
                  <a:lnTo>
                    <a:pt x="4715369" y="3116972"/>
                  </a:lnTo>
                  <a:lnTo>
                    <a:pt x="4711090" y="3116972"/>
                  </a:lnTo>
                  <a:lnTo>
                    <a:pt x="4706811" y="3116972"/>
                  </a:lnTo>
                  <a:lnTo>
                    <a:pt x="4702533" y="3116972"/>
                  </a:lnTo>
                  <a:lnTo>
                    <a:pt x="4698254" y="3116972"/>
                  </a:lnTo>
                  <a:lnTo>
                    <a:pt x="4693975" y="3116972"/>
                  </a:lnTo>
                  <a:lnTo>
                    <a:pt x="4689696" y="3116972"/>
                  </a:lnTo>
                  <a:lnTo>
                    <a:pt x="4685417" y="3116972"/>
                  </a:lnTo>
                  <a:lnTo>
                    <a:pt x="4681138" y="3116972"/>
                  </a:lnTo>
                  <a:lnTo>
                    <a:pt x="4676859" y="3116972"/>
                  </a:lnTo>
                  <a:lnTo>
                    <a:pt x="4672580" y="3116972"/>
                  </a:lnTo>
                  <a:lnTo>
                    <a:pt x="4668301" y="3116972"/>
                  </a:lnTo>
                  <a:lnTo>
                    <a:pt x="4664022" y="3116972"/>
                  </a:lnTo>
                  <a:lnTo>
                    <a:pt x="4659743" y="3116972"/>
                  </a:lnTo>
                  <a:lnTo>
                    <a:pt x="4655464" y="3116972"/>
                  </a:lnTo>
                  <a:lnTo>
                    <a:pt x="4651185" y="3116972"/>
                  </a:lnTo>
                  <a:lnTo>
                    <a:pt x="4646907" y="3116972"/>
                  </a:lnTo>
                  <a:lnTo>
                    <a:pt x="4642628" y="3116972"/>
                  </a:lnTo>
                  <a:lnTo>
                    <a:pt x="4638349" y="3116972"/>
                  </a:lnTo>
                  <a:lnTo>
                    <a:pt x="4634070" y="3116972"/>
                  </a:lnTo>
                  <a:lnTo>
                    <a:pt x="4629791" y="3116972"/>
                  </a:lnTo>
                  <a:lnTo>
                    <a:pt x="4625512" y="3116972"/>
                  </a:lnTo>
                  <a:lnTo>
                    <a:pt x="4621233" y="3116972"/>
                  </a:lnTo>
                  <a:lnTo>
                    <a:pt x="4616954" y="3116972"/>
                  </a:lnTo>
                  <a:lnTo>
                    <a:pt x="4612675" y="3116972"/>
                  </a:lnTo>
                  <a:lnTo>
                    <a:pt x="4608396" y="3116972"/>
                  </a:lnTo>
                  <a:lnTo>
                    <a:pt x="4604117" y="3116972"/>
                  </a:lnTo>
                  <a:lnTo>
                    <a:pt x="4599838" y="3116972"/>
                  </a:lnTo>
                  <a:lnTo>
                    <a:pt x="4595560" y="3116972"/>
                  </a:lnTo>
                  <a:lnTo>
                    <a:pt x="4591281" y="3116972"/>
                  </a:lnTo>
                  <a:lnTo>
                    <a:pt x="4587002" y="3116972"/>
                  </a:lnTo>
                  <a:lnTo>
                    <a:pt x="4582723" y="3116972"/>
                  </a:lnTo>
                  <a:lnTo>
                    <a:pt x="4578444" y="3116972"/>
                  </a:lnTo>
                  <a:lnTo>
                    <a:pt x="4574165" y="3116972"/>
                  </a:lnTo>
                  <a:lnTo>
                    <a:pt x="4569886" y="3116972"/>
                  </a:lnTo>
                  <a:lnTo>
                    <a:pt x="4565607" y="3116972"/>
                  </a:lnTo>
                  <a:lnTo>
                    <a:pt x="4561328" y="3116972"/>
                  </a:lnTo>
                  <a:lnTo>
                    <a:pt x="4557049" y="3116972"/>
                  </a:lnTo>
                  <a:lnTo>
                    <a:pt x="4552770" y="3116972"/>
                  </a:lnTo>
                  <a:lnTo>
                    <a:pt x="4548491" y="3116972"/>
                  </a:lnTo>
                  <a:lnTo>
                    <a:pt x="4544212" y="3116972"/>
                  </a:lnTo>
                  <a:lnTo>
                    <a:pt x="4539934" y="3116972"/>
                  </a:lnTo>
                  <a:lnTo>
                    <a:pt x="4535655" y="3116972"/>
                  </a:lnTo>
                  <a:lnTo>
                    <a:pt x="4531376" y="3116972"/>
                  </a:lnTo>
                  <a:lnTo>
                    <a:pt x="4527097" y="3116972"/>
                  </a:lnTo>
                  <a:lnTo>
                    <a:pt x="4522818" y="3116972"/>
                  </a:lnTo>
                  <a:lnTo>
                    <a:pt x="4518539" y="3116972"/>
                  </a:lnTo>
                  <a:lnTo>
                    <a:pt x="4514260" y="3116972"/>
                  </a:lnTo>
                  <a:lnTo>
                    <a:pt x="4509981" y="3116972"/>
                  </a:lnTo>
                  <a:lnTo>
                    <a:pt x="4505702" y="3116972"/>
                  </a:lnTo>
                  <a:lnTo>
                    <a:pt x="4501423" y="3116972"/>
                  </a:lnTo>
                  <a:lnTo>
                    <a:pt x="4497144" y="3116972"/>
                  </a:lnTo>
                  <a:lnTo>
                    <a:pt x="4492865" y="3116972"/>
                  </a:lnTo>
                  <a:lnTo>
                    <a:pt x="4488587" y="3116972"/>
                  </a:lnTo>
                  <a:lnTo>
                    <a:pt x="4484308" y="3116972"/>
                  </a:lnTo>
                  <a:lnTo>
                    <a:pt x="4480029" y="3116972"/>
                  </a:lnTo>
                  <a:lnTo>
                    <a:pt x="4475750" y="3116972"/>
                  </a:lnTo>
                  <a:lnTo>
                    <a:pt x="4471471" y="3116972"/>
                  </a:lnTo>
                  <a:lnTo>
                    <a:pt x="4467192" y="3116972"/>
                  </a:lnTo>
                  <a:lnTo>
                    <a:pt x="4462913" y="3116972"/>
                  </a:lnTo>
                  <a:lnTo>
                    <a:pt x="4458634" y="3116972"/>
                  </a:lnTo>
                  <a:lnTo>
                    <a:pt x="4454355" y="3116972"/>
                  </a:lnTo>
                  <a:lnTo>
                    <a:pt x="4450076" y="3116972"/>
                  </a:lnTo>
                  <a:lnTo>
                    <a:pt x="4445797" y="3116972"/>
                  </a:lnTo>
                  <a:lnTo>
                    <a:pt x="4441518" y="3116972"/>
                  </a:lnTo>
                  <a:lnTo>
                    <a:pt x="4437239" y="3116972"/>
                  </a:lnTo>
                  <a:lnTo>
                    <a:pt x="4432961" y="3116972"/>
                  </a:lnTo>
                  <a:lnTo>
                    <a:pt x="4428682" y="3116972"/>
                  </a:lnTo>
                  <a:lnTo>
                    <a:pt x="4424403" y="3116972"/>
                  </a:lnTo>
                  <a:lnTo>
                    <a:pt x="4420124" y="3116972"/>
                  </a:lnTo>
                  <a:lnTo>
                    <a:pt x="4415845" y="3116972"/>
                  </a:lnTo>
                  <a:lnTo>
                    <a:pt x="4411566" y="3116972"/>
                  </a:lnTo>
                  <a:lnTo>
                    <a:pt x="4407287" y="3116972"/>
                  </a:lnTo>
                  <a:lnTo>
                    <a:pt x="4403008" y="3116972"/>
                  </a:lnTo>
                  <a:lnTo>
                    <a:pt x="4398729" y="3116972"/>
                  </a:lnTo>
                  <a:lnTo>
                    <a:pt x="4394450" y="3116972"/>
                  </a:lnTo>
                  <a:lnTo>
                    <a:pt x="4390171" y="3116972"/>
                  </a:lnTo>
                  <a:lnTo>
                    <a:pt x="4385892" y="3116972"/>
                  </a:lnTo>
                  <a:lnTo>
                    <a:pt x="4381614" y="3116972"/>
                  </a:lnTo>
                  <a:lnTo>
                    <a:pt x="4377335" y="3116972"/>
                  </a:lnTo>
                  <a:lnTo>
                    <a:pt x="4373056" y="3116972"/>
                  </a:lnTo>
                  <a:lnTo>
                    <a:pt x="4368777" y="3116972"/>
                  </a:lnTo>
                  <a:lnTo>
                    <a:pt x="4364498" y="3116972"/>
                  </a:lnTo>
                  <a:lnTo>
                    <a:pt x="4360219" y="3116972"/>
                  </a:lnTo>
                  <a:lnTo>
                    <a:pt x="4355940" y="3116972"/>
                  </a:lnTo>
                  <a:lnTo>
                    <a:pt x="4351661" y="3116972"/>
                  </a:lnTo>
                  <a:lnTo>
                    <a:pt x="4347382" y="3116972"/>
                  </a:lnTo>
                  <a:lnTo>
                    <a:pt x="4343103" y="3116972"/>
                  </a:lnTo>
                  <a:lnTo>
                    <a:pt x="4338824" y="3116972"/>
                  </a:lnTo>
                  <a:lnTo>
                    <a:pt x="4334545" y="3116972"/>
                  </a:lnTo>
                  <a:lnTo>
                    <a:pt x="4330266" y="3116972"/>
                  </a:lnTo>
                  <a:lnTo>
                    <a:pt x="4325988" y="3116972"/>
                  </a:lnTo>
                  <a:lnTo>
                    <a:pt x="4321709" y="3116972"/>
                  </a:lnTo>
                  <a:lnTo>
                    <a:pt x="4317430" y="3116972"/>
                  </a:lnTo>
                  <a:lnTo>
                    <a:pt x="4313151" y="3116972"/>
                  </a:lnTo>
                  <a:lnTo>
                    <a:pt x="4308872" y="3116972"/>
                  </a:lnTo>
                  <a:lnTo>
                    <a:pt x="4304593" y="3116972"/>
                  </a:lnTo>
                  <a:lnTo>
                    <a:pt x="4300314" y="3116972"/>
                  </a:lnTo>
                  <a:lnTo>
                    <a:pt x="4296035" y="3116972"/>
                  </a:lnTo>
                  <a:lnTo>
                    <a:pt x="4291756" y="3116972"/>
                  </a:lnTo>
                  <a:lnTo>
                    <a:pt x="4287477" y="3116972"/>
                  </a:lnTo>
                  <a:lnTo>
                    <a:pt x="4283198" y="3116972"/>
                  </a:lnTo>
                  <a:lnTo>
                    <a:pt x="4278919" y="3116972"/>
                  </a:lnTo>
                  <a:lnTo>
                    <a:pt x="4274641" y="3116972"/>
                  </a:lnTo>
                  <a:lnTo>
                    <a:pt x="4270362" y="3116972"/>
                  </a:lnTo>
                  <a:lnTo>
                    <a:pt x="4266083" y="3116972"/>
                  </a:lnTo>
                  <a:lnTo>
                    <a:pt x="4261804" y="3116972"/>
                  </a:lnTo>
                  <a:lnTo>
                    <a:pt x="4257525" y="3116972"/>
                  </a:lnTo>
                  <a:lnTo>
                    <a:pt x="4253246" y="3116972"/>
                  </a:lnTo>
                  <a:lnTo>
                    <a:pt x="4248967" y="3116972"/>
                  </a:lnTo>
                  <a:lnTo>
                    <a:pt x="4244688" y="3116972"/>
                  </a:lnTo>
                  <a:lnTo>
                    <a:pt x="4240409" y="3116972"/>
                  </a:lnTo>
                  <a:lnTo>
                    <a:pt x="4236130" y="3116972"/>
                  </a:lnTo>
                  <a:lnTo>
                    <a:pt x="4231851" y="3116972"/>
                  </a:lnTo>
                  <a:lnTo>
                    <a:pt x="4227572" y="3116972"/>
                  </a:lnTo>
                  <a:lnTo>
                    <a:pt x="4223293" y="3116972"/>
                  </a:lnTo>
                  <a:lnTo>
                    <a:pt x="4219015" y="3116972"/>
                  </a:lnTo>
                  <a:lnTo>
                    <a:pt x="4214736" y="3116972"/>
                  </a:lnTo>
                  <a:lnTo>
                    <a:pt x="4210457" y="3116972"/>
                  </a:lnTo>
                  <a:lnTo>
                    <a:pt x="4206178" y="3116972"/>
                  </a:lnTo>
                  <a:lnTo>
                    <a:pt x="4201899" y="3116972"/>
                  </a:lnTo>
                  <a:lnTo>
                    <a:pt x="4197620" y="3116972"/>
                  </a:lnTo>
                  <a:lnTo>
                    <a:pt x="4193341" y="3116972"/>
                  </a:lnTo>
                  <a:lnTo>
                    <a:pt x="4189062" y="3116972"/>
                  </a:lnTo>
                  <a:lnTo>
                    <a:pt x="4184783" y="3116972"/>
                  </a:lnTo>
                  <a:lnTo>
                    <a:pt x="4180504" y="3116972"/>
                  </a:lnTo>
                  <a:lnTo>
                    <a:pt x="4176225" y="3116972"/>
                  </a:lnTo>
                  <a:lnTo>
                    <a:pt x="4171946" y="3116972"/>
                  </a:lnTo>
                  <a:lnTo>
                    <a:pt x="4167668" y="3116972"/>
                  </a:lnTo>
                  <a:lnTo>
                    <a:pt x="4163389" y="3116972"/>
                  </a:lnTo>
                  <a:lnTo>
                    <a:pt x="4159110" y="3116972"/>
                  </a:lnTo>
                  <a:lnTo>
                    <a:pt x="4154831" y="3116972"/>
                  </a:lnTo>
                  <a:lnTo>
                    <a:pt x="4150552" y="3116972"/>
                  </a:lnTo>
                  <a:lnTo>
                    <a:pt x="4146273" y="3116972"/>
                  </a:lnTo>
                  <a:lnTo>
                    <a:pt x="4141994" y="3116972"/>
                  </a:lnTo>
                  <a:lnTo>
                    <a:pt x="4137715" y="3116972"/>
                  </a:lnTo>
                  <a:lnTo>
                    <a:pt x="4133436" y="3116972"/>
                  </a:lnTo>
                  <a:lnTo>
                    <a:pt x="4129157" y="3116972"/>
                  </a:lnTo>
                  <a:lnTo>
                    <a:pt x="4124878" y="3116972"/>
                  </a:lnTo>
                  <a:lnTo>
                    <a:pt x="4120599" y="3116972"/>
                  </a:lnTo>
                  <a:lnTo>
                    <a:pt x="4116320" y="3116972"/>
                  </a:lnTo>
                  <a:lnTo>
                    <a:pt x="4112042" y="3116972"/>
                  </a:lnTo>
                  <a:lnTo>
                    <a:pt x="4107763" y="3116972"/>
                  </a:lnTo>
                  <a:lnTo>
                    <a:pt x="4103484" y="3116972"/>
                  </a:lnTo>
                  <a:lnTo>
                    <a:pt x="4099205" y="3116972"/>
                  </a:lnTo>
                  <a:lnTo>
                    <a:pt x="4094926" y="3116972"/>
                  </a:lnTo>
                  <a:lnTo>
                    <a:pt x="4090647" y="3116972"/>
                  </a:lnTo>
                  <a:lnTo>
                    <a:pt x="4086368" y="3116972"/>
                  </a:lnTo>
                  <a:lnTo>
                    <a:pt x="4082089" y="3116972"/>
                  </a:lnTo>
                  <a:lnTo>
                    <a:pt x="4077810" y="3116972"/>
                  </a:lnTo>
                  <a:lnTo>
                    <a:pt x="4073531" y="3116972"/>
                  </a:lnTo>
                  <a:lnTo>
                    <a:pt x="4069252" y="3116972"/>
                  </a:lnTo>
                  <a:lnTo>
                    <a:pt x="4064973" y="3116972"/>
                  </a:lnTo>
                  <a:lnTo>
                    <a:pt x="4060695" y="3116972"/>
                  </a:lnTo>
                  <a:lnTo>
                    <a:pt x="4056416" y="3116972"/>
                  </a:lnTo>
                  <a:lnTo>
                    <a:pt x="4052137" y="3116972"/>
                  </a:lnTo>
                  <a:lnTo>
                    <a:pt x="4047858" y="3116972"/>
                  </a:lnTo>
                  <a:lnTo>
                    <a:pt x="4043579" y="3116972"/>
                  </a:lnTo>
                  <a:lnTo>
                    <a:pt x="4039300" y="3116972"/>
                  </a:lnTo>
                  <a:lnTo>
                    <a:pt x="4035021" y="3116972"/>
                  </a:lnTo>
                  <a:lnTo>
                    <a:pt x="4030742" y="3116972"/>
                  </a:lnTo>
                  <a:lnTo>
                    <a:pt x="4026463" y="3116972"/>
                  </a:lnTo>
                  <a:lnTo>
                    <a:pt x="4022184" y="3116972"/>
                  </a:lnTo>
                  <a:lnTo>
                    <a:pt x="4017905" y="3116972"/>
                  </a:lnTo>
                  <a:lnTo>
                    <a:pt x="4013626" y="3116972"/>
                  </a:lnTo>
                  <a:lnTo>
                    <a:pt x="4009347" y="3116972"/>
                  </a:lnTo>
                  <a:lnTo>
                    <a:pt x="4005069" y="3116972"/>
                  </a:lnTo>
                  <a:lnTo>
                    <a:pt x="4000790" y="3116972"/>
                  </a:lnTo>
                  <a:lnTo>
                    <a:pt x="3996511" y="3116972"/>
                  </a:lnTo>
                  <a:lnTo>
                    <a:pt x="3992232" y="3116972"/>
                  </a:lnTo>
                  <a:lnTo>
                    <a:pt x="3987953" y="3116972"/>
                  </a:lnTo>
                  <a:lnTo>
                    <a:pt x="3983674" y="3116972"/>
                  </a:lnTo>
                  <a:lnTo>
                    <a:pt x="3979395" y="3116972"/>
                  </a:lnTo>
                  <a:lnTo>
                    <a:pt x="3975116" y="3116972"/>
                  </a:lnTo>
                  <a:lnTo>
                    <a:pt x="3970837" y="3116972"/>
                  </a:lnTo>
                  <a:lnTo>
                    <a:pt x="3966558" y="3116972"/>
                  </a:lnTo>
                  <a:lnTo>
                    <a:pt x="3962279" y="3116972"/>
                  </a:lnTo>
                  <a:lnTo>
                    <a:pt x="3958000" y="3116972"/>
                  </a:lnTo>
                  <a:lnTo>
                    <a:pt x="3953722" y="3116972"/>
                  </a:lnTo>
                  <a:lnTo>
                    <a:pt x="3949443" y="3116972"/>
                  </a:lnTo>
                  <a:lnTo>
                    <a:pt x="3945164" y="3116972"/>
                  </a:lnTo>
                  <a:lnTo>
                    <a:pt x="3940885" y="3116972"/>
                  </a:lnTo>
                  <a:lnTo>
                    <a:pt x="3936606" y="3116972"/>
                  </a:lnTo>
                  <a:lnTo>
                    <a:pt x="3932327" y="3116972"/>
                  </a:lnTo>
                  <a:lnTo>
                    <a:pt x="3928048" y="3116972"/>
                  </a:lnTo>
                  <a:lnTo>
                    <a:pt x="3923769" y="3116972"/>
                  </a:lnTo>
                  <a:lnTo>
                    <a:pt x="3919490" y="3116972"/>
                  </a:lnTo>
                  <a:lnTo>
                    <a:pt x="3915211" y="3116972"/>
                  </a:lnTo>
                  <a:lnTo>
                    <a:pt x="3910932" y="3116972"/>
                  </a:lnTo>
                  <a:lnTo>
                    <a:pt x="3906653" y="3116972"/>
                  </a:lnTo>
                  <a:lnTo>
                    <a:pt x="3902374" y="3116972"/>
                  </a:lnTo>
                  <a:lnTo>
                    <a:pt x="3898096" y="3116972"/>
                  </a:lnTo>
                  <a:lnTo>
                    <a:pt x="3893817" y="3116972"/>
                  </a:lnTo>
                  <a:lnTo>
                    <a:pt x="3889538" y="3116972"/>
                  </a:lnTo>
                  <a:lnTo>
                    <a:pt x="3885259" y="3116972"/>
                  </a:lnTo>
                  <a:lnTo>
                    <a:pt x="3880980" y="3116972"/>
                  </a:lnTo>
                  <a:lnTo>
                    <a:pt x="3876701" y="3116972"/>
                  </a:lnTo>
                  <a:lnTo>
                    <a:pt x="3872422" y="3116972"/>
                  </a:lnTo>
                  <a:lnTo>
                    <a:pt x="3868143" y="3116972"/>
                  </a:lnTo>
                  <a:lnTo>
                    <a:pt x="3863864" y="3116972"/>
                  </a:lnTo>
                  <a:lnTo>
                    <a:pt x="3859585" y="3116972"/>
                  </a:lnTo>
                  <a:lnTo>
                    <a:pt x="3855306" y="3116972"/>
                  </a:lnTo>
                  <a:lnTo>
                    <a:pt x="3851027" y="3116972"/>
                  </a:lnTo>
                  <a:lnTo>
                    <a:pt x="3846749" y="3116972"/>
                  </a:lnTo>
                  <a:lnTo>
                    <a:pt x="3842470" y="3116972"/>
                  </a:lnTo>
                  <a:lnTo>
                    <a:pt x="3838191" y="3116972"/>
                  </a:lnTo>
                  <a:lnTo>
                    <a:pt x="3833912" y="3116972"/>
                  </a:lnTo>
                  <a:lnTo>
                    <a:pt x="3829633" y="3116972"/>
                  </a:lnTo>
                  <a:lnTo>
                    <a:pt x="3825354" y="3116972"/>
                  </a:lnTo>
                  <a:lnTo>
                    <a:pt x="3821075" y="3116972"/>
                  </a:lnTo>
                  <a:lnTo>
                    <a:pt x="3816796" y="3116972"/>
                  </a:lnTo>
                  <a:lnTo>
                    <a:pt x="3812517" y="3116972"/>
                  </a:lnTo>
                  <a:lnTo>
                    <a:pt x="3808238" y="3116972"/>
                  </a:lnTo>
                  <a:lnTo>
                    <a:pt x="3803959" y="3116972"/>
                  </a:lnTo>
                  <a:lnTo>
                    <a:pt x="3799680" y="3116972"/>
                  </a:lnTo>
                  <a:lnTo>
                    <a:pt x="3795401" y="3116972"/>
                  </a:lnTo>
                  <a:lnTo>
                    <a:pt x="3791123" y="3116972"/>
                  </a:lnTo>
                  <a:lnTo>
                    <a:pt x="3786844" y="3116972"/>
                  </a:lnTo>
                  <a:lnTo>
                    <a:pt x="3782565" y="3116972"/>
                  </a:lnTo>
                  <a:lnTo>
                    <a:pt x="3778286" y="3116972"/>
                  </a:lnTo>
                  <a:lnTo>
                    <a:pt x="3774007" y="3116972"/>
                  </a:lnTo>
                  <a:lnTo>
                    <a:pt x="3769728" y="3116972"/>
                  </a:lnTo>
                  <a:lnTo>
                    <a:pt x="3765449" y="3116972"/>
                  </a:lnTo>
                  <a:lnTo>
                    <a:pt x="3761170" y="3116972"/>
                  </a:lnTo>
                  <a:lnTo>
                    <a:pt x="3756891" y="3116972"/>
                  </a:lnTo>
                  <a:lnTo>
                    <a:pt x="3752612" y="3116972"/>
                  </a:lnTo>
                  <a:lnTo>
                    <a:pt x="3748333" y="3116972"/>
                  </a:lnTo>
                  <a:lnTo>
                    <a:pt x="3744054" y="3116972"/>
                  </a:lnTo>
                  <a:lnTo>
                    <a:pt x="3739776" y="3116972"/>
                  </a:lnTo>
                  <a:lnTo>
                    <a:pt x="3735497" y="3116972"/>
                  </a:lnTo>
                  <a:lnTo>
                    <a:pt x="3731218" y="3116972"/>
                  </a:lnTo>
                  <a:lnTo>
                    <a:pt x="3726939" y="3116972"/>
                  </a:lnTo>
                  <a:lnTo>
                    <a:pt x="3722660" y="3116972"/>
                  </a:lnTo>
                  <a:lnTo>
                    <a:pt x="3718381" y="3116972"/>
                  </a:lnTo>
                  <a:lnTo>
                    <a:pt x="3714102" y="3116972"/>
                  </a:lnTo>
                  <a:lnTo>
                    <a:pt x="3709823" y="3116972"/>
                  </a:lnTo>
                  <a:lnTo>
                    <a:pt x="3705544" y="3116972"/>
                  </a:lnTo>
                  <a:lnTo>
                    <a:pt x="3701265" y="3116972"/>
                  </a:lnTo>
                  <a:lnTo>
                    <a:pt x="3696986" y="3116972"/>
                  </a:lnTo>
                  <a:lnTo>
                    <a:pt x="3692707" y="3116972"/>
                  </a:lnTo>
                  <a:lnTo>
                    <a:pt x="3688428" y="3116972"/>
                  </a:lnTo>
                  <a:lnTo>
                    <a:pt x="3684150" y="3116972"/>
                  </a:lnTo>
                  <a:lnTo>
                    <a:pt x="3679871" y="3116972"/>
                  </a:lnTo>
                  <a:lnTo>
                    <a:pt x="3675592" y="3116972"/>
                  </a:lnTo>
                  <a:lnTo>
                    <a:pt x="3671313" y="3116972"/>
                  </a:lnTo>
                  <a:lnTo>
                    <a:pt x="3667034" y="3116972"/>
                  </a:lnTo>
                  <a:lnTo>
                    <a:pt x="3662755" y="3116972"/>
                  </a:lnTo>
                  <a:lnTo>
                    <a:pt x="3658476" y="3116972"/>
                  </a:lnTo>
                  <a:lnTo>
                    <a:pt x="3654197" y="3116972"/>
                  </a:lnTo>
                  <a:lnTo>
                    <a:pt x="3649918" y="3116972"/>
                  </a:lnTo>
                  <a:lnTo>
                    <a:pt x="3645639" y="3116972"/>
                  </a:lnTo>
                  <a:lnTo>
                    <a:pt x="3641360" y="3116972"/>
                  </a:lnTo>
                  <a:lnTo>
                    <a:pt x="3637081" y="3116972"/>
                  </a:lnTo>
                  <a:lnTo>
                    <a:pt x="3632803" y="3116972"/>
                  </a:lnTo>
                  <a:lnTo>
                    <a:pt x="3628524" y="3116972"/>
                  </a:lnTo>
                  <a:lnTo>
                    <a:pt x="3624245" y="3116972"/>
                  </a:lnTo>
                  <a:lnTo>
                    <a:pt x="3619966" y="3116972"/>
                  </a:lnTo>
                  <a:lnTo>
                    <a:pt x="3615687" y="3116972"/>
                  </a:lnTo>
                  <a:lnTo>
                    <a:pt x="3611408" y="3116972"/>
                  </a:lnTo>
                  <a:lnTo>
                    <a:pt x="3607129" y="3116972"/>
                  </a:lnTo>
                  <a:lnTo>
                    <a:pt x="3602850" y="3116972"/>
                  </a:lnTo>
                  <a:lnTo>
                    <a:pt x="3598571" y="3116972"/>
                  </a:lnTo>
                  <a:lnTo>
                    <a:pt x="3594292" y="3116972"/>
                  </a:lnTo>
                  <a:lnTo>
                    <a:pt x="3590013" y="3116972"/>
                  </a:lnTo>
                  <a:lnTo>
                    <a:pt x="3585734" y="3116972"/>
                  </a:lnTo>
                  <a:lnTo>
                    <a:pt x="3581455" y="3116972"/>
                  </a:lnTo>
                  <a:lnTo>
                    <a:pt x="3577177" y="3116972"/>
                  </a:lnTo>
                  <a:lnTo>
                    <a:pt x="3572898" y="3116972"/>
                  </a:lnTo>
                  <a:lnTo>
                    <a:pt x="3568619" y="3116972"/>
                  </a:lnTo>
                  <a:lnTo>
                    <a:pt x="3564340" y="3116972"/>
                  </a:lnTo>
                  <a:lnTo>
                    <a:pt x="3560061" y="3116972"/>
                  </a:lnTo>
                  <a:lnTo>
                    <a:pt x="3555782" y="3116972"/>
                  </a:lnTo>
                  <a:lnTo>
                    <a:pt x="3551503" y="3116972"/>
                  </a:lnTo>
                  <a:lnTo>
                    <a:pt x="3547224" y="3116972"/>
                  </a:lnTo>
                  <a:lnTo>
                    <a:pt x="3542945" y="3116972"/>
                  </a:lnTo>
                  <a:lnTo>
                    <a:pt x="3538666" y="3116972"/>
                  </a:lnTo>
                  <a:lnTo>
                    <a:pt x="3534387" y="3116972"/>
                  </a:lnTo>
                  <a:lnTo>
                    <a:pt x="3530108" y="3116972"/>
                  </a:lnTo>
                  <a:lnTo>
                    <a:pt x="3525830" y="3116972"/>
                  </a:lnTo>
                  <a:lnTo>
                    <a:pt x="3521551" y="3116972"/>
                  </a:lnTo>
                  <a:lnTo>
                    <a:pt x="3517272" y="3116972"/>
                  </a:lnTo>
                  <a:lnTo>
                    <a:pt x="3512993" y="3116972"/>
                  </a:lnTo>
                  <a:lnTo>
                    <a:pt x="3508714" y="3116972"/>
                  </a:lnTo>
                  <a:lnTo>
                    <a:pt x="3504435" y="3116972"/>
                  </a:lnTo>
                  <a:lnTo>
                    <a:pt x="3500156" y="3116972"/>
                  </a:lnTo>
                  <a:lnTo>
                    <a:pt x="3495877" y="3116972"/>
                  </a:lnTo>
                  <a:lnTo>
                    <a:pt x="3491598" y="3116972"/>
                  </a:lnTo>
                  <a:lnTo>
                    <a:pt x="3487319" y="3116972"/>
                  </a:lnTo>
                  <a:lnTo>
                    <a:pt x="3483040" y="3116972"/>
                  </a:lnTo>
                  <a:lnTo>
                    <a:pt x="3478761" y="3116972"/>
                  </a:lnTo>
                  <a:lnTo>
                    <a:pt x="3474482" y="3116972"/>
                  </a:lnTo>
                  <a:lnTo>
                    <a:pt x="3470204" y="3116972"/>
                  </a:lnTo>
                  <a:lnTo>
                    <a:pt x="3465925" y="3116972"/>
                  </a:lnTo>
                  <a:lnTo>
                    <a:pt x="3461646" y="3116972"/>
                  </a:lnTo>
                  <a:lnTo>
                    <a:pt x="3457367" y="3116972"/>
                  </a:lnTo>
                  <a:lnTo>
                    <a:pt x="3453088" y="3116972"/>
                  </a:lnTo>
                  <a:lnTo>
                    <a:pt x="3448809" y="3116972"/>
                  </a:lnTo>
                  <a:lnTo>
                    <a:pt x="3444530" y="3116972"/>
                  </a:lnTo>
                  <a:lnTo>
                    <a:pt x="3440251" y="3116972"/>
                  </a:lnTo>
                  <a:lnTo>
                    <a:pt x="3435972" y="3116972"/>
                  </a:lnTo>
                  <a:lnTo>
                    <a:pt x="3431693" y="3116972"/>
                  </a:lnTo>
                  <a:lnTo>
                    <a:pt x="3427414" y="3116972"/>
                  </a:lnTo>
                  <a:lnTo>
                    <a:pt x="3423135" y="3116972"/>
                  </a:lnTo>
                  <a:lnTo>
                    <a:pt x="3418857" y="3116972"/>
                  </a:lnTo>
                  <a:lnTo>
                    <a:pt x="3414578" y="3116972"/>
                  </a:lnTo>
                  <a:lnTo>
                    <a:pt x="3410299" y="3116972"/>
                  </a:lnTo>
                  <a:lnTo>
                    <a:pt x="3406020" y="3116972"/>
                  </a:lnTo>
                  <a:lnTo>
                    <a:pt x="3401741" y="3116972"/>
                  </a:lnTo>
                  <a:lnTo>
                    <a:pt x="3397462" y="3116972"/>
                  </a:lnTo>
                  <a:lnTo>
                    <a:pt x="3393183" y="3116972"/>
                  </a:lnTo>
                  <a:lnTo>
                    <a:pt x="3388904" y="3116972"/>
                  </a:lnTo>
                  <a:lnTo>
                    <a:pt x="3384625" y="3116972"/>
                  </a:lnTo>
                  <a:lnTo>
                    <a:pt x="3380346" y="3116972"/>
                  </a:lnTo>
                  <a:lnTo>
                    <a:pt x="3376067" y="3116972"/>
                  </a:lnTo>
                  <a:lnTo>
                    <a:pt x="3371788" y="3116972"/>
                  </a:lnTo>
                  <a:lnTo>
                    <a:pt x="3367509" y="3116972"/>
                  </a:lnTo>
                  <a:lnTo>
                    <a:pt x="3363231" y="3116972"/>
                  </a:lnTo>
                  <a:lnTo>
                    <a:pt x="3358952" y="3116972"/>
                  </a:lnTo>
                  <a:lnTo>
                    <a:pt x="3354673" y="3116972"/>
                  </a:lnTo>
                  <a:lnTo>
                    <a:pt x="3350394" y="3116972"/>
                  </a:lnTo>
                  <a:lnTo>
                    <a:pt x="3346115" y="3116972"/>
                  </a:lnTo>
                  <a:lnTo>
                    <a:pt x="3341836" y="3116972"/>
                  </a:lnTo>
                  <a:lnTo>
                    <a:pt x="3337557" y="3116972"/>
                  </a:lnTo>
                  <a:lnTo>
                    <a:pt x="3333278" y="3116972"/>
                  </a:lnTo>
                  <a:lnTo>
                    <a:pt x="3328999" y="3116972"/>
                  </a:lnTo>
                  <a:lnTo>
                    <a:pt x="3324720" y="3116972"/>
                  </a:lnTo>
                  <a:lnTo>
                    <a:pt x="3320441" y="3116972"/>
                  </a:lnTo>
                  <a:lnTo>
                    <a:pt x="3316162" y="3116972"/>
                  </a:lnTo>
                  <a:lnTo>
                    <a:pt x="3311884" y="3116972"/>
                  </a:lnTo>
                  <a:lnTo>
                    <a:pt x="3307605" y="3116972"/>
                  </a:lnTo>
                  <a:lnTo>
                    <a:pt x="3303326" y="3116972"/>
                  </a:lnTo>
                  <a:lnTo>
                    <a:pt x="3299047" y="3116972"/>
                  </a:lnTo>
                  <a:lnTo>
                    <a:pt x="3294768" y="3116972"/>
                  </a:lnTo>
                  <a:lnTo>
                    <a:pt x="3290489" y="3116972"/>
                  </a:lnTo>
                  <a:lnTo>
                    <a:pt x="3286210" y="3116972"/>
                  </a:lnTo>
                  <a:lnTo>
                    <a:pt x="3281931" y="3116972"/>
                  </a:lnTo>
                  <a:lnTo>
                    <a:pt x="3277652" y="3116972"/>
                  </a:lnTo>
                  <a:lnTo>
                    <a:pt x="3273373" y="3116972"/>
                  </a:lnTo>
                  <a:lnTo>
                    <a:pt x="3269094" y="3116972"/>
                  </a:lnTo>
                  <a:lnTo>
                    <a:pt x="3264815" y="3116972"/>
                  </a:lnTo>
                  <a:lnTo>
                    <a:pt x="3260536" y="3116972"/>
                  </a:lnTo>
                  <a:lnTo>
                    <a:pt x="3256258" y="3116972"/>
                  </a:lnTo>
                  <a:lnTo>
                    <a:pt x="3251979" y="3116972"/>
                  </a:lnTo>
                  <a:lnTo>
                    <a:pt x="3247700" y="3116972"/>
                  </a:lnTo>
                  <a:lnTo>
                    <a:pt x="3243421" y="3116972"/>
                  </a:lnTo>
                  <a:lnTo>
                    <a:pt x="3239142" y="3116972"/>
                  </a:lnTo>
                  <a:lnTo>
                    <a:pt x="3234863" y="3116972"/>
                  </a:lnTo>
                  <a:lnTo>
                    <a:pt x="3230584" y="3116972"/>
                  </a:lnTo>
                  <a:lnTo>
                    <a:pt x="3226305" y="3116972"/>
                  </a:lnTo>
                  <a:lnTo>
                    <a:pt x="3222026" y="3116972"/>
                  </a:lnTo>
                  <a:lnTo>
                    <a:pt x="3217747" y="3116972"/>
                  </a:lnTo>
                  <a:lnTo>
                    <a:pt x="3213468" y="3116972"/>
                  </a:lnTo>
                  <a:lnTo>
                    <a:pt x="3209189" y="3116972"/>
                  </a:lnTo>
                  <a:lnTo>
                    <a:pt x="3204911" y="3116972"/>
                  </a:lnTo>
                  <a:lnTo>
                    <a:pt x="3200632" y="3116972"/>
                  </a:lnTo>
                  <a:lnTo>
                    <a:pt x="3196353" y="3116972"/>
                  </a:lnTo>
                  <a:lnTo>
                    <a:pt x="3192074" y="3116972"/>
                  </a:lnTo>
                  <a:lnTo>
                    <a:pt x="3187795" y="3116972"/>
                  </a:lnTo>
                  <a:lnTo>
                    <a:pt x="3183516" y="3116972"/>
                  </a:lnTo>
                  <a:lnTo>
                    <a:pt x="3179237" y="3116972"/>
                  </a:lnTo>
                  <a:lnTo>
                    <a:pt x="3174958" y="3116972"/>
                  </a:lnTo>
                  <a:lnTo>
                    <a:pt x="3170679" y="3116972"/>
                  </a:lnTo>
                  <a:lnTo>
                    <a:pt x="3166400" y="3116972"/>
                  </a:lnTo>
                  <a:lnTo>
                    <a:pt x="3162121" y="3116972"/>
                  </a:lnTo>
                  <a:lnTo>
                    <a:pt x="3157842" y="3116972"/>
                  </a:lnTo>
                  <a:lnTo>
                    <a:pt x="3153563" y="3116972"/>
                  </a:lnTo>
                  <a:lnTo>
                    <a:pt x="3149285" y="3116972"/>
                  </a:lnTo>
                  <a:lnTo>
                    <a:pt x="3145006" y="3116972"/>
                  </a:lnTo>
                  <a:lnTo>
                    <a:pt x="3140727" y="3116972"/>
                  </a:lnTo>
                  <a:lnTo>
                    <a:pt x="3136448" y="3116972"/>
                  </a:lnTo>
                  <a:lnTo>
                    <a:pt x="3132169" y="3116972"/>
                  </a:lnTo>
                  <a:lnTo>
                    <a:pt x="3127890" y="3116972"/>
                  </a:lnTo>
                  <a:lnTo>
                    <a:pt x="3123611" y="3116972"/>
                  </a:lnTo>
                  <a:lnTo>
                    <a:pt x="3119332" y="3116972"/>
                  </a:lnTo>
                  <a:lnTo>
                    <a:pt x="3115053" y="3116972"/>
                  </a:lnTo>
                  <a:lnTo>
                    <a:pt x="3110774" y="3116972"/>
                  </a:lnTo>
                  <a:lnTo>
                    <a:pt x="3106495" y="3116972"/>
                  </a:lnTo>
                  <a:lnTo>
                    <a:pt x="3102216" y="3116972"/>
                  </a:lnTo>
                  <a:lnTo>
                    <a:pt x="3097938" y="3116972"/>
                  </a:lnTo>
                  <a:lnTo>
                    <a:pt x="3093659" y="3116972"/>
                  </a:lnTo>
                  <a:lnTo>
                    <a:pt x="3089380" y="3116972"/>
                  </a:lnTo>
                  <a:lnTo>
                    <a:pt x="3085101" y="3116972"/>
                  </a:lnTo>
                  <a:lnTo>
                    <a:pt x="3080822" y="3116972"/>
                  </a:lnTo>
                  <a:lnTo>
                    <a:pt x="3076543" y="3116972"/>
                  </a:lnTo>
                  <a:lnTo>
                    <a:pt x="3072264" y="3116972"/>
                  </a:lnTo>
                  <a:lnTo>
                    <a:pt x="3067985" y="3116972"/>
                  </a:lnTo>
                  <a:lnTo>
                    <a:pt x="3063706" y="3116972"/>
                  </a:lnTo>
                  <a:lnTo>
                    <a:pt x="3059427" y="3116972"/>
                  </a:lnTo>
                  <a:lnTo>
                    <a:pt x="3055148" y="3116972"/>
                  </a:lnTo>
                  <a:lnTo>
                    <a:pt x="3050869" y="3116972"/>
                  </a:lnTo>
                  <a:lnTo>
                    <a:pt x="3046591" y="3116972"/>
                  </a:lnTo>
                  <a:lnTo>
                    <a:pt x="3042312" y="3116972"/>
                  </a:lnTo>
                  <a:lnTo>
                    <a:pt x="3038033" y="3116972"/>
                  </a:lnTo>
                  <a:lnTo>
                    <a:pt x="3033754" y="3116972"/>
                  </a:lnTo>
                  <a:lnTo>
                    <a:pt x="3029475" y="3116972"/>
                  </a:lnTo>
                  <a:lnTo>
                    <a:pt x="3025196" y="3116972"/>
                  </a:lnTo>
                  <a:lnTo>
                    <a:pt x="3020917" y="3116972"/>
                  </a:lnTo>
                  <a:lnTo>
                    <a:pt x="3016638" y="3116972"/>
                  </a:lnTo>
                  <a:lnTo>
                    <a:pt x="3012359" y="3116972"/>
                  </a:lnTo>
                  <a:lnTo>
                    <a:pt x="3008080" y="3116972"/>
                  </a:lnTo>
                  <a:lnTo>
                    <a:pt x="3003801" y="3116972"/>
                  </a:lnTo>
                  <a:lnTo>
                    <a:pt x="2999522" y="3116972"/>
                  </a:lnTo>
                  <a:lnTo>
                    <a:pt x="2995243" y="3116972"/>
                  </a:lnTo>
                  <a:lnTo>
                    <a:pt x="2990965" y="3116972"/>
                  </a:lnTo>
                  <a:lnTo>
                    <a:pt x="2986686" y="3116972"/>
                  </a:lnTo>
                  <a:lnTo>
                    <a:pt x="2982407" y="3116972"/>
                  </a:lnTo>
                  <a:lnTo>
                    <a:pt x="2978128" y="3116972"/>
                  </a:lnTo>
                  <a:lnTo>
                    <a:pt x="2973849" y="3116972"/>
                  </a:lnTo>
                  <a:lnTo>
                    <a:pt x="2969570" y="3116972"/>
                  </a:lnTo>
                  <a:lnTo>
                    <a:pt x="2965291" y="3116972"/>
                  </a:lnTo>
                  <a:lnTo>
                    <a:pt x="2961012" y="3116972"/>
                  </a:lnTo>
                  <a:lnTo>
                    <a:pt x="2956733" y="3116972"/>
                  </a:lnTo>
                  <a:lnTo>
                    <a:pt x="2952454" y="3116972"/>
                  </a:lnTo>
                  <a:lnTo>
                    <a:pt x="2948175" y="3116972"/>
                  </a:lnTo>
                  <a:lnTo>
                    <a:pt x="2943896" y="3116972"/>
                  </a:lnTo>
                  <a:lnTo>
                    <a:pt x="2939618" y="3116972"/>
                  </a:lnTo>
                  <a:lnTo>
                    <a:pt x="2935339" y="3116972"/>
                  </a:lnTo>
                  <a:lnTo>
                    <a:pt x="2931060" y="3116972"/>
                  </a:lnTo>
                  <a:lnTo>
                    <a:pt x="2926781" y="3116972"/>
                  </a:lnTo>
                  <a:lnTo>
                    <a:pt x="2922502" y="3116972"/>
                  </a:lnTo>
                  <a:lnTo>
                    <a:pt x="2918223" y="3116972"/>
                  </a:lnTo>
                  <a:lnTo>
                    <a:pt x="2913944" y="3116972"/>
                  </a:lnTo>
                  <a:lnTo>
                    <a:pt x="2909665" y="3116972"/>
                  </a:lnTo>
                  <a:lnTo>
                    <a:pt x="2905386" y="3116972"/>
                  </a:lnTo>
                  <a:lnTo>
                    <a:pt x="2901107" y="3116972"/>
                  </a:lnTo>
                  <a:lnTo>
                    <a:pt x="2896828" y="3116972"/>
                  </a:lnTo>
                  <a:lnTo>
                    <a:pt x="2892549" y="3116972"/>
                  </a:lnTo>
                  <a:lnTo>
                    <a:pt x="2888270" y="3116972"/>
                  </a:lnTo>
                  <a:lnTo>
                    <a:pt x="2883992" y="3116972"/>
                  </a:lnTo>
                  <a:lnTo>
                    <a:pt x="2879713" y="3116972"/>
                  </a:lnTo>
                  <a:lnTo>
                    <a:pt x="2875434" y="3116972"/>
                  </a:lnTo>
                  <a:lnTo>
                    <a:pt x="2871155" y="3116972"/>
                  </a:lnTo>
                  <a:lnTo>
                    <a:pt x="2866876" y="3116972"/>
                  </a:lnTo>
                  <a:lnTo>
                    <a:pt x="2862597" y="3116972"/>
                  </a:lnTo>
                  <a:lnTo>
                    <a:pt x="2858318" y="3116972"/>
                  </a:lnTo>
                  <a:lnTo>
                    <a:pt x="2854039" y="3116972"/>
                  </a:lnTo>
                  <a:lnTo>
                    <a:pt x="2849760" y="3116972"/>
                  </a:lnTo>
                  <a:lnTo>
                    <a:pt x="2845481" y="3116972"/>
                  </a:lnTo>
                  <a:lnTo>
                    <a:pt x="2841202" y="3116972"/>
                  </a:lnTo>
                  <a:lnTo>
                    <a:pt x="2836923" y="3116972"/>
                  </a:lnTo>
                  <a:lnTo>
                    <a:pt x="2832645" y="3116972"/>
                  </a:lnTo>
                  <a:lnTo>
                    <a:pt x="2828366" y="3116972"/>
                  </a:lnTo>
                  <a:lnTo>
                    <a:pt x="2824087" y="3116972"/>
                  </a:lnTo>
                  <a:lnTo>
                    <a:pt x="2819808" y="3116972"/>
                  </a:lnTo>
                  <a:lnTo>
                    <a:pt x="2815529" y="3116972"/>
                  </a:lnTo>
                  <a:lnTo>
                    <a:pt x="2811250" y="3116972"/>
                  </a:lnTo>
                  <a:lnTo>
                    <a:pt x="2806971" y="3116972"/>
                  </a:lnTo>
                  <a:lnTo>
                    <a:pt x="2802692" y="3116972"/>
                  </a:lnTo>
                  <a:lnTo>
                    <a:pt x="2798413" y="3116972"/>
                  </a:lnTo>
                  <a:lnTo>
                    <a:pt x="2794134" y="3116972"/>
                  </a:lnTo>
                  <a:lnTo>
                    <a:pt x="2789855" y="3116972"/>
                  </a:lnTo>
                  <a:lnTo>
                    <a:pt x="2785576" y="3116972"/>
                  </a:lnTo>
                  <a:lnTo>
                    <a:pt x="2781297" y="3116972"/>
                  </a:lnTo>
                  <a:lnTo>
                    <a:pt x="2777019" y="3116972"/>
                  </a:lnTo>
                  <a:lnTo>
                    <a:pt x="2772740" y="3116972"/>
                  </a:lnTo>
                  <a:lnTo>
                    <a:pt x="2768461" y="3116972"/>
                  </a:lnTo>
                  <a:lnTo>
                    <a:pt x="2764182" y="3116972"/>
                  </a:lnTo>
                  <a:lnTo>
                    <a:pt x="2759903" y="3116972"/>
                  </a:lnTo>
                  <a:lnTo>
                    <a:pt x="2755624" y="3116972"/>
                  </a:lnTo>
                  <a:lnTo>
                    <a:pt x="2751345" y="3116972"/>
                  </a:lnTo>
                  <a:lnTo>
                    <a:pt x="2747066" y="3116972"/>
                  </a:lnTo>
                  <a:lnTo>
                    <a:pt x="2742787" y="3116972"/>
                  </a:lnTo>
                  <a:lnTo>
                    <a:pt x="2738508" y="3116972"/>
                  </a:lnTo>
                  <a:lnTo>
                    <a:pt x="2734229" y="3116972"/>
                  </a:lnTo>
                  <a:lnTo>
                    <a:pt x="2729950" y="3116972"/>
                  </a:lnTo>
                  <a:lnTo>
                    <a:pt x="2725672" y="3116972"/>
                  </a:lnTo>
                  <a:lnTo>
                    <a:pt x="2721393" y="3116972"/>
                  </a:lnTo>
                  <a:lnTo>
                    <a:pt x="2717114" y="3116972"/>
                  </a:lnTo>
                  <a:lnTo>
                    <a:pt x="2712835" y="3116972"/>
                  </a:lnTo>
                  <a:lnTo>
                    <a:pt x="2708556" y="3116972"/>
                  </a:lnTo>
                  <a:lnTo>
                    <a:pt x="2704277" y="3116972"/>
                  </a:lnTo>
                  <a:lnTo>
                    <a:pt x="2699998" y="3116972"/>
                  </a:lnTo>
                  <a:lnTo>
                    <a:pt x="2695719" y="3116972"/>
                  </a:lnTo>
                  <a:lnTo>
                    <a:pt x="2691440" y="3116972"/>
                  </a:lnTo>
                  <a:lnTo>
                    <a:pt x="2687161" y="3116972"/>
                  </a:lnTo>
                  <a:lnTo>
                    <a:pt x="2682882" y="3116972"/>
                  </a:lnTo>
                  <a:lnTo>
                    <a:pt x="2678603" y="3116972"/>
                  </a:lnTo>
                  <a:lnTo>
                    <a:pt x="2674324" y="3116972"/>
                  </a:lnTo>
                  <a:lnTo>
                    <a:pt x="2670046" y="3116972"/>
                  </a:lnTo>
                  <a:lnTo>
                    <a:pt x="2665767" y="3116972"/>
                  </a:lnTo>
                  <a:lnTo>
                    <a:pt x="2661488" y="3116972"/>
                  </a:lnTo>
                  <a:lnTo>
                    <a:pt x="2657209" y="3116972"/>
                  </a:lnTo>
                  <a:lnTo>
                    <a:pt x="2652930" y="3116972"/>
                  </a:lnTo>
                  <a:lnTo>
                    <a:pt x="2648651" y="3116972"/>
                  </a:lnTo>
                  <a:lnTo>
                    <a:pt x="2644372" y="3116972"/>
                  </a:lnTo>
                  <a:lnTo>
                    <a:pt x="2640093" y="3116972"/>
                  </a:lnTo>
                  <a:lnTo>
                    <a:pt x="2635814" y="3116972"/>
                  </a:lnTo>
                  <a:lnTo>
                    <a:pt x="2631535" y="3116972"/>
                  </a:lnTo>
                  <a:lnTo>
                    <a:pt x="2627256" y="3116972"/>
                  </a:lnTo>
                  <a:lnTo>
                    <a:pt x="2622977" y="3116972"/>
                  </a:lnTo>
                  <a:lnTo>
                    <a:pt x="2618699" y="3116972"/>
                  </a:lnTo>
                  <a:lnTo>
                    <a:pt x="2614420" y="3116972"/>
                  </a:lnTo>
                  <a:lnTo>
                    <a:pt x="2610141" y="3116972"/>
                  </a:lnTo>
                  <a:lnTo>
                    <a:pt x="2605862" y="3116972"/>
                  </a:lnTo>
                  <a:lnTo>
                    <a:pt x="2601583" y="3116972"/>
                  </a:lnTo>
                  <a:lnTo>
                    <a:pt x="2597304" y="3116972"/>
                  </a:lnTo>
                  <a:lnTo>
                    <a:pt x="2593025" y="3116972"/>
                  </a:lnTo>
                  <a:lnTo>
                    <a:pt x="2588746" y="3116972"/>
                  </a:lnTo>
                  <a:lnTo>
                    <a:pt x="2584467" y="3116972"/>
                  </a:lnTo>
                  <a:lnTo>
                    <a:pt x="2580188" y="3116972"/>
                  </a:lnTo>
                  <a:lnTo>
                    <a:pt x="2575909" y="3116972"/>
                  </a:lnTo>
                  <a:lnTo>
                    <a:pt x="2571630" y="3116972"/>
                  </a:lnTo>
                  <a:lnTo>
                    <a:pt x="2567351" y="3116972"/>
                  </a:lnTo>
                  <a:lnTo>
                    <a:pt x="2563073" y="3116972"/>
                  </a:lnTo>
                  <a:lnTo>
                    <a:pt x="2558794" y="3116972"/>
                  </a:lnTo>
                  <a:lnTo>
                    <a:pt x="2554515" y="3116972"/>
                  </a:lnTo>
                  <a:lnTo>
                    <a:pt x="2550236" y="3116972"/>
                  </a:lnTo>
                  <a:lnTo>
                    <a:pt x="2545957" y="3116972"/>
                  </a:lnTo>
                  <a:lnTo>
                    <a:pt x="2541678" y="3116972"/>
                  </a:lnTo>
                  <a:lnTo>
                    <a:pt x="2537399" y="3116972"/>
                  </a:lnTo>
                  <a:lnTo>
                    <a:pt x="2533120" y="3116972"/>
                  </a:lnTo>
                  <a:lnTo>
                    <a:pt x="2528841" y="3116972"/>
                  </a:lnTo>
                  <a:lnTo>
                    <a:pt x="2524562" y="3116972"/>
                  </a:lnTo>
                  <a:lnTo>
                    <a:pt x="2520283" y="3116972"/>
                  </a:lnTo>
                  <a:lnTo>
                    <a:pt x="2516004" y="3116972"/>
                  </a:lnTo>
                  <a:lnTo>
                    <a:pt x="2511726" y="3116972"/>
                  </a:lnTo>
                  <a:lnTo>
                    <a:pt x="2507447" y="3116972"/>
                  </a:lnTo>
                  <a:lnTo>
                    <a:pt x="2503168" y="3116972"/>
                  </a:lnTo>
                  <a:lnTo>
                    <a:pt x="2498889" y="3116972"/>
                  </a:lnTo>
                  <a:lnTo>
                    <a:pt x="2494610" y="3116972"/>
                  </a:lnTo>
                  <a:lnTo>
                    <a:pt x="2490331" y="3116972"/>
                  </a:lnTo>
                  <a:lnTo>
                    <a:pt x="2486052" y="3116972"/>
                  </a:lnTo>
                  <a:lnTo>
                    <a:pt x="2481773" y="3116972"/>
                  </a:lnTo>
                  <a:lnTo>
                    <a:pt x="2477494" y="3116972"/>
                  </a:lnTo>
                  <a:lnTo>
                    <a:pt x="2473215" y="3116972"/>
                  </a:lnTo>
                  <a:lnTo>
                    <a:pt x="2468936" y="3116972"/>
                  </a:lnTo>
                  <a:lnTo>
                    <a:pt x="2464657" y="3116972"/>
                  </a:lnTo>
                  <a:lnTo>
                    <a:pt x="2460378" y="3116972"/>
                  </a:lnTo>
                  <a:lnTo>
                    <a:pt x="2456100" y="3116972"/>
                  </a:lnTo>
                  <a:lnTo>
                    <a:pt x="2451821" y="3116972"/>
                  </a:lnTo>
                  <a:lnTo>
                    <a:pt x="2447542" y="3116972"/>
                  </a:lnTo>
                  <a:lnTo>
                    <a:pt x="2443263" y="3116972"/>
                  </a:lnTo>
                  <a:lnTo>
                    <a:pt x="2438984" y="3116972"/>
                  </a:lnTo>
                  <a:lnTo>
                    <a:pt x="2434705" y="3116972"/>
                  </a:lnTo>
                  <a:lnTo>
                    <a:pt x="2430426" y="3116972"/>
                  </a:lnTo>
                  <a:lnTo>
                    <a:pt x="2426147" y="3116972"/>
                  </a:lnTo>
                  <a:lnTo>
                    <a:pt x="2421868" y="3116972"/>
                  </a:lnTo>
                  <a:lnTo>
                    <a:pt x="2417589" y="3116972"/>
                  </a:lnTo>
                  <a:lnTo>
                    <a:pt x="2413310" y="3116972"/>
                  </a:lnTo>
                  <a:lnTo>
                    <a:pt x="2409031" y="3116972"/>
                  </a:lnTo>
                  <a:lnTo>
                    <a:pt x="2404753" y="3116972"/>
                  </a:lnTo>
                  <a:lnTo>
                    <a:pt x="2400474" y="3116972"/>
                  </a:lnTo>
                  <a:lnTo>
                    <a:pt x="2396195" y="3116972"/>
                  </a:lnTo>
                  <a:lnTo>
                    <a:pt x="2391916" y="3116972"/>
                  </a:lnTo>
                  <a:lnTo>
                    <a:pt x="2387637" y="3116972"/>
                  </a:lnTo>
                  <a:lnTo>
                    <a:pt x="2383358" y="3116972"/>
                  </a:lnTo>
                  <a:lnTo>
                    <a:pt x="2379079" y="3116972"/>
                  </a:lnTo>
                  <a:lnTo>
                    <a:pt x="2374800" y="3116972"/>
                  </a:lnTo>
                  <a:lnTo>
                    <a:pt x="2370521" y="3116972"/>
                  </a:lnTo>
                  <a:lnTo>
                    <a:pt x="2366242" y="3116972"/>
                  </a:lnTo>
                  <a:lnTo>
                    <a:pt x="2361963" y="3116972"/>
                  </a:lnTo>
                  <a:lnTo>
                    <a:pt x="2357684" y="3116972"/>
                  </a:lnTo>
                  <a:lnTo>
                    <a:pt x="2353405" y="3116972"/>
                  </a:lnTo>
                  <a:lnTo>
                    <a:pt x="2349127" y="3116972"/>
                  </a:lnTo>
                  <a:lnTo>
                    <a:pt x="2344848" y="3116972"/>
                  </a:lnTo>
                  <a:lnTo>
                    <a:pt x="2340569" y="3116972"/>
                  </a:lnTo>
                  <a:lnTo>
                    <a:pt x="2336290" y="3116972"/>
                  </a:lnTo>
                  <a:lnTo>
                    <a:pt x="2332011" y="3116972"/>
                  </a:lnTo>
                  <a:lnTo>
                    <a:pt x="2327732" y="3116972"/>
                  </a:lnTo>
                  <a:lnTo>
                    <a:pt x="2323453" y="3116972"/>
                  </a:lnTo>
                  <a:lnTo>
                    <a:pt x="2319174" y="3116972"/>
                  </a:lnTo>
                  <a:lnTo>
                    <a:pt x="2314895" y="3116972"/>
                  </a:lnTo>
                  <a:lnTo>
                    <a:pt x="2310616" y="3116972"/>
                  </a:lnTo>
                  <a:lnTo>
                    <a:pt x="2306337" y="3116972"/>
                  </a:lnTo>
                  <a:lnTo>
                    <a:pt x="2302058" y="3116972"/>
                  </a:lnTo>
                  <a:lnTo>
                    <a:pt x="2297780" y="3116972"/>
                  </a:lnTo>
                  <a:lnTo>
                    <a:pt x="2293501" y="3116972"/>
                  </a:lnTo>
                  <a:lnTo>
                    <a:pt x="2289222" y="3116972"/>
                  </a:lnTo>
                  <a:lnTo>
                    <a:pt x="2284943" y="3116972"/>
                  </a:lnTo>
                  <a:lnTo>
                    <a:pt x="2280664" y="3116972"/>
                  </a:lnTo>
                  <a:lnTo>
                    <a:pt x="2276385" y="3116972"/>
                  </a:lnTo>
                  <a:lnTo>
                    <a:pt x="2272106" y="3116972"/>
                  </a:lnTo>
                  <a:lnTo>
                    <a:pt x="2267827" y="3116972"/>
                  </a:lnTo>
                  <a:lnTo>
                    <a:pt x="2263548" y="3116972"/>
                  </a:lnTo>
                  <a:lnTo>
                    <a:pt x="2259269" y="3116972"/>
                  </a:lnTo>
                  <a:lnTo>
                    <a:pt x="2254990" y="3116972"/>
                  </a:lnTo>
                  <a:lnTo>
                    <a:pt x="2250711" y="3116972"/>
                  </a:lnTo>
                  <a:lnTo>
                    <a:pt x="2246432" y="3116972"/>
                  </a:lnTo>
                  <a:lnTo>
                    <a:pt x="2242154" y="3116972"/>
                  </a:lnTo>
                  <a:lnTo>
                    <a:pt x="2237875" y="3116972"/>
                  </a:lnTo>
                  <a:lnTo>
                    <a:pt x="2233596" y="3116972"/>
                  </a:lnTo>
                  <a:lnTo>
                    <a:pt x="2229317" y="3116972"/>
                  </a:lnTo>
                  <a:lnTo>
                    <a:pt x="2225038" y="3116972"/>
                  </a:lnTo>
                  <a:lnTo>
                    <a:pt x="2220759" y="3116972"/>
                  </a:lnTo>
                  <a:lnTo>
                    <a:pt x="2216480" y="3116972"/>
                  </a:lnTo>
                  <a:lnTo>
                    <a:pt x="2212201" y="3116972"/>
                  </a:lnTo>
                  <a:lnTo>
                    <a:pt x="2207922" y="3116972"/>
                  </a:lnTo>
                  <a:lnTo>
                    <a:pt x="2203643" y="3116972"/>
                  </a:lnTo>
                  <a:lnTo>
                    <a:pt x="2199364" y="3116972"/>
                  </a:lnTo>
                  <a:lnTo>
                    <a:pt x="2195085" y="3116972"/>
                  </a:lnTo>
                  <a:lnTo>
                    <a:pt x="2190807" y="3116972"/>
                  </a:lnTo>
                  <a:lnTo>
                    <a:pt x="2186528" y="3116972"/>
                  </a:lnTo>
                  <a:lnTo>
                    <a:pt x="2182249" y="3116972"/>
                  </a:lnTo>
                  <a:lnTo>
                    <a:pt x="2177970" y="3116972"/>
                  </a:lnTo>
                  <a:lnTo>
                    <a:pt x="2173691" y="3116972"/>
                  </a:lnTo>
                  <a:lnTo>
                    <a:pt x="2169412" y="3116972"/>
                  </a:lnTo>
                  <a:lnTo>
                    <a:pt x="2165133" y="3116972"/>
                  </a:lnTo>
                  <a:lnTo>
                    <a:pt x="2160854" y="3116972"/>
                  </a:lnTo>
                  <a:lnTo>
                    <a:pt x="2156575" y="3116972"/>
                  </a:lnTo>
                  <a:lnTo>
                    <a:pt x="2152296" y="3116972"/>
                  </a:lnTo>
                  <a:lnTo>
                    <a:pt x="2148017" y="3116972"/>
                  </a:lnTo>
                  <a:lnTo>
                    <a:pt x="2143738" y="3116972"/>
                  </a:lnTo>
                  <a:lnTo>
                    <a:pt x="2139459" y="3116972"/>
                  </a:lnTo>
                  <a:lnTo>
                    <a:pt x="2135181" y="3116972"/>
                  </a:lnTo>
                  <a:lnTo>
                    <a:pt x="2130902" y="3116972"/>
                  </a:lnTo>
                  <a:lnTo>
                    <a:pt x="2126623" y="3116972"/>
                  </a:lnTo>
                  <a:lnTo>
                    <a:pt x="2122344" y="3116972"/>
                  </a:lnTo>
                  <a:lnTo>
                    <a:pt x="2118065" y="3116972"/>
                  </a:lnTo>
                  <a:lnTo>
                    <a:pt x="2113786" y="3116972"/>
                  </a:lnTo>
                  <a:lnTo>
                    <a:pt x="2109507" y="3116972"/>
                  </a:lnTo>
                  <a:lnTo>
                    <a:pt x="2105228" y="3116972"/>
                  </a:lnTo>
                  <a:lnTo>
                    <a:pt x="2100949" y="3116972"/>
                  </a:lnTo>
                  <a:lnTo>
                    <a:pt x="2096670" y="3116972"/>
                  </a:lnTo>
                  <a:lnTo>
                    <a:pt x="2092391" y="3116972"/>
                  </a:lnTo>
                  <a:lnTo>
                    <a:pt x="2088112" y="3116972"/>
                  </a:lnTo>
                  <a:lnTo>
                    <a:pt x="2083834" y="3116972"/>
                  </a:lnTo>
                  <a:lnTo>
                    <a:pt x="2079555" y="3116972"/>
                  </a:lnTo>
                  <a:lnTo>
                    <a:pt x="2075276" y="3116972"/>
                  </a:lnTo>
                  <a:lnTo>
                    <a:pt x="2070997" y="3116972"/>
                  </a:lnTo>
                  <a:lnTo>
                    <a:pt x="2066718" y="3116972"/>
                  </a:lnTo>
                  <a:lnTo>
                    <a:pt x="2062439" y="3116972"/>
                  </a:lnTo>
                  <a:lnTo>
                    <a:pt x="2058160" y="3116972"/>
                  </a:lnTo>
                  <a:lnTo>
                    <a:pt x="2053881" y="3116972"/>
                  </a:lnTo>
                  <a:lnTo>
                    <a:pt x="2049602" y="3116972"/>
                  </a:lnTo>
                  <a:lnTo>
                    <a:pt x="2045323" y="3116972"/>
                  </a:lnTo>
                  <a:lnTo>
                    <a:pt x="2041044" y="3116972"/>
                  </a:lnTo>
                  <a:lnTo>
                    <a:pt x="2036765" y="3116972"/>
                  </a:lnTo>
                  <a:lnTo>
                    <a:pt x="2032486" y="3116972"/>
                  </a:lnTo>
                  <a:lnTo>
                    <a:pt x="2028208" y="3116972"/>
                  </a:lnTo>
                  <a:lnTo>
                    <a:pt x="2023929" y="3116972"/>
                  </a:lnTo>
                  <a:lnTo>
                    <a:pt x="2019650" y="3116972"/>
                  </a:lnTo>
                  <a:lnTo>
                    <a:pt x="2015371" y="3116972"/>
                  </a:lnTo>
                  <a:lnTo>
                    <a:pt x="2011092" y="3116972"/>
                  </a:lnTo>
                  <a:lnTo>
                    <a:pt x="2006813" y="3116972"/>
                  </a:lnTo>
                  <a:lnTo>
                    <a:pt x="2002534" y="3116972"/>
                  </a:lnTo>
                  <a:lnTo>
                    <a:pt x="1998255" y="3116972"/>
                  </a:lnTo>
                  <a:lnTo>
                    <a:pt x="1993976" y="3116972"/>
                  </a:lnTo>
                  <a:lnTo>
                    <a:pt x="1989697" y="3116972"/>
                  </a:lnTo>
                  <a:lnTo>
                    <a:pt x="1985418" y="3116972"/>
                  </a:lnTo>
                  <a:lnTo>
                    <a:pt x="1981139" y="3116972"/>
                  </a:lnTo>
                  <a:lnTo>
                    <a:pt x="1976861" y="3116972"/>
                  </a:lnTo>
                  <a:lnTo>
                    <a:pt x="1972582" y="3116972"/>
                  </a:lnTo>
                  <a:lnTo>
                    <a:pt x="1968303" y="3116972"/>
                  </a:lnTo>
                  <a:lnTo>
                    <a:pt x="1964024" y="3116972"/>
                  </a:lnTo>
                  <a:lnTo>
                    <a:pt x="1959745" y="3116972"/>
                  </a:lnTo>
                  <a:lnTo>
                    <a:pt x="1955466" y="3116972"/>
                  </a:lnTo>
                  <a:lnTo>
                    <a:pt x="1951187" y="3116972"/>
                  </a:lnTo>
                  <a:lnTo>
                    <a:pt x="1946908" y="3116972"/>
                  </a:lnTo>
                  <a:lnTo>
                    <a:pt x="1942629" y="3116972"/>
                  </a:lnTo>
                  <a:lnTo>
                    <a:pt x="1938350" y="3116972"/>
                  </a:lnTo>
                  <a:lnTo>
                    <a:pt x="1934071" y="3116972"/>
                  </a:lnTo>
                  <a:lnTo>
                    <a:pt x="1929792" y="3116972"/>
                  </a:lnTo>
                  <a:lnTo>
                    <a:pt x="1925513" y="3116972"/>
                  </a:lnTo>
                  <a:lnTo>
                    <a:pt x="1921235" y="3116972"/>
                  </a:lnTo>
                  <a:lnTo>
                    <a:pt x="1916956" y="3116972"/>
                  </a:lnTo>
                  <a:lnTo>
                    <a:pt x="1912677" y="3116972"/>
                  </a:lnTo>
                  <a:lnTo>
                    <a:pt x="1908398" y="3116972"/>
                  </a:lnTo>
                  <a:lnTo>
                    <a:pt x="1904119" y="3116972"/>
                  </a:lnTo>
                  <a:lnTo>
                    <a:pt x="1899840" y="3116972"/>
                  </a:lnTo>
                  <a:lnTo>
                    <a:pt x="1895561" y="3116972"/>
                  </a:lnTo>
                  <a:lnTo>
                    <a:pt x="1891282" y="3116972"/>
                  </a:lnTo>
                  <a:lnTo>
                    <a:pt x="1887003" y="3116972"/>
                  </a:lnTo>
                  <a:lnTo>
                    <a:pt x="1882724" y="3116972"/>
                  </a:lnTo>
                  <a:lnTo>
                    <a:pt x="1878445" y="3116972"/>
                  </a:lnTo>
                  <a:lnTo>
                    <a:pt x="1874166" y="3116972"/>
                  </a:lnTo>
                  <a:lnTo>
                    <a:pt x="1869888" y="3116972"/>
                  </a:lnTo>
                  <a:lnTo>
                    <a:pt x="1865609" y="3116972"/>
                  </a:lnTo>
                  <a:lnTo>
                    <a:pt x="1861330" y="3116972"/>
                  </a:lnTo>
                  <a:lnTo>
                    <a:pt x="1857051" y="3116972"/>
                  </a:lnTo>
                  <a:lnTo>
                    <a:pt x="1852772" y="3116972"/>
                  </a:lnTo>
                  <a:lnTo>
                    <a:pt x="1848493" y="3116972"/>
                  </a:lnTo>
                  <a:lnTo>
                    <a:pt x="1844214" y="3116972"/>
                  </a:lnTo>
                  <a:lnTo>
                    <a:pt x="1839935" y="3116972"/>
                  </a:lnTo>
                  <a:lnTo>
                    <a:pt x="1835656" y="3116972"/>
                  </a:lnTo>
                  <a:lnTo>
                    <a:pt x="1831377" y="3116972"/>
                  </a:lnTo>
                  <a:lnTo>
                    <a:pt x="1827098" y="3116972"/>
                  </a:lnTo>
                  <a:lnTo>
                    <a:pt x="1822819" y="3116972"/>
                  </a:lnTo>
                  <a:lnTo>
                    <a:pt x="1818540" y="3116972"/>
                  </a:lnTo>
                  <a:lnTo>
                    <a:pt x="1814262" y="3116972"/>
                  </a:lnTo>
                  <a:lnTo>
                    <a:pt x="1809983" y="3116972"/>
                  </a:lnTo>
                  <a:lnTo>
                    <a:pt x="1805704" y="3116972"/>
                  </a:lnTo>
                  <a:lnTo>
                    <a:pt x="1801425" y="3116972"/>
                  </a:lnTo>
                  <a:lnTo>
                    <a:pt x="1797146" y="3116972"/>
                  </a:lnTo>
                  <a:lnTo>
                    <a:pt x="1792867" y="3116972"/>
                  </a:lnTo>
                  <a:lnTo>
                    <a:pt x="1788588" y="3116972"/>
                  </a:lnTo>
                  <a:lnTo>
                    <a:pt x="1784309" y="3116972"/>
                  </a:lnTo>
                  <a:lnTo>
                    <a:pt x="1780030" y="3116972"/>
                  </a:lnTo>
                  <a:lnTo>
                    <a:pt x="1775751" y="3116972"/>
                  </a:lnTo>
                  <a:lnTo>
                    <a:pt x="1771472" y="3116972"/>
                  </a:lnTo>
                  <a:lnTo>
                    <a:pt x="1767193" y="3116972"/>
                  </a:lnTo>
                  <a:lnTo>
                    <a:pt x="1762915" y="3116972"/>
                  </a:lnTo>
                  <a:lnTo>
                    <a:pt x="1758636" y="3116972"/>
                  </a:lnTo>
                  <a:lnTo>
                    <a:pt x="1754357" y="3116972"/>
                  </a:lnTo>
                  <a:lnTo>
                    <a:pt x="1750078" y="3116972"/>
                  </a:lnTo>
                  <a:lnTo>
                    <a:pt x="1745799" y="3116972"/>
                  </a:lnTo>
                  <a:lnTo>
                    <a:pt x="1741520" y="3116972"/>
                  </a:lnTo>
                  <a:lnTo>
                    <a:pt x="1737241" y="3116972"/>
                  </a:lnTo>
                  <a:lnTo>
                    <a:pt x="1732962" y="3116972"/>
                  </a:lnTo>
                  <a:lnTo>
                    <a:pt x="1728683" y="3116972"/>
                  </a:lnTo>
                  <a:lnTo>
                    <a:pt x="1724404" y="3116972"/>
                  </a:lnTo>
                  <a:lnTo>
                    <a:pt x="1720125" y="3116972"/>
                  </a:lnTo>
                  <a:lnTo>
                    <a:pt x="1715846" y="3116972"/>
                  </a:lnTo>
                  <a:lnTo>
                    <a:pt x="1711567" y="3116972"/>
                  </a:lnTo>
                  <a:lnTo>
                    <a:pt x="1707289" y="3116972"/>
                  </a:lnTo>
                  <a:lnTo>
                    <a:pt x="1703010" y="3116972"/>
                  </a:lnTo>
                  <a:lnTo>
                    <a:pt x="1698731" y="3116972"/>
                  </a:lnTo>
                  <a:lnTo>
                    <a:pt x="1694452" y="3116972"/>
                  </a:lnTo>
                  <a:lnTo>
                    <a:pt x="1690173" y="3116972"/>
                  </a:lnTo>
                  <a:lnTo>
                    <a:pt x="1685894" y="3116972"/>
                  </a:lnTo>
                  <a:lnTo>
                    <a:pt x="1681615" y="3116972"/>
                  </a:lnTo>
                  <a:lnTo>
                    <a:pt x="1677336" y="3116972"/>
                  </a:lnTo>
                  <a:lnTo>
                    <a:pt x="1673057" y="3116972"/>
                  </a:lnTo>
                  <a:lnTo>
                    <a:pt x="1668778" y="3116972"/>
                  </a:lnTo>
                  <a:lnTo>
                    <a:pt x="1664499" y="3116972"/>
                  </a:lnTo>
                  <a:lnTo>
                    <a:pt x="1660220" y="3116972"/>
                  </a:lnTo>
                  <a:lnTo>
                    <a:pt x="1655942" y="3116972"/>
                  </a:lnTo>
                  <a:lnTo>
                    <a:pt x="1651663" y="3116972"/>
                  </a:lnTo>
                  <a:lnTo>
                    <a:pt x="1647384" y="3116972"/>
                  </a:lnTo>
                  <a:lnTo>
                    <a:pt x="1643105" y="3116972"/>
                  </a:lnTo>
                  <a:lnTo>
                    <a:pt x="1638826" y="3116972"/>
                  </a:lnTo>
                  <a:lnTo>
                    <a:pt x="1634547" y="3116972"/>
                  </a:lnTo>
                  <a:lnTo>
                    <a:pt x="1630268" y="3116972"/>
                  </a:lnTo>
                  <a:lnTo>
                    <a:pt x="1625989" y="3116972"/>
                  </a:lnTo>
                  <a:lnTo>
                    <a:pt x="1621710" y="3116972"/>
                  </a:lnTo>
                  <a:lnTo>
                    <a:pt x="1617431" y="3116972"/>
                  </a:lnTo>
                  <a:lnTo>
                    <a:pt x="1613152" y="3116972"/>
                  </a:lnTo>
                  <a:lnTo>
                    <a:pt x="1608873" y="3116972"/>
                  </a:lnTo>
                  <a:lnTo>
                    <a:pt x="1604594" y="3116972"/>
                  </a:lnTo>
                  <a:lnTo>
                    <a:pt x="1600316" y="3116972"/>
                  </a:lnTo>
                  <a:lnTo>
                    <a:pt x="1596037" y="3116972"/>
                  </a:lnTo>
                  <a:lnTo>
                    <a:pt x="1591758" y="3116972"/>
                  </a:lnTo>
                  <a:lnTo>
                    <a:pt x="1587479" y="3116972"/>
                  </a:lnTo>
                  <a:lnTo>
                    <a:pt x="1583200" y="3116972"/>
                  </a:lnTo>
                  <a:lnTo>
                    <a:pt x="1578921" y="3116972"/>
                  </a:lnTo>
                  <a:lnTo>
                    <a:pt x="1574642" y="3116972"/>
                  </a:lnTo>
                  <a:lnTo>
                    <a:pt x="1570363" y="3116972"/>
                  </a:lnTo>
                  <a:lnTo>
                    <a:pt x="1566084" y="3116972"/>
                  </a:lnTo>
                  <a:lnTo>
                    <a:pt x="1561805" y="3116972"/>
                  </a:lnTo>
                  <a:lnTo>
                    <a:pt x="1557526" y="3116972"/>
                  </a:lnTo>
                  <a:lnTo>
                    <a:pt x="1553247" y="3116972"/>
                  </a:lnTo>
                  <a:lnTo>
                    <a:pt x="1548969" y="3116972"/>
                  </a:lnTo>
                  <a:lnTo>
                    <a:pt x="1544690" y="3116972"/>
                  </a:lnTo>
                  <a:lnTo>
                    <a:pt x="1540411" y="3116972"/>
                  </a:lnTo>
                  <a:lnTo>
                    <a:pt x="1536132" y="3116972"/>
                  </a:lnTo>
                  <a:lnTo>
                    <a:pt x="1531853" y="3116972"/>
                  </a:lnTo>
                  <a:lnTo>
                    <a:pt x="1527574" y="3116972"/>
                  </a:lnTo>
                  <a:lnTo>
                    <a:pt x="1523295" y="3116972"/>
                  </a:lnTo>
                  <a:lnTo>
                    <a:pt x="1519016" y="3116972"/>
                  </a:lnTo>
                  <a:lnTo>
                    <a:pt x="1514737" y="3116972"/>
                  </a:lnTo>
                  <a:lnTo>
                    <a:pt x="1510458" y="3116972"/>
                  </a:lnTo>
                  <a:lnTo>
                    <a:pt x="1506179" y="3116972"/>
                  </a:lnTo>
                  <a:lnTo>
                    <a:pt x="1501900" y="3116972"/>
                  </a:lnTo>
                  <a:lnTo>
                    <a:pt x="1497621" y="3116972"/>
                  </a:lnTo>
                  <a:lnTo>
                    <a:pt x="1493343" y="3116972"/>
                  </a:lnTo>
                  <a:lnTo>
                    <a:pt x="1489064" y="3116972"/>
                  </a:lnTo>
                  <a:lnTo>
                    <a:pt x="1484785" y="3116972"/>
                  </a:lnTo>
                  <a:lnTo>
                    <a:pt x="1480506" y="3116972"/>
                  </a:lnTo>
                  <a:lnTo>
                    <a:pt x="1476227" y="3116972"/>
                  </a:lnTo>
                  <a:lnTo>
                    <a:pt x="1471948" y="3116972"/>
                  </a:lnTo>
                  <a:lnTo>
                    <a:pt x="1467669" y="3116972"/>
                  </a:lnTo>
                  <a:lnTo>
                    <a:pt x="1463390" y="3116972"/>
                  </a:lnTo>
                  <a:lnTo>
                    <a:pt x="1459111" y="3116972"/>
                  </a:lnTo>
                  <a:lnTo>
                    <a:pt x="1454832" y="3116972"/>
                  </a:lnTo>
                  <a:lnTo>
                    <a:pt x="1450553" y="3116972"/>
                  </a:lnTo>
                  <a:lnTo>
                    <a:pt x="1446274" y="3116972"/>
                  </a:lnTo>
                  <a:lnTo>
                    <a:pt x="1441996" y="3116972"/>
                  </a:lnTo>
                  <a:lnTo>
                    <a:pt x="1437717" y="3116972"/>
                  </a:lnTo>
                  <a:lnTo>
                    <a:pt x="1433438" y="3116972"/>
                  </a:lnTo>
                  <a:lnTo>
                    <a:pt x="1429159" y="3116972"/>
                  </a:lnTo>
                  <a:lnTo>
                    <a:pt x="1424880" y="3116972"/>
                  </a:lnTo>
                  <a:lnTo>
                    <a:pt x="1420601" y="3116972"/>
                  </a:lnTo>
                  <a:lnTo>
                    <a:pt x="1416322" y="3116972"/>
                  </a:lnTo>
                  <a:lnTo>
                    <a:pt x="1412043" y="3116972"/>
                  </a:lnTo>
                  <a:lnTo>
                    <a:pt x="1407764" y="3116972"/>
                  </a:lnTo>
                  <a:lnTo>
                    <a:pt x="1403485" y="3116972"/>
                  </a:lnTo>
                  <a:lnTo>
                    <a:pt x="1399206" y="3116972"/>
                  </a:lnTo>
                  <a:lnTo>
                    <a:pt x="1394927" y="3116972"/>
                  </a:lnTo>
                  <a:lnTo>
                    <a:pt x="1390648" y="3116972"/>
                  </a:lnTo>
                  <a:lnTo>
                    <a:pt x="1386370" y="3116972"/>
                  </a:lnTo>
                  <a:lnTo>
                    <a:pt x="1382091" y="3116972"/>
                  </a:lnTo>
                  <a:lnTo>
                    <a:pt x="1377812" y="3116972"/>
                  </a:lnTo>
                  <a:lnTo>
                    <a:pt x="1373533" y="3116972"/>
                  </a:lnTo>
                  <a:lnTo>
                    <a:pt x="1369254" y="3116972"/>
                  </a:lnTo>
                  <a:lnTo>
                    <a:pt x="1364975" y="3116972"/>
                  </a:lnTo>
                  <a:lnTo>
                    <a:pt x="1360696" y="3116972"/>
                  </a:lnTo>
                  <a:lnTo>
                    <a:pt x="1356417" y="3116972"/>
                  </a:lnTo>
                  <a:lnTo>
                    <a:pt x="1352138" y="3116972"/>
                  </a:lnTo>
                  <a:lnTo>
                    <a:pt x="1347859" y="3116972"/>
                  </a:lnTo>
                  <a:lnTo>
                    <a:pt x="1343580" y="3116972"/>
                  </a:lnTo>
                  <a:lnTo>
                    <a:pt x="1339301" y="3116972"/>
                  </a:lnTo>
                  <a:lnTo>
                    <a:pt x="1335023" y="3116972"/>
                  </a:lnTo>
                  <a:lnTo>
                    <a:pt x="1330744" y="3116972"/>
                  </a:lnTo>
                  <a:lnTo>
                    <a:pt x="1326465" y="3116972"/>
                  </a:lnTo>
                  <a:lnTo>
                    <a:pt x="1322186" y="3116972"/>
                  </a:lnTo>
                  <a:lnTo>
                    <a:pt x="1317907" y="3116972"/>
                  </a:lnTo>
                  <a:lnTo>
                    <a:pt x="1313628" y="3116972"/>
                  </a:lnTo>
                  <a:lnTo>
                    <a:pt x="1309349" y="3116972"/>
                  </a:lnTo>
                  <a:lnTo>
                    <a:pt x="1305070" y="3116972"/>
                  </a:lnTo>
                  <a:lnTo>
                    <a:pt x="1300791" y="3116972"/>
                  </a:lnTo>
                  <a:lnTo>
                    <a:pt x="1296512" y="3116972"/>
                  </a:lnTo>
                  <a:lnTo>
                    <a:pt x="1292233" y="3116972"/>
                  </a:lnTo>
                  <a:lnTo>
                    <a:pt x="1287954" y="3116972"/>
                  </a:lnTo>
                  <a:lnTo>
                    <a:pt x="1283675" y="3116972"/>
                  </a:lnTo>
                  <a:lnTo>
                    <a:pt x="1279397" y="3116972"/>
                  </a:lnTo>
                  <a:lnTo>
                    <a:pt x="1275118" y="3116972"/>
                  </a:lnTo>
                  <a:lnTo>
                    <a:pt x="1270839" y="3116972"/>
                  </a:lnTo>
                  <a:lnTo>
                    <a:pt x="1266560" y="3116972"/>
                  </a:lnTo>
                  <a:lnTo>
                    <a:pt x="1262281" y="3116972"/>
                  </a:lnTo>
                  <a:lnTo>
                    <a:pt x="1258002" y="3116972"/>
                  </a:lnTo>
                  <a:lnTo>
                    <a:pt x="1253723" y="3116972"/>
                  </a:lnTo>
                  <a:lnTo>
                    <a:pt x="1249444" y="3116972"/>
                  </a:lnTo>
                  <a:lnTo>
                    <a:pt x="1245165" y="3116972"/>
                  </a:lnTo>
                  <a:lnTo>
                    <a:pt x="1240886" y="3116972"/>
                  </a:lnTo>
                  <a:lnTo>
                    <a:pt x="1236607" y="3116972"/>
                  </a:lnTo>
                  <a:lnTo>
                    <a:pt x="1232328" y="3116972"/>
                  </a:lnTo>
                  <a:lnTo>
                    <a:pt x="1228050" y="3116972"/>
                  </a:lnTo>
                  <a:lnTo>
                    <a:pt x="1223771" y="3116972"/>
                  </a:lnTo>
                  <a:lnTo>
                    <a:pt x="1219492" y="3116972"/>
                  </a:lnTo>
                  <a:lnTo>
                    <a:pt x="1215213" y="3116972"/>
                  </a:lnTo>
                  <a:lnTo>
                    <a:pt x="1210934" y="3116972"/>
                  </a:lnTo>
                  <a:lnTo>
                    <a:pt x="1206655" y="3116972"/>
                  </a:lnTo>
                  <a:lnTo>
                    <a:pt x="1202376" y="3116972"/>
                  </a:lnTo>
                  <a:lnTo>
                    <a:pt x="1198097" y="3116972"/>
                  </a:lnTo>
                  <a:lnTo>
                    <a:pt x="1193818" y="3116972"/>
                  </a:lnTo>
                  <a:lnTo>
                    <a:pt x="1189539" y="3116972"/>
                  </a:lnTo>
                  <a:lnTo>
                    <a:pt x="1185260" y="3116972"/>
                  </a:lnTo>
                  <a:lnTo>
                    <a:pt x="1180981" y="3116972"/>
                  </a:lnTo>
                  <a:lnTo>
                    <a:pt x="1176702" y="3116972"/>
                  </a:lnTo>
                  <a:lnTo>
                    <a:pt x="1172424" y="3116972"/>
                  </a:lnTo>
                  <a:lnTo>
                    <a:pt x="1168145" y="3116972"/>
                  </a:lnTo>
                  <a:lnTo>
                    <a:pt x="1163866" y="3116972"/>
                  </a:lnTo>
                  <a:lnTo>
                    <a:pt x="1159587" y="3116972"/>
                  </a:lnTo>
                  <a:lnTo>
                    <a:pt x="1155308" y="3116972"/>
                  </a:lnTo>
                  <a:lnTo>
                    <a:pt x="1151029" y="3116972"/>
                  </a:lnTo>
                  <a:lnTo>
                    <a:pt x="1146750" y="3116972"/>
                  </a:lnTo>
                  <a:lnTo>
                    <a:pt x="1142471" y="3116972"/>
                  </a:lnTo>
                  <a:lnTo>
                    <a:pt x="1138192" y="3116972"/>
                  </a:lnTo>
                  <a:lnTo>
                    <a:pt x="1133913" y="3116972"/>
                  </a:lnTo>
                  <a:lnTo>
                    <a:pt x="1129634" y="3116972"/>
                  </a:lnTo>
                  <a:lnTo>
                    <a:pt x="1125355" y="3116972"/>
                  </a:lnTo>
                  <a:lnTo>
                    <a:pt x="1121077" y="3116972"/>
                  </a:lnTo>
                  <a:lnTo>
                    <a:pt x="1116798" y="3116972"/>
                  </a:lnTo>
                  <a:lnTo>
                    <a:pt x="1112519" y="3116972"/>
                  </a:lnTo>
                  <a:lnTo>
                    <a:pt x="1108240" y="3116972"/>
                  </a:lnTo>
                  <a:lnTo>
                    <a:pt x="1103961" y="3116972"/>
                  </a:lnTo>
                  <a:lnTo>
                    <a:pt x="1099682" y="3116972"/>
                  </a:lnTo>
                  <a:lnTo>
                    <a:pt x="1095403" y="3116972"/>
                  </a:lnTo>
                  <a:lnTo>
                    <a:pt x="1091124" y="3116972"/>
                  </a:lnTo>
                  <a:lnTo>
                    <a:pt x="1086845" y="3116972"/>
                  </a:lnTo>
                  <a:lnTo>
                    <a:pt x="1082566" y="3116972"/>
                  </a:lnTo>
                  <a:lnTo>
                    <a:pt x="1078287" y="3116972"/>
                  </a:lnTo>
                  <a:lnTo>
                    <a:pt x="1074008" y="3116972"/>
                  </a:lnTo>
                  <a:lnTo>
                    <a:pt x="1069729" y="3116972"/>
                  </a:lnTo>
                  <a:lnTo>
                    <a:pt x="1065451" y="3116972"/>
                  </a:lnTo>
                  <a:lnTo>
                    <a:pt x="1061172" y="3116972"/>
                  </a:lnTo>
                  <a:lnTo>
                    <a:pt x="1056893" y="3116972"/>
                  </a:lnTo>
                  <a:lnTo>
                    <a:pt x="1052614" y="3116972"/>
                  </a:lnTo>
                  <a:lnTo>
                    <a:pt x="1048335" y="3116972"/>
                  </a:lnTo>
                  <a:lnTo>
                    <a:pt x="1044056" y="3116972"/>
                  </a:lnTo>
                  <a:lnTo>
                    <a:pt x="1039777" y="3116972"/>
                  </a:lnTo>
                  <a:lnTo>
                    <a:pt x="1035498" y="3116972"/>
                  </a:lnTo>
                  <a:lnTo>
                    <a:pt x="1031219" y="3116972"/>
                  </a:lnTo>
                  <a:lnTo>
                    <a:pt x="1026940" y="3116972"/>
                  </a:lnTo>
                  <a:lnTo>
                    <a:pt x="1022661" y="3116972"/>
                  </a:lnTo>
                  <a:lnTo>
                    <a:pt x="1018382" y="3116972"/>
                  </a:lnTo>
                  <a:lnTo>
                    <a:pt x="1014104" y="3116972"/>
                  </a:lnTo>
                  <a:lnTo>
                    <a:pt x="1009825" y="3116972"/>
                  </a:lnTo>
                  <a:lnTo>
                    <a:pt x="1005546" y="3116972"/>
                  </a:lnTo>
                  <a:lnTo>
                    <a:pt x="1001267" y="3116972"/>
                  </a:lnTo>
                  <a:lnTo>
                    <a:pt x="996988" y="3116972"/>
                  </a:lnTo>
                  <a:lnTo>
                    <a:pt x="992709" y="3116972"/>
                  </a:lnTo>
                  <a:lnTo>
                    <a:pt x="988430" y="3116972"/>
                  </a:lnTo>
                  <a:lnTo>
                    <a:pt x="984151" y="3116972"/>
                  </a:lnTo>
                  <a:lnTo>
                    <a:pt x="979872" y="3116972"/>
                  </a:lnTo>
                  <a:lnTo>
                    <a:pt x="975593" y="3116972"/>
                  </a:lnTo>
                  <a:lnTo>
                    <a:pt x="971314" y="3116972"/>
                  </a:lnTo>
                  <a:lnTo>
                    <a:pt x="967035" y="3116972"/>
                  </a:lnTo>
                  <a:lnTo>
                    <a:pt x="962756" y="3116972"/>
                  </a:lnTo>
                  <a:lnTo>
                    <a:pt x="958478" y="3116972"/>
                  </a:lnTo>
                  <a:lnTo>
                    <a:pt x="954199" y="3116972"/>
                  </a:lnTo>
                  <a:lnTo>
                    <a:pt x="949920" y="3116972"/>
                  </a:lnTo>
                  <a:lnTo>
                    <a:pt x="945641" y="3116972"/>
                  </a:lnTo>
                  <a:lnTo>
                    <a:pt x="941362" y="3116972"/>
                  </a:lnTo>
                  <a:lnTo>
                    <a:pt x="937083" y="3116972"/>
                  </a:lnTo>
                  <a:lnTo>
                    <a:pt x="932804" y="3116972"/>
                  </a:lnTo>
                  <a:lnTo>
                    <a:pt x="928525" y="3116972"/>
                  </a:lnTo>
                  <a:lnTo>
                    <a:pt x="924246" y="3116972"/>
                  </a:lnTo>
                  <a:lnTo>
                    <a:pt x="919967" y="3116972"/>
                  </a:lnTo>
                  <a:lnTo>
                    <a:pt x="915688" y="3116972"/>
                  </a:lnTo>
                  <a:lnTo>
                    <a:pt x="911409" y="3116972"/>
                  </a:lnTo>
                  <a:lnTo>
                    <a:pt x="907131" y="3116972"/>
                  </a:lnTo>
                  <a:lnTo>
                    <a:pt x="902852" y="3116972"/>
                  </a:lnTo>
                  <a:lnTo>
                    <a:pt x="898573" y="3116972"/>
                  </a:lnTo>
                  <a:lnTo>
                    <a:pt x="894294" y="3116972"/>
                  </a:lnTo>
                  <a:lnTo>
                    <a:pt x="890015" y="3116972"/>
                  </a:lnTo>
                  <a:lnTo>
                    <a:pt x="885736" y="3116972"/>
                  </a:lnTo>
                  <a:lnTo>
                    <a:pt x="881457" y="3116972"/>
                  </a:lnTo>
                  <a:lnTo>
                    <a:pt x="877178" y="3116972"/>
                  </a:lnTo>
                  <a:lnTo>
                    <a:pt x="872899" y="3116972"/>
                  </a:lnTo>
                  <a:lnTo>
                    <a:pt x="868620" y="3116972"/>
                  </a:lnTo>
                  <a:lnTo>
                    <a:pt x="864341" y="3116972"/>
                  </a:lnTo>
                  <a:lnTo>
                    <a:pt x="860062" y="3116972"/>
                  </a:lnTo>
                  <a:lnTo>
                    <a:pt x="855783" y="3116972"/>
                  </a:lnTo>
                  <a:lnTo>
                    <a:pt x="851505" y="3116972"/>
                  </a:lnTo>
                  <a:lnTo>
                    <a:pt x="847226" y="3116972"/>
                  </a:lnTo>
                  <a:lnTo>
                    <a:pt x="842947" y="3116972"/>
                  </a:lnTo>
                  <a:lnTo>
                    <a:pt x="838668" y="3116972"/>
                  </a:lnTo>
                  <a:lnTo>
                    <a:pt x="834389" y="3116972"/>
                  </a:lnTo>
                  <a:lnTo>
                    <a:pt x="830110" y="3116972"/>
                  </a:lnTo>
                  <a:lnTo>
                    <a:pt x="825831" y="3116972"/>
                  </a:lnTo>
                  <a:lnTo>
                    <a:pt x="821552" y="3116972"/>
                  </a:lnTo>
                  <a:lnTo>
                    <a:pt x="817273" y="3116972"/>
                  </a:lnTo>
                  <a:lnTo>
                    <a:pt x="812994" y="3116972"/>
                  </a:lnTo>
                  <a:lnTo>
                    <a:pt x="808715" y="3116972"/>
                  </a:lnTo>
                  <a:lnTo>
                    <a:pt x="804436" y="3116972"/>
                  </a:lnTo>
                  <a:lnTo>
                    <a:pt x="800158" y="3116972"/>
                  </a:lnTo>
                  <a:lnTo>
                    <a:pt x="795879" y="3116972"/>
                  </a:lnTo>
                  <a:lnTo>
                    <a:pt x="791600" y="3116972"/>
                  </a:lnTo>
                  <a:lnTo>
                    <a:pt x="787321" y="3116972"/>
                  </a:lnTo>
                  <a:lnTo>
                    <a:pt x="783042" y="3116972"/>
                  </a:lnTo>
                  <a:lnTo>
                    <a:pt x="778763" y="3116972"/>
                  </a:lnTo>
                  <a:lnTo>
                    <a:pt x="774484" y="3116972"/>
                  </a:lnTo>
                  <a:lnTo>
                    <a:pt x="770205" y="3116972"/>
                  </a:lnTo>
                  <a:lnTo>
                    <a:pt x="765926" y="3116972"/>
                  </a:lnTo>
                  <a:lnTo>
                    <a:pt x="761647" y="3116972"/>
                  </a:lnTo>
                  <a:lnTo>
                    <a:pt x="757368" y="3116972"/>
                  </a:lnTo>
                  <a:lnTo>
                    <a:pt x="753089" y="3116972"/>
                  </a:lnTo>
                  <a:lnTo>
                    <a:pt x="748810" y="3116972"/>
                  </a:lnTo>
                  <a:lnTo>
                    <a:pt x="744532" y="3116972"/>
                  </a:lnTo>
                  <a:lnTo>
                    <a:pt x="740253" y="3116972"/>
                  </a:lnTo>
                  <a:lnTo>
                    <a:pt x="735974" y="3116972"/>
                  </a:lnTo>
                  <a:lnTo>
                    <a:pt x="731695" y="3116972"/>
                  </a:lnTo>
                  <a:lnTo>
                    <a:pt x="727416" y="3116972"/>
                  </a:lnTo>
                  <a:lnTo>
                    <a:pt x="723137" y="3116972"/>
                  </a:lnTo>
                  <a:lnTo>
                    <a:pt x="718858" y="3116972"/>
                  </a:lnTo>
                  <a:lnTo>
                    <a:pt x="714579" y="3116972"/>
                  </a:lnTo>
                  <a:lnTo>
                    <a:pt x="710300" y="3116972"/>
                  </a:lnTo>
                  <a:lnTo>
                    <a:pt x="706021" y="3116972"/>
                  </a:lnTo>
                  <a:lnTo>
                    <a:pt x="701742" y="3116972"/>
                  </a:lnTo>
                  <a:lnTo>
                    <a:pt x="697463" y="3116972"/>
                  </a:lnTo>
                  <a:lnTo>
                    <a:pt x="693185" y="3116972"/>
                  </a:lnTo>
                  <a:lnTo>
                    <a:pt x="688906" y="3116972"/>
                  </a:lnTo>
                  <a:lnTo>
                    <a:pt x="684627" y="3116972"/>
                  </a:lnTo>
                  <a:lnTo>
                    <a:pt x="680348" y="3116972"/>
                  </a:lnTo>
                  <a:lnTo>
                    <a:pt x="676069" y="3116972"/>
                  </a:lnTo>
                  <a:lnTo>
                    <a:pt x="671790" y="3116972"/>
                  </a:lnTo>
                  <a:lnTo>
                    <a:pt x="667511" y="3116972"/>
                  </a:lnTo>
                  <a:lnTo>
                    <a:pt x="663232" y="3116972"/>
                  </a:lnTo>
                  <a:lnTo>
                    <a:pt x="658953" y="3116972"/>
                  </a:lnTo>
                  <a:lnTo>
                    <a:pt x="654674" y="3116972"/>
                  </a:lnTo>
                  <a:lnTo>
                    <a:pt x="650395" y="3116972"/>
                  </a:lnTo>
                  <a:lnTo>
                    <a:pt x="646116" y="3116972"/>
                  </a:lnTo>
                  <a:lnTo>
                    <a:pt x="641837" y="3116972"/>
                  </a:lnTo>
                  <a:lnTo>
                    <a:pt x="637559" y="3116972"/>
                  </a:lnTo>
                  <a:lnTo>
                    <a:pt x="633280" y="3116972"/>
                  </a:lnTo>
                  <a:lnTo>
                    <a:pt x="629001" y="3116972"/>
                  </a:lnTo>
                  <a:lnTo>
                    <a:pt x="624722" y="3116972"/>
                  </a:lnTo>
                  <a:lnTo>
                    <a:pt x="620443" y="3116972"/>
                  </a:lnTo>
                  <a:lnTo>
                    <a:pt x="616164" y="3116972"/>
                  </a:lnTo>
                  <a:lnTo>
                    <a:pt x="611885" y="3116972"/>
                  </a:lnTo>
                  <a:lnTo>
                    <a:pt x="607606" y="3116972"/>
                  </a:lnTo>
                  <a:lnTo>
                    <a:pt x="603327" y="3116972"/>
                  </a:lnTo>
                  <a:lnTo>
                    <a:pt x="599048" y="3116972"/>
                  </a:lnTo>
                  <a:lnTo>
                    <a:pt x="594769" y="3116972"/>
                  </a:lnTo>
                  <a:lnTo>
                    <a:pt x="590490" y="3116972"/>
                  </a:lnTo>
                  <a:lnTo>
                    <a:pt x="586212" y="3116972"/>
                  </a:lnTo>
                  <a:lnTo>
                    <a:pt x="581933" y="3116972"/>
                  </a:lnTo>
                  <a:lnTo>
                    <a:pt x="577654" y="3116972"/>
                  </a:lnTo>
                  <a:lnTo>
                    <a:pt x="573375" y="3116972"/>
                  </a:lnTo>
                  <a:lnTo>
                    <a:pt x="569096" y="3116972"/>
                  </a:lnTo>
                  <a:lnTo>
                    <a:pt x="564817" y="3116972"/>
                  </a:lnTo>
                  <a:lnTo>
                    <a:pt x="560538" y="3116972"/>
                  </a:lnTo>
                  <a:lnTo>
                    <a:pt x="556259" y="3116972"/>
                  </a:lnTo>
                  <a:lnTo>
                    <a:pt x="551980" y="3116972"/>
                  </a:lnTo>
                  <a:lnTo>
                    <a:pt x="547701" y="3116972"/>
                  </a:lnTo>
                  <a:lnTo>
                    <a:pt x="543422" y="3116972"/>
                  </a:lnTo>
                  <a:lnTo>
                    <a:pt x="539143" y="3116972"/>
                  </a:lnTo>
                  <a:lnTo>
                    <a:pt x="534864" y="3116972"/>
                  </a:lnTo>
                  <a:lnTo>
                    <a:pt x="530586" y="3116972"/>
                  </a:lnTo>
                  <a:lnTo>
                    <a:pt x="526307" y="3116972"/>
                  </a:lnTo>
                  <a:lnTo>
                    <a:pt x="522028" y="3116972"/>
                  </a:lnTo>
                  <a:lnTo>
                    <a:pt x="517749" y="3116972"/>
                  </a:lnTo>
                  <a:lnTo>
                    <a:pt x="513470" y="3116972"/>
                  </a:lnTo>
                  <a:lnTo>
                    <a:pt x="509191" y="3116972"/>
                  </a:lnTo>
                  <a:lnTo>
                    <a:pt x="504912" y="3116972"/>
                  </a:lnTo>
                  <a:lnTo>
                    <a:pt x="500633" y="3116972"/>
                  </a:lnTo>
                  <a:lnTo>
                    <a:pt x="496354" y="3116972"/>
                  </a:lnTo>
                  <a:lnTo>
                    <a:pt x="492075" y="3116972"/>
                  </a:lnTo>
                  <a:lnTo>
                    <a:pt x="487796" y="3116972"/>
                  </a:lnTo>
                  <a:lnTo>
                    <a:pt x="483517" y="3116972"/>
                  </a:lnTo>
                  <a:lnTo>
                    <a:pt x="479239" y="3116972"/>
                  </a:lnTo>
                  <a:lnTo>
                    <a:pt x="474960" y="3116972"/>
                  </a:lnTo>
                  <a:lnTo>
                    <a:pt x="470681" y="3116972"/>
                  </a:lnTo>
                  <a:lnTo>
                    <a:pt x="466402" y="3116972"/>
                  </a:lnTo>
                  <a:lnTo>
                    <a:pt x="462123" y="3116972"/>
                  </a:lnTo>
                  <a:lnTo>
                    <a:pt x="457844" y="3116972"/>
                  </a:lnTo>
                  <a:lnTo>
                    <a:pt x="453565" y="3116972"/>
                  </a:lnTo>
                  <a:lnTo>
                    <a:pt x="449286" y="3116972"/>
                  </a:lnTo>
                  <a:lnTo>
                    <a:pt x="445007" y="3116972"/>
                  </a:lnTo>
                  <a:lnTo>
                    <a:pt x="440728" y="3116972"/>
                  </a:lnTo>
                  <a:lnTo>
                    <a:pt x="436449" y="3116972"/>
                  </a:lnTo>
                  <a:lnTo>
                    <a:pt x="432170" y="3116972"/>
                  </a:lnTo>
                  <a:lnTo>
                    <a:pt x="427891" y="3116972"/>
                  </a:lnTo>
                  <a:lnTo>
                    <a:pt x="423613" y="3116972"/>
                  </a:lnTo>
                  <a:lnTo>
                    <a:pt x="419334" y="3116972"/>
                  </a:lnTo>
                  <a:lnTo>
                    <a:pt x="415055" y="3116972"/>
                  </a:lnTo>
                  <a:lnTo>
                    <a:pt x="410776" y="3116972"/>
                  </a:lnTo>
                  <a:lnTo>
                    <a:pt x="406497" y="3116972"/>
                  </a:lnTo>
                  <a:lnTo>
                    <a:pt x="402218" y="3116972"/>
                  </a:lnTo>
                  <a:lnTo>
                    <a:pt x="397939" y="3116972"/>
                  </a:lnTo>
                  <a:lnTo>
                    <a:pt x="393660" y="3116972"/>
                  </a:lnTo>
                  <a:lnTo>
                    <a:pt x="389381" y="3116972"/>
                  </a:lnTo>
                  <a:lnTo>
                    <a:pt x="385102" y="3116972"/>
                  </a:lnTo>
                  <a:lnTo>
                    <a:pt x="380823" y="3116972"/>
                  </a:lnTo>
                  <a:lnTo>
                    <a:pt x="376544" y="3116972"/>
                  </a:lnTo>
                  <a:lnTo>
                    <a:pt x="372266" y="3116972"/>
                  </a:lnTo>
                  <a:lnTo>
                    <a:pt x="367987" y="3116972"/>
                  </a:lnTo>
                  <a:lnTo>
                    <a:pt x="363708" y="3116972"/>
                  </a:lnTo>
                  <a:lnTo>
                    <a:pt x="359429" y="3116972"/>
                  </a:lnTo>
                  <a:lnTo>
                    <a:pt x="355150" y="3116972"/>
                  </a:lnTo>
                  <a:lnTo>
                    <a:pt x="350871" y="3116972"/>
                  </a:lnTo>
                  <a:lnTo>
                    <a:pt x="346592" y="3116972"/>
                  </a:lnTo>
                  <a:lnTo>
                    <a:pt x="342313" y="3116972"/>
                  </a:lnTo>
                  <a:lnTo>
                    <a:pt x="338034" y="3116972"/>
                  </a:lnTo>
                  <a:lnTo>
                    <a:pt x="333755" y="3116972"/>
                  </a:lnTo>
                  <a:lnTo>
                    <a:pt x="329476" y="3116972"/>
                  </a:lnTo>
                  <a:lnTo>
                    <a:pt x="325197" y="3116972"/>
                  </a:lnTo>
                  <a:lnTo>
                    <a:pt x="320918" y="3116972"/>
                  </a:lnTo>
                  <a:lnTo>
                    <a:pt x="316640" y="3116972"/>
                  </a:lnTo>
                  <a:lnTo>
                    <a:pt x="312361" y="3116972"/>
                  </a:lnTo>
                  <a:lnTo>
                    <a:pt x="308082" y="3116972"/>
                  </a:lnTo>
                  <a:lnTo>
                    <a:pt x="303803" y="3116972"/>
                  </a:lnTo>
                  <a:lnTo>
                    <a:pt x="299524" y="3116972"/>
                  </a:lnTo>
                  <a:lnTo>
                    <a:pt x="295245" y="3116972"/>
                  </a:lnTo>
                  <a:lnTo>
                    <a:pt x="290966" y="3116972"/>
                  </a:lnTo>
                  <a:lnTo>
                    <a:pt x="286687" y="3116972"/>
                  </a:lnTo>
                  <a:lnTo>
                    <a:pt x="282408" y="3116972"/>
                  </a:lnTo>
                  <a:lnTo>
                    <a:pt x="278129" y="3116972"/>
                  </a:lnTo>
                  <a:lnTo>
                    <a:pt x="273850" y="3116972"/>
                  </a:lnTo>
                  <a:lnTo>
                    <a:pt x="269571" y="3116972"/>
                  </a:lnTo>
                  <a:lnTo>
                    <a:pt x="265293" y="3116972"/>
                  </a:lnTo>
                  <a:lnTo>
                    <a:pt x="261014" y="3116972"/>
                  </a:lnTo>
                  <a:lnTo>
                    <a:pt x="256735" y="3116972"/>
                  </a:lnTo>
                  <a:lnTo>
                    <a:pt x="252456" y="3116972"/>
                  </a:lnTo>
                  <a:lnTo>
                    <a:pt x="248177" y="3116972"/>
                  </a:lnTo>
                  <a:lnTo>
                    <a:pt x="243898" y="3116972"/>
                  </a:lnTo>
                  <a:lnTo>
                    <a:pt x="239619" y="3116972"/>
                  </a:lnTo>
                  <a:lnTo>
                    <a:pt x="235340" y="3116972"/>
                  </a:lnTo>
                  <a:lnTo>
                    <a:pt x="231061" y="3116972"/>
                  </a:lnTo>
                  <a:lnTo>
                    <a:pt x="226782" y="3116972"/>
                  </a:lnTo>
                  <a:lnTo>
                    <a:pt x="222503" y="3116972"/>
                  </a:lnTo>
                  <a:lnTo>
                    <a:pt x="218224" y="3116972"/>
                  </a:lnTo>
                  <a:lnTo>
                    <a:pt x="213945" y="3116972"/>
                  </a:lnTo>
                  <a:lnTo>
                    <a:pt x="209667" y="3116972"/>
                  </a:lnTo>
                  <a:lnTo>
                    <a:pt x="205388" y="3116972"/>
                  </a:lnTo>
                  <a:lnTo>
                    <a:pt x="201109" y="3116972"/>
                  </a:lnTo>
                  <a:lnTo>
                    <a:pt x="196830" y="3116972"/>
                  </a:lnTo>
                  <a:lnTo>
                    <a:pt x="192551" y="3116972"/>
                  </a:lnTo>
                  <a:lnTo>
                    <a:pt x="188272" y="3116972"/>
                  </a:lnTo>
                  <a:lnTo>
                    <a:pt x="183993" y="3116972"/>
                  </a:lnTo>
                  <a:lnTo>
                    <a:pt x="179714" y="3116972"/>
                  </a:lnTo>
                  <a:lnTo>
                    <a:pt x="175435" y="3116972"/>
                  </a:lnTo>
                  <a:lnTo>
                    <a:pt x="171156" y="3116972"/>
                  </a:lnTo>
                  <a:lnTo>
                    <a:pt x="166877" y="3116972"/>
                  </a:lnTo>
                  <a:lnTo>
                    <a:pt x="162598" y="3116972"/>
                  </a:lnTo>
                  <a:lnTo>
                    <a:pt x="158320" y="3116972"/>
                  </a:lnTo>
                  <a:lnTo>
                    <a:pt x="154041" y="3116972"/>
                  </a:lnTo>
                  <a:lnTo>
                    <a:pt x="149762" y="3116972"/>
                  </a:lnTo>
                  <a:lnTo>
                    <a:pt x="145483" y="3116972"/>
                  </a:lnTo>
                  <a:lnTo>
                    <a:pt x="141204" y="3116972"/>
                  </a:lnTo>
                  <a:lnTo>
                    <a:pt x="136925" y="3116972"/>
                  </a:lnTo>
                  <a:lnTo>
                    <a:pt x="132646" y="3116972"/>
                  </a:lnTo>
                  <a:lnTo>
                    <a:pt x="128367" y="3116972"/>
                  </a:lnTo>
                  <a:lnTo>
                    <a:pt x="124088" y="3116972"/>
                  </a:lnTo>
                  <a:lnTo>
                    <a:pt x="119809" y="3116972"/>
                  </a:lnTo>
                  <a:lnTo>
                    <a:pt x="115530" y="3116972"/>
                  </a:lnTo>
                  <a:lnTo>
                    <a:pt x="111251" y="3116972"/>
                  </a:lnTo>
                  <a:lnTo>
                    <a:pt x="106972" y="3116972"/>
                  </a:lnTo>
                  <a:lnTo>
                    <a:pt x="102694" y="3116972"/>
                  </a:lnTo>
                  <a:lnTo>
                    <a:pt x="98415" y="3116972"/>
                  </a:lnTo>
                  <a:lnTo>
                    <a:pt x="94136" y="3116972"/>
                  </a:lnTo>
                  <a:lnTo>
                    <a:pt x="89857" y="3116972"/>
                  </a:lnTo>
                  <a:lnTo>
                    <a:pt x="85578" y="3116972"/>
                  </a:lnTo>
                  <a:lnTo>
                    <a:pt x="81299" y="3116972"/>
                  </a:lnTo>
                  <a:lnTo>
                    <a:pt x="77020" y="3116972"/>
                  </a:lnTo>
                  <a:lnTo>
                    <a:pt x="72741" y="3116972"/>
                  </a:lnTo>
                  <a:lnTo>
                    <a:pt x="68462" y="3116972"/>
                  </a:lnTo>
                  <a:lnTo>
                    <a:pt x="64183" y="3116972"/>
                  </a:lnTo>
                  <a:lnTo>
                    <a:pt x="59904" y="3116972"/>
                  </a:lnTo>
                  <a:lnTo>
                    <a:pt x="55625" y="3116972"/>
                  </a:lnTo>
                  <a:lnTo>
                    <a:pt x="51347" y="3116972"/>
                  </a:lnTo>
                  <a:lnTo>
                    <a:pt x="47068" y="3116972"/>
                  </a:lnTo>
                  <a:lnTo>
                    <a:pt x="42789" y="3116972"/>
                  </a:lnTo>
                  <a:lnTo>
                    <a:pt x="38510" y="3116972"/>
                  </a:lnTo>
                  <a:lnTo>
                    <a:pt x="34231" y="3116972"/>
                  </a:lnTo>
                  <a:lnTo>
                    <a:pt x="29952" y="3116972"/>
                  </a:lnTo>
                  <a:lnTo>
                    <a:pt x="25673" y="3116972"/>
                  </a:lnTo>
                  <a:lnTo>
                    <a:pt x="21394" y="3116972"/>
                  </a:lnTo>
                  <a:lnTo>
                    <a:pt x="17115" y="3116972"/>
                  </a:lnTo>
                  <a:lnTo>
                    <a:pt x="12836" y="3116972"/>
                  </a:lnTo>
                  <a:lnTo>
                    <a:pt x="8557" y="3116972"/>
                  </a:lnTo>
                  <a:lnTo>
                    <a:pt x="4278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116972"/>
                  </a:moveTo>
                  <a:lnTo>
                    <a:pt x="4278" y="3116972"/>
                  </a:lnTo>
                  <a:lnTo>
                    <a:pt x="8557" y="3116972"/>
                  </a:lnTo>
                  <a:lnTo>
                    <a:pt x="12836" y="3116972"/>
                  </a:lnTo>
                  <a:lnTo>
                    <a:pt x="17115" y="3116972"/>
                  </a:lnTo>
                  <a:lnTo>
                    <a:pt x="21394" y="3116972"/>
                  </a:lnTo>
                  <a:lnTo>
                    <a:pt x="25673" y="3089956"/>
                  </a:lnTo>
                  <a:lnTo>
                    <a:pt x="29952" y="3035436"/>
                  </a:lnTo>
                  <a:lnTo>
                    <a:pt x="34231" y="3019595"/>
                  </a:lnTo>
                  <a:lnTo>
                    <a:pt x="38510" y="3030122"/>
                  </a:lnTo>
                  <a:lnTo>
                    <a:pt x="42789" y="2991752"/>
                  </a:lnTo>
                  <a:lnTo>
                    <a:pt x="47068" y="2963124"/>
                  </a:lnTo>
                  <a:lnTo>
                    <a:pt x="51347" y="3074837"/>
                  </a:lnTo>
                  <a:lnTo>
                    <a:pt x="55625" y="3116972"/>
                  </a:lnTo>
                  <a:lnTo>
                    <a:pt x="55625" y="3116972"/>
                  </a:lnTo>
                  <a:lnTo>
                    <a:pt x="59904" y="3116972"/>
                  </a:lnTo>
                  <a:lnTo>
                    <a:pt x="64183" y="3116972"/>
                  </a:lnTo>
                  <a:lnTo>
                    <a:pt x="68462" y="3116972"/>
                  </a:lnTo>
                  <a:lnTo>
                    <a:pt x="72741" y="3116972"/>
                  </a:lnTo>
                  <a:lnTo>
                    <a:pt x="77020" y="3116972"/>
                  </a:lnTo>
                  <a:lnTo>
                    <a:pt x="81299" y="3116972"/>
                  </a:lnTo>
                  <a:lnTo>
                    <a:pt x="85578" y="3116972"/>
                  </a:lnTo>
                  <a:lnTo>
                    <a:pt x="89857" y="3098609"/>
                  </a:lnTo>
                  <a:lnTo>
                    <a:pt x="94136" y="3077590"/>
                  </a:lnTo>
                  <a:lnTo>
                    <a:pt x="98415" y="3094220"/>
                  </a:lnTo>
                  <a:lnTo>
                    <a:pt x="102694" y="3060780"/>
                  </a:lnTo>
                  <a:lnTo>
                    <a:pt x="106972" y="3037880"/>
                  </a:lnTo>
                  <a:lnTo>
                    <a:pt x="111251" y="3049633"/>
                  </a:lnTo>
                  <a:lnTo>
                    <a:pt x="115530" y="3081776"/>
                  </a:lnTo>
                  <a:lnTo>
                    <a:pt x="119809" y="3116972"/>
                  </a:lnTo>
                  <a:lnTo>
                    <a:pt x="119809" y="3116972"/>
                  </a:lnTo>
                  <a:lnTo>
                    <a:pt x="124088" y="3116972"/>
                  </a:lnTo>
                  <a:lnTo>
                    <a:pt x="128367" y="3116972"/>
                  </a:lnTo>
                  <a:lnTo>
                    <a:pt x="132646" y="3116972"/>
                  </a:lnTo>
                  <a:lnTo>
                    <a:pt x="136925" y="3091483"/>
                  </a:lnTo>
                  <a:lnTo>
                    <a:pt x="141204" y="3116972"/>
                  </a:lnTo>
                  <a:lnTo>
                    <a:pt x="141204" y="3116972"/>
                  </a:lnTo>
                  <a:lnTo>
                    <a:pt x="145483" y="3116972"/>
                  </a:lnTo>
                  <a:lnTo>
                    <a:pt x="149762" y="3116972"/>
                  </a:lnTo>
                  <a:lnTo>
                    <a:pt x="154041" y="3116972"/>
                  </a:lnTo>
                  <a:lnTo>
                    <a:pt x="158320" y="3116972"/>
                  </a:lnTo>
                  <a:lnTo>
                    <a:pt x="162598" y="3116972"/>
                  </a:lnTo>
                  <a:lnTo>
                    <a:pt x="166877" y="3116972"/>
                  </a:lnTo>
                  <a:lnTo>
                    <a:pt x="171156" y="3116972"/>
                  </a:lnTo>
                  <a:lnTo>
                    <a:pt x="175435" y="3116972"/>
                  </a:lnTo>
                  <a:lnTo>
                    <a:pt x="179714" y="3116972"/>
                  </a:lnTo>
                  <a:lnTo>
                    <a:pt x="183993" y="3116972"/>
                  </a:lnTo>
                  <a:lnTo>
                    <a:pt x="188272" y="3116972"/>
                  </a:lnTo>
                  <a:lnTo>
                    <a:pt x="192551" y="3116972"/>
                  </a:lnTo>
                  <a:lnTo>
                    <a:pt x="196830" y="3116972"/>
                  </a:lnTo>
                  <a:lnTo>
                    <a:pt x="201109" y="3116972"/>
                  </a:lnTo>
                  <a:lnTo>
                    <a:pt x="205388" y="3116972"/>
                  </a:lnTo>
                  <a:lnTo>
                    <a:pt x="209667" y="3116972"/>
                  </a:lnTo>
                  <a:lnTo>
                    <a:pt x="213945" y="3116972"/>
                  </a:lnTo>
                  <a:lnTo>
                    <a:pt x="218224" y="3108720"/>
                  </a:lnTo>
                  <a:lnTo>
                    <a:pt x="222503" y="3022872"/>
                  </a:lnTo>
                  <a:lnTo>
                    <a:pt x="226782" y="2961237"/>
                  </a:lnTo>
                  <a:lnTo>
                    <a:pt x="231061" y="3046596"/>
                  </a:lnTo>
                  <a:lnTo>
                    <a:pt x="235340" y="3116972"/>
                  </a:lnTo>
                  <a:lnTo>
                    <a:pt x="235340" y="3116972"/>
                  </a:lnTo>
                  <a:lnTo>
                    <a:pt x="239619" y="3116972"/>
                  </a:lnTo>
                  <a:lnTo>
                    <a:pt x="243898" y="3116972"/>
                  </a:lnTo>
                  <a:lnTo>
                    <a:pt x="248177" y="3116972"/>
                  </a:lnTo>
                  <a:lnTo>
                    <a:pt x="252456" y="3116972"/>
                  </a:lnTo>
                  <a:lnTo>
                    <a:pt x="256735" y="3116972"/>
                  </a:lnTo>
                  <a:lnTo>
                    <a:pt x="261014" y="3116972"/>
                  </a:lnTo>
                  <a:lnTo>
                    <a:pt x="265293" y="3116972"/>
                  </a:lnTo>
                  <a:lnTo>
                    <a:pt x="269571" y="3116972"/>
                  </a:lnTo>
                  <a:lnTo>
                    <a:pt x="273850" y="3116972"/>
                  </a:lnTo>
                  <a:lnTo>
                    <a:pt x="278129" y="3116972"/>
                  </a:lnTo>
                  <a:lnTo>
                    <a:pt x="282408" y="3116972"/>
                  </a:lnTo>
                  <a:lnTo>
                    <a:pt x="286687" y="3116972"/>
                  </a:lnTo>
                  <a:lnTo>
                    <a:pt x="290966" y="3116972"/>
                  </a:lnTo>
                  <a:lnTo>
                    <a:pt x="295245" y="3116972"/>
                  </a:lnTo>
                  <a:lnTo>
                    <a:pt x="299524" y="3116972"/>
                  </a:lnTo>
                  <a:lnTo>
                    <a:pt x="303803" y="3116972"/>
                  </a:lnTo>
                  <a:lnTo>
                    <a:pt x="308082" y="3116972"/>
                  </a:lnTo>
                  <a:lnTo>
                    <a:pt x="312361" y="3116972"/>
                  </a:lnTo>
                  <a:lnTo>
                    <a:pt x="316640" y="3116972"/>
                  </a:lnTo>
                  <a:lnTo>
                    <a:pt x="320918" y="3116972"/>
                  </a:lnTo>
                  <a:lnTo>
                    <a:pt x="325197" y="3116972"/>
                  </a:lnTo>
                  <a:lnTo>
                    <a:pt x="329476" y="3116972"/>
                  </a:lnTo>
                  <a:lnTo>
                    <a:pt x="333755" y="3116972"/>
                  </a:lnTo>
                  <a:lnTo>
                    <a:pt x="338034" y="3116972"/>
                  </a:lnTo>
                  <a:lnTo>
                    <a:pt x="342313" y="3116972"/>
                  </a:lnTo>
                  <a:lnTo>
                    <a:pt x="346592" y="3116972"/>
                  </a:lnTo>
                  <a:lnTo>
                    <a:pt x="350871" y="3116972"/>
                  </a:lnTo>
                  <a:lnTo>
                    <a:pt x="355150" y="3116972"/>
                  </a:lnTo>
                  <a:lnTo>
                    <a:pt x="359429" y="3116972"/>
                  </a:lnTo>
                  <a:lnTo>
                    <a:pt x="363708" y="3116972"/>
                  </a:lnTo>
                  <a:lnTo>
                    <a:pt x="367987" y="3116972"/>
                  </a:lnTo>
                  <a:lnTo>
                    <a:pt x="372266" y="3116972"/>
                  </a:lnTo>
                  <a:lnTo>
                    <a:pt x="376544" y="3116972"/>
                  </a:lnTo>
                  <a:lnTo>
                    <a:pt x="380823" y="3116972"/>
                  </a:lnTo>
                  <a:lnTo>
                    <a:pt x="385102" y="3116972"/>
                  </a:lnTo>
                  <a:lnTo>
                    <a:pt x="389381" y="3116972"/>
                  </a:lnTo>
                  <a:lnTo>
                    <a:pt x="393660" y="3116972"/>
                  </a:lnTo>
                  <a:lnTo>
                    <a:pt x="397939" y="3116972"/>
                  </a:lnTo>
                  <a:lnTo>
                    <a:pt x="402218" y="3116972"/>
                  </a:lnTo>
                  <a:lnTo>
                    <a:pt x="406497" y="3116972"/>
                  </a:lnTo>
                  <a:lnTo>
                    <a:pt x="410776" y="3116972"/>
                  </a:lnTo>
                  <a:lnTo>
                    <a:pt x="415055" y="3116972"/>
                  </a:lnTo>
                  <a:lnTo>
                    <a:pt x="419334" y="3116972"/>
                  </a:lnTo>
                  <a:lnTo>
                    <a:pt x="423613" y="3116972"/>
                  </a:lnTo>
                  <a:lnTo>
                    <a:pt x="427891" y="3116972"/>
                  </a:lnTo>
                  <a:lnTo>
                    <a:pt x="432170" y="3116972"/>
                  </a:lnTo>
                  <a:lnTo>
                    <a:pt x="436449" y="3116972"/>
                  </a:lnTo>
                  <a:lnTo>
                    <a:pt x="440728" y="3116972"/>
                  </a:lnTo>
                  <a:lnTo>
                    <a:pt x="445007" y="3116972"/>
                  </a:lnTo>
                  <a:lnTo>
                    <a:pt x="449286" y="3116972"/>
                  </a:lnTo>
                  <a:lnTo>
                    <a:pt x="453565" y="3116972"/>
                  </a:lnTo>
                  <a:lnTo>
                    <a:pt x="457844" y="3116972"/>
                  </a:lnTo>
                  <a:lnTo>
                    <a:pt x="462123" y="3116972"/>
                  </a:lnTo>
                  <a:lnTo>
                    <a:pt x="466402" y="3116972"/>
                  </a:lnTo>
                  <a:lnTo>
                    <a:pt x="470681" y="3103042"/>
                  </a:lnTo>
                  <a:lnTo>
                    <a:pt x="474960" y="3094313"/>
                  </a:lnTo>
                  <a:lnTo>
                    <a:pt x="479239" y="3094314"/>
                  </a:lnTo>
                  <a:lnTo>
                    <a:pt x="483517" y="3094166"/>
                  </a:lnTo>
                  <a:lnTo>
                    <a:pt x="487796" y="3047894"/>
                  </a:lnTo>
                  <a:lnTo>
                    <a:pt x="492075" y="2950674"/>
                  </a:lnTo>
                  <a:lnTo>
                    <a:pt x="496354" y="3014974"/>
                  </a:lnTo>
                  <a:lnTo>
                    <a:pt x="500633" y="3107709"/>
                  </a:lnTo>
                  <a:lnTo>
                    <a:pt x="504912" y="3116972"/>
                  </a:lnTo>
                  <a:lnTo>
                    <a:pt x="504912" y="3116972"/>
                  </a:lnTo>
                  <a:lnTo>
                    <a:pt x="509191" y="3116972"/>
                  </a:lnTo>
                  <a:lnTo>
                    <a:pt x="513470" y="3116972"/>
                  </a:lnTo>
                  <a:lnTo>
                    <a:pt x="517749" y="3116972"/>
                  </a:lnTo>
                  <a:lnTo>
                    <a:pt x="522028" y="3116972"/>
                  </a:lnTo>
                  <a:lnTo>
                    <a:pt x="526307" y="3116972"/>
                  </a:lnTo>
                  <a:lnTo>
                    <a:pt x="530586" y="3116972"/>
                  </a:lnTo>
                  <a:lnTo>
                    <a:pt x="534864" y="3116972"/>
                  </a:lnTo>
                  <a:lnTo>
                    <a:pt x="539143" y="3116972"/>
                  </a:lnTo>
                  <a:lnTo>
                    <a:pt x="543422" y="3116972"/>
                  </a:lnTo>
                  <a:lnTo>
                    <a:pt x="547701" y="3116972"/>
                  </a:lnTo>
                  <a:lnTo>
                    <a:pt x="551980" y="3116972"/>
                  </a:lnTo>
                  <a:lnTo>
                    <a:pt x="556259" y="3116972"/>
                  </a:lnTo>
                  <a:lnTo>
                    <a:pt x="560538" y="3116972"/>
                  </a:lnTo>
                  <a:lnTo>
                    <a:pt x="564817" y="3116972"/>
                  </a:lnTo>
                  <a:lnTo>
                    <a:pt x="569096" y="3116892"/>
                  </a:lnTo>
                  <a:lnTo>
                    <a:pt x="573375" y="3100126"/>
                  </a:lnTo>
                  <a:lnTo>
                    <a:pt x="577654" y="3108902"/>
                  </a:lnTo>
                  <a:lnTo>
                    <a:pt x="581933" y="3116972"/>
                  </a:lnTo>
                  <a:lnTo>
                    <a:pt x="581933" y="3116972"/>
                  </a:lnTo>
                  <a:lnTo>
                    <a:pt x="586212" y="3116972"/>
                  </a:lnTo>
                  <a:lnTo>
                    <a:pt x="590490" y="3116972"/>
                  </a:lnTo>
                  <a:lnTo>
                    <a:pt x="594769" y="3116972"/>
                  </a:lnTo>
                  <a:lnTo>
                    <a:pt x="599048" y="3116972"/>
                  </a:lnTo>
                  <a:lnTo>
                    <a:pt x="603327" y="3116972"/>
                  </a:lnTo>
                  <a:lnTo>
                    <a:pt x="607606" y="3116972"/>
                  </a:lnTo>
                  <a:lnTo>
                    <a:pt x="611885" y="3116972"/>
                  </a:lnTo>
                  <a:lnTo>
                    <a:pt x="616164" y="3116972"/>
                  </a:lnTo>
                  <a:lnTo>
                    <a:pt x="620443" y="3116972"/>
                  </a:lnTo>
                  <a:lnTo>
                    <a:pt x="624722" y="3116972"/>
                  </a:lnTo>
                  <a:lnTo>
                    <a:pt x="629001" y="3091777"/>
                  </a:lnTo>
                  <a:lnTo>
                    <a:pt x="633280" y="3116972"/>
                  </a:lnTo>
                  <a:lnTo>
                    <a:pt x="633280" y="3116972"/>
                  </a:lnTo>
                  <a:lnTo>
                    <a:pt x="637559" y="3116972"/>
                  </a:lnTo>
                  <a:lnTo>
                    <a:pt x="641837" y="3116972"/>
                  </a:lnTo>
                  <a:lnTo>
                    <a:pt x="646116" y="3116972"/>
                  </a:lnTo>
                  <a:lnTo>
                    <a:pt x="650395" y="3116972"/>
                  </a:lnTo>
                  <a:lnTo>
                    <a:pt x="654674" y="3116972"/>
                  </a:lnTo>
                  <a:lnTo>
                    <a:pt x="658953" y="3116972"/>
                  </a:lnTo>
                  <a:lnTo>
                    <a:pt x="663232" y="3116972"/>
                  </a:lnTo>
                  <a:lnTo>
                    <a:pt x="667511" y="3116972"/>
                  </a:lnTo>
                  <a:lnTo>
                    <a:pt x="671790" y="3116972"/>
                  </a:lnTo>
                  <a:lnTo>
                    <a:pt x="676069" y="3116972"/>
                  </a:lnTo>
                  <a:lnTo>
                    <a:pt x="680348" y="3116972"/>
                  </a:lnTo>
                  <a:lnTo>
                    <a:pt x="684627" y="3116972"/>
                  </a:lnTo>
                  <a:lnTo>
                    <a:pt x="688906" y="3116972"/>
                  </a:lnTo>
                  <a:lnTo>
                    <a:pt x="693185" y="3116972"/>
                  </a:lnTo>
                  <a:lnTo>
                    <a:pt x="697463" y="3116972"/>
                  </a:lnTo>
                  <a:lnTo>
                    <a:pt x="701742" y="3116972"/>
                  </a:lnTo>
                  <a:lnTo>
                    <a:pt x="706021" y="3116972"/>
                  </a:lnTo>
                  <a:lnTo>
                    <a:pt x="710300" y="3116972"/>
                  </a:lnTo>
                  <a:lnTo>
                    <a:pt x="714579" y="3116972"/>
                  </a:lnTo>
                  <a:lnTo>
                    <a:pt x="718858" y="3116972"/>
                  </a:lnTo>
                  <a:lnTo>
                    <a:pt x="723137" y="3116972"/>
                  </a:lnTo>
                  <a:lnTo>
                    <a:pt x="727416" y="3116972"/>
                  </a:lnTo>
                  <a:lnTo>
                    <a:pt x="731695" y="3116972"/>
                  </a:lnTo>
                  <a:lnTo>
                    <a:pt x="735974" y="3116972"/>
                  </a:lnTo>
                  <a:lnTo>
                    <a:pt x="740253" y="3116972"/>
                  </a:lnTo>
                  <a:lnTo>
                    <a:pt x="744532" y="3116972"/>
                  </a:lnTo>
                  <a:lnTo>
                    <a:pt x="748810" y="3116972"/>
                  </a:lnTo>
                  <a:lnTo>
                    <a:pt x="753089" y="3116972"/>
                  </a:lnTo>
                  <a:lnTo>
                    <a:pt x="757368" y="3116972"/>
                  </a:lnTo>
                  <a:lnTo>
                    <a:pt x="761647" y="3116972"/>
                  </a:lnTo>
                  <a:lnTo>
                    <a:pt x="765926" y="3116972"/>
                  </a:lnTo>
                  <a:lnTo>
                    <a:pt x="770205" y="3116972"/>
                  </a:lnTo>
                  <a:lnTo>
                    <a:pt x="774484" y="3116972"/>
                  </a:lnTo>
                  <a:lnTo>
                    <a:pt x="778763" y="3116972"/>
                  </a:lnTo>
                  <a:lnTo>
                    <a:pt x="783042" y="3116972"/>
                  </a:lnTo>
                  <a:lnTo>
                    <a:pt x="787321" y="3116972"/>
                  </a:lnTo>
                  <a:lnTo>
                    <a:pt x="791600" y="3100404"/>
                  </a:lnTo>
                  <a:lnTo>
                    <a:pt x="795879" y="3116972"/>
                  </a:lnTo>
                  <a:lnTo>
                    <a:pt x="795879" y="3116972"/>
                  </a:lnTo>
                  <a:lnTo>
                    <a:pt x="800158" y="3116972"/>
                  </a:lnTo>
                  <a:lnTo>
                    <a:pt x="804436" y="3116972"/>
                  </a:lnTo>
                  <a:lnTo>
                    <a:pt x="808715" y="3116972"/>
                  </a:lnTo>
                  <a:lnTo>
                    <a:pt x="812994" y="3116972"/>
                  </a:lnTo>
                  <a:lnTo>
                    <a:pt x="817273" y="3116972"/>
                  </a:lnTo>
                  <a:lnTo>
                    <a:pt x="821552" y="3116972"/>
                  </a:lnTo>
                  <a:lnTo>
                    <a:pt x="825831" y="3116972"/>
                  </a:lnTo>
                  <a:lnTo>
                    <a:pt x="830110" y="3116972"/>
                  </a:lnTo>
                  <a:lnTo>
                    <a:pt x="834389" y="3116972"/>
                  </a:lnTo>
                  <a:lnTo>
                    <a:pt x="838668" y="3116972"/>
                  </a:lnTo>
                  <a:lnTo>
                    <a:pt x="842947" y="3116972"/>
                  </a:lnTo>
                  <a:lnTo>
                    <a:pt x="847226" y="3116972"/>
                  </a:lnTo>
                  <a:lnTo>
                    <a:pt x="851505" y="3116972"/>
                  </a:lnTo>
                  <a:lnTo>
                    <a:pt x="855783" y="3116972"/>
                  </a:lnTo>
                  <a:lnTo>
                    <a:pt x="860062" y="3116972"/>
                  </a:lnTo>
                  <a:lnTo>
                    <a:pt x="864341" y="3116972"/>
                  </a:lnTo>
                  <a:lnTo>
                    <a:pt x="868620" y="3116972"/>
                  </a:lnTo>
                  <a:lnTo>
                    <a:pt x="872899" y="3116972"/>
                  </a:lnTo>
                  <a:lnTo>
                    <a:pt x="877178" y="3116972"/>
                  </a:lnTo>
                  <a:lnTo>
                    <a:pt x="881457" y="3116972"/>
                  </a:lnTo>
                  <a:lnTo>
                    <a:pt x="885736" y="3116972"/>
                  </a:lnTo>
                  <a:lnTo>
                    <a:pt x="890015" y="3116972"/>
                  </a:lnTo>
                  <a:lnTo>
                    <a:pt x="894294" y="3116972"/>
                  </a:lnTo>
                  <a:lnTo>
                    <a:pt x="898573" y="3116972"/>
                  </a:lnTo>
                  <a:lnTo>
                    <a:pt x="902852" y="3116972"/>
                  </a:lnTo>
                  <a:lnTo>
                    <a:pt x="907131" y="3116972"/>
                  </a:lnTo>
                  <a:lnTo>
                    <a:pt x="911409" y="3116972"/>
                  </a:lnTo>
                  <a:lnTo>
                    <a:pt x="915688" y="3116972"/>
                  </a:lnTo>
                  <a:lnTo>
                    <a:pt x="919967" y="3116972"/>
                  </a:lnTo>
                  <a:lnTo>
                    <a:pt x="924246" y="3116972"/>
                  </a:lnTo>
                  <a:lnTo>
                    <a:pt x="928525" y="3116972"/>
                  </a:lnTo>
                  <a:lnTo>
                    <a:pt x="932804" y="3116972"/>
                  </a:lnTo>
                  <a:lnTo>
                    <a:pt x="937083" y="3116972"/>
                  </a:lnTo>
                  <a:lnTo>
                    <a:pt x="941362" y="3116972"/>
                  </a:lnTo>
                  <a:lnTo>
                    <a:pt x="945641" y="3116972"/>
                  </a:lnTo>
                  <a:lnTo>
                    <a:pt x="949920" y="3116972"/>
                  </a:lnTo>
                  <a:lnTo>
                    <a:pt x="954199" y="3116972"/>
                  </a:lnTo>
                  <a:lnTo>
                    <a:pt x="958478" y="3116972"/>
                  </a:lnTo>
                  <a:lnTo>
                    <a:pt x="962756" y="3116972"/>
                  </a:lnTo>
                  <a:lnTo>
                    <a:pt x="967035" y="3116972"/>
                  </a:lnTo>
                  <a:lnTo>
                    <a:pt x="971314" y="3116972"/>
                  </a:lnTo>
                  <a:lnTo>
                    <a:pt x="975593" y="3112962"/>
                  </a:lnTo>
                  <a:lnTo>
                    <a:pt x="979872" y="3097084"/>
                  </a:lnTo>
                  <a:lnTo>
                    <a:pt x="984151" y="3046024"/>
                  </a:lnTo>
                  <a:lnTo>
                    <a:pt x="988430" y="3054155"/>
                  </a:lnTo>
                  <a:lnTo>
                    <a:pt x="992709" y="3116856"/>
                  </a:lnTo>
                  <a:lnTo>
                    <a:pt x="996988" y="3107787"/>
                  </a:lnTo>
                  <a:lnTo>
                    <a:pt x="1001267" y="3038164"/>
                  </a:lnTo>
                  <a:lnTo>
                    <a:pt x="1005546" y="2905747"/>
                  </a:lnTo>
                  <a:lnTo>
                    <a:pt x="1009825" y="2866915"/>
                  </a:lnTo>
                  <a:lnTo>
                    <a:pt x="1014104" y="2811691"/>
                  </a:lnTo>
                  <a:lnTo>
                    <a:pt x="1018382" y="2805210"/>
                  </a:lnTo>
                  <a:lnTo>
                    <a:pt x="1022661" y="2835194"/>
                  </a:lnTo>
                  <a:lnTo>
                    <a:pt x="1026940" y="2939577"/>
                  </a:lnTo>
                  <a:lnTo>
                    <a:pt x="1031219" y="3027189"/>
                  </a:lnTo>
                  <a:lnTo>
                    <a:pt x="1035498" y="3010600"/>
                  </a:lnTo>
                  <a:lnTo>
                    <a:pt x="1039777" y="3004982"/>
                  </a:lnTo>
                  <a:lnTo>
                    <a:pt x="1044056" y="2974493"/>
                  </a:lnTo>
                  <a:lnTo>
                    <a:pt x="1048335" y="2975104"/>
                  </a:lnTo>
                  <a:lnTo>
                    <a:pt x="1052614" y="2923360"/>
                  </a:lnTo>
                  <a:lnTo>
                    <a:pt x="1056893" y="2914375"/>
                  </a:lnTo>
                  <a:lnTo>
                    <a:pt x="1061172" y="3010368"/>
                  </a:lnTo>
                  <a:lnTo>
                    <a:pt x="1065451" y="3028204"/>
                  </a:lnTo>
                  <a:lnTo>
                    <a:pt x="1069729" y="3035015"/>
                  </a:lnTo>
                  <a:lnTo>
                    <a:pt x="1074008" y="3012255"/>
                  </a:lnTo>
                  <a:lnTo>
                    <a:pt x="1078287" y="2998598"/>
                  </a:lnTo>
                  <a:lnTo>
                    <a:pt x="1082566" y="2969347"/>
                  </a:lnTo>
                  <a:lnTo>
                    <a:pt x="1086845" y="2933892"/>
                  </a:lnTo>
                  <a:lnTo>
                    <a:pt x="1091124" y="2926865"/>
                  </a:lnTo>
                  <a:lnTo>
                    <a:pt x="1095403" y="2909257"/>
                  </a:lnTo>
                  <a:lnTo>
                    <a:pt x="1099682" y="2924944"/>
                  </a:lnTo>
                  <a:lnTo>
                    <a:pt x="1103961" y="2908818"/>
                  </a:lnTo>
                  <a:lnTo>
                    <a:pt x="1108240" y="2930585"/>
                  </a:lnTo>
                  <a:lnTo>
                    <a:pt x="1112519" y="2863956"/>
                  </a:lnTo>
                  <a:lnTo>
                    <a:pt x="1116798" y="2787223"/>
                  </a:lnTo>
                  <a:lnTo>
                    <a:pt x="1121077" y="2753222"/>
                  </a:lnTo>
                  <a:lnTo>
                    <a:pt x="1125355" y="2721793"/>
                  </a:lnTo>
                  <a:lnTo>
                    <a:pt x="1129634" y="2786113"/>
                  </a:lnTo>
                  <a:lnTo>
                    <a:pt x="1133913" y="2814100"/>
                  </a:lnTo>
                  <a:lnTo>
                    <a:pt x="1138192" y="2867005"/>
                  </a:lnTo>
                  <a:lnTo>
                    <a:pt x="1142471" y="2902705"/>
                  </a:lnTo>
                  <a:lnTo>
                    <a:pt x="1146750" y="2963446"/>
                  </a:lnTo>
                  <a:lnTo>
                    <a:pt x="1151029" y="3000552"/>
                  </a:lnTo>
                  <a:lnTo>
                    <a:pt x="1155308" y="2972441"/>
                  </a:lnTo>
                  <a:lnTo>
                    <a:pt x="1159587" y="2927663"/>
                  </a:lnTo>
                  <a:lnTo>
                    <a:pt x="1163866" y="2845855"/>
                  </a:lnTo>
                  <a:lnTo>
                    <a:pt x="1168145" y="2854409"/>
                  </a:lnTo>
                  <a:lnTo>
                    <a:pt x="1172424" y="2868220"/>
                  </a:lnTo>
                  <a:lnTo>
                    <a:pt x="1176702" y="2873034"/>
                  </a:lnTo>
                  <a:lnTo>
                    <a:pt x="1180981" y="2928916"/>
                  </a:lnTo>
                  <a:lnTo>
                    <a:pt x="1185260" y="2980578"/>
                  </a:lnTo>
                  <a:lnTo>
                    <a:pt x="1189539" y="3080499"/>
                  </a:lnTo>
                  <a:lnTo>
                    <a:pt x="1193818" y="3073233"/>
                  </a:lnTo>
                  <a:lnTo>
                    <a:pt x="1198097" y="3042576"/>
                  </a:lnTo>
                  <a:lnTo>
                    <a:pt x="1202376" y="3012871"/>
                  </a:lnTo>
                  <a:lnTo>
                    <a:pt x="1206655" y="2963470"/>
                  </a:lnTo>
                  <a:lnTo>
                    <a:pt x="1210934" y="2957688"/>
                  </a:lnTo>
                  <a:lnTo>
                    <a:pt x="1215213" y="2891313"/>
                  </a:lnTo>
                  <a:lnTo>
                    <a:pt x="1219492" y="2921248"/>
                  </a:lnTo>
                  <a:lnTo>
                    <a:pt x="1223771" y="2940407"/>
                  </a:lnTo>
                  <a:lnTo>
                    <a:pt x="1228050" y="2907373"/>
                  </a:lnTo>
                  <a:lnTo>
                    <a:pt x="1232328" y="2878538"/>
                  </a:lnTo>
                  <a:lnTo>
                    <a:pt x="1236607" y="2816846"/>
                  </a:lnTo>
                  <a:lnTo>
                    <a:pt x="1240886" y="2861321"/>
                  </a:lnTo>
                  <a:lnTo>
                    <a:pt x="1245165" y="2887016"/>
                  </a:lnTo>
                  <a:lnTo>
                    <a:pt x="1249444" y="2912332"/>
                  </a:lnTo>
                  <a:lnTo>
                    <a:pt x="1253723" y="2983708"/>
                  </a:lnTo>
                  <a:lnTo>
                    <a:pt x="1258002" y="3052701"/>
                  </a:lnTo>
                  <a:lnTo>
                    <a:pt x="1262281" y="3116972"/>
                  </a:lnTo>
                  <a:lnTo>
                    <a:pt x="1262281" y="3116972"/>
                  </a:lnTo>
                  <a:lnTo>
                    <a:pt x="1266560" y="3116972"/>
                  </a:lnTo>
                  <a:lnTo>
                    <a:pt x="1270839" y="3116972"/>
                  </a:lnTo>
                  <a:lnTo>
                    <a:pt x="1275118" y="3116972"/>
                  </a:lnTo>
                  <a:lnTo>
                    <a:pt x="1279397" y="3116972"/>
                  </a:lnTo>
                  <a:lnTo>
                    <a:pt x="1283675" y="3116972"/>
                  </a:lnTo>
                  <a:lnTo>
                    <a:pt x="1287954" y="3116972"/>
                  </a:lnTo>
                  <a:lnTo>
                    <a:pt x="1292233" y="3116972"/>
                  </a:lnTo>
                  <a:lnTo>
                    <a:pt x="1296512" y="3116972"/>
                  </a:lnTo>
                  <a:lnTo>
                    <a:pt x="1300791" y="3116972"/>
                  </a:lnTo>
                  <a:lnTo>
                    <a:pt x="1305070" y="3116972"/>
                  </a:lnTo>
                  <a:lnTo>
                    <a:pt x="1309349" y="3116972"/>
                  </a:lnTo>
                  <a:lnTo>
                    <a:pt x="1313628" y="3116972"/>
                  </a:lnTo>
                  <a:lnTo>
                    <a:pt x="1317907" y="3116972"/>
                  </a:lnTo>
                  <a:lnTo>
                    <a:pt x="1322186" y="3116972"/>
                  </a:lnTo>
                  <a:lnTo>
                    <a:pt x="1326465" y="3116972"/>
                  </a:lnTo>
                  <a:lnTo>
                    <a:pt x="1330744" y="3116972"/>
                  </a:lnTo>
                  <a:lnTo>
                    <a:pt x="1335023" y="3116972"/>
                  </a:lnTo>
                  <a:lnTo>
                    <a:pt x="1339301" y="3031739"/>
                  </a:lnTo>
                  <a:lnTo>
                    <a:pt x="1343580" y="2999278"/>
                  </a:lnTo>
                  <a:lnTo>
                    <a:pt x="1347859" y="2891175"/>
                  </a:lnTo>
                  <a:lnTo>
                    <a:pt x="1352138" y="2791935"/>
                  </a:lnTo>
                  <a:lnTo>
                    <a:pt x="1356417" y="2732039"/>
                  </a:lnTo>
                  <a:lnTo>
                    <a:pt x="1360696" y="2762355"/>
                  </a:lnTo>
                  <a:lnTo>
                    <a:pt x="1364975" y="2876738"/>
                  </a:lnTo>
                  <a:lnTo>
                    <a:pt x="1369254" y="2911695"/>
                  </a:lnTo>
                  <a:lnTo>
                    <a:pt x="1373533" y="2982303"/>
                  </a:lnTo>
                  <a:lnTo>
                    <a:pt x="1377812" y="3078485"/>
                  </a:lnTo>
                  <a:lnTo>
                    <a:pt x="1382091" y="3116972"/>
                  </a:lnTo>
                  <a:lnTo>
                    <a:pt x="1382091" y="3116972"/>
                  </a:lnTo>
                  <a:lnTo>
                    <a:pt x="1386370" y="3096524"/>
                  </a:lnTo>
                  <a:lnTo>
                    <a:pt x="1390648" y="3042777"/>
                  </a:lnTo>
                  <a:lnTo>
                    <a:pt x="1394927" y="3008774"/>
                  </a:lnTo>
                  <a:lnTo>
                    <a:pt x="1399206" y="3006050"/>
                  </a:lnTo>
                  <a:lnTo>
                    <a:pt x="1403485" y="3023994"/>
                  </a:lnTo>
                  <a:lnTo>
                    <a:pt x="1407764" y="3080967"/>
                  </a:lnTo>
                  <a:lnTo>
                    <a:pt x="1412043" y="3116972"/>
                  </a:lnTo>
                  <a:lnTo>
                    <a:pt x="1412043" y="3116972"/>
                  </a:lnTo>
                  <a:lnTo>
                    <a:pt x="1416322" y="3116972"/>
                  </a:lnTo>
                  <a:lnTo>
                    <a:pt x="1420601" y="3116972"/>
                  </a:lnTo>
                  <a:lnTo>
                    <a:pt x="1424880" y="3116972"/>
                  </a:lnTo>
                  <a:lnTo>
                    <a:pt x="1429159" y="3116972"/>
                  </a:lnTo>
                  <a:lnTo>
                    <a:pt x="1433438" y="3116972"/>
                  </a:lnTo>
                  <a:lnTo>
                    <a:pt x="1437717" y="3063896"/>
                  </a:lnTo>
                  <a:lnTo>
                    <a:pt x="1441996" y="2949707"/>
                  </a:lnTo>
                  <a:lnTo>
                    <a:pt x="1446274" y="2817278"/>
                  </a:lnTo>
                  <a:lnTo>
                    <a:pt x="1450553" y="2802403"/>
                  </a:lnTo>
                  <a:lnTo>
                    <a:pt x="1454832" y="2758751"/>
                  </a:lnTo>
                  <a:lnTo>
                    <a:pt x="1459111" y="2733496"/>
                  </a:lnTo>
                  <a:lnTo>
                    <a:pt x="1463390" y="2745692"/>
                  </a:lnTo>
                  <a:lnTo>
                    <a:pt x="1467669" y="2810019"/>
                  </a:lnTo>
                  <a:lnTo>
                    <a:pt x="1471948" y="2880289"/>
                  </a:lnTo>
                  <a:lnTo>
                    <a:pt x="1476227" y="2877867"/>
                  </a:lnTo>
                  <a:lnTo>
                    <a:pt x="1480506" y="2892211"/>
                  </a:lnTo>
                  <a:lnTo>
                    <a:pt x="1484785" y="2901530"/>
                  </a:lnTo>
                  <a:lnTo>
                    <a:pt x="1489064" y="2866993"/>
                  </a:lnTo>
                  <a:lnTo>
                    <a:pt x="1493343" y="2850143"/>
                  </a:lnTo>
                  <a:lnTo>
                    <a:pt x="1497621" y="2908891"/>
                  </a:lnTo>
                  <a:lnTo>
                    <a:pt x="1501900" y="3020070"/>
                  </a:lnTo>
                  <a:lnTo>
                    <a:pt x="1506179" y="3096933"/>
                  </a:lnTo>
                  <a:lnTo>
                    <a:pt x="1510458" y="3112869"/>
                  </a:lnTo>
                  <a:lnTo>
                    <a:pt x="1514737" y="3116972"/>
                  </a:lnTo>
                  <a:lnTo>
                    <a:pt x="1514737" y="3116972"/>
                  </a:lnTo>
                  <a:lnTo>
                    <a:pt x="1519016" y="3116972"/>
                  </a:lnTo>
                  <a:lnTo>
                    <a:pt x="1523295" y="3116972"/>
                  </a:lnTo>
                  <a:lnTo>
                    <a:pt x="1527574" y="3116972"/>
                  </a:lnTo>
                  <a:lnTo>
                    <a:pt x="1531853" y="3116972"/>
                  </a:lnTo>
                  <a:lnTo>
                    <a:pt x="1536132" y="3116972"/>
                  </a:lnTo>
                  <a:lnTo>
                    <a:pt x="1540411" y="3116972"/>
                  </a:lnTo>
                  <a:lnTo>
                    <a:pt x="1544690" y="3087631"/>
                  </a:lnTo>
                  <a:lnTo>
                    <a:pt x="1548969" y="3116972"/>
                  </a:lnTo>
                  <a:lnTo>
                    <a:pt x="1548969" y="3116972"/>
                  </a:lnTo>
                  <a:lnTo>
                    <a:pt x="1553247" y="3116972"/>
                  </a:lnTo>
                  <a:lnTo>
                    <a:pt x="1557526" y="3116972"/>
                  </a:lnTo>
                  <a:lnTo>
                    <a:pt x="1561805" y="3116972"/>
                  </a:lnTo>
                  <a:lnTo>
                    <a:pt x="1566084" y="3116972"/>
                  </a:lnTo>
                  <a:lnTo>
                    <a:pt x="1570363" y="3091483"/>
                  </a:lnTo>
                  <a:lnTo>
                    <a:pt x="1574642" y="2985689"/>
                  </a:lnTo>
                  <a:lnTo>
                    <a:pt x="1578921" y="2959338"/>
                  </a:lnTo>
                  <a:lnTo>
                    <a:pt x="1583200" y="2981462"/>
                  </a:lnTo>
                  <a:lnTo>
                    <a:pt x="1587479" y="3020278"/>
                  </a:lnTo>
                  <a:lnTo>
                    <a:pt x="1591758" y="3056296"/>
                  </a:lnTo>
                  <a:lnTo>
                    <a:pt x="1596037" y="3116972"/>
                  </a:lnTo>
                  <a:lnTo>
                    <a:pt x="1596037" y="3116972"/>
                  </a:lnTo>
                  <a:lnTo>
                    <a:pt x="1600316" y="3116972"/>
                  </a:lnTo>
                  <a:lnTo>
                    <a:pt x="1604594" y="3116972"/>
                  </a:lnTo>
                  <a:lnTo>
                    <a:pt x="1608873" y="3116972"/>
                  </a:lnTo>
                  <a:lnTo>
                    <a:pt x="1613152" y="3116972"/>
                  </a:lnTo>
                  <a:lnTo>
                    <a:pt x="1617431" y="3116972"/>
                  </a:lnTo>
                  <a:lnTo>
                    <a:pt x="1621710" y="3116972"/>
                  </a:lnTo>
                  <a:lnTo>
                    <a:pt x="1625989" y="3116972"/>
                  </a:lnTo>
                  <a:lnTo>
                    <a:pt x="1630268" y="3116972"/>
                  </a:lnTo>
                  <a:lnTo>
                    <a:pt x="1634547" y="3103084"/>
                  </a:lnTo>
                  <a:lnTo>
                    <a:pt x="1638826" y="3108819"/>
                  </a:lnTo>
                  <a:lnTo>
                    <a:pt x="1643105" y="3116972"/>
                  </a:lnTo>
                  <a:lnTo>
                    <a:pt x="1643105" y="3116972"/>
                  </a:lnTo>
                  <a:lnTo>
                    <a:pt x="1647384" y="3116972"/>
                  </a:lnTo>
                  <a:lnTo>
                    <a:pt x="1651663" y="3116972"/>
                  </a:lnTo>
                  <a:lnTo>
                    <a:pt x="1655942" y="3116972"/>
                  </a:lnTo>
                  <a:lnTo>
                    <a:pt x="1660220" y="3116972"/>
                  </a:lnTo>
                  <a:lnTo>
                    <a:pt x="1664499" y="3101197"/>
                  </a:lnTo>
                  <a:lnTo>
                    <a:pt x="1668778" y="3014035"/>
                  </a:lnTo>
                  <a:lnTo>
                    <a:pt x="1673057" y="2947710"/>
                  </a:lnTo>
                  <a:lnTo>
                    <a:pt x="1677336" y="2953844"/>
                  </a:lnTo>
                  <a:lnTo>
                    <a:pt x="1681615" y="2946560"/>
                  </a:lnTo>
                  <a:lnTo>
                    <a:pt x="1685894" y="2901099"/>
                  </a:lnTo>
                  <a:lnTo>
                    <a:pt x="1690173" y="2930347"/>
                  </a:lnTo>
                  <a:lnTo>
                    <a:pt x="1694452" y="2857733"/>
                  </a:lnTo>
                  <a:lnTo>
                    <a:pt x="1698731" y="2766349"/>
                  </a:lnTo>
                  <a:lnTo>
                    <a:pt x="1703010" y="2636959"/>
                  </a:lnTo>
                  <a:lnTo>
                    <a:pt x="1707289" y="2454534"/>
                  </a:lnTo>
                  <a:lnTo>
                    <a:pt x="1711567" y="2372436"/>
                  </a:lnTo>
                  <a:lnTo>
                    <a:pt x="1715846" y="2336487"/>
                  </a:lnTo>
                  <a:lnTo>
                    <a:pt x="1720125" y="2395665"/>
                  </a:lnTo>
                  <a:lnTo>
                    <a:pt x="1724404" y="2485740"/>
                  </a:lnTo>
                  <a:lnTo>
                    <a:pt x="1728683" y="2572484"/>
                  </a:lnTo>
                  <a:lnTo>
                    <a:pt x="1732962" y="2670194"/>
                  </a:lnTo>
                  <a:lnTo>
                    <a:pt x="1737241" y="2691224"/>
                  </a:lnTo>
                  <a:lnTo>
                    <a:pt x="1741520" y="2797199"/>
                  </a:lnTo>
                  <a:lnTo>
                    <a:pt x="1745799" y="2885421"/>
                  </a:lnTo>
                  <a:lnTo>
                    <a:pt x="1750078" y="2921603"/>
                  </a:lnTo>
                  <a:lnTo>
                    <a:pt x="1754357" y="2973621"/>
                  </a:lnTo>
                  <a:lnTo>
                    <a:pt x="1758636" y="3028748"/>
                  </a:lnTo>
                  <a:lnTo>
                    <a:pt x="1762915" y="3093785"/>
                  </a:lnTo>
                  <a:lnTo>
                    <a:pt x="1767193" y="3116972"/>
                  </a:lnTo>
                  <a:lnTo>
                    <a:pt x="1767193" y="3116972"/>
                  </a:lnTo>
                  <a:lnTo>
                    <a:pt x="1771472" y="3116972"/>
                  </a:lnTo>
                  <a:lnTo>
                    <a:pt x="1775751" y="3098216"/>
                  </a:lnTo>
                  <a:lnTo>
                    <a:pt x="1780030" y="3099893"/>
                  </a:lnTo>
                  <a:lnTo>
                    <a:pt x="1784309" y="3111062"/>
                  </a:lnTo>
                  <a:lnTo>
                    <a:pt x="1788588" y="3116972"/>
                  </a:lnTo>
                  <a:lnTo>
                    <a:pt x="1788588" y="3116972"/>
                  </a:lnTo>
                  <a:lnTo>
                    <a:pt x="1792867" y="3116972"/>
                  </a:lnTo>
                  <a:lnTo>
                    <a:pt x="1797146" y="3116972"/>
                  </a:lnTo>
                  <a:lnTo>
                    <a:pt x="1801425" y="3116972"/>
                  </a:lnTo>
                  <a:lnTo>
                    <a:pt x="1805704" y="3116972"/>
                  </a:lnTo>
                  <a:lnTo>
                    <a:pt x="1809983" y="3116972"/>
                  </a:lnTo>
                  <a:lnTo>
                    <a:pt x="1814262" y="3116972"/>
                  </a:lnTo>
                  <a:lnTo>
                    <a:pt x="1818540" y="3116972"/>
                  </a:lnTo>
                  <a:lnTo>
                    <a:pt x="1822819" y="3116972"/>
                  </a:lnTo>
                  <a:lnTo>
                    <a:pt x="1827098" y="3116972"/>
                  </a:lnTo>
                  <a:lnTo>
                    <a:pt x="1831377" y="3116972"/>
                  </a:lnTo>
                  <a:lnTo>
                    <a:pt x="1835656" y="3116972"/>
                  </a:lnTo>
                  <a:lnTo>
                    <a:pt x="1839935" y="3116972"/>
                  </a:lnTo>
                  <a:lnTo>
                    <a:pt x="1844214" y="3116972"/>
                  </a:lnTo>
                  <a:lnTo>
                    <a:pt x="1848493" y="3116972"/>
                  </a:lnTo>
                  <a:lnTo>
                    <a:pt x="1852772" y="3116972"/>
                  </a:lnTo>
                  <a:lnTo>
                    <a:pt x="1857051" y="3116972"/>
                  </a:lnTo>
                  <a:lnTo>
                    <a:pt x="1861330" y="3116972"/>
                  </a:lnTo>
                  <a:lnTo>
                    <a:pt x="1865609" y="3116972"/>
                  </a:lnTo>
                  <a:lnTo>
                    <a:pt x="1869888" y="3116972"/>
                  </a:lnTo>
                  <a:lnTo>
                    <a:pt x="1874166" y="3116972"/>
                  </a:lnTo>
                  <a:lnTo>
                    <a:pt x="1878445" y="3095670"/>
                  </a:lnTo>
                  <a:lnTo>
                    <a:pt x="1882724" y="3112905"/>
                  </a:lnTo>
                  <a:lnTo>
                    <a:pt x="1887003" y="3116972"/>
                  </a:lnTo>
                  <a:lnTo>
                    <a:pt x="1887003" y="3116972"/>
                  </a:lnTo>
                  <a:lnTo>
                    <a:pt x="1891282" y="3116972"/>
                  </a:lnTo>
                  <a:lnTo>
                    <a:pt x="1895561" y="3116972"/>
                  </a:lnTo>
                  <a:lnTo>
                    <a:pt x="1899840" y="3116972"/>
                  </a:lnTo>
                  <a:lnTo>
                    <a:pt x="1904119" y="3116972"/>
                  </a:lnTo>
                  <a:lnTo>
                    <a:pt x="1908398" y="3116972"/>
                  </a:lnTo>
                  <a:lnTo>
                    <a:pt x="1912677" y="3116972"/>
                  </a:lnTo>
                  <a:lnTo>
                    <a:pt x="1916956" y="3116972"/>
                  </a:lnTo>
                  <a:lnTo>
                    <a:pt x="1921235" y="3116972"/>
                  </a:lnTo>
                  <a:lnTo>
                    <a:pt x="1925513" y="3116972"/>
                  </a:lnTo>
                  <a:lnTo>
                    <a:pt x="1929792" y="3081580"/>
                  </a:lnTo>
                  <a:lnTo>
                    <a:pt x="1934071" y="2973498"/>
                  </a:lnTo>
                  <a:lnTo>
                    <a:pt x="1938350" y="2974208"/>
                  </a:lnTo>
                  <a:lnTo>
                    <a:pt x="1942629" y="3011016"/>
                  </a:lnTo>
                  <a:lnTo>
                    <a:pt x="1946908" y="3079426"/>
                  </a:lnTo>
                  <a:lnTo>
                    <a:pt x="1951187" y="3112433"/>
                  </a:lnTo>
                  <a:lnTo>
                    <a:pt x="1955466" y="3116972"/>
                  </a:lnTo>
                  <a:lnTo>
                    <a:pt x="1955466" y="3116972"/>
                  </a:lnTo>
                  <a:lnTo>
                    <a:pt x="1959745" y="3116972"/>
                  </a:lnTo>
                  <a:lnTo>
                    <a:pt x="1964024" y="3116972"/>
                  </a:lnTo>
                  <a:lnTo>
                    <a:pt x="1968303" y="3116972"/>
                  </a:lnTo>
                  <a:lnTo>
                    <a:pt x="1972582" y="3116972"/>
                  </a:lnTo>
                  <a:lnTo>
                    <a:pt x="1976861" y="3116972"/>
                  </a:lnTo>
                  <a:lnTo>
                    <a:pt x="1981139" y="3116972"/>
                  </a:lnTo>
                  <a:lnTo>
                    <a:pt x="1985418" y="3116972"/>
                  </a:lnTo>
                  <a:lnTo>
                    <a:pt x="1989697" y="3116972"/>
                  </a:lnTo>
                  <a:lnTo>
                    <a:pt x="1993976" y="3116972"/>
                  </a:lnTo>
                  <a:lnTo>
                    <a:pt x="1998255" y="3116972"/>
                  </a:lnTo>
                  <a:lnTo>
                    <a:pt x="2002534" y="3116972"/>
                  </a:lnTo>
                  <a:lnTo>
                    <a:pt x="2006813" y="3116972"/>
                  </a:lnTo>
                  <a:lnTo>
                    <a:pt x="2011092" y="3116972"/>
                  </a:lnTo>
                  <a:lnTo>
                    <a:pt x="2015371" y="3116972"/>
                  </a:lnTo>
                  <a:lnTo>
                    <a:pt x="2019650" y="3116972"/>
                  </a:lnTo>
                  <a:lnTo>
                    <a:pt x="2023929" y="3103707"/>
                  </a:lnTo>
                  <a:lnTo>
                    <a:pt x="2028208" y="2946569"/>
                  </a:lnTo>
                  <a:lnTo>
                    <a:pt x="2032486" y="2863464"/>
                  </a:lnTo>
                  <a:lnTo>
                    <a:pt x="2036765" y="2848393"/>
                  </a:lnTo>
                  <a:lnTo>
                    <a:pt x="2041044" y="2848395"/>
                  </a:lnTo>
                  <a:lnTo>
                    <a:pt x="2045323" y="2874805"/>
                  </a:lnTo>
                  <a:lnTo>
                    <a:pt x="2049602" y="2944235"/>
                  </a:lnTo>
                  <a:lnTo>
                    <a:pt x="2053881" y="3033654"/>
                  </a:lnTo>
                  <a:lnTo>
                    <a:pt x="2058160" y="3104082"/>
                  </a:lnTo>
                  <a:lnTo>
                    <a:pt x="2062439" y="3115766"/>
                  </a:lnTo>
                  <a:lnTo>
                    <a:pt x="2066718" y="3088596"/>
                  </a:lnTo>
                  <a:lnTo>
                    <a:pt x="2070997" y="3040080"/>
                  </a:lnTo>
                  <a:lnTo>
                    <a:pt x="2075276" y="3013670"/>
                  </a:lnTo>
                  <a:lnTo>
                    <a:pt x="2079555" y="3013671"/>
                  </a:lnTo>
                  <a:lnTo>
                    <a:pt x="2083834" y="3013822"/>
                  </a:lnTo>
                  <a:lnTo>
                    <a:pt x="2088112" y="3015030"/>
                  </a:lnTo>
                  <a:lnTo>
                    <a:pt x="2092391" y="3042560"/>
                  </a:lnTo>
                  <a:lnTo>
                    <a:pt x="2096670" y="3099501"/>
                  </a:lnTo>
                  <a:lnTo>
                    <a:pt x="2100949" y="3116972"/>
                  </a:lnTo>
                  <a:lnTo>
                    <a:pt x="2100949" y="3116972"/>
                  </a:lnTo>
                  <a:lnTo>
                    <a:pt x="2105228" y="3116972"/>
                  </a:lnTo>
                  <a:lnTo>
                    <a:pt x="2109507" y="3116972"/>
                  </a:lnTo>
                  <a:lnTo>
                    <a:pt x="2113786" y="3116972"/>
                  </a:lnTo>
                  <a:lnTo>
                    <a:pt x="2118065" y="3116972"/>
                  </a:lnTo>
                  <a:lnTo>
                    <a:pt x="2122344" y="3116972"/>
                  </a:lnTo>
                  <a:lnTo>
                    <a:pt x="2126623" y="3116972"/>
                  </a:lnTo>
                  <a:lnTo>
                    <a:pt x="2130902" y="3116972"/>
                  </a:lnTo>
                  <a:lnTo>
                    <a:pt x="2135181" y="3116972"/>
                  </a:lnTo>
                  <a:lnTo>
                    <a:pt x="2139459" y="3116972"/>
                  </a:lnTo>
                  <a:lnTo>
                    <a:pt x="2143738" y="3095118"/>
                  </a:lnTo>
                  <a:lnTo>
                    <a:pt x="2148017" y="3083431"/>
                  </a:lnTo>
                  <a:lnTo>
                    <a:pt x="2152296" y="3083368"/>
                  </a:lnTo>
                  <a:lnTo>
                    <a:pt x="2156575" y="3076556"/>
                  </a:lnTo>
                  <a:lnTo>
                    <a:pt x="2160854" y="3075464"/>
                  </a:lnTo>
                  <a:lnTo>
                    <a:pt x="2165133" y="3116972"/>
                  </a:lnTo>
                  <a:lnTo>
                    <a:pt x="2165133" y="3116972"/>
                  </a:lnTo>
                  <a:lnTo>
                    <a:pt x="2169412" y="3116972"/>
                  </a:lnTo>
                  <a:lnTo>
                    <a:pt x="2173691" y="3116972"/>
                  </a:lnTo>
                  <a:lnTo>
                    <a:pt x="2177970" y="3077096"/>
                  </a:lnTo>
                  <a:lnTo>
                    <a:pt x="2182249" y="2990173"/>
                  </a:lnTo>
                  <a:lnTo>
                    <a:pt x="2186528" y="2949554"/>
                  </a:lnTo>
                  <a:lnTo>
                    <a:pt x="2190807" y="2920573"/>
                  </a:lnTo>
                  <a:lnTo>
                    <a:pt x="2195085" y="2934214"/>
                  </a:lnTo>
                  <a:lnTo>
                    <a:pt x="2199364" y="3014867"/>
                  </a:lnTo>
                  <a:lnTo>
                    <a:pt x="2203643" y="3116972"/>
                  </a:lnTo>
                  <a:lnTo>
                    <a:pt x="2203643" y="3116972"/>
                  </a:lnTo>
                  <a:lnTo>
                    <a:pt x="2207922" y="3116972"/>
                  </a:lnTo>
                  <a:lnTo>
                    <a:pt x="2212201" y="3116972"/>
                  </a:lnTo>
                  <a:lnTo>
                    <a:pt x="2216480" y="3116972"/>
                  </a:lnTo>
                  <a:lnTo>
                    <a:pt x="2220759" y="3116972"/>
                  </a:lnTo>
                  <a:lnTo>
                    <a:pt x="2225038" y="3116972"/>
                  </a:lnTo>
                  <a:lnTo>
                    <a:pt x="2229317" y="3044134"/>
                  </a:lnTo>
                  <a:lnTo>
                    <a:pt x="2233596" y="2940605"/>
                  </a:lnTo>
                  <a:lnTo>
                    <a:pt x="2237875" y="2970097"/>
                  </a:lnTo>
                  <a:lnTo>
                    <a:pt x="2242154" y="3010067"/>
                  </a:lnTo>
                  <a:lnTo>
                    <a:pt x="2246432" y="3080973"/>
                  </a:lnTo>
                  <a:lnTo>
                    <a:pt x="2250711" y="3116972"/>
                  </a:lnTo>
                  <a:lnTo>
                    <a:pt x="2250711" y="3116972"/>
                  </a:lnTo>
                  <a:lnTo>
                    <a:pt x="2254990" y="3116972"/>
                  </a:lnTo>
                  <a:lnTo>
                    <a:pt x="2259269" y="3116972"/>
                  </a:lnTo>
                  <a:lnTo>
                    <a:pt x="2263548" y="3116972"/>
                  </a:lnTo>
                  <a:lnTo>
                    <a:pt x="2267827" y="3116972"/>
                  </a:lnTo>
                  <a:lnTo>
                    <a:pt x="2272106" y="3116972"/>
                  </a:lnTo>
                  <a:lnTo>
                    <a:pt x="2276385" y="3116972"/>
                  </a:lnTo>
                  <a:lnTo>
                    <a:pt x="2280664" y="3116972"/>
                  </a:lnTo>
                  <a:lnTo>
                    <a:pt x="2284943" y="3116972"/>
                  </a:lnTo>
                  <a:lnTo>
                    <a:pt x="2289222" y="3116972"/>
                  </a:lnTo>
                  <a:lnTo>
                    <a:pt x="2293501" y="3116972"/>
                  </a:lnTo>
                  <a:lnTo>
                    <a:pt x="2297780" y="3116972"/>
                  </a:lnTo>
                  <a:lnTo>
                    <a:pt x="2302058" y="3116972"/>
                  </a:lnTo>
                  <a:lnTo>
                    <a:pt x="2306337" y="3116972"/>
                  </a:lnTo>
                  <a:lnTo>
                    <a:pt x="2310616" y="3116972"/>
                  </a:lnTo>
                  <a:lnTo>
                    <a:pt x="2314895" y="3116972"/>
                  </a:lnTo>
                  <a:lnTo>
                    <a:pt x="2319174" y="3095439"/>
                  </a:lnTo>
                  <a:lnTo>
                    <a:pt x="2323453" y="3077169"/>
                  </a:lnTo>
                  <a:lnTo>
                    <a:pt x="2327732" y="3046248"/>
                  </a:lnTo>
                  <a:lnTo>
                    <a:pt x="2332011" y="2965769"/>
                  </a:lnTo>
                  <a:lnTo>
                    <a:pt x="2336290" y="2981387"/>
                  </a:lnTo>
                  <a:lnTo>
                    <a:pt x="2340569" y="3083587"/>
                  </a:lnTo>
                  <a:lnTo>
                    <a:pt x="2344848" y="3116972"/>
                  </a:lnTo>
                  <a:lnTo>
                    <a:pt x="2344848" y="3116972"/>
                  </a:lnTo>
                  <a:lnTo>
                    <a:pt x="2349127" y="3110283"/>
                  </a:lnTo>
                  <a:lnTo>
                    <a:pt x="2353405" y="3036405"/>
                  </a:lnTo>
                  <a:lnTo>
                    <a:pt x="2357684" y="2998530"/>
                  </a:lnTo>
                  <a:lnTo>
                    <a:pt x="2361963" y="2903539"/>
                  </a:lnTo>
                  <a:lnTo>
                    <a:pt x="2366242" y="2802787"/>
                  </a:lnTo>
                  <a:lnTo>
                    <a:pt x="2370521" y="2699193"/>
                  </a:lnTo>
                  <a:lnTo>
                    <a:pt x="2374800" y="2672160"/>
                  </a:lnTo>
                  <a:lnTo>
                    <a:pt x="2379079" y="2762112"/>
                  </a:lnTo>
                  <a:lnTo>
                    <a:pt x="2383358" y="2806131"/>
                  </a:lnTo>
                  <a:lnTo>
                    <a:pt x="2387637" y="2839498"/>
                  </a:lnTo>
                  <a:lnTo>
                    <a:pt x="2391916" y="2858269"/>
                  </a:lnTo>
                  <a:lnTo>
                    <a:pt x="2396195" y="2943179"/>
                  </a:lnTo>
                  <a:lnTo>
                    <a:pt x="2400474" y="2976961"/>
                  </a:lnTo>
                  <a:lnTo>
                    <a:pt x="2404753" y="2995356"/>
                  </a:lnTo>
                  <a:lnTo>
                    <a:pt x="2409031" y="3018466"/>
                  </a:lnTo>
                  <a:lnTo>
                    <a:pt x="2413310" y="2945787"/>
                  </a:lnTo>
                  <a:lnTo>
                    <a:pt x="2417589" y="2840520"/>
                  </a:lnTo>
                  <a:lnTo>
                    <a:pt x="2421868" y="2736385"/>
                  </a:lnTo>
                  <a:lnTo>
                    <a:pt x="2426147" y="2708636"/>
                  </a:lnTo>
                  <a:lnTo>
                    <a:pt x="2430426" y="2618083"/>
                  </a:lnTo>
                  <a:lnTo>
                    <a:pt x="2434705" y="2592318"/>
                  </a:lnTo>
                  <a:lnTo>
                    <a:pt x="2438984" y="2711523"/>
                  </a:lnTo>
                  <a:lnTo>
                    <a:pt x="2443263" y="2794213"/>
                  </a:lnTo>
                  <a:lnTo>
                    <a:pt x="2447542" y="2877583"/>
                  </a:lnTo>
                  <a:lnTo>
                    <a:pt x="2451821" y="2865510"/>
                  </a:lnTo>
                  <a:lnTo>
                    <a:pt x="2456100" y="2895063"/>
                  </a:lnTo>
                  <a:lnTo>
                    <a:pt x="2460378" y="2953907"/>
                  </a:lnTo>
                  <a:lnTo>
                    <a:pt x="2464657" y="2953693"/>
                  </a:lnTo>
                  <a:lnTo>
                    <a:pt x="2468936" y="2976473"/>
                  </a:lnTo>
                  <a:lnTo>
                    <a:pt x="2473215" y="2925089"/>
                  </a:lnTo>
                  <a:lnTo>
                    <a:pt x="2477494" y="2973840"/>
                  </a:lnTo>
                  <a:lnTo>
                    <a:pt x="2481773" y="3021583"/>
                  </a:lnTo>
                  <a:lnTo>
                    <a:pt x="2486052" y="2975018"/>
                  </a:lnTo>
                  <a:lnTo>
                    <a:pt x="2490331" y="2994179"/>
                  </a:lnTo>
                  <a:lnTo>
                    <a:pt x="2494610" y="3017079"/>
                  </a:lnTo>
                  <a:lnTo>
                    <a:pt x="2498889" y="2997809"/>
                  </a:lnTo>
                  <a:lnTo>
                    <a:pt x="2503168" y="2940052"/>
                  </a:lnTo>
                  <a:lnTo>
                    <a:pt x="2507447" y="2862471"/>
                  </a:lnTo>
                  <a:lnTo>
                    <a:pt x="2511726" y="2828949"/>
                  </a:lnTo>
                  <a:lnTo>
                    <a:pt x="2516004" y="2797459"/>
                  </a:lnTo>
                  <a:lnTo>
                    <a:pt x="2520283" y="2819301"/>
                  </a:lnTo>
                  <a:lnTo>
                    <a:pt x="2524562" y="2885552"/>
                  </a:lnTo>
                  <a:lnTo>
                    <a:pt x="2528841" y="2980688"/>
                  </a:lnTo>
                  <a:lnTo>
                    <a:pt x="2533120" y="3087194"/>
                  </a:lnTo>
                  <a:lnTo>
                    <a:pt x="2537399" y="3116972"/>
                  </a:lnTo>
                  <a:lnTo>
                    <a:pt x="2537399" y="3116972"/>
                  </a:lnTo>
                  <a:lnTo>
                    <a:pt x="2541678" y="3116972"/>
                  </a:lnTo>
                  <a:lnTo>
                    <a:pt x="2545957" y="3116972"/>
                  </a:lnTo>
                  <a:lnTo>
                    <a:pt x="2550236" y="3116972"/>
                  </a:lnTo>
                  <a:lnTo>
                    <a:pt x="2554515" y="3116972"/>
                  </a:lnTo>
                  <a:lnTo>
                    <a:pt x="2558794" y="3116972"/>
                  </a:lnTo>
                  <a:lnTo>
                    <a:pt x="2563073" y="3077099"/>
                  </a:lnTo>
                  <a:lnTo>
                    <a:pt x="2567351" y="3024980"/>
                  </a:lnTo>
                  <a:lnTo>
                    <a:pt x="2571630" y="2894909"/>
                  </a:lnTo>
                  <a:lnTo>
                    <a:pt x="2575909" y="2827994"/>
                  </a:lnTo>
                  <a:lnTo>
                    <a:pt x="2580188" y="2844414"/>
                  </a:lnTo>
                  <a:lnTo>
                    <a:pt x="2584467" y="2866408"/>
                  </a:lnTo>
                  <a:lnTo>
                    <a:pt x="2588746" y="2815733"/>
                  </a:lnTo>
                  <a:lnTo>
                    <a:pt x="2593025" y="2755001"/>
                  </a:lnTo>
                  <a:lnTo>
                    <a:pt x="2597304" y="2757425"/>
                  </a:lnTo>
                  <a:lnTo>
                    <a:pt x="2601583" y="2698878"/>
                  </a:lnTo>
                  <a:lnTo>
                    <a:pt x="2605862" y="2673686"/>
                  </a:lnTo>
                  <a:lnTo>
                    <a:pt x="2610141" y="2724598"/>
                  </a:lnTo>
                  <a:lnTo>
                    <a:pt x="2614420" y="2874918"/>
                  </a:lnTo>
                  <a:lnTo>
                    <a:pt x="2618699" y="3019809"/>
                  </a:lnTo>
                  <a:lnTo>
                    <a:pt x="2622977" y="3081422"/>
                  </a:lnTo>
                  <a:lnTo>
                    <a:pt x="2627256" y="3116972"/>
                  </a:lnTo>
                  <a:lnTo>
                    <a:pt x="2627256" y="3116972"/>
                  </a:lnTo>
                  <a:lnTo>
                    <a:pt x="2631535" y="3116972"/>
                  </a:lnTo>
                  <a:lnTo>
                    <a:pt x="2635814" y="3116972"/>
                  </a:lnTo>
                  <a:lnTo>
                    <a:pt x="2640093" y="2959830"/>
                  </a:lnTo>
                  <a:lnTo>
                    <a:pt x="2644372" y="2832737"/>
                  </a:lnTo>
                  <a:lnTo>
                    <a:pt x="2648651" y="2771742"/>
                  </a:lnTo>
                  <a:lnTo>
                    <a:pt x="2652930" y="2688066"/>
                  </a:lnTo>
                  <a:lnTo>
                    <a:pt x="2657209" y="2704178"/>
                  </a:lnTo>
                  <a:lnTo>
                    <a:pt x="2661488" y="2749895"/>
                  </a:lnTo>
                  <a:lnTo>
                    <a:pt x="2665767" y="2805722"/>
                  </a:lnTo>
                  <a:lnTo>
                    <a:pt x="2670046" y="2834953"/>
                  </a:lnTo>
                  <a:lnTo>
                    <a:pt x="2674324" y="2863921"/>
                  </a:lnTo>
                  <a:lnTo>
                    <a:pt x="2678603" y="2889342"/>
                  </a:lnTo>
                  <a:lnTo>
                    <a:pt x="2682882" y="2872373"/>
                  </a:lnTo>
                  <a:lnTo>
                    <a:pt x="2687161" y="2812017"/>
                  </a:lnTo>
                  <a:lnTo>
                    <a:pt x="2691440" y="2733080"/>
                  </a:lnTo>
                  <a:lnTo>
                    <a:pt x="2695719" y="2601907"/>
                  </a:lnTo>
                  <a:lnTo>
                    <a:pt x="2699998" y="2486797"/>
                  </a:lnTo>
                  <a:lnTo>
                    <a:pt x="2704277" y="2414252"/>
                  </a:lnTo>
                  <a:lnTo>
                    <a:pt x="2708556" y="2311446"/>
                  </a:lnTo>
                  <a:lnTo>
                    <a:pt x="2712835" y="2228753"/>
                  </a:lnTo>
                  <a:lnTo>
                    <a:pt x="2717114" y="2212717"/>
                  </a:lnTo>
                  <a:lnTo>
                    <a:pt x="2721393" y="2268730"/>
                  </a:lnTo>
                  <a:lnTo>
                    <a:pt x="2725672" y="2263369"/>
                  </a:lnTo>
                  <a:lnTo>
                    <a:pt x="2729950" y="2259360"/>
                  </a:lnTo>
                  <a:lnTo>
                    <a:pt x="2734229" y="2306787"/>
                  </a:lnTo>
                  <a:lnTo>
                    <a:pt x="2738508" y="2357112"/>
                  </a:lnTo>
                  <a:lnTo>
                    <a:pt x="2742787" y="2431734"/>
                  </a:lnTo>
                  <a:lnTo>
                    <a:pt x="2747066" y="2536084"/>
                  </a:lnTo>
                  <a:lnTo>
                    <a:pt x="2751345" y="2634759"/>
                  </a:lnTo>
                  <a:lnTo>
                    <a:pt x="2755624" y="2633362"/>
                  </a:lnTo>
                  <a:lnTo>
                    <a:pt x="2759903" y="2651207"/>
                  </a:lnTo>
                  <a:lnTo>
                    <a:pt x="2764182" y="2671645"/>
                  </a:lnTo>
                  <a:lnTo>
                    <a:pt x="2768461" y="2675467"/>
                  </a:lnTo>
                  <a:lnTo>
                    <a:pt x="2772740" y="2581016"/>
                  </a:lnTo>
                  <a:lnTo>
                    <a:pt x="2777019" y="2421592"/>
                  </a:lnTo>
                  <a:lnTo>
                    <a:pt x="2781297" y="2317824"/>
                  </a:lnTo>
                  <a:lnTo>
                    <a:pt x="2785576" y="2302521"/>
                  </a:lnTo>
                  <a:lnTo>
                    <a:pt x="2789855" y="2406482"/>
                  </a:lnTo>
                  <a:lnTo>
                    <a:pt x="2794134" y="2438456"/>
                  </a:lnTo>
                  <a:lnTo>
                    <a:pt x="2798413" y="2385407"/>
                  </a:lnTo>
                  <a:lnTo>
                    <a:pt x="2802692" y="2388425"/>
                  </a:lnTo>
                  <a:lnTo>
                    <a:pt x="2806971" y="2425903"/>
                  </a:lnTo>
                  <a:lnTo>
                    <a:pt x="2811250" y="2386009"/>
                  </a:lnTo>
                  <a:lnTo>
                    <a:pt x="2815529" y="2229193"/>
                  </a:lnTo>
                  <a:lnTo>
                    <a:pt x="2819808" y="2054289"/>
                  </a:lnTo>
                  <a:lnTo>
                    <a:pt x="2824087" y="1984060"/>
                  </a:lnTo>
                  <a:lnTo>
                    <a:pt x="2828366" y="1923508"/>
                  </a:lnTo>
                  <a:lnTo>
                    <a:pt x="2832645" y="1851435"/>
                  </a:lnTo>
                  <a:lnTo>
                    <a:pt x="2836923" y="1809598"/>
                  </a:lnTo>
                  <a:lnTo>
                    <a:pt x="2841202" y="1795995"/>
                  </a:lnTo>
                  <a:lnTo>
                    <a:pt x="2845481" y="1844597"/>
                  </a:lnTo>
                  <a:lnTo>
                    <a:pt x="2849760" y="1962740"/>
                  </a:lnTo>
                  <a:lnTo>
                    <a:pt x="2854039" y="2174607"/>
                  </a:lnTo>
                  <a:lnTo>
                    <a:pt x="2858318" y="2286667"/>
                  </a:lnTo>
                  <a:lnTo>
                    <a:pt x="2862597" y="2274083"/>
                  </a:lnTo>
                  <a:lnTo>
                    <a:pt x="2866876" y="2324305"/>
                  </a:lnTo>
                  <a:lnTo>
                    <a:pt x="2871155" y="2384426"/>
                  </a:lnTo>
                  <a:lnTo>
                    <a:pt x="2875434" y="2357261"/>
                  </a:lnTo>
                  <a:lnTo>
                    <a:pt x="2879713" y="2235365"/>
                  </a:lnTo>
                  <a:lnTo>
                    <a:pt x="2883992" y="2186090"/>
                  </a:lnTo>
                  <a:lnTo>
                    <a:pt x="2888270" y="2140381"/>
                  </a:lnTo>
                  <a:lnTo>
                    <a:pt x="2892549" y="2043217"/>
                  </a:lnTo>
                  <a:lnTo>
                    <a:pt x="2896828" y="2082143"/>
                  </a:lnTo>
                  <a:lnTo>
                    <a:pt x="2901107" y="2227619"/>
                  </a:lnTo>
                  <a:lnTo>
                    <a:pt x="2905386" y="2333571"/>
                  </a:lnTo>
                  <a:lnTo>
                    <a:pt x="2909665" y="2438308"/>
                  </a:lnTo>
                  <a:lnTo>
                    <a:pt x="2913944" y="2596788"/>
                  </a:lnTo>
                  <a:lnTo>
                    <a:pt x="2918223" y="2647738"/>
                  </a:lnTo>
                  <a:lnTo>
                    <a:pt x="2922502" y="2553287"/>
                  </a:lnTo>
                  <a:lnTo>
                    <a:pt x="2926781" y="2470746"/>
                  </a:lnTo>
                  <a:lnTo>
                    <a:pt x="2931060" y="2451767"/>
                  </a:lnTo>
                  <a:lnTo>
                    <a:pt x="2935339" y="2441399"/>
                  </a:lnTo>
                  <a:lnTo>
                    <a:pt x="2939618" y="2376223"/>
                  </a:lnTo>
                  <a:lnTo>
                    <a:pt x="2943896" y="2297560"/>
                  </a:lnTo>
                  <a:lnTo>
                    <a:pt x="2948175" y="2248424"/>
                  </a:lnTo>
                  <a:lnTo>
                    <a:pt x="2952454" y="2190575"/>
                  </a:lnTo>
                  <a:lnTo>
                    <a:pt x="2956733" y="2087817"/>
                  </a:lnTo>
                  <a:lnTo>
                    <a:pt x="2961012" y="2035164"/>
                  </a:lnTo>
                  <a:lnTo>
                    <a:pt x="2965291" y="2071185"/>
                  </a:lnTo>
                  <a:lnTo>
                    <a:pt x="2969570" y="2141455"/>
                  </a:lnTo>
                  <a:lnTo>
                    <a:pt x="2973849" y="2227528"/>
                  </a:lnTo>
                  <a:lnTo>
                    <a:pt x="2978128" y="2252691"/>
                  </a:lnTo>
                  <a:lnTo>
                    <a:pt x="2982407" y="2309035"/>
                  </a:lnTo>
                  <a:lnTo>
                    <a:pt x="2986686" y="2299301"/>
                  </a:lnTo>
                  <a:lnTo>
                    <a:pt x="2990965" y="2243202"/>
                  </a:lnTo>
                  <a:lnTo>
                    <a:pt x="2995243" y="2307129"/>
                  </a:lnTo>
                  <a:lnTo>
                    <a:pt x="2999522" y="2347420"/>
                  </a:lnTo>
                  <a:lnTo>
                    <a:pt x="3003801" y="2410338"/>
                  </a:lnTo>
                  <a:lnTo>
                    <a:pt x="3008080" y="2481757"/>
                  </a:lnTo>
                  <a:lnTo>
                    <a:pt x="3012359" y="2540902"/>
                  </a:lnTo>
                  <a:lnTo>
                    <a:pt x="3016638" y="2639626"/>
                  </a:lnTo>
                  <a:lnTo>
                    <a:pt x="3020917" y="2718075"/>
                  </a:lnTo>
                  <a:lnTo>
                    <a:pt x="3025196" y="2741749"/>
                  </a:lnTo>
                  <a:lnTo>
                    <a:pt x="3029475" y="2664635"/>
                  </a:lnTo>
                  <a:lnTo>
                    <a:pt x="3033754" y="2616543"/>
                  </a:lnTo>
                  <a:lnTo>
                    <a:pt x="3038033" y="2643726"/>
                  </a:lnTo>
                  <a:lnTo>
                    <a:pt x="3042312" y="2649809"/>
                  </a:lnTo>
                  <a:lnTo>
                    <a:pt x="3046591" y="2570554"/>
                  </a:lnTo>
                  <a:lnTo>
                    <a:pt x="3050869" y="2504629"/>
                  </a:lnTo>
                  <a:lnTo>
                    <a:pt x="3055148" y="2480632"/>
                  </a:lnTo>
                  <a:lnTo>
                    <a:pt x="3059427" y="2486358"/>
                  </a:lnTo>
                  <a:lnTo>
                    <a:pt x="3063706" y="2417196"/>
                  </a:lnTo>
                  <a:lnTo>
                    <a:pt x="3067985" y="2345491"/>
                  </a:lnTo>
                  <a:lnTo>
                    <a:pt x="3072264" y="2422901"/>
                  </a:lnTo>
                  <a:lnTo>
                    <a:pt x="3076543" y="2514385"/>
                  </a:lnTo>
                  <a:lnTo>
                    <a:pt x="3080822" y="2603934"/>
                  </a:lnTo>
                  <a:lnTo>
                    <a:pt x="3085101" y="2654196"/>
                  </a:lnTo>
                  <a:lnTo>
                    <a:pt x="3089380" y="2759073"/>
                  </a:lnTo>
                  <a:lnTo>
                    <a:pt x="3093659" y="2879148"/>
                  </a:lnTo>
                  <a:lnTo>
                    <a:pt x="3097938" y="2856283"/>
                  </a:lnTo>
                  <a:lnTo>
                    <a:pt x="3102216" y="2850223"/>
                  </a:lnTo>
                  <a:lnTo>
                    <a:pt x="3106495" y="2894901"/>
                  </a:lnTo>
                  <a:lnTo>
                    <a:pt x="3110774" y="2878064"/>
                  </a:lnTo>
                  <a:lnTo>
                    <a:pt x="3115053" y="2871982"/>
                  </a:lnTo>
                  <a:lnTo>
                    <a:pt x="3119332" y="2805123"/>
                  </a:lnTo>
                  <a:lnTo>
                    <a:pt x="3123611" y="2727912"/>
                  </a:lnTo>
                  <a:lnTo>
                    <a:pt x="3127890" y="2737313"/>
                  </a:lnTo>
                  <a:lnTo>
                    <a:pt x="3132169" y="2814388"/>
                  </a:lnTo>
                  <a:lnTo>
                    <a:pt x="3136448" y="2914315"/>
                  </a:lnTo>
                  <a:lnTo>
                    <a:pt x="3140727" y="2860044"/>
                  </a:lnTo>
                  <a:lnTo>
                    <a:pt x="3145006" y="2758171"/>
                  </a:lnTo>
                  <a:lnTo>
                    <a:pt x="3149285" y="2691924"/>
                  </a:lnTo>
                  <a:lnTo>
                    <a:pt x="3153563" y="2641044"/>
                  </a:lnTo>
                  <a:lnTo>
                    <a:pt x="3157842" y="2512207"/>
                  </a:lnTo>
                  <a:lnTo>
                    <a:pt x="3162121" y="2432528"/>
                  </a:lnTo>
                  <a:lnTo>
                    <a:pt x="3166400" y="2421035"/>
                  </a:lnTo>
                  <a:lnTo>
                    <a:pt x="3170679" y="2501148"/>
                  </a:lnTo>
                  <a:lnTo>
                    <a:pt x="3174958" y="2628572"/>
                  </a:lnTo>
                  <a:lnTo>
                    <a:pt x="3179237" y="2576303"/>
                  </a:lnTo>
                  <a:lnTo>
                    <a:pt x="3183516" y="2558650"/>
                  </a:lnTo>
                  <a:lnTo>
                    <a:pt x="3187795" y="2568515"/>
                  </a:lnTo>
                  <a:lnTo>
                    <a:pt x="3192074" y="2566823"/>
                  </a:lnTo>
                  <a:lnTo>
                    <a:pt x="3196353" y="2537116"/>
                  </a:lnTo>
                  <a:lnTo>
                    <a:pt x="3200632" y="2472314"/>
                  </a:lnTo>
                  <a:lnTo>
                    <a:pt x="3204911" y="2503882"/>
                  </a:lnTo>
                  <a:lnTo>
                    <a:pt x="3209189" y="2493322"/>
                  </a:lnTo>
                  <a:lnTo>
                    <a:pt x="3213468" y="2390323"/>
                  </a:lnTo>
                  <a:lnTo>
                    <a:pt x="3217747" y="2368653"/>
                  </a:lnTo>
                  <a:lnTo>
                    <a:pt x="3222026" y="2371256"/>
                  </a:lnTo>
                  <a:lnTo>
                    <a:pt x="3226305" y="2356460"/>
                  </a:lnTo>
                  <a:lnTo>
                    <a:pt x="3230584" y="2370608"/>
                  </a:lnTo>
                  <a:lnTo>
                    <a:pt x="3234863" y="2429340"/>
                  </a:lnTo>
                  <a:lnTo>
                    <a:pt x="3239142" y="2600304"/>
                  </a:lnTo>
                  <a:lnTo>
                    <a:pt x="3243421" y="2785062"/>
                  </a:lnTo>
                  <a:lnTo>
                    <a:pt x="3247700" y="2961771"/>
                  </a:lnTo>
                  <a:lnTo>
                    <a:pt x="3251979" y="3057350"/>
                  </a:lnTo>
                  <a:lnTo>
                    <a:pt x="3256258" y="3085677"/>
                  </a:lnTo>
                  <a:lnTo>
                    <a:pt x="3260536" y="3100145"/>
                  </a:lnTo>
                  <a:lnTo>
                    <a:pt x="3264815" y="3116972"/>
                  </a:lnTo>
                  <a:lnTo>
                    <a:pt x="3264815" y="3116972"/>
                  </a:lnTo>
                  <a:lnTo>
                    <a:pt x="3269094" y="3116972"/>
                  </a:lnTo>
                  <a:lnTo>
                    <a:pt x="3273373" y="3116972"/>
                  </a:lnTo>
                  <a:lnTo>
                    <a:pt x="3277652" y="3116972"/>
                  </a:lnTo>
                  <a:lnTo>
                    <a:pt x="3281931" y="3116972"/>
                  </a:lnTo>
                  <a:lnTo>
                    <a:pt x="3286210" y="3116972"/>
                  </a:lnTo>
                  <a:lnTo>
                    <a:pt x="3290489" y="2929601"/>
                  </a:lnTo>
                  <a:lnTo>
                    <a:pt x="3294768" y="2676720"/>
                  </a:lnTo>
                  <a:lnTo>
                    <a:pt x="3299047" y="2530786"/>
                  </a:lnTo>
                  <a:lnTo>
                    <a:pt x="3303326" y="2474061"/>
                  </a:lnTo>
                  <a:lnTo>
                    <a:pt x="3307605" y="2403471"/>
                  </a:lnTo>
                  <a:lnTo>
                    <a:pt x="3311884" y="2460501"/>
                  </a:lnTo>
                  <a:lnTo>
                    <a:pt x="3316162" y="2530100"/>
                  </a:lnTo>
                  <a:lnTo>
                    <a:pt x="3320441" y="2594038"/>
                  </a:lnTo>
                  <a:lnTo>
                    <a:pt x="3324720" y="2643596"/>
                  </a:lnTo>
                  <a:lnTo>
                    <a:pt x="3328999" y="2636042"/>
                  </a:lnTo>
                  <a:lnTo>
                    <a:pt x="3333278" y="2627393"/>
                  </a:lnTo>
                  <a:lnTo>
                    <a:pt x="3337557" y="2643932"/>
                  </a:lnTo>
                  <a:lnTo>
                    <a:pt x="3341836" y="2618719"/>
                  </a:lnTo>
                  <a:lnTo>
                    <a:pt x="3346115" y="2580013"/>
                  </a:lnTo>
                  <a:lnTo>
                    <a:pt x="3350394" y="2605176"/>
                  </a:lnTo>
                  <a:lnTo>
                    <a:pt x="3354673" y="2717333"/>
                  </a:lnTo>
                  <a:lnTo>
                    <a:pt x="3358952" y="2790874"/>
                  </a:lnTo>
                  <a:lnTo>
                    <a:pt x="3363231" y="2752792"/>
                  </a:lnTo>
                  <a:lnTo>
                    <a:pt x="3367509" y="2813551"/>
                  </a:lnTo>
                  <a:lnTo>
                    <a:pt x="3371788" y="2806808"/>
                  </a:lnTo>
                  <a:lnTo>
                    <a:pt x="3376067" y="2727195"/>
                  </a:lnTo>
                  <a:lnTo>
                    <a:pt x="3380346" y="2643564"/>
                  </a:lnTo>
                  <a:lnTo>
                    <a:pt x="3384625" y="2624617"/>
                  </a:lnTo>
                  <a:lnTo>
                    <a:pt x="3388904" y="2617418"/>
                  </a:lnTo>
                  <a:lnTo>
                    <a:pt x="3393183" y="2595954"/>
                  </a:lnTo>
                  <a:lnTo>
                    <a:pt x="3397462" y="2658949"/>
                  </a:lnTo>
                  <a:lnTo>
                    <a:pt x="3401741" y="2710000"/>
                  </a:lnTo>
                  <a:lnTo>
                    <a:pt x="3406020" y="2717292"/>
                  </a:lnTo>
                  <a:lnTo>
                    <a:pt x="3410299" y="2711235"/>
                  </a:lnTo>
                  <a:lnTo>
                    <a:pt x="3414578" y="2740506"/>
                  </a:lnTo>
                  <a:lnTo>
                    <a:pt x="3418857" y="2774225"/>
                  </a:lnTo>
                  <a:lnTo>
                    <a:pt x="3423135" y="2816190"/>
                  </a:lnTo>
                  <a:lnTo>
                    <a:pt x="3427414" y="2829981"/>
                  </a:lnTo>
                  <a:lnTo>
                    <a:pt x="3431693" y="2816948"/>
                  </a:lnTo>
                  <a:lnTo>
                    <a:pt x="3435972" y="2813059"/>
                  </a:lnTo>
                  <a:lnTo>
                    <a:pt x="3440251" y="2860816"/>
                  </a:lnTo>
                  <a:lnTo>
                    <a:pt x="3444530" y="2901405"/>
                  </a:lnTo>
                  <a:lnTo>
                    <a:pt x="3448809" y="2887097"/>
                  </a:lnTo>
                  <a:lnTo>
                    <a:pt x="3453088" y="2895778"/>
                  </a:lnTo>
                  <a:lnTo>
                    <a:pt x="3457367" y="2985151"/>
                  </a:lnTo>
                  <a:lnTo>
                    <a:pt x="3461646" y="3029114"/>
                  </a:lnTo>
                  <a:lnTo>
                    <a:pt x="3465925" y="2998678"/>
                  </a:lnTo>
                  <a:lnTo>
                    <a:pt x="3470204" y="2957232"/>
                  </a:lnTo>
                  <a:lnTo>
                    <a:pt x="3474482" y="2984630"/>
                  </a:lnTo>
                  <a:lnTo>
                    <a:pt x="3478761" y="3017794"/>
                  </a:lnTo>
                  <a:lnTo>
                    <a:pt x="3483040" y="3000914"/>
                  </a:lnTo>
                  <a:lnTo>
                    <a:pt x="3487319" y="2996404"/>
                  </a:lnTo>
                  <a:lnTo>
                    <a:pt x="3491598" y="2967624"/>
                  </a:lnTo>
                  <a:lnTo>
                    <a:pt x="3495877" y="2934819"/>
                  </a:lnTo>
                  <a:lnTo>
                    <a:pt x="3500156" y="2863708"/>
                  </a:lnTo>
                  <a:lnTo>
                    <a:pt x="3504435" y="2798533"/>
                  </a:lnTo>
                  <a:lnTo>
                    <a:pt x="3508714" y="2751570"/>
                  </a:lnTo>
                  <a:lnTo>
                    <a:pt x="3512993" y="2775393"/>
                  </a:lnTo>
                  <a:lnTo>
                    <a:pt x="3517272" y="2870651"/>
                  </a:lnTo>
                  <a:lnTo>
                    <a:pt x="3521551" y="2899099"/>
                  </a:lnTo>
                  <a:lnTo>
                    <a:pt x="3525830" y="2863690"/>
                  </a:lnTo>
                  <a:lnTo>
                    <a:pt x="3530108" y="2817079"/>
                  </a:lnTo>
                  <a:lnTo>
                    <a:pt x="3534387" y="2757294"/>
                  </a:lnTo>
                  <a:lnTo>
                    <a:pt x="3538666" y="2630832"/>
                  </a:lnTo>
                  <a:lnTo>
                    <a:pt x="3542945" y="2506988"/>
                  </a:lnTo>
                  <a:lnTo>
                    <a:pt x="3547224" y="2461249"/>
                  </a:lnTo>
                  <a:lnTo>
                    <a:pt x="3551503" y="2555456"/>
                  </a:lnTo>
                  <a:lnTo>
                    <a:pt x="3555782" y="2694462"/>
                  </a:lnTo>
                  <a:lnTo>
                    <a:pt x="3560061" y="2798070"/>
                  </a:lnTo>
                  <a:lnTo>
                    <a:pt x="3564340" y="2885596"/>
                  </a:lnTo>
                  <a:lnTo>
                    <a:pt x="3568619" y="2897190"/>
                  </a:lnTo>
                  <a:lnTo>
                    <a:pt x="3572898" y="2854847"/>
                  </a:lnTo>
                  <a:lnTo>
                    <a:pt x="3577177" y="2739633"/>
                  </a:lnTo>
                  <a:lnTo>
                    <a:pt x="3581455" y="2598707"/>
                  </a:lnTo>
                  <a:lnTo>
                    <a:pt x="3585734" y="2511454"/>
                  </a:lnTo>
                  <a:lnTo>
                    <a:pt x="3590013" y="2439794"/>
                  </a:lnTo>
                  <a:lnTo>
                    <a:pt x="3594292" y="2413152"/>
                  </a:lnTo>
                  <a:lnTo>
                    <a:pt x="3598571" y="2484604"/>
                  </a:lnTo>
                  <a:lnTo>
                    <a:pt x="3602850" y="2577243"/>
                  </a:lnTo>
                  <a:lnTo>
                    <a:pt x="3607129" y="2658509"/>
                  </a:lnTo>
                  <a:lnTo>
                    <a:pt x="3611408" y="2694502"/>
                  </a:lnTo>
                  <a:lnTo>
                    <a:pt x="3615687" y="2713665"/>
                  </a:lnTo>
                  <a:lnTo>
                    <a:pt x="3619966" y="2741004"/>
                  </a:lnTo>
                  <a:lnTo>
                    <a:pt x="3624245" y="2728350"/>
                  </a:lnTo>
                  <a:lnTo>
                    <a:pt x="3628524" y="2691125"/>
                  </a:lnTo>
                  <a:lnTo>
                    <a:pt x="3632803" y="2629732"/>
                  </a:lnTo>
                  <a:lnTo>
                    <a:pt x="3637081" y="2616738"/>
                  </a:lnTo>
                  <a:lnTo>
                    <a:pt x="3641360" y="2661136"/>
                  </a:lnTo>
                  <a:lnTo>
                    <a:pt x="3645639" y="2637632"/>
                  </a:lnTo>
                  <a:lnTo>
                    <a:pt x="3649918" y="2617744"/>
                  </a:lnTo>
                  <a:lnTo>
                    <a:pt x="3654197" y="2704095"/>
                  </a:lnTo>
                  <a:lnTo>
                    <a:pt x="3658476" y="2838999"/>
                  </a:lnTo>
                  <a:lnTo>
                    <a:pt x="3662755" y="2925853"/>
                  </a:lnTo>
                  <a:lnTo>
                    <a:pt x="3667034" y="2953572"/>
                  </a:lnTo>
                  <a:lnTo>
                    <a:pt x="3671313" y="2988852"/>
                  </a:lnTo>
                  <a:lnTo>
                    <a:pt x="3675592" y="2995641"/>
                  </a:lnTo>
                  <a:lnTo>
                    <a:pt x="3679871" y="2880643"/>
                  </a:lnTo>
                  <a:lnTo>
                    <a:pt x="3684150" y="2752210"/>
                  </a:lnTo>
                  <a:lnTo>
                    <a:pt x="3688428" y="2643097"/>
                  </a:lnTo>
                  <a:lnTo>
                    <a:pt x="3692707" y="2624297"/>
                  </a:lnTo>
                  <a:lnTo>
                    <a:pt x="3696986" y="2618041"/>
                  </a:lnTo>
                  <a:lnTo>
                    <a:pt x="3701265" y="2687168"/>
                  </a:lnTo>
                  <a:lnTo>
                    <a:pt x="3705544" y="2813185"/>
                  </a:lnTo>
                  <a:lnTo>
                    <a:pt x="3709823" y="2934136"/>
                  </a:lnTo>
                  <a:lnTo>
                    <a:pt x="3714102" y="3040671"/>
                  </a:lnTo>
                  <a:lnTo>
                    <a:pt x="3718381" y="3085979"/>
                  </a:lnTo>
                  <a:lnTo>
                    <a:pt x="3722660" y="3116972"/>
                  </a:lnTo>
                  <a:lnTo>
                    <a:pt x="3722660" y="3116972"/>
                  </a:lnTo>
                  <a:lnTo>
                    <a:pt x="3726939" y="3116972"/>
                  </a:lnTo>
                  <a:lnTo>
                    <a:pt x="3731218" y="3051672"/>
                  </a:lnTo>
                  <a:lnTo>
                    <a:pt x="3735497" y="2977652"/>
                  </a:lnTo>
                  <a:lnTo>
                    <a:pt x="3739776" y="2962724"/>
                  </a:lnTo>
                  <a:lnTo>
                    <a:pt x="3744054" y="2936218"/>
                  </a:lnTo>
                  <a:lnTo>
                    <a:pt x="3748333" y="2912298"/>
                  </a:lnTo>
                  <a:lnTo>
                    <a:pt x="3752612" y="2935478"/>
                  </a:lnTo>
                  <a:lnTo>
                    <a:pt x="3756891" y="3000406"/>
                  </a:lnTo>
                  <a:lnTo>
                    <a:pt x="3761170" y="3044792"/>
                  </a:lnTo>
                  <a:lnTo>
                    <a:pt x="3765449" y="2975162"/>
                  </a:lnTo>
                  <a:lnTo>
                    <a:pt x="3769728" y="2911374"/>
                  </a:lnTo>
                  <a:lnTo>
                    <a:pt x="3774007" y="2936002"/>
                  </a:lnTo>
                  <a:lnTo>
                    <a:pt x="3778286" y="2951226"/>
                  </a:lnTo>
                  <a:lnTo>
                    <a:pt x="3782565" y="2951226"/>
                  </a:lnTo>
                  <a:lnTo>
                    <a:pt x="3786844" y="2957990"/>
                  </a:lnTo>
                  <a:lnTo>
                    <a:pt x="3791123" y="3042551"/>
                  </a:lnTo>
                  <a:lnTo>
                    <a:pt x="3795401" y="3106338"/>
                  </a:lnTo>
                  <a:lnTo>
                    <a:pt x="3799680" y="3081709"/>
                  </a:lnTo>
                  <a:lnTo>
                    <a:pt x="3803959" y="3066485"/>
                  </a:lnTo>
                  <a:lnTo>
                    <a:pt x="3808238" y="3087481"/>
                  </a:lnTo>
                  <a:lnTo>
                    <a:pt x="3812517" y="3109896"/>
                  </a:lnTo>
                  <a:lnTo>
                    <a:pt x="3816796" y="3102422"/>
                  </a:lnTo>
                  <a:lnTo>
                    <a:pt x="3821075" y="3084044"/>
                  </a:lnTo>
                  <a:lnTo>
                    <a:pt x="3825354" y="3082191"/>
                  </a:lnTo>
                  <a:lnTo>
                    <a:pt x="3829633" y="3055061"/>
                  </a:lnTo>
                  <a:lnTo>
                    <a:pt x="3833912" y="2968105"/>
                  </a:lnTo>
                  <a:lnTo>
                    <a:pt x="3838191" y="2923762"/>
                  </a:lnTo>
                  <a:lnTo>
                    <a:pt x="3842470" y="2936231"/>
                  </a:lnTo>
                  <a:lnTo>
                    <a:pt x="3846749" y="2990364"/>
                  </a:lnTo>
                  <a:lnTo>
                    <a:pt x="3851027" y="2968941"/>
                  </a:lnTo>
                  <a:lnTo>
                    <a:pt x="3855306" y="2867263"/>
                  </a:lnTo>
                  <a:lnTo>
                    <a:pt x="3859585" y="2887551"/>
                  </a:lnTo>
                  <a:lnTo>
                    <a:pt x="3863864" y="2889940"/>
                  </a:lnTo>
                  <a:lnTo>
                    <a:pt x="3868143" y="2882054"/>
                  </a:lnTo>
                  <a:lnTo>
                    <a:pt x="3872422" y="2826623"/>
                  </a:lnTo>
                  <a:lnTo>
                    <a:pt x="3876701" y="2844052"/>
                  </a:lnTo>
                  <a:lnTo>
                    <a:pt x="3880980" y="2944177"/>
                  </a:lnTo>
                  <a:lnTo>
                    <a:pt x="3885259" y="2872174"/>
                  </a:lnTo>
                  <a:lnTo>
                    <a:pt x="3889538" y="2730413"/>
                  </a:lnTo>
                  <a:lnTo>
                    <a:pt x="3893817" y="2591296"/>
                  </a:lnTo>
                  <a:lnTo>
                    <a:pt x="3898096" y="2534578"/>
                  </a:lnTo>
                  <a:lnTo>
                    <a:pt x="3902374" y="2478809"/>
                  </a:lnTo>
                  <a:lnTo>
                    <a:pt x="3906653" y="2411640"/>
                  </a:lnTo>
                  <a:lnTo>
                    <a:pt x="3910932" y="2424368"/>
                  </a:lnTo>
                  <a:lnTo>
                    <a:pt x="3915211" y="2434866"/>
                  </a:lnTo>
                  <a:lnTo>
                    <a:pt x="3919490" y="2489127"/>
                  </a:lnTo>
                  <a:lnTo>
                    <a:pt x="3923769" y="2544445"/>
                  </a:lnTo>
                  <a:lnTo>
                    <a:pt x="3928048" y="2544443"/>
                  </a:lnTo>
                  <a:lnTo>
                    <a:pt x="3932327" y="2554290"/>
                  </a:lnTo>
                  <a:lnTo>
                    <a:pt x="3936606" y="2519655"/>
                  </a:lnTo>
                  <a:lnTo>
                    <a:pt x="3940885" y="2455352"/>
                  </a:lnTo>
                  <a:lnTo>
                    <a:pt x="3945164" y="2413813"/>
                  </a:lnTo>
                  <a:lnTo>
                    <a:pt x="3949443" y="2311710"/>
                  </a:lnTo>
                  <a:lnTo>
                    <a:pt x="3953722" y="2200415"/>
                  </a:lnTo>
                  <a:lnTo>
                    <a:pt x="3958000" y="2221603"/>
                  </a:lnTo>
                  <a:lnTo>
                    <a:pt x="3962279" y="2314312"/>
                  </a:lnTo>
                  <a:lnTo>
                    <a:pt x="3966558" y="2324420"/>
                  </a:lnTo>
                  <a:lnTo>
                    <a:pt x="3970837" y="2206401"/>
                  </a:lnTo>
                  <a:lnTo>
                    <a:pt x="3975116" y="2073476"/>
                  </a:lnTo>
                  <a:lnTo>
                    <a:pt x="3979395" y="1991157"/>
                  </a:lnTo>
                  <a:lnTo>
                    <a:pt x="3983674" y="1853612"/>
                  </a:lnTo>
                  <a:lnTo>
                    <a:pt x="3987953" y="1671103"/>
                  </a:lnTo>
                  <a:lnTo>
                    <a:pt x="3992232" y="1594484"/>
                  </a:lnTo>
                  <a:lnTo>
                    <a:pt x="3996511" y="1576695"/>
                  </a:lnTo>
                  <a:lnTo>
                    <a:pt x="4000790" y="1552379"/>
                  </a:lnTo>
                  <a:lnTo>
                    <a:pt x="4005069" y="1521546"/>
                  </a:lnTo>
                  <a:lnTo>
                    <a:pt x="4009347" y="1427371"/>
                  </a:lnTo>
                  <a:lnTo>
                    <a:pt x="4013626" y="1342671"/>
                  </a:lnTo>
                  <a:lnTo>
                    <a:pt x="4017905" y="1278570"/>
                  </a:lnTo>
                  <a:lnTo>
                    <a:pt x="4022184" y="1173294"/>
                  </a:lnTo>
                  <a:lnTo>
                    <a:pt x="4026463" y="1039384"/>
                  </a:lnTo>
                  <a:lnTo>
                    <a:pt x="4030742" y="901645"/>
                  </a:lnTo>
                  <a:lnTo>
                    <a:pt x="4035021" y="806123"/>
                  </a:lnTo>
                  <a:lnTo>
                    <a:pt x="4039300" y="806633"/>
                  </a:lnTo>
                  <a:lnTo>
                    <a:pt x="4043579" y="914530"/>
                  </a:lnTo>
                  <a:lnTo>
                    <a:pt x="4047858" y="1050981"/>
                  </a:lnTo>
                  <a:lnTo>
                    <a:pt x="4052137" y="1217176"/>
                  </a:lnTo>
                  <a:lnTo>
                    <a:pt x="4056416" y="1383932"/>
                  </a:lnTo>
                  <a:lnTo>
                    <a:pt x="4060695" y="1441249"/>
                  </a:lnTo>
                  <a:lnTo>
                    <a:pt x="4064973" y="1375105"/>
                  </a:lnTo>
                  <a:lnTo>
                    <a:pt x="4069252" y="1208026"/>
                  </a:lnTo>
                  <a:lnTo>
                    <a:pt x="4073531" y="1016446"/>
                  </a:lnTo>
                  <a:lnTo>
                    <a:pt x="4077810" y="846799"/>
                  </a:lnTo>
                  <a:lnTo>
                    <a:pt x="4082089" y="647138"/>
                  </a:lnTo>
                  <a:lnTo>
                    <a:pt x="4086368" y="561167"/>
                  </a:lnTo>
                  <a:lnTo>
                    <a:pt x="4090647" y="518262"/>
                  </a:lnTo>
                  <a:lnTo>
                    <a:pt x="4094926" y="397297"/>
                  </a:lnTo>
                  <a:lnTo>
                    <a:pt x="4099205" y="276030"/>
                  </a:lnTo>
                  <a:lnTo>
                    <a:pt x="4103484" y="155451"/>
                  </a:lnTo>
                  <a:lnTo>
                    <a:pt x="4107763" y="113997"/>
                  </a:lnTo>
                  <a:lnTo>
                    <a:pt x="4112042" y="64657"/>
                  </a:lnTo>
                  <a:lnTo>
                    <a:pt x="4116320" y="0"/>
                  </a:lnTo>
                  <a:lnTo>
                    <a:pt x="4116320" y="0"/>
                  </a:lnTo>
                  <a:lnTo>
                    <a:pt x="4120599" y="28218"/>
                  </a:lnTo>
                  <a:lnTo>
                    <a:pt x="4124878" y="36358"/>
                  </a:lnTo>
                  <a:lnTo>
                    <a:pt x="4129157" y="82581"/>
                  </a:lnTo>
                  <a:lnTo>
                    <a:pt x="4133436" y="93043"/>
                  </a:lnTo>
                  <a:lnTo>
                    <a:pt x="4137715" y="97695"/>
                  </a:lnTo>
                  <a:lnTo>
                    <a:pt x="4141994" y="183130"/>
                  </a:lnTo>
                  <a:lnTo>
                    <a:pt x="4146273" y="301794"/>
                  </a:lnTo>
                  <a:lnTo>
                    <a:pt x="4150552" y="450379"/>
                  </a:lnTo>
                  <a:lnTo>
                    <a:pt x="4154831" y="537314"/>
                  </a:lnTo>
                  <a:lnTo>
                    <a:pt x="4159110" y="596407"/>
                  </a:lnTo>
                  <a:lnTo>
                    <a:pt x="4163389" y="608869"/>
                  </a:lnTo>
                  <a:lnTo>
                    <a:pt x="4167668" y="556756"/>
                  </a:lnTo>
                  <a:lnTo>
                    <a:pt x="4171946" y="473928"/>
                  </a:lnTo>
                  <a:lnTo>
                    <a:pt x="4176225" y="373370"/>
                  </a:lnTo>
                  <a:lnTo>
                    <a:pt x="4180504" y="283668"/>
                  </a:lnTo>
                  <a:lnTo>
                    <a:pt x="4184783" y="242042"/>
                  </a:lnTo>
                  <a:lnTo>
                    <a:pt x="4189062" y="240313"/>
                  </a:lnTo>
                  <a:lnTo>
                    <a:pt x="4193341" y="209980"/>
                  </a:lnTo>
                  <a:lnTo>
                    <a:pt x="4197620" y="192478"/>
                  </a:lnTo>
                  <a:lnTo>
                    <a:pt x="4201899" y="241059"/>
                  </a:lnTo>
                  <a:lnTo>
                    <a:pt x="4206178" y="322568"/>
                  </a:lnTo>
                  <a:lnTo>
                    <a:pt x="4210457" y="355737"/>
                  </a:lnTo>
                  <a:lnTo>
                    <a:pt x="4214736" y="350786"/>
                  </a:lnTo>
                  <a:lnTo>
                    <a:pt x="4219015" y="389282"/>
                  </a:lnTo>
                  <a:lnTo>
                    <a:pt x="4223293" y="440406"/>
                  </a:lnTo>
                  <a:lnTo>
                    <a:pt x="4227572" y="454488"/>
                  </a:lnTo>
                  <a:lnTo>
                    <a:pt x="4231851" y="469821"/>
                  </a:lnTo>
                  <a:lnTo>
                    <a:pt x="4236130" y="535667"/>
                  </a:lnTo>
                  <a:lnTo>
                    <a:pt x="4240409" y="694576"/>
                  </a:lnTo>
                  <a:lnTo>
                    <a:pt x="4244688" y="824535"/>
                  </a:lnTo>
                  <a:lnTo>
                    <a:pt x="4248967" y="829205"/>
                  </a:lnTo>
                  <a:lnTo>
                    <a:pt x="4253246" y="780219"/>
                  </a:lnTo>
                  <a:lnTo>
                    <a:pt x="4257525" y="730567"/>
                  </a:lnTo>
                  <a:lnTo>
                    <a:pt x="4261804" y="742989"/>
                  </a:lnTo>
                  <a:lnTo>
                    <a:pt x="4266083" y="641699"/>
                  </a:lnTo>
                  <a:lnTo>
                    <a:pt x="4270362" y="522202"/>
                  </a:lnTo>
                  <a:lnTo>
                    <a:pt x="4274641" y="539151"/>
                  </a:lnTo>
                  <a:lnTo>
                    <a:pt x="4278919" y="588892"/>
                  </a:lnTo>
                  <a:lnTo>
                    <a:pt x="4283198" y="507246"/>
                  </a:lnTo>
                  <a:lnTo>
                    <a:pt x="4287477" y="351393"/>
                  </a:lnTo>
                  <a:lnTo>
                    <a:pt x="4291756" y="275040"/>
                  </a:lnTo>
                  <a:lnTo>
                    <a:pt x="4296035" y="233884"/>
                  </a:lnTo>
                  <a:lnTo>
                    <a:pt x="4300314" y="128891"/>
                  </a:lnTo>
                  <a:lnTo>
                    <a:pt x="4304593" y="68873"/>
                  </a:lnTo>
                  <a:lnTo>
                    <a:pt x="4308872" y="185162"/>
                  </a:lnTo>
                  <a:lnTo>
                    <a:pt x="4313151" y="254180"/>
                  </a:lnTo>
                  <a:lnTo>
                    <a:pt x="4317430" y="261525"/>
                  </a:lnTo>
                  <a:lnTo>
                    <a:pt x="4321709" y="282566"/>
                  </a:lnTo>
                  <a:lnTo>
                    <a:pt x="4325988" y="368979"/>
                  </a:lnTo>
                  <a:lnTo>
                    <a:pt x="4330266" y="430569"/>
                  </a:lnTo>
                  <a:lnTo>
                    <a:pt x="4334545" y="496953"/>
                  </a:lnTo>
                  <a:lnTo>
                    <a:pt x="4338824" y="695831"/>
                  </a:lnTo>
                  <a:lnTo>
                    <a:pt x="4343103" y="846142"/>
                  </a:lnTo>
                  <a:lnTo>
                    <a:pt x="4347382" y="930021"/>
                  </a:lnTo>
                  <a:lnTo>
                    <a:pt x="4351661" y="977673"/>
                  </a:lnTo>
                  <a:lnTo>
                    <a:pt x="4355940" y="1040636"/>
                  </a:lnTo>
                  <a:lnTo>
                    <a:pt x="4360219" y="1018393"/>
                  </a:lnTo>
                  <a:lnTo>
                    <a:pt x="4364498" y="860826"/>
                  </a:lnTo>
                  <a:lnTo>
                    <a:pt x="4368777" y="810387"/>
                  </a:lnTo>
                  <a:lnTo>
                    <a:pt x="4373056" y="841783"/>
                  </a:lnTo>
                  <a:lnTo>
                    <a:pt x="4377335" y="806008"/>
                  </a:lnTo>
                  <a:lnTo>
                    <a:pt x="4381614" y="709505"/>
                  </a:lnTo>
                  <a:lnTo>
                    <a:pt x="4385892" y="605201"/>
                  </a:lnTo>
                  <a:lnTo>
                    <a:pt x="4390171" y="598868"/>
                  </a:lnTo>
                  <a:lnTo>
                    <a:pt x="4394450" y="689708"/>
                  </a:lnTo>
                  <a:lnTo>
                    <a:pt x="4398729" y="741456"/>
                  </a:lnTo>
                  <a:lnTo>
                    <a:pt x="4403008" y="778094"/>
                  </a:lnTo>
                  <a:lnTo>
                    <a:pt x="4407287" y="858490"/>
                  </a:lnTo>
                  <a:lnTo>
                    <a:pt x="4411566" y="954105"/>
                  </a:lnTo>
                  <a:lnTo>
                    <a:pt x="4415845" y="1099536"/>
                  </a:lnTo>
                  <a:lnTo>
                    <a:pt x="4420124" y="1212193"/>
                  </a:lnTo>
                  <a:lnTo>
                    <a:pt x="4424403" y="1241520"/>
                  </a:lnTo>
                  <a:lnTo>
                    <a:pt x="4428682" y="1308285"/>
                  </a:lnTo>
                  <a:lnTo>
                    <a:pt x="4432961" y="1392210"/>
                  </a:lnTo>
                  <a:lnTo>
                    <a:pt x="4437239" y="1535844"/>
                  </a:lnTo>
                  <a:lnTo>
                    <a:pt x="4441518" y="1540245"/>
                  </a:lnTo>
                  <a:lnTo>
                    <a:pt x="4445797" y="1430522"/>
                  </a:lnTo>
                  <a:lnTo>
                    <a:pt x="4450076" y="1453346"/>
                  </a:lnTo>
                  <a:lnTo>
                    <a:pt x="4454355" y="1496467"/>
                  </a:lnTo>
                  <a:lnTo>
                    <a:pt x="4458634" y="1559687"/>
                  </a:lnTo>
                  <a:lnTo>
                    <a:pt x="4462913" y="1622638"/>
                  </a:lnTo>
                  <a:lnTo>
                    <a:pt x="4467192" y="1658754"/>
                  </a:lnTo>
                  <a:lnTo>
                    <a:pt x="4471471" y="1684241"/>
                  </a:lnTo>
                  <a:lnTo>
                    <a:pt x="4475750" y="1676839"/>
                  </a:lnTo>
                  <a:lnTo>
                    <a:pt x="4480029" y="1625072"/>
                  </a:lnTo>
                  <a:lnTo>
                    <a:pt x="4484308" y="1492868"/>
                  </a:lnTo>
                  <a:lnTo>
                    <a:pt x="4488587" y="1306366"/>
                  </a:lnTo>
                  <a:lnTo>
                    <a:pt x="4492865" y="1232021"/>
                  </a:lnTo>
                  <a:lnTo>
                    <a:pt x="4497144" y="1355384"/>
                  </a:lnTo>
                  <a:lnTo>
                    <a:pt x="4501423" y="1612984"/>
                  </a:lnTo>
                  <a:lnTo>
                    <a:pt x="4505702" y="1968434"/>
                  </a:lnTo>
                  <a:lnTo>
                    <a:pt x="4509981" y="2334660"/>
                  </a:lnTo>
                  <a:lnTo>
                    <a:pt x="4514260" y="2687561"/>
                  </a:lnTo>
                  <a:lnTo>
                    <a:pt x="4518539" y="2956540"/>
                  </a:lnTo>
                  <a:lnTo>
                    <a:pt x="4522818" y="2979877"/>
                  </a:lnTo>
                  <a:lnTo>
                    <a:pt x="4527097" y="2877445"/>
                  </a:lnTo>
                  <a:lnTo>
                    <a:pt x="4531376" y="2826495"/>
                  </a:lnTo>
                  <a:lnTo>
                    <a:pt x="4535655" y="2782081"/>
                  </a:lnTo>
                  <a:lnTo>
                    <a:pt x="4539934" y="2714893"/>
                  </a:lnTo>
                  <a:lnTo>
                    <a:pt x="4544212" y="2620638"/>
                  </a:lnTo>
                  <a:lnTo>
                    <a:pt x="4548491" y="2530533"/>
                  </a:lnTo>
                  <a:lnTo>
                    <a:pt x="4552770" y="2518350"/>
                  </a:lnTo>
                  <a:lnTo>
                    <a:pt x="4557049" y="2519439"/>
                  </a:lnTo>
                  <a:lnTo>
                    <a:pt x="4561328" y="2452449"/>
                  </a:lnTo>
                  <a:lnTo>
                    <a:pt x="4565607" y="2369621"/>
                  </a:lnTo>
                  <a:lnTo>
                    <a:pt x="4569886" y="2436009"/>
                  </a:lnTo>
                  <a:lnTo>
                    <a:pt x="4574165" y="2560003"/>
                  </a:lnTo>
                  <a:lnTo>
                    <a:pt x="4578444" y="2554149"/>
                  </a:lnTo>
                  <a:lnTo>
                    <a:pt x="4582723" y="2416762"/>
                  </a:lnTo>
                  <a:lnTo>
                    <a:pt x="4587002" y="2318697"/>
                  </a:lnTo>
                  <a:lnTo>
                    <a:pt x="4591281" y="2253977"/>
                  </a:lnTo>
                  <a:lnTo>
                    <a:pt x="4595560" y="2146485"/>
                  </a:lnTo>
                  <a:lnTo>
                    <a:pt x="4599838" y="2041495"/>
                  </a:lnTo>
                  <a:lnTo>
                    <a:pt x="4604117" y="1893185"/>
                  </a:lnTo>
                  <a:lnTo>
                    <a:pt x="4608396" y="1783091"/>
                  </a:lnTo>
                  <a:lnTo>
                    <a:pt x="4612675" y="1738412"/>
                  </a:lnTo>
                  <a:lnTo>
                    <a:pt x="4616954" y="1767684"/>
                  </a:lnTo>
                  <a:lnTo>
                    <a:pt x="4621233" y="1812518"/>
                  </a:lnTo>
                  <a:lnTo>
                    <a:pt x="4625512" y="1818125"/>
                  </a:lnTo>
                  <a:lnTo>
                    <a:pt x="4629791" y="1910433"/>
                  </a:lnTo>
                  <a:lnTo>
                    <a:pt x="4634070" y="2088656"/>
                  </a:lnTo>
                  <a:lnTo>
                    <a:pt x="4638349" y="2225309"/>
                  </a:lnTo>
                  <a:lnTo>
                    <a:pt x="4642628" y="2358295"/>
                  </a:lnTo>
                  <a:lnTo>
                    <a:pt x="4646907" y="2401046"/>
                  </a:lnTo>
                  <a:lnTo>
                    <a:pt x="4651185" y="2437123"/>
                  </a:lnTo>
                  <a:lnTo>
                    <a:pt x="4655464" y="2538973"/>
                  </a:lnTo>
                  <a:lnTo>
                    <a:pt x="4659743" y="2490129"/>
                  </a:lnTo>
                  <a:lnTo>
                    <a:pt x="4664022" y="2353641"/>
                  </a:lnTo>
                  <a:lnTo>
                    <a:pt x="4668301" y="2193167"/>
                  </a:lnTo>
                  <a:lnTo>
                    <a:pt x="4672580" y="2150392"/>
                  </a:lnTo>
                  <a:lnTo>
                    <a:pt x="4676859" y="2153866"/>
                  </a:lnTo>
                  <a:lnTo>
                    <a:pt x="4681138" y="2049125"/>
                  </a:lnTo>
                  <a:lnTo>
                    <a:pt x="4685417" y="2086830"/>
                  </a:lnTo>
                  <a:lnTo>
                    <a:pt x="4689696" y="2215488"/>
                  </a:lnTo>
                  <a:lnTo>
                    <a:pt x="4693975" y="2269899"/>
                  </a:lnTo>
                  <a:lnTo>
                    <a:pt x="4698254" y="2176697"/>
                  </a:lnTo>
                  <a:lnTo>
                    <a:pt x="4702533" y="2064502"/>
                  </a:lnTo>
                  <a:lnTo>
                    <a:pt x="4706811" y="2037385"/>
                  </a:lnTo>
                  <a:lnTo>
                    <a:pt x="4711090" y="1922972"/>
                  </a:lnTo>
                  <a:lnTo>
                    <a:pt x="4715369" y="1822344"/>
                  </a:lnTo>
                  <a:lnTo>
                    <a:pt x="4719648" y="1730161"/>
                  </a:lnTo>
                  <a:lnTo>
                    <a:pt x="4723927" y="1713714"/>
                  </a:lnTo>
                  <a:lnTo>
                    <a:pt x="4728206" y="1725582"/>
                  </a:lnTo>
                  <a:lnTo>
                    <a:pt x="4732485" y="1705583"/>
                  </a:lnTo>
                  <a:lnTo>
                    <a:pt x="4736764" y="1741758"/>
                  </a:lnTo>
                  <a:lnTo>
                    <a:pt x="4741043" y="1677657"/>
                  </a:lnTo>
                  <a:lnTo>
                    <a:pt x="4745322" y="1637781"/>
                  </a:lnTo>
                  <a:lnTo>
                    <a:pt x="4749601" y="1602989"/>
                  </a:lnTo>
                  <a:lnTo>
                    <a:pt x="4753880" y="1627612"/>
                  </a:lnTo>
                  <a:lnTo>
                    <a:pt x="4758158" y="1631458"/>
                  </a:lnTo>
                  <a:lnTo>
                    <a:pt x="4762437" y="1617733"/>
                  </a:lnTo>
                  <a:lnTo>
                    <a:pt x="4766716" y="1754282"/>
                  </a:lnTo>
                  <a:lnTo>
                    <a:pt x="4770995" y="1895769"/>
                  </a:lnTo>
                  <a:lnTo>
                    <a:pt x="4775274" y="1997337"/>
                  </a:lnTo>
                  <a:lnTo>
                    <a:pt x="4779553" y="2009112"/>
                  </a:lnTo>
                  <a:lnTo>
                    <a:pt x="4783832" y="1978697"/>
                  </a:lnTo>
                  <a:lnTo>
                    <a:pt x="4788111" y="1928005"/>
                  </a:lnTo>
                  <a:lnTo>
                    <a:pt x="4792390" y="1770956"/>
                  </a:lnTo>
                  <a:lnTo>
                    <a:pt x="4796669" y="1594662"/>
                  </a:lnTo>
                  <a:lnTo>
                    <a:pt x="4800948" y="1445518"/>
                  </a:lnTo>
                  <a:lnTo>
                    <a:pt x="4805227" y="1355486"/>
                  </a:lnTo>
                  <a:lnTo>
                    <a:pt x="4809506" y="1395838"/>
                  </a:lnTo>
                  <a:lnTo>
                    <a:pt x="4813784" y="1467840"/>
                  </a:lnTo>
                  <a:lnTo>
                    <a:pt x="4818063" y="1594841"/>
                  </a:lnTo>
                  <a:lnTo>
                    <a:pt x="4822342" y="1723216"/>
                  </a:lnTo>
                  <a:lnTo>
                    <a:pt x="4826621" y="1793278"/>
                  </a:lnTo>
                  <a:lnTo>
                    <a:pt x="4830900" y="1803829"/>
                  </a:lnTo>
                  <a:lnTo>
                    <a:pt x="4835179" y="1745864"/>
                  </a:lnTo>
                  <a:lnTo>
                    <a:pt x="4839458" y="1697070"/>
                  </a:lnTo>
                  <a:lnTo>
                    <a:pt x="4843737" y="1686555"/>
                  </a:lnTo>
                  <a:lnTo>
                    <a:pt x="4848016" y="1721234"/>
                  </a:lnTo>
                  <a:lnTo>
                    <a:pt x="4852295" y="1763186"/>
                  </a:lnTo>
                  <a:lnTo>
                    <a:pt x="4856574" y="1867575"/>
                  </a:lnTo>
                  <a:lnTo>
                    <a:pt x="4860853" y="1940801"/>
                  </a:lnTo>
                  <a:lnTo>
                    <a:pt x="4865131" y="1962635"/>
                  </a:lnTo>
                  <a:lnTo>
                    <a:pt x="4869410" y="2027254"/>
                  </a:lnTo>
                  <a:lnTo>
                    <a:pt x="4873689" y="2011806"/>
                  </a:lnTo>
                  <a:lnTo>
                    <a:pt x="4877968" y="1969577"/>
                  </a:lnTo>
                  <a:lnTo>
                    <a:pt x="4882247" y="1820722"/>
                  </a:lnTo>
                  <a:lnTo>
                    <a:pt x="4886526" y="1726578"/>
                  </a:lnTo>
                  <a:lnTo>
                    <a:pt x="4890805" y="1676524"/>
                  </a:lnTo>
                  <a:lnTo>
                    <a:pt x="4895084" y="1518330"/>
                  </a:lnTo>
                  <a:lnTo>
                    <a:pt x="4899363" y="1364230"/>
                  </a:lnTo>
                  <a:lnTo>
                    <a:pt x="4903642" y="1341785"/>
                  </a:lnTo>
                  <a:lnTo>
                    <a:pt x="4907921" y="1458176"/>
                  </a:lnTo>
                  <a:lnTo>
                    <a:pt x="4912200" y="1570137"/>
                  </a:lnTo>
                  <a:lnTo>
                    <a:pt x="4916479" y="1543148"/>
                  </a:lnTo>
                  <a:lnTo>
                    <a:pt x="4920757" y="1637134"/>
                  </a:lnTo>
                  <a:lnTo>
                    <a:pt x="4925036" y="1867142"/>
                  </a:lnTo>
                  <a:lnTo>
                    <a:pt x="4929315" y="2019372"/>
                  </a:lnTo>
                  <a:lnTo>
                    <a:pt x="4933594" y="2072714"/>
                  </a:lnTo>
                  <a:lnTo>
                    <a:pt x="4937873" y="2083275"/>
                  </a:lnTo>
                  <a:lnTo>
                    <a:pt x="4942152" y="2205810"/>
                  </a:lnTo>
                  <a:lnTo>
                    <a:pt x="4946431" y="2270623"/>
                  </a:lnTo>
                  <a:lnTo>
                    <a:pt x="4950710" y="2201865"/>
                  </a:lnTo>
                  <a:lnTo>
                    <a:pt x="4954989" y="2123073"/>
                  </a:lnTo>
                  <a:lnTo>
                    <a:pt x="4959268" y="2049528"/>
                  </a:lnTo>
                  <a:lnTo>
                    <a:pt x="4963547" y="2087210"/>
                  </a:lnTo>
                  <a:lnTo>
                    <a:pt x="4967826" y="2182004"/>
                  </a:lnTo>
                  <a:lnTo>
                    <a:pt x="4972104" y="2124298"/>
                  </a:lnTo>
                  <a:lnTo>
                    <a:pt x="4976383" y="2073520"/>
                  </a:lnTo>
                  <a:lnTo>
                    <a:pt x="4980662" y="2034183"/>
                  </a:lnTo>
                  <a:lnTo>
                    <a:pt x="4984941" y="2051686"/>
                  </a:lnTo>
                  <a:lnTo>
                    <a:pt x="4989220" y="1917043"/>
                  </a:lnTo>
                  <a:lnTo>
                    <a:pt x="4993499" y="1646585"/>
                  </a:lnTo>
                  <a:lnTo>
                    <a:pt x="4997778" y="1461584"/>
                  </a:lnTo>
                  <a:lnTo>
                    <a:pt x="5002057" y="1344614"/>
                  </a:lnTo>
                  <a:lnTo>
                    <a:pt x="5006336" y="1282843"/>
                  </a:lnTo>
                  <a:lnTo>
                    <a:pt x="5010615" y="1229734"/>
                  </a:lnTo>
                  <a:lnTo>
                    <a:pt x="5014894" y="1291635"/>
                  </a:lnTo>
                  <a:lnTo>
                    <a:pt x="5019173" y="1412936"/>
                  </a:lnTo>
                  <a:lnTo>
                    <a:pt x="5023452" y="1503003"/>
                  </a:lnTo>
                  <a:lnTo>
                    <a:pt x="5027730" y="1543331"/>
                  </a:lnTo>
                  <a:lnTo>
                    <a:pt x="5032009" y="1552493"/>
                  </a:lnTo>
                  <a:lnTo>
                    <a:pt x="5036288" y="1544220"/>
                  </a:lnTo>
                  <a:lnTo>
                    <a:pt x="5040567" y="1558003"/>
                  </a:lnTo>
                  <a:lnTo>
                    <a:pt x="5044846" y="1589670"/>
                  </a:lnTo>
                  <a:lnTo>
                    <a:pt x="5049125" y="1635111"/>
                  </a:lnTo>
                  <a:lnTo>
                    <a:pt x="5053404" y="1660025"/>
                  </a:lnTo>
                  <a:lnTo>
                    <a:pt x="5057683" y="1662900"/>
                  </a:lnTo>
                  <a:lnTo>
                    <a:pt x="5061962" y="1604603"/>
                  </a:lnTo>
                  <a:lnTo>
                    <a:pt x="5066241" y="1375703"/>
                  </a:lnTo>
                  <a:lnTo>
                    <a:pt x="5070520" y="1167041"/>
                  </a:lnTo>
                  <a:lnTo>
                    <a:pt x="5074799" y="1161800"/>
                  </a:lnTo>
                  <a:lnTo>
                    <a:pt x="5079077" y="1217875"/>
                  </a:lnTo>
                  <a:lnTo>
                    <a:pt x="5083356" y="1233651"/>
                  </a:lnTo>
                  <a:lnTo>
                    <a:pt x="5087635" y="1370872"/>
                  </a:lnTo>
                  <a:lnTo>
                    <a:pt x="5091914" y="1489581"/>
                  </a:lnTo>
                  <a:lnTo>
                    <a:pt x="5096193" y="1520409"/>
                  </a:lnTo>
                  <a:lnTo>
                    <a:pt x="5100472" y="1480538"/>
                  </a:lnTo>
                  <a:lnTo>
                    <a:pt x="5104751" y="1495880"/>
                  </a:lnTo>
                  <a:lnTo>
                    <a:pt x="5109030" y="1536987"/>
                  </a:lnTo>
                  <a:lnTo>
                    <a:pt x="5113309" y="1408462"/>
                  </a:lnTo>
                  <a:lnTo>
                    <a:pt x="5117588" y="1356715"/>
                  </a:lnTo>
                  <a:lnTo>
                    <a:pt x="5121867" y="1349069"/>
                  </a:lnTo>
                  <a:lnTo>
                    <a:pt x="5126146" y="1290376"/>
                  </a:lnTo>
                  <a:lnTo>
                    <a:pt x="5130425" y="1169377"/>
                  </a:lnTo>
                  <a:lnTo>
                    <a:pt x="5134703" y="1078689"/>
                  </a:lnTo>
                  <a:lnTo>
                    <a:pt x="5138982" y="1076904"/>
                  </a:lnTo>
                  <a:lnTo>
                    <a:pt x="5143261" y="1097075"/>
                  </a:lnTo>
                  <a:lnTo>
                    <a:pt x="5147540" y="1178122"/>
                  </a:lnTo>
                  <a:lnTo>
                    <a:pt x="5151819" y="1246439"/>
                  </a:lnTo>
                  <a:lnTo>
                    <a:pt x="5156098" y="1317800"/>
                  </a:lnTo>
                  <a:lnTo>
                    <a:pt x="5160377" y="1519407"/>
                  </a:lnTo>
                  <a:lnTo>
                    <a:pt x="5164656" y="1709257"/>
                  </a:lnTo>
                  <a:lnTo>
                    <a:pt x="5168935" y="1744175"/>
                  </a:lnTo>
                  <a:lnTo>
                    <a:pt x="5173214" y="1733575"/>
                  </a:lnTo>
                  <a:lnTo>
                    <a:pt x="5177493" y="1740498"/>
                  </a:lnTo>
                  <a:lnTo>
                    <a:pt x="5181772" y="1794314"/>
                  </a:lnTo>
                  <a:lnTo>
                    <a:pt x="5186050" y="1741758"/>
                  </a:lnTo>
                  <a:lnTo>
                    <a:pt x="5190329" y="1657112"/>
                  </a:lnTo>
                  <a:lnTo>
                    <a:pt x="5194608" y="1627053"/>
                  </a:lnTo>
                  <a:lnTo>
                    <a:pt x="5198887" y="1570788"/>
                  </a:lnTo>
                  <a:lnTo>
                    <a:pt x="5203166" y="1573119"/>
                  </a:lnTo>
                  <a:lnTo>
                    <a:pt x="5207445" y="1602419"/>
                  </a:lnTo>
                  <a:lnTo>
                    <a:pt x="5211724" y="1736267"/>
                  </a:lnTo>
                  <a:lnTo>
                    <a:pt x="5216003" y="1937556"/>
                  </a:lnTo>
                  <a:lnTo>
                    <a:pt x="5220282" y="2111249"/>
                  </a:lnTo>
                  <a:lnTo>
                    <a:pt x="5224561" y="2278627"/>
                  </a:lnTo>
                  <a:lnTo>
                    <a:pt x="5228840" y="2340837"/>
                  </a:lnTo>
                  <a:lnTo>
                    <a:pt x="5233119" y="2342071"/>
                  </a:lnTo>
                  <a:lnTo>
                    <a:pt x="5237398" y="2200912"/>
                  </a:lnTo>
                  <a:lnTo>
                    <a:pt x="5241676" y="2016089"/>
                  </a:lnTo>
                  <a:lnTo>
                    <a:pt x="5245955" y="1913909"/>
                  </a:lnTo>
                  <a:lnTo>
                    <a:pt x="5250234" y="1825818"/>
                  </a:lnTo>
                  <a:lnTo>
                    <a:pt x="5254513" y="1804934"/>
                  </a:lnTo>
                  <a:lnTo>
                    <a:pt x="5258792" y="1761844"/>
                  </a:lnTo>
                  <a:lnTo>
                    <a:pt x="5263071" y="1663406"/>
                  </a:lnTo>
                  <a:lnTo>
                    <a:pt x="5267350" y="1568270"/>
                  </a:lnTo>
                  <a:lnTo>
                    <a:pt x="5271629" y="1562354"/>
                  </a:lnTo>
                  <a:lnTo>
                    <a:pt x="5275908" y="1625093"/>
                  </a:lnTo>
                  <a:lnTo>
                    <a:pt x="5280187" y="1732630"/>
                  </a:lnTo>
                  <a:lnTo>
                    <a:pt x="5284466" y="1887231"/>
                  </a:lnTo>
                  <a:lnTo>
                    <a:pt x="5288745" y="2051183"/>
                  </a:lnTo>
                  <a:lnTo>
                    <a:pt x="5293023" y="2282084"/>
                  </a:lnTo>
                  <a:lnTo>
                    <a:pt x="5297302" y="2470532"/>
                  </a:lnTo>
                  <a:lnTo>
                    <a:pt x="5301581" y="2511054"/>
                  </a:lnTo>
                  <a:lnTo>
                    <a:pt x="5305860" y="2423298"/>
                  </a:lnTo>
                  <a:lnTo>
                    <a:pt x="5310139" y="2330882"/>
                  </a:lnTo>
                  <a:lnTo>
                    <a:pt x="5314418" y="2282615"/>
                  </a:lnTo>
                  <a:lnTo>
                    <a:pt x="5318697" y="2173448"/>
                  </a:lnTo>
                  <a:lnTo>
                    <a:pt x="5322976" y="2057363"/>
                  </a:lnTo>
                  <a:lnTo>
                    <a:pt x="5327255" y="2055718"/>
                  </a:lnTo>
                  <a:lnTo>
                    <a:pt x="5331534" y="2033748"/>
                  </a:lnTo>
                  <a:lnTo>
                    <a:pt x="5335813" y="1927178"/>
                  </a:lnTo>
                  <a:lnTo>
                    <a:pt x="5340092" y="1885921"/>
                  </a:lnTo>
                  <a:lnTo>
                    <a:pt x="5344371" y="1914352"/>
                  </a:lnTo>
                  <a:lnTo>
                    <a:pt x="5348649" y="1950636"/>
                  </a:lnTo>
                  <a:lnTo>
                    <a:pt x="5352928" y="1999271"/>
                  </a:lnTo>
                  <a:lnTo>
                    <a:pt x="5357207" y="2082994"/>
                  </a:lnTo>
                  <a:lnTo>
                    <a:pt x="5361486" y="2182623"/>
                  </a:lnTo>
                  <a:lnTo>
                    <a:pt x="5365765" y="2251061"/>
                  </a:lnTo>
                  <a:lnTo>
                    <a:pt x="5370044" y="2317441"/>
                  </a:lnTo>
                  <a:lnTo>
                    <a:pt x="5374323" y="2337088"/>
                  </a:lnTo>
                  <a:lnTo>
                    <a:pt x="5378602" y="2360283"/>
                  </a:lnTo>
                  <a:lnTo>
                    <a:pt x="5382881" y="2464503"/>
                  </a:lnTo>
                  <a:lnTo>
                    <a:pt x="5387160" y="2533683"/>
                  </a:lnTo>
                  <a:lnTo>
                    <a:pt x="5391439" y="2525896"/>
                  </a:lnTo>
                  <a:lnTo>
                    <a:pt x="5395718" y="2525216"/>
                  </a:lnTo>
                  <a:lnTo>
                    <a:pt x="5399996" y="2557688"/>
                  </a:lnTo>
                  <a:lnTo>
                    <a:pt x="5404275" y="2556119"/>
                  </a:lnTo>
                  <a:lnTo>
                    <a:pt x="5408554" y="2533427"/>
                  </a:lnTo>
                  <a:lnTo>
                    <a:pt x="5412833" y="2568814"/>
                  </a:lnTo>
                  <a:lnTo>
                    <a:pt x="5417112" y="2706830"/>
                  </a:lnTo>
                  <a:lnTo>
                    <a:pt x="5421391" y="2715317"/>
                  </a:lnTo>
                  <a:lnTo>
                    <a:pt x="5425670" y="2674986"/>
                  </a:lnTo>
                  <a:lnTo>
                    <a:pt x="5429949" y="2616191"/>
                  </a:lnTo>
                  <a:lnTo>
                    <a:pt x="5434228" y="2521304"/>
                  </a:lnTo>
                  <a:lnTo>
                    <a:pt x="5438507" y="2490204"/>
                  </a:lnTo>
                  <a:lnTo>
                    <a:pt x="5442786" y="2466447"/>
                  </a:lnTo>
                  <a:lnTo>
                    <a:pt x="5447065" y="2490054"/>
                  </a:lnTo>
                  <a:lnTo>
                    <a:pt x="5451344" y="2554190"/>
                  </a:lnTo>
                  <a:lnTo>
                    <a:pt x="5455622" y="2686523"/>
                  </a:lnTo>
                  <a:lnTo>
                    <a:pt x="5459901" y="2791584"/>
                  </a:lnTo>
                  <a:lnTo>
                    <a:pt x="5464180" y="2830846"/>
                  </a:lnTo>
                  <a:lnTo>
                    <a:pt x="5468459" y="2788490"/>
                  </a:lnTo>
                  <a:lnTo>
                    <a:pt x="5472738" y="2759136"/>
                  </a:lnTo>
                  <a:lnTo>
                    <a:pt x="5477017" y="2756844"/>
                  </a:lnTo>
                  <a:lnTo>
                    <a:pt x="5481296" y="2654835"/>
                  </a:lnTo>
                  <a:lnTo>
                    <a:pt x="5485575" y="2552145"/>
                  </a:lnTo>
                  <a:lnTo>
                    <a:pt x="5489854" y="2508738"/>
                  </a:lnTo>
                  <a:lnTo>
                    <a:pt x="5494133" y="2529935"/>
                  </a:lnTo>
                  <a:lnTo>
                    <a:pt x="5498412" y="2567008"/>
                  </a:lnTo>
                  <a:lnTo>
                    <a:pt x="5502691" y="2558447"/>
                  </a:lnTo>
                  <a:lnTo>
                    <a:pt x="5506969" y="2614012"/>
                  </a:lnTo>
                  <a:lnTo>
                    <a:pt x="5511248" y="2718601"/>
                  </a:lnTo>
                  <a:lnTo>
                    <a:pt x="5515527" y="2775177"/>
                  </a:lnTo>
                  <a:lnTo>
                    <a:pt x="5519806" y="2752588"/>
                  </a:lnTo>
                  <a:lnTo>
                    <a:pt x="5524085" y="2709592"/>
                  </a:lnTo>
                  <a:lnTo>
                    <a:pt x="5528364" y="2694448"/>
                  </a:lnTo>
                  <a:lnTo>
                    <a:pt x="5532643" y="2727814"/>
                  </a:lnTo>
                  <a:lnTo>
                    <a:pt x="5536922" y="2780522"/>
                  </a:lnTo>
                  <a:lnTo>
                    <a:pt x="5541201" y="2855964"/>
                  </a:lnTo>
                  <a:lnTo>
                    <a:pt x="5545480" y="2938392"/>
                  </a:lnTo>
                  <a:lnTo>
                    <a:pt x="5549759" y="3011868"/>
                  </a:lnTo>
                  <a:lnTo>
                    <a:pt x="5554038" y="3087091"/>
                  </a:lnTo>
                  <a:lnTo>
                    <a:pt x="5558317" y="3106381"/>
                  </a:lnTo>
                  <a:lnTo>
                    <a:pt x="5562595" y="3116972"/>
                  </a:lnTo>
                  <a:lnTo>
                    <a:pt x="5562595" y="3116972"/>
                  </a:lnTo>
                  <a:lnTo>
                    <a:pt x="5566874" y="3116972"/>
                  </a:lnTo>
                  <a:lnTo>
                    <a:pt x="5571153" y="3092569"/>
                  </a:lnTo>
                  <a:lnTo>
                    <a:pt x="5575432" y="3038441"/>
                  </a:lnTo>
                  <a:lnTo>
                    <a:pt x="5579711" y="2931393"/>
                  </a:lnTo>
                  <a:lnTo>
                    <a:pt x="5583990" y="2846952"/>
                  </a:lnTo>
                  <a:lnTo>
                    <a:pt x="5588269" y="2773211"/>
                  </a:lnTo>
                  <a:lnTo>
                    <a:pt x="5592548" y="2718263"/>
                  </a:lnTo>
                  <a:lnTo>
                    <a:pt x="5596827" y="2684970"/>
                  </a:lnTo>
                  <a:lnTo>
                    <a:pt x="5601106" y="2703598"/>
                  </a:lnTo>
                  <a:lnTo>
                    <a:pt x="5605385" y="2856050"/>
                  </a:lnTo>
                  <a:lnTo>
                    <a:pt x="5609664" y="2946324"/>
                  </a:lnTo>
                  <a:lnTo>
                    <a:pt x="5613942" y="2939667"/>
                  </a:lnTo>
                  <a:lnTo>
                    <a:pt x="5618221" y="2906024"/>
                  </a:lnTo>
                  <a:lnTo>
                    <a:pt x="5622500" y="2953358"/>
                  </a:lnTo>
                  <a:lnTo>
                    <a:pt x="5626779" y="2999140"/>
                  </a:lnTo>
                  <a:lnTo>
                    <a:pt x="5631058" y="2967657"/>
                  </a:lnTo>
                  <a:lnTo>
                    <a:pt x="5635337" y="2965540"/>
                  </a:lnTo>
                  <a:lnTo>
                    <a:pt x="5639616" y="2969073"/>
                  </a:lnTo>
                  <a:lnTo>
                    <a:pt x="5643895" y="2985517"/>
                  </a:lnTo>
                  <a:lnTo>
                    <a:pt x="5648174" y="2921466"/>
                  </a:lnTo>
                  <a:lnTo>
                    <a:pt x="5652453" y="2833166"/>
                  </a:lnTo>
                  <a:lnTo>
                    <a:pt x="5656732" y="2804187"/>
                  </a:lnTo>
                  <a:lnTo>
                    <a:pt x="5661011" y="2763432"/>
                  </a:lnTo>
                  <a:lnTo>
                    <a:pt x="5665290" y="2815396"/>
                  </a:lnTo>
                  <a:lnTo>
                    <a:pt x="5669568" y="2869832"/>
                  </a:lnTo>
                  <a:lnTo>
                    <a:pt x="5673847" y="2995392"/>
                  </a:lnTo>
                  <a:lnTo>
                    <a:pt x="5678126" y="3109658"/>
                  </a:lnTo>
                  <a:lnTo>
                    <a:pt x="5682405" y="3116972"/>
                  </a:lnTo>
                  <a:lnTo>
                    <a:pt x="5682405" y="3116972"/>
                  </a:lnTo>
                  <a:lnTo>
                    <a:pt x="5686684" y="3116972"/>
                  </a:lnTo>
                  <a:lnTo>
                    <a:pt x="5690963" y="3078053"/>
                  </a:lnTo>
                  <a:lnTo>
                    <a:pt x="5695242" y="3036230"/>
                  </a:lnTo>
                  <a:lnTo>
                    <a:pt x="5699521" y="2971450"/>
                  </a:lnTo>
                  <a:lnTo>
                    <a:pt x="5703800" y="2867521"/>
                  </a:lnTo>
                  <a:lnTo>
                    <a:pt x="5708079" y="2832103"/>
                  </a:lnTo>
                  <a:lnTo>
                    <a:pt x="5712358" y="2887622"/>
                  </a:lnTo>
                  <a:lnTo>
                    <a:pt x="5716637" y="2952045"/>
                  </a:lnTo>
                  <a:lnTo>
                    <a:pt x="5720915" y="2963911"/>
                  </a:lnTo>
                  <a:lnTo>
                    <a:pt x="5725194" y="3003926"/>
                  </a:lnTo>
                  <a:lnTo>
                    <a:pt x="5729473" y="3116972"/>
                  </a:lnTo>
                  <a:lnTo>
                    <a:pt x="5729473" y="3116972"/>
                  </a:lnTo>
                  <a:lnTo>
                    <a:pt x="5733752" y="3113531"/>
                  </a:lnTo>
                  <a:lnTo>
                    <a:pt x="5738031" y="3076505"/>
                  </a:lnTo>
                  <a:lnTo>
                    <a:pt x="5742310" y="3078384"/>
                  </a:lnTo>
                  <a:lnTo>
                    <a:pt x="5746589" y="3066735"/>
                  </a:lnTo>
                  <a:lnTo>
                    <a:pt x="5750868" y="3030178"/>
                  </a:lnTo>
                  <a:lnTo>
                    <a:pt x="5755147" y="3004192"/>
                  </a:lnTo>
                  <a:lnTo>
                    <a:pt x="5759426" y="3055858"/>
                  </a:lnTo>
                  <a:lnTo>
                    <a:pt x="5763705" y="3116972"/>
                  </a:lnTo>
                  <a:lnTo>
                    <a:pt x="5763705" y="3116972"/>
                  </a:lnTo>
                  <a:lnTo>
                    <a:pt x="5767984" y="3116972"/>
                  </a:lnTo>
                  <a:lnTo>
                    <a:pt x="5772263" y="3116972"/>
                  </a:lnTo>
                  <a:lnTo>
                    <a:pt x="5776541" y="3114744"/>
                  </a:lnTo>
                  <a:lnTo>
                    <a:pt x="5780820" y="3061317"/>
                  </a:lnTo>
                  <a:lnTo>
                    <a:pt x="5785099" y="3066390"/>
                  </a:lnTo>
                  <a:lnTo>
                    <a:pt x="5789378" y="3091328"/>
                  </a:lnTo>
                  <a:lnTo>
                    <a:pt x="5793657" y="3116972"/>
                  </a:lnTo>
                  <a:lnTo>
                    <a:pt x="5793657" y="3116972"/>
                  </a:lnTo>
                  <a:lnTo>
                    <a:pt x="5797936" y="3084461"/>
                  </a:lnTo>
                  <a:lnTo>
                    <a:pt x="5802215" y="3053463"/>
                  </a:lnTo>
                  <a:lnTo>
                    <a:pt x="5806494" y="3062779"/>
                  </a:lnTo>
                  <a:lnTo>
                    <a:pt x="5810773" y="2989232"/>
                  </a:lnTo>
                  <a:lnTo>
                    <a:pt x="5815052" y="2883351"/>
                  </a:lnTo>
                  <a:lnTo>
                    <a:pt x="5819331" y="2889186"/>
                  </a:lnTo>
                  <a:lnTo>
                    <a:pt x="5823610" y="2971952"/>
                  </a:lnTo>
                  <a:lnTo>
                    <a:pt x="5827888" y="3049683"/>
                  </a:lnTo>
                  <a:lnTo>
                    <a:pt x="5832167" y="3082888"/>
                  </a:lnTo>
                  <a:lnTo>
                    <a:pt x="5836446" y="3079923"/>
                  </a:lnTo>
                  <a:lnTo>
                    <a:pt x="5840725" y="3082634"/>
                  </a:lnTo>
                  <a:lnTo>
                    <a:pt x="5845004" y="3022824"/>
                  </a:lnTo>
                  <a:lnTo>
                    <a:pt x="5849283" y="3002427"/>
                  </a:lnTo>
                  <a:lnTo>
                    <a:pt x="5853562" y="2996445"/>
                  </a:lnTo>
                  <a:lnTo>
                    <a:pt x="5857841" y="3003385"/>
                  </a:lnTo>
                  <a:lnTo>
                    <a:pt x="5862120" y="3029974"/>
                  </a:lnTo>
                  <a:lnTo>
                    <a:pt x="5866399" y="3046620"/>
                  </a:lnTo>
                  <a:lnTo>
                    <a:pt x="5870678" y="3085429"/>
                  </a:lnTo>
                  <a:lnTo>
                    <a:pt x="5874957" y="3091093"/>
                  </a:lnTo>
                  <a:lnTo>
                    <a:pt x="5879236" y="3078663"/>
                  </a:lnTo>
                  <a:lnTo>
                    <a:pt x="5883514" y="3021066"/>
                  </a:lnTo>
                  <a:lnTo>
                    <a:pt x="5887793" y="3006786"/>
                  </a:lnTo>
                  <a:lnTo>
                    <a:pt x="5892072" y="3026516"/>
                  </a:lnTo>
                  <a:lnTo>
                    <a:pt x="5896351" y="2998482"/>
                  </a:lnTo>
                  <a:lnTo>
                    <a:pt x="5900630" y="2997937"/>
                  </a:lnTo>
                  <a:lnTo>
                    <a:pt x="5904909" y="2906970"/>
                  </a:lnTo>
                  <a:lnTo>
                    <a:pt x="5909188" y="2888960"/>
                  </a:lnTo>
                  <a:lnTo>
                    <a:pt x="5913467" y="2898925"/>
                  </a:lnTo>
                  <a:lnTo>
                    <a:pt x="5917746" y="2865372"/>
                  </a:lnTo>
                  <a:lnTo>
                    <a:pt x="5922025" y="2798764"/>
                  </a:lnTo>
                  <a:lnTo>
                    <a:pt x="5926304" y="2708479"/>
                  </a:lnTo>
                  <a:lnTo>
                    <a:pt x="5930583" y="2730447"/>
                  </a:lnTo>
                  <a:lnTo>
                    <a:pt x="5934861" y="2822897"/>
                  </a:lnTo>
                  <a:lnTo>
                    <a:pt x="5939140" y="2832155"/>
                  </a:lnTo>
                  <a:lnTo>
                    <a:pt x="5943419" y="2758564"/>
                  </a:lnTo>
                  <a:lnTo>
                    <a:pt x="5947698" y="2778365"/>
                  </a:lnTo>
                  <a:lnTo>
                    <a:pt x="5951977" y="2824719"/>
                  </a:lnTo>
                  <a:lnTo>
                    <a:pt x="5956256" y="2897028"/>
                  </a:lnTo>
                  <a:lnTo>
                    <a:pt x="5960535" y="2895144"/>
                  </a:lnTo>
                  <a:lnTo>
                    <a:pt x="5964814" y="2821891"/>
                  </a:lnTo>
                  <a:lnTo>
                    <a:pt x="5969093" y="2864641"/>
                  </a:lnTo>
                  <a:lnTo>
                    <a:pt x="5973372" y="2939486"/>
                  </a:lnTo>
                  <a:lnTo>
                    <a:pt x="5977651" y="2999351"/>
                  </a:lnTo>
                  <a:lnTo>
                    <a:pt x="5981930" y="3005187"/>
                  </a:lnTo>
                  <a:lnTo>
                    <a:pt x="5986209" y="2967477"/>
                  </a:lnTo>
                  <a:lnTo>
                    <a:pt x="5990487" y="3045785"/>
                  </a:lnTo>
                  <a:lnTo>
                    <a:pt x="5994766" y="3112907"/>
                  </a:lnTo>
                  <a:lnTo>
                    <a:pt x="5999045" y="3088617"/>
                  </a:lnTo>
                  <a:lnTo>
                    <a:pt x="6003324" y="3073814"/>
                  </a:lnTo>
                  <a:lnTo>
                    <a:pt x="6007603" y="3075775"/>
                  </a:lnTo>
                  <a:lnTo>
                    <a:pt x="6011882" y="3070786"/>
                  </a:lnTo>
                  <a:lnTo>
                    <a:pt x="6016161" y="3073426"/>
                  </a:lnTo>
                  <a:lnTo>
                    <a:pt x="6020440" y="3081122"/>
                  </a:lnTo>
                  <a:lnTo>
                    <a:pt x="6024719" y="3081943"/>
                  </a:lnTo>
                  <a:lnTo>
                    <a:pt x="6028998" y="3073981"/>
                  </a:lnTo>
                  <a:lnTo>
                    <a:pt x="6033277" y="3078346"/>
                  </a:lnTo>
                  <a:lnTo>
                    <a:pt x="6037556" y="3076368"/>
                  </a:lnTo>
                  <a:lnTo>
                    <a:pt x="6041834" y="3040340"/>
                  </a:lnTo>
                  <a:lnTo>
                    <a:pt x="6046113" y="2980710"/>
                  </a:lnTo>
                  <a:lnTo>
                    <a:pt x="6050392" y="2961834"/>
                  </a:lnTo>
                  <a:lnTo>
                    <a:pt x="6054671" y="2910767"/>
                  </a:lnTo>
                  <a:lnTo>
                    <a:pt x="6058950" y="2786123"/>
                  </a:lnTo>
                  <a:lnTo>
                    <a:pt x="6063229" y="2730093"/>
                  </a:lnTo>
                  <a:lnTo>
                    <a:pt x="6067508" y="2709645"/>
                  </a:lnTo>
                  <a:lnTo>
                    <a:pt x="6071787" y="2735146"/>
                  </a:lnTo>
                  <a:lnTo>
                    <a:pt x="6076066" y="2646541"/>
                  </a:lnTo>
                  <a:lnTo>
                    <a:pt x="6080345" y="2677489"/>
                  </a:lnTo>
                  <a:lnTo>
                    <a:pt x="6084624" y="2819041"/>
                  </a:lnTo>
                  <a:lnTo>
                    <a:pt x="6088903" y="2899493"/>
                  </a:lnTo>
                  <a:lnTo>
                    <a:pt x="6093182" y="2950303"/>
                  </a:lnTo>
                  <a:lnTo>
                    <a:pt x="6097460" y="2989622"/>
                  </a:lnTo>
                  <a:lnTo>
                    <a:pt x="6101739" y="3116972"/>
                  </a:lnTo>
                  <a:lnTo>
                    <a:pt x="6101739" y="3116972"/>
                  </a:lnTo>
                  <a:lnTo>
                    <a:pt x="6106018" y="3116972"/>
                  </a:lnTo>
                  <a:lnTo>
                    <a:pt x="6110297" y="3116972"/>
                  </a:lnTo>
                  <a:lnTo>
                    <a:pt x="6114576" y="3116972"/>
                  </a:lnTo>
                  <a:lnTo>
                    <a:pt x="6118855" y="3116972"/>
                  </a:lnTo>
                  <a:lnTo>
                    <a:pt x="6123134" y="3116972"/>
                  </a:lnTo>
                  <a:lnTo>
                    <a:pt x="6127413" y="3116972"/>
                  </a:lnTo>
                  <a:lnTo>
                    <a:pt x="6131692" y="3059777"/>
                  </a:lnTo>
                  <a:lnTo>
                    <a:pt x="6135971" y="3019251"/>
                  </a:lnTo>
                  <a:lnTo>
                    <a:pt x="6140250" y="3032174"/>
                  </a:lnTo>
                  <a:lnTo>
                    <a:pt x="6144529" y="3066485"/>
                  </a:lnTo>
                  <a:lnTo>
                    <a:pt x="6148807" y="3066485"/>
                  </a:lnTo>
                  <a:lnTo>
                    <a:pt x="6153086" y="3066485"/>
                  </a:lnTo>
                  <a:lnTo>
                    <a:pt x="6157365" y="3066485"/>
                  </a:lnTo>
                  <a:lnTo>
                    <a:pt x="6161644" y="3066485"/>
                  </a:lnTo>
                  <a:lnTo>
                    <a:pt x="6165923" y="3096448"/>
                  </a:lnTo>
                  <a:lnTo>
                    <a:pt x="6170202" y="3116972"/>
                  </a:lnTo>
                  <a:lnTo>
                    <a:pt x="6170202" y="3116972"/>
                  </a:lnTo>
                  <a:lnTo>
                    <a:pt x="6174481" y="3116972"/>
                  </a:lnTo>
                  <a:lnTo>
                    <a:pt x="6178760" y="3048103"/>
                  </a:lnTo>
                  <a:lnTo>
                    <a:pt x="6183039" y="2954355"/>
                  </a:lnTo>
                  <a:lnTo>
                    <a:pt x="6187318" y="2929357"/>
                  </a:lnTo>
                  <a:lnTo>
                    <a:pt x="6191597" y="2929075"/>
                  </a:lnTo>
                  <a:lnTo>
                    <a:pt x="6195876" y="2861764"/>
                  </a:lnTo>
                  <a:lnTo>
                    <a:pt x="6200155" y="2825131"/>
                  </a:lnTo>
                  <a:lnTo>
                    <a:pt x="6204433" y="2898630"/>
                  </a:lnTo>
                  <a:lnTo>
                    <a:pt x="6208712" y="2975393"/>
                  </a:lnTo>
                  <a:lnTo>
                    <a:pt x="6212991" y="2941470"/>
                  </a:lnTo>
                  <a:lnTo>
                    <a:pt x="6217270" y="2880290"/>
                  </a:lnTo>
                  <a:lnTo>
                    <a:pt x="6221549" y="2916077"/>
                  </a:lnTo>
                  <a:lnTo>
                    <a:pt x="6225828" y="3012008"/>
                  </a:lnTo>
                  <a:lnTo>
                    <a:pt x="6230107" y="3095941"/>
                  </a:lnTo>
                  <a:lnTo>
                    <a:pt x="6234386" y="3106989"/>
                  </a:lnTo>
                  <a:lnTo>
                    <a:pt x="6238665" y="3116972"/>
                  </a:lnTo>
                  <a:lnTo>
                    <a:pt x="6238665" y="3116972"/>
                  </a:lnTo>
                  <a:lnTo>
                    <a:pt x="6242944" y="3080014"/>
                  </a:lnTo>
                  <a:lnTo>
                    <a:pt x="6247223" y="2971591"/>
                  </a:lnTo>
                  <a:lnTo>
                    <a:pt x="6251502" y="2915057"/>
                  </a:lnTo>
                  <a:lnTo>
                    <a:pt x="6255780" y="2888236"/>
                  </a:lnTo>
                  <a:lnTo>
                    <a:pt x="6260059" y="2894173"/>
                  </a:lnTo>
                  <a:lnTo>
                    <a:pt x="6264338" y="2935593"/>
                  </a:lnTo>
                  <a:lnTo>
                    <a:pt x="6268617" y="3011568"/>
                  </a:lnTo>
                  <a:lnTo>
                    <a:pt x="6272896" y="3101283"/>
                  </a:lnTo>
                  <a:lnTo>
                    <a:pt x="6277175" y="3113791"/>
                  </a:lnTo>
                  <a:lnTo>
                    <a:pt x="6281454" y="3083986"/>
                  </a:lnTo>
                  <a:lnTo>
                    <a:pt x="6285733" y="3116706"/>
                  </a:lnTo>
                  <a:lnTo>
                    <a:pt x="6290012" y="3116972"/>
                  </a:lnTo>
                  <a:lnTo>
                    <a:pt x="6290012" y="3116972"/>
                  </a:lnTo>
                  <a:lnTo>
                    <a:pt x="6294291" y="3116972"/>
                  </a:lnTo>
                  <a:lnTo>
                    <a:pt x="6298570" y="3116972"/>
                  </a:lnTo>
                  <a:lnTo>
                    <a:pt x="6302849" y="3116972"/>
                  </a:lnTo>
                  <a:lnTo>
                    <a:pt x="6307127" y="3116972"/>
                  </a:lnTo>
                  <a:lnTo>
                    <a:pt x="6311406" y="3115179"/>
                  </a:lnTo>
                  <a:lnTo>
                    <a:pt x="6315685" y="3061409"/>
                  </a:lnTo>
                  <a:lnTo>
                    <a:pt x="6319964" y="3078320"/>
                  </a:lnTo>
                  <a:lnTo>
                    <a:pt x="6324243" y="3116972"/>
                  </a:lnTo>
                  <a:lnTo>
                    <a:pt x="6324243" y="3116972"/>
                  </a:lnTo>
                  <a:lnTo>
                    <a:pt x="6328522" y="3094877"/>
                  </a:lnTo>
                  <a:lnTo>
                    <a:pt x="6332801" y="3007093"/>
                  </a:lnTo>
                  <a:lnTo>
                    <a:pt x="6337080" y="3025211"/>
                  </a:lnTo>
                  <a:lnTo>
                    <a:pt x="6341359" y="3102638"/>
                  </a:lnTo>
                  <a:lnTo>
                    <a:pt x="6345638" y="3109136"/>
                  </a:lnTo>
                  <a:lnTo>
                    <a:pt x="6349917" y="3048790"/>
                  </a:lnTo>
                  <a:lnTo>
                    <a:pt x="6354196" y="3059502"/>
                  </a:lnTo>
                  <a:lnTo>
                    <a:pt x="6358475" y="3116972"/>
                  </a:lnTo>
                  <a:lnTo>
                    <a:pt x="6358475" y="3116972"/>
                  </a:lnTo>
                  <a:lnTo>
                    <a:pt x="6362753" y="3116972"/>
                  </a:lnTo>
                  <a:lnTo>
                    <a:pt x="6367032" y="3116972"/>
                  </a:lnTo>
                  <a:lnTo>
                    <a:pt x="6371311" y="3068581"/>
                  </a:lnTo>
                  <a:lnTo>
                    <a:pt x="6375590" y="3055519"/>
                  </a:lnTo>
                  <a:lnTo>
                    <a:pt x="6379869" y="3082104"/>
                  </a:lnTo>
                  <a:lnTo>
                    <a:pt x="6384148" y="3093843"/>
                  </a:lnTo>
                  <a:lnTo>
                    <a:pt x="6388427" y="3031053"/>
                  </a:lnTo>
                  <a:lnTo>
                    <a:pt x="6392706" y="2961712"/>
                  </a:lnTo>
                  <a:lnTo>
                    <a:pt x="6396985" y="2985317"/>
                  </a:lnTo>
                  <a:lnTo>
                    <a:pt x="6401264" y="2976948"/>
                  </a:lnTo>
                  <a:lnTo>
                    <a:pt x="6405543" y="2907475"/>
                  </a:lnTo>
                  <a:lnTo>
                    <a:pt x="6409822" y="2864777"/>
                  </a:lnTo>
                  <a:lnTo>
                    <a:pt x="6414100" y="2806095"/>
                  </a:lnTo>
                  <a:lnTo>
                    <a:pt x="6418379" y="2759251"/>
                  </a:lnTo>
                  <a:lnTo>
                    <a:pt x="6422658" y="2748238"/>
                  </a:lnTo>
                  <a:lnTo>
                    <a:pt x="6426937" y="2800319"/>
                  </a:lnTo>
                  <a:lnTo>
                    <a:pt x="6431216" y="2783585"/>
                  </a:lnTo>
                  <a:lnTo>
                    <a:pt x="6435495" y="2777199"/>
                  </a:lnTo>
                  <a:lnTo>
                    <a:pt x="6439774" y="2867607"/>
                  </a:lnTo>
                  <a:lnTo>
                    <a:pt x="6444053" y="3008030"/>
                  </a:lnTo>
                  <a:lnTo>
                    <a:pt x="6448332" y="3061893"/>
                  </a:lnTo>
                  <a:lnTo>
                    <a:pt x="6452611" y="3013142"/>
                  </a:lnTo>
                  <a:lnTo>
                    <a:pt x="6456890" y="3073298"/>
                  </a:lnTo>
                  <a:lnTo>
                    <a:pt x="6461169" y="3080885"/>
                  </a:lnTo>
                  <a:lnTo>
                    <a:pt x="6465448" y="2958511"/>
                  </a:lnTo>
                  <a:lnTo>
                    <a:pt x="6469726" y="2860402"/>
                  </a:lnTo>
                  <a:lnTo>
                    <a:pt x="6474005" y="2830748"/>
                  </a:lnTo>
                  <a:lnTo>
                    <a:pt x="6478284" y="2824176"/>
                  </a:lnTo>
                  <a:lnTo>
                    <a:pt x="6482563" y="2776684"/>
                  </a:lnTo>
                  <a:lnTo>
                    <a:pt x="6486842" y="2755695"/>
                  </a:lnTo>
                  <a:lnTo>
                    <a:pt x="6491121" y="2860665"/>
                  </a:lnTo>
                  <a:lnTo>
                    <a:pt x="6495400" y="2947862"/>
                  </a:lnTo>
                  <a:lnTo>
                    <a:pt x="6499679" y="2967302"/>
                  </a:lnTo>
                  <a:lnTo>
                    <a:pt x="6503958" y="3008610"/>
                  </a:lnTo>
                  <a:lnTo>
                    <a:pt x="6508237" y="3104501"/>
                  </a:lnTo>
                  <a:lnTo>
                    <a:pt x="6512516" y="3116972"/>
                  </a:lnTo>
                  <a:lnTo>
                    <a:pt x="6512516" y="3116972"/>
                  </a:lnTo>
                  <a:lnTo>
                    <a:pt x="6516795" y="3116972"/>
                  </a:lnTo>
                  <a:lnTo>
                    <a:pt x="6521073" y="3116972"/>
                  </a:lnTo>
                  <a:lnTo>
                    <a:pt x="6525352" y="3116972"/>
                  </a:lnTo>
                  <a:lnTo>
                    <a:pt x="6529631" y="3083500"/>
                  </a:lnTo>
                  <a:lnTo>
                    <a:pt x="6533910" y="2922597"/>
                  </a:lnTo>
                  <a:lnTo>
                    <a:pt x="6538189" y="2795167"/>
                  </a:lnTo>
                  <a:lnTo>
                    <a:pt x="6542468" y="2816292"/>
                  </a:lnTo>
                  <a:lnTo>
                    <a:pt x="6546747" y="2871780"/>
                  </a:lnTo>
                  <a:lnTo>
                    <a:pt x="6551026" y="2896514"/>
                  </a:lnTo>
                  <a:lnTo>
                    <a:pt x="6555305" y="2943573"/>
                  </a:lnTo>
                  <a:lnTo>
                    <a:pt x="6559584" y="3056159"/>
                  </a:lnTo>
                  <a:lnTo>
                    <a:pt x="6563863" y="3116972"/>
                  </a:lnTo>
                  <a:lnTo>
                    <a:pt x="6563863" y="3116972"/>
                  </a:lnTo>
                  <a:lnTo>
                    <a:pt x="6568142" y="3114167"/>
                  </a:lnTo>
                  <a:lnTo>
                    <a:pt x="6572421" y="2993994"/>
                  </a:lnTo>
                  <a:lnTo>
                    <a:pt x="6576699" y="2929810"/>
                  </a:lnTo>
                  <a:lnTo>
                    <a:pt x="6580978" y="2868658"/>
                  </a:lnTo>
                  <a:lnTo>
                    <a:pt x="6585257" y="2862176"/>
                  </a:lnTo>
                  <a:lnTo>
                    <a:pt x="6589536" y="2886516"/>
                  </a:lnTo>
                  <a:lnTo>
                    <a:pt x="6593815" y="2910400"/>
                  </a:lnTo>
                  <a:lnTo>
                    <a:pt x="6598094" y="2953060"/>
                  </a:lnTo>
                  <a:lnTo>
                    <a:pt x="6602373" y="2936015"/>
                  </a:lnTo>
                  <a:lnTo>
                    <a:pt x="6606652" y="2964749"/>
                  </a:lnTo>
                  <a:lnTo>
                    <a:pt x="6610931" y="2982486"/>
                  </a:lnTo>
                  <a:lnTo>
                    <a:pt x="6615210" y="2939338"/>
                  </a:lnTo>
                  <a:lnTo>
                    <a:pt x="6619489" y="2879772"/>
                  </a:lnTo>
                  <a:lnTo>
                    <a:pt x="6623768" y="2867306"/>
                  </a:lnTo>
                  <a:lnTo>
                    <a:pt x="6628046" y="2907735"/>
                  </a:lnTo>
                  <a:lnTo>
                    <a:pt x="6632325" y="2941090"/>
                  </a:lnTo>
                  <a:lnTo>
                    <a:pt x="6636604" y="2929443"/>
                  </a:lnTo>
                  <a:lnTo>
                    <a:pt x="6640883" y="2964162"/>
                  </a:lnTo>
                  <a:lnTo>
                    <a:pt x="6645162" y="3044082"/>
                  </a:lnTo>
                  <a:lnTo>
                    <a:pt x="6649441" y="3116972"/>
                  </a:lnTo>
                  <a:lnTo>
                    <a:pt x="6649441" y="3116972"/>
                  </a:lnTo>
                  <a:lnTo>
                    <a:pt x="6653720" y="3116972"/>
                  </a:lnTo>
                  <a:lnTo>
                    <a:pt x="6657999" y="3116972"/>
                  </a:lnTo>
                  <a:lnTo>
                    <a:pt x="6662278" y="3116972"/>
                  </a:lnTo>
                  <a:lnTo>
                    <a:pt x="6666557" y="3116972"/>
                  </a:lnTo>
                  <a:lnTo>
                    <a:pt x="6670836" y="3105659"/>
                  </a:lnTo>
                  <a:lnTo>
                    <a:pt x="6675115" y="3072906"/>
                  </a:lnTo>
                  <a:lnTo>
                    <a:pt x="6679394" y="3054181"/>
                  </a:lnTo>
                  <a:lnTo>
                    <a:pt x="6683672" y="2972313"/>
                  </a:lnTo>
                  <a:lnTo>
                    <a:pt x="6687951" y="2859439"/>
                  </a:lnTo>
                  <a:lnTo>
                    <a:pt x="6692230" y="2793997"/>
                  </a:lnTo>
                  <a:lnTo>
                    <a:pt x="6696509" y="2812556"/>
                  </a:lnTo>
                  <a:lnTo>
                    <a:pt x="6700788" y="2828456"/>
                  </a:lnTo>
                  <a:lnTo>
                    <a:pt x="6705067" y="2843389"/>
                  </a:lnTo>
                  <a:lnTo>
                    <a:pt x="6709346" y="2954325"/>
                  </a:lnTo>
                  <a:lnTo>
                    <a:pt x="6713625" y="3116972"/>
                  </a:lnTo>
                  <a:lnTo>
                    <a:pt x="6713625" y="3116972"/>
                  </a:lnTo>
                  <a:lnTo>
                    <a:pt x="6717904" y="3116972"/>
                  </a:lnTo>
                  <a:lnTo>
                    <a:pt x="6722183" y="3116972"/>
                  </a:lnTo>
                  <a:lnTo>
                    <a:pt x="6726462" y="3116972"/>
                  </a:lnTo>
                  <a:lnTo>
                    <a:pt x="6730741" y="3116972"/>
                  </a:lnTo>
                  <a:lnTo>
                    <a:pt x="6735019" y="3116972"/>
                  </a:lnTo>
                  <a:lnTo>
                    <a:pt x="6739298" y="3094864"/>
                  </a:lnTo>
                  <a:lnTo>
                    <a:pt x="6743577" y="3002321"/>
                  </a:lnTo>
                  <a:lnTo>
                    <a:pt x="6747856" y="2985158"/>
                  </a:lnTo>
                  <a:lnTo>
                    <a:pt x="6752135" y="3002677"/>
                  </a:lnTo>
                  <a:lnTo>
                    <a:pt x="6756414" y="3006729"/>
                  </a:lnTo>
                  <a:lnTo>
                    <a:pt x="6760693" y="3003521"/>
                  </a:lnTo>
                  <a:lnTo>
                    <a:pt x="6764972" y="2997452"/>
                  </a:lnTo>
                  <a:lnTo>
                    <a:pt x="6769251" y="3060174"/>
                  </a:lnTo>
                  <a:lnTo>
                    <a:pt x="6773530" y="3023097"/>
                  </a:lnTo>
                  <a:lnTo>
                    <a:pt x="6777809" y="2911497"/>
                  </a:lnTo>
                  <a:lnTo>
                    <a:pt x="6782088" y="2872903"/>
                  </a:lnTo>
                  <a:lnTo>
                    <a:pt x="6786367" y="2885467"/>
                  </a:lnTo>
                  <a:lnTo>
                    <a:pt x="6790645" y="2899417"/>
                  </a:lnTo>
                  <a:lnTo>
                    <a:pt x="6794924" y="2861192"/>
                  </a:lnTo>
                  <a:lnTo>
                    <a:pt x="6799203" y="2834405"/>
                  </a:lnTo>
                  <a:lnTo>
                    <a:pt x="6803482" y="2851020"/>
                  </a:lnTo>
                  <a:lnTo>
                    <a:pt x="6807761" y="2850338"/>
                  </a:lnTo>
                  <a:lnTo>
                    <a:pt x="6812040" y="2747396"/>
                  </a:lnTo>
                  <a:lnTo>
                    <a:pt x="6816319" y="2705240"/>
                  </a:lnTo>
                  <a:lnTo>
                    <a:pt x="6820598" y="2686401"/>
                  </a:lnTo>
                  <a:lnTo>
                    <a:pt x="6824877" y="2724145"/>
                  </a:lnTo>
                  <a:lnTo>
                    <a:pt x="6829156" y="2719476"/>
                  </a:lnTo>
                  <a:lnTo>
                    <a:pt x="6833435" y="2666858"/>
                  </a:lnTo>
                  <a:lnTo>
                    <a:pt x="6837714" y="2693017"/>
                  </a:lnTo>
                  <a:lnTo>
                    <a:pt x="6841992" y="2705917"/>
                  </a:lnTo>
                  <a:lnTo>
                    <a:pt x="6846271" y="2688612"/>
                  </a:lnTo>
                  <a:lnTo>
                    <a:pt x="6850550" y="2680063"/>
                  </a:lnTo>
                  <a:lnTo>
                    <a:pt x="6854829" y="2751124"/>
                  </a:lnTo>
                  <a:lnTo>
                    <a:pt x="6859108" y="2846070"/>
                  </a:lnTo>
                  <a:lnTo>
                    <a:pt x="6863387" y="2938956"/>
                  </a:lnTo>
                  <a:lnTo>
                    <a:pt x="6867666" y="3062309"/>
                  </a:lnTo>
                  <a:lnTo>
                    <a:pt x="6871945" y="3116972"/>
                  </a:lnTo>
                  <a:lnTo>
                    <a:pt x="6871945" y="3116972"/>
                  </a:lnTo>
                  <a:lnTo>
                    <a:pt x="6876224" y="3116972"/>
                  </a:lnTo>
                  <a:lnTo>
                    <a:pt x="6880503" y="3116972"/>
                  </a:lnTo>
                  <a:lnTo>
                    <a:pt x="6884782" y="3116972"/>
                  </a:lnTo>
                  <a:lnTo>
                    <a:pt x="6889061" y="3083259"/>
                  </a:lnTo>
                  <a:lnTo>
                    <a:pt x="6893340" y="2940099"/>
                  </a:lnTo>
                  <a:lnTo>
                    <a:pt x="6897618" y="2794653"/>
                  </a:lnTo>
                  <a:lnTo>
                    <a:pt x="6901897" y="2741813"/>
                  </a:lnTo>
                  <a:lnTo>
                    <a:pt x="6906176" y="2789012"/>
                  </a:lnTo>
                  <a:lnTo>
                    <a:pt x="6910455" y="2803684"/>
                  </a:lnTo>
                  <a:lnTo>
                    <a:pt x="6914734" y="2831712"/>
                  </a:lnTo>
                  <a:lnTo>
                    <a:pt x="6919013" y="2910799"/>
                  </a:lnTo>
                  <a:lnTo>
                    <a:pt x="6923292" y="3012809"/>
                  </a:lnTo>
                  <a:lnTo>
                    <a:pt x="6927571" y="3080185"/>
                  </a:lnTo>
                  <a:lnTo>
                    <a:pt x="6931850" y="3046892"/>
                  </a:lnTo>
                  <a:lnTo>
                    <a:pt x="6936129" y="3071301"/>
                  </a:lnTo>
                  <a:lnTo>
                    <a:pt x="6940408" y="3116972"/>
                  </a:lnTo>
                  <a:lnTo>
                    <a:pt x="6940408" y="3116972"/>
                  </a:lnTo>
                  <a:lnTo>
                    <a:pt x="6944687" y="3116972"/>
                  </a:lnTo>
                  <a:lnTo>
                    <a:pt x="6948965" y="3116972"/>
                  </a:lnTo>
                  <a:lnTo>
                    <a:pt x="6953244" y="3116972"/>
                  </a:lnTo>
                  <a:lnTo>
                    <a:pt x="6957523" y="3116972"/>
                  </a:lnTo>
                  <a:lnTo>
                    <a:pt x="6961802" y="3116972"/>
                  </a:lnTo>
                  <a:lnTo>
                    <a:pt x="6966081" y="3116972"/>
                  </a:lnTo>
                  <a:lnTo>
                    <a:pt x="6970360" y="3116972"/>
                  </a:lnTo>
                  <a:lnTo>
                    <a:pt x="6974639" y="3116972"/>
                  </a:lnTo>
                  <a:lnTo>
                    <a:pt x="6978918" y="3116972"/>
                  </a:lnTo>
                  <a:lnTo>
                    <a:pt x="6983197" y="3116972"/>
                  </a:lnTo>
                  <a:lnTo>
                    <a:pt x="6987476" y="3116972"/>
                  </a:lnTo>
                  <a:lnTo>
                    <a:pt x="6991755" y="3116972"/>
                  </a:lnTo>
                  <a:lnTo>
                    <a:pt x="6996034" y="3107766"/>
                  </a:lnTo>
                  <a:lnTo>
                    <a:pt x="7000313" y="3049121"/>
                  </a:lnTo>
                  <a:lnTo>
                    <a:pt x="7004591" y="3035126"/>
                  </a:lnTo>
                  <a:lnTo>
                    <a:pt x="7008870" y="3055961"/>
                  </a:lnTo>
                  <a:lnTo>
                    <a:pt x="7013149" y="3085460"/>
                  </a:lnTo>
                  <a:lnTo>
                    <a:pt x="7017428" y="3078463"/>
                  </a:lnTo>
                  <a:lnTo>
                    <a:pt x="7021707" y="3072288"/>
                  </a:lnTo>
                  <a:lnTo>
                    <a:pt x="7025986" y="3006440"/>
                  </a:lnTo>
                  <a:lnTo>
                    <a:pt x="7030265" y="2950005"/>
                  </a:lnTo>
                  <a:lnTo>
                    <a:pt x="7034544" y="2929171"/>
                  </a:lnTo>
                  <a:lnTo>
                    <a:pt x="7038823" y="2899671"/>
                  </a:lnTo>
                  <a:lnTo>
                    <a:pt x="7043102" y="2906668"/>
                  </a:lnTo>
                  <a:lnTo>
                    <a:pt x="7047381" y="2965042"/>
                  </a:lnTo>
                  <a:lnTo>
                    <a:pt x="7051660" y="3116972"/>
                  </a:lnTo>
                  <a:lnTo>
                    <a:pt x="7051660" y="3116972"/>
                  </a:lnTo>
                  <a:lnTo>
                    <a:pt x="7055938" y="3116972"/>
                  </a:lnTo>
                  <a:lnTo>
                    <a:pt x="7060217" y="3116972"/>
                  </a:lnTo>
                  <a:lnTo>
                    <a:pt x="7064496" y="3116972"/>
                  </a:lnTo>
                  <a:lnTo>
                    <a:pt x="7068775" y="3116972"/>
                  </a:lnTo>
                  <a:lnTo>
                    <a:pt x="7073054" y="3116972"/>
                  </a:lnTo>
                  <a:lnTo>
                    <a:pt x="7077333" y="3116972"/>
                  </a:lnTo>
                  <a:lnTo>
                    <a:pt x="7081612" y="3085611"/>
                  </a:lnTo>
                  <a:lnTo>
                    <a:pt x="7085891" y="3066485"/>
                  </a:lnTo>
                  <a:lnTo>
                    <a:pt x="7090170" y="3066485"/>
                  </a:lnTo>
                  <a:lnTo>
                    <a:pt x="7094449" y="3066485"/>
                  </a:lnTo>
                  <a:lnTo>
                    <a:pt x="7098728" y="3066485"/>
                  </a:lnTo>
                  <a:lnTo>
                    <a:pt x="7103007" y="3053643"/>
                  </a:lnTo>
                  <a:lnTo>
                    <a:pt x="7107286" y="3005406"/>
                  </a:lnTo>
                  <a:lnTo>
                    <a:pt x="7111564" y="2967911"/>
                  </a:lnTo>
                  <a:lnTo>
                    <a:pt x="7115843" y="2961646"/>
                  </a:lnTo>
                  <a:lnTo>
                    <a:pt x="7120122" y="2944645"/>
                  </a:lnTo>
                  <a:lnTo>
                    <a:pt x="7124401" y="2907537"/>
                  </a:lnTo>
                  <a:lnTo>
                    <a:pt x="7128680" y="2927968"/>
                  </a:lnTo>
                  <a:lnTo>
                    <a:pt x="7132959" y="3005032"/>
                  </a:lnTo>
                  <a:lnTo>
                    <a:pt x="7137238" y="3042527"/>
                  </a:lnTo>
                  <a:lnTo>
                    <a:pt x="7141517" y="3062859"/>
                  </a:lnTo>
                  <a:lnTo>
                    <a:pt x="7145796" y="3110717"/>
                  </a:lnTo>
                  <a:lnTo>
                    <a:pt x="7150075" y="3116972"/>
                  </a:lnTo>
                  <a:lnTo>
                    <a:pt x="7150075" y="3116972"/>
                  </a:lnTo>
                  <a:lnTo>
                    <a:pt x="7154354" y="3116972"/>
                  </a:lnTo>
                  <a:lnTo>
                    <a:pt x="7158633" y="3116972"/>
                  </a:lnTo>
                  <a:lnTo>
                    <a:pt x="7162911" y="3116972"/>
                  </a:lnTo>
                  <a:lnTo>
                    <a:pt x="7167190" y="3116972"/>
                  </a:lnTo>
                  <a:lnTo>
                    <a:pt x="7171469" y="3116972"/>
                  </a:lnTo>
                  <a:lnTo>
                    <a:pt x="7175748" y="3116972"/>
                  </a:lnTo>
                  <a:lnTo>
                    <a:pt x="7180027" y="3116972"/>
                  </a:lnTo>
                  <a:lnTo>
                    <a:pt x="7184306" y="3116972"/>
                  </a:lnTo>
                  <a:lnTo>
                    <a:pt x="7188585" y="3116972"/>
                  </a:lnTo>
                  <a:lnTo>
                    <a:pt x="7192864" y="3116972"/>
                  </a:lnTo>
                  <a:lnTo>
                    <a:pt x="7197143" y="3116972"/>
                  </a:lnTo>
                  <a:lnTo>
                    <a:pt x="7201422" y="3116972"/>
                  </a:lnTo>
                  <a:lnTo>
                    <a:pt x="7205701" y="3113054"/>
                  </a:lnTo>
                  <a:lnTo>
                    <a:pt x="7209980" y="3075613"/>
                  </a:lnTo>
                  <a:lnTo>
                    <a:pt x="7214259" y="3066485"/>
                  </a:lnTo>
                  <a:lnTo>
                    <a:pt x="7218537" y="3066485"/>
                  </a:lnTo>
                  <a:lnTo>
                    <a:pt x="7222816" y="3066485"/>
                  </a:lnTo>
                  <a:lnTo>
                    <a:pt x="7227095" y="3037841"/>
                  </a:lnTo>
                  <a:lnTo>
                    <a:pt x="7231374" y="2968469"/>
                  </a:lnTo>
                  <a:lnTo>
                    <a:pt x="7235653" y="2894738"/>
                  </a:lnTo>
                  <a:lnTo>
                    <a:pt x="7239932" y="2843756"/>
                  </a:lnTo>
                  <a:lnTo>
                    <a:pt x="7244211" y="2826812"/>
                  </a:lnTo>
                  <a:lnTo>
                    <a:pt x="7248490" y="2841645"/>
                  </a:lnTo>
                  <a:lnTo>
                    <a:pt x="7252769" y="2875493"/>
                  </a:lnTo>
                  <a:lnTo>
                    <a:pt x="7257048" y="2957599"/>
                  </a:lnTo>
                  <a:lnTo>
                    <a:pt x="7261327" y="3063904"/>
                  </a:lnTo>
                  <a:lnTo>
                    <a:pt x="7265606" y="3116972"/>
                  </a:lnTo>
                  <a:lnTo>
                    <a:pt x="7265606" y="3116972"/>
                  </a:lnTo>
                  <a:lnTo>
                    <a:pt x="7269884" y="3116972"/>
                  </a:lnTo>
                  <a:lnTo>
                    <a:pt x="7274163" y="3116972"/>
                  </a:lnTo>
                  <a:lnTo>
                    <a:pt x="7278442" y="3116972"/>
                  </a:lnTo>
                  <a:lnTo>
                    <a:pt x="7282721" y="3103510"/>
                  </a:lnTo>
                  <a:lnTo>
                    <a:pt x="7287000" y="3066031"/>
                  </a:lnTo>
                  <a:lnTo>
                    <a:pt x="7291279" y="3071814"/>
                  </a:lnTo>
                  <a:lnTo>
                    <a:pt x="7295558" y="3116972"/>
                  </a:lnTo>
                  <a:lnTo>
                    <a:pt x="7295558" y="3116972"/>
                  </a:lnTo>
                  <a:lnTo>
                    <a:pt x="7299837" y="3085647"/>
                  </a:lnTo>
                  <a:lnTo>
                    <a:pt x="7304116" y="3077341"/>
                  </a:lnTo>
                  <a:lnTo>
                    <a:pt x="7308395" y="3116972"/>
                  </a:lnTo>
                  <a:lnTo>
                    <a:pt x="7308395" y="3116972"/>
                  </a:lnTo>
                  <a:lnTo>
                    <a:pt x="7312674" y="3116972"/>
                  </a:lnTo>
                  <a:lnTo>
                    <a:pt x="7316953" y="3026925"/>
                  </a:lnTo>
                  <a:lnTo>
                    <a:pt x="7321232" y="2930050"/>
                  </a:lnTo>
                  <a:lnTo>
                    <a:pt x="7325510" y="2880551"/>
                  </a:lnTo>
                  <a:lnTo>
                    <a:pt x="7329789" y="2834770"/>
                  </a:lnTo>
                  <a:lnTo>
                    <a:pt x="7334068" y="2819613"/>
                  </a:lnTo>
                  <a:lnTo>
                    <a:pt x="7338347" y="2828843"/>
                  </a:lnTo>
                  <a:lnTo>
                    <a:pt x="7342626" y="2909000"/>
                  </a:lnTo>
                  <a:lnTo>
                    <a:pt x="7346905" y="2966413"/>
                  </a:lnTo>
                  <a:lnTo>
                    <a:pt x="7351184" y="3023122"/>
                  </a:lnTo>
                  <a:lnTo>
                    <a:pt x="7355463" y="3104163"/>
                  </a:lnTo>
                  <a:lnTo>
                    <a:pt x="7359742" y="3116972"/>
                  </a:lnTo>
                  <a:lnTo>
                    <a:pt x="7359742" y="3116972"/>
                  </a:lnTo>
                  <a:lnTo>
                    <a:pt x="7364021" y="3116972"/>
                  </a:lnTo>
                  <a:lnTo>
                    <a:pt x="7368300" y="3116972"/>
                  </a:lnTo>
                  <a:lnTo>
                    <a:pt x="7372579" y="3116972"/>
                  </a:lnTo>
                  <a:lnTo>
                    <a:pt x="7376857" y="3116972"/>
                  </a:lnTo>
                  <a:lnTo>
                    <a:pt x="7381136" y="3116972"/>
                  </a:lnTo>
                  <a:lnTo>
                    <a:pt x="7385415" y="3116972"/>
                  </a:lnTo>
                  <a:lnTo>
                    <a:pt x="7389694" y="3084402"/>
                  </a:lnTo>
                  <a:lnTo>
                    <a:pt x="7393973" y="3041675"/>
                  </a:lnTo>
                  <a:lnTo>
                    <a:pt x="7398252" y="3069213"/>
                  </a:lnTo>
                  <a:lnTo>
                    <a:pt x="7402531" y="3116972"/>
                  </a:lnTo>
                  <a:lnTo>
                    <a:pt x="7402531" y="3116972"/>
                  </a:lnTo>
                  <a:lnTo>
                    <a:pt x="7406810" y="3020402"/>
                  </a:lnTo>
                  <a:lnTo>
                    <a:pt x="7411089" y="2955457"/>
                  </a:lnTo>
                  <a:lnTo>
                    <a:pt x="7415368" y="2966609"/>
                  </a:lnTo>
                  <a:lnTo>
                    <a:pt x="7419647" y="2985580"/>
                  </a:lnTo>
                  <a:lnTo>
                    <a:pt x="7423926" y="2967264"/>
                  </a:lnTo>
                  <a:lnTo>
                    <a:pt x="7428205" y="2898677"/>
                  </a:lnTo>
                  <a:lnTo>
                    <a:pt x="7432483" y="2950979"/>
                  </a:lnTo>
                  <a:lnTo>
                    <a:pt x="7436762" y="2967897"/>
                  </a:lnTo>
                  <a:lnTo>
                    <a:pt x="7441041" y="2938674"/>
                  </a:lnTo>
                  <a:lnTo>
                    <a:pt x="7445320" y="2972763"/>
                  </a:lnTo>
                  <a:lnTo>
                    <a:pt x="7449599" y="3029351"/>
                  </a:lnTo>
                  <a:lnTo>
                    <a:pt x="7453878" y="3116972"/>
                  </a:lnTo>
                  <a:lnTo>
                    <a:pt x="7453878" y="3116972"/>
                  </a:lnTo>
                  <a:lnTo>
                    <a:pt x="7458157" y="3116972"/>
                  </a:lnTo>
                  <a:lnTo>
                    <a:pt x="7462436" y="3116972"/>
                  </a:lnTo>
                  <a:lnTo>
                    <a:pt x="7466715" y="3116972"/>
                  </a:lnTo>
                  <a:lnTo>
                    <a:pt x="7470994" y="3116972"/>
                  </a:lnTo>
                  <a:lnTo>
                    <a:pt x="7475273" y="3116972"/>
                  </a:lnTo>
                  <a:lnTo>
                    <a:pt x="7479552" y="3116972"/>
                  </a:lnTo>
                  <a:lnTo>
                    <a:pt x="7483830" y="3101111"/>
                  </a:lnTo>
                  <a:lnTo>
                    <a:pt x="7488109" y="3103357"/>
                  </a:lnTo>
                  <a:lnTo>
                    <a:pt x="7492388" y="3107597"/>
                  </a:lnTo>
                  <a:lnTo>
                    <a:pt x="7496667" y="3112237"/>
                  </a:lnTo>
                  <a:lnTo>
                    <a:pt x="7500946" y="3116972"/>
                  </a:lnTo>
                  <a:lnTo>
                    <a:pt x="7500946" y="3116972"/>
                  </a:lnTo>
                  <a:lnTo>
                    <a:pt x="7505225" y="3116972"/>
                  </a:lnTo>
                  <a:lnTo>
                    <a:pt x="7509504" y="3116972"/>
                  </a:lnTo>
                  <a:lnTo>
                    <a:pt x="7513783" y="3116972"/>
                  </a:lnTo>
                  <a:lnTo>
                    <a:pt x="7518062" y="3116972"/>
                  </a:lnTo>
                  <a:lnTo>
                    <a:pt x="7522341" y="3116972"/>
                  </a:lnTo>
                  <a:lnTo>
                    <a:pt x="7526620" y="3072891"/>
                  </a:lnTo>
                  <a:lnTo>
                    <a:pt x="7530899" y="2986910"/>
                  </a:lnTo>
                  <a:lnTo>
                    <a:pt x="7535178" y="2973554"/>
                  </a:lnTo>
                  <a:lnTo>
                    <a:pt x="7539456" y="3009531"/>
                  </a:lnTo>
                  <a:lnTo>
                    <a:pt x="7543735" y="3004871"/>
                  </a:lnTo>
                  <a:lnTo>
                    <a:pt x="7548014" y="2942745"/>
                  </a:lnTo>
                  <a:lnTo>
                    <a:pt x="7552293" y="2937579"/>
                  </a:lnTo>
                  <a:lnTo>
                    <a:pt x="7556572" y="2997179"/>
                  </a:lnTo>
                  <a:lnTo>
                    <a:pt x="7560851" y="3029221"/>
                  </a:lnTo>
                  <a:lnTo>
                    <a:pt x="7565130" y="3026563"/>
                  </a:lnTo>
                  <a:lnTo>
                    <a:pt x="7569409" y="3039028"/>
                  </a:lnTo>
                  <a:lnTo>
                    <a:pt x="7573688" y="3083077"/>
                  </a:lnTo>
                  <a:lnTo>
                    <a:pt x="7577967" y="3085764"/>
                  </a:lnTo>
                  <a:lnTo>
                    <a:pt x="7582246" y="3068342"/>
                  </a:lnTo>
                  <a:lnTo>
                    <a:pt x="7586525" y="3038576"/>
                  </a:lnTo>
                  <a:lnTo>
                    <a:pt x="7590803" y="3013156"/>
                  </a:lnTo>
                  <a:lnTo>
                    <a:pt x="7595082" y="3050069"/>
                  </a:lnTo>
                  <a:lnTo>
                    <a:pt x="7599361" y="3104169"/>
                  </a:lnTo>
                  <a:lnTo>
                    <a:pt x="7603640" y="3116972"/>
                  </a:lnTo>
                  <a:lnTo>
                    <a:pt x="7603640" y="3116972"/>
                  </a:lnTo>
                  <a:lnTo>
                    <a:pt x="7607919" y="3102096"/>
                  </a:lnTo>
                  <a:lnTo>
                    <a:pt x="7612198" y="3072580"/>
                  </a:lnTo>
                  <a:lnTo>
                    <a:pt x="7616477" y="3064685"/>
                  </a:lnTo>
                  <a:lnTo>
                    <a:pt x="7620756" y="3019967"/>
                  </a:lnTo>
                  <a:lnTo>
                    <a:pt x="7625035" y="3004137"/>
                  </a:lnTo>
                  <a:lnTo>
                    <a:pt x="7629314" y="2987114"/>
                  </a:lnTo>
                  <a:lnTo>
                    <a:pt x="7633593" y="3010879"/>
                  </a:lnTo>
                  <a:lnTo>
                    <a:pt x="7637872" y="3037280"/>
                  </a:lnTo>
                  <a:lnTo>
                    <a:pt x="7642151" y="3022422"/>
                  </a:lnTo>
                  <a:lnTo>
                    <a:pt x="7646429" y="2958012"/>
                  </a:lnTo>
                  <a:lnTo>
                    <a:pt x="7650708" y="2938254"/>
                  </a:lnTo>
                  <a:lnTo>
                    <a:pt x="7654987" y="2988831"/>
                  </a:lnTo>
                  <a:lnTo>
                    <a:pt x="7659266" y="3002230"/>
                  </a:lnTo>
                  <a:lnTo>
                    <a:pt x="7663545" y="2984768"/>
                  </a:lnTo>
                  <a:lnTo>
                    <a:pt x="7667824" y="3015131"/>
                  </a:lnTo>
                  <a:lnTo>
                    <a:pt x="7672103" y="3081868"/>
                  </a:lnTo>
                  <a:lnTo>
                    <a:pt x="7676382" y="3116972"/>
                  </a:lnTo>
                  <a:lnTo>
                    <a:pt x="7676382" y="3116972"/>
                  </a:lnTo>
                  <a:lnTo>
                    <a:pt x="7680661" y="3116972"/>
                  </a:lnTo>
                  <a:lnTo>
                    <a:pt x="7684940" y="3116972"/>
                  </a:lnTo>
                  <a:lnTo>
                    <a:pt x="7689219" y="3116972"/>
                  </a:lnTo>
                  <a:lnTo>
                    <a:pt x="7693498" y="3116972"/>
                  </a:lnTo>
                  <a:lnTo>
                    <a:pt x="7697776" y="3116972"/>
                  </a:lnTo>
                  <a:lnTo>
                    <a:pt x="7702055" y="3116972"/>
                  </a:lnTo>
                  <a:lnTo>
                    <a:pt x="7706334" y="3001657"/>
                  </a:lnTo>
                  <a:lnTo>
                    <a:pt x="7710613" y="2905963"/>
                  </a:lnTo>
                  <a:lnTo>
                    <a:pt x="7714892" y="2890062"/>
                  </a:lnTo>
                  <a:lnTo>
                    <a:pt x="7719171" y="2868972"/>
                  </a:lnTo>
                  <a:lnTo>
                    <a:pt x="7723450" y="2883262"/>
                  </a:lnTo>
                  <a:lnTo>
                    <a:pt x="7727729" y="2939645"/>
                  </a:lnTo>
                  <a:lnTo>
                    <a:pt x="7732008" y="2975656"/>
                  </a:lnTo>
                  <a:lnTo>
                    <a:pt x="7736287" y="2988928"/>
                  </a:lnTo>
                  <a:lnTo>
                    <a:pt x="7740566" y="2970815"/>
                  </a:lnTo>
                  <a:lnTo>
                    <a:pt x="7744845" y="3022257"/>
                  </a:lnTo>
                  <a:lnTo>
                    <a:pt x="7749124" y="3009438"/>
                  </a:lnTo>
                  <a:lnTo>
                    <a:pt x="7753402" y="2942249"/>
                  </a:lnTo>
                  <a:lnTo>
                    <a:pt x="7757681" y="2969919"/>
                  </a:lnTo>
                  <a:lnTo>
                    <a:pt x="7761960" y="3052341"/>
                  </a:lnTo>
                  <a:lnTo>
                    <a:pt x="7766239" y="3086352"/>
                  </a:lnTo>
                  <a:lnTo>
                    <a:pt x="7770518" y="3056003"/>
                  </a:lnTo>
                  <a:lnTo>
                    <a:pt x="7774797" y="3062017"/>
                  </a:lnTo>
                  <a:lnTo>
                    <a:pt x="7779076" y="3097247"/>
                  </a:lnTo>
                  <a:lnTo>
                    <a:pt x="7783355" y="3033578"/>
                  </a:lnTo>
                  <a:lnTo>
                    <a:pt x="7787634" y="3009711"/>
                  </a:lnTo>
                  <a:lnTo>
                    <a:pt x="7791913" y="3009713"/>
                  </a:lnTo>
                  <a:lnTo>
                    <a:pt x="7796192" y="3009714"/>
                  </a:lnTo>
                  <a:lnTo>
                    <a:pt x="7800471" y="3002229"/>
                  </a:lnTo>
                  <a:lnTo>
                    <a:pt x="7804749" y="2988598"/>
                  </a:lnTo>
                  <a:lnTo>
                    <a:pt x="7809028" y="3095231"/>
                  </a:lnTo>
                  <a:lnTo>
                    <a:pt x="7813307" y="3116972"/>
                  </a:lnTo>
                  <a:lnTo>
                    <a:pt x="7813307" y="3116972"/>
                  </a:lnTo>
                  <a:lnTo>
                    <a:pt x="7817586" y="3116972"/>
                  </a:lnTo>
                  <a:lnTo>
                    <a:pt x="7821865" y="3116972"/>
                  </a:lnTo>
                  <a:lnTo>
                    <a:pt x="7826144" y="3069724"/>
                  </a:lnTo>
                  <a:lnTo>
                    <a:pt x="7830423" y="3044527"/>
                  </a:lnTo>
                  <a:lnTo>
                    <a:pt x="7834702" y="2994496"/>
                  </a:lnTo>
                  <a:lnTo>
                    <a:pt x="7838981" y="2973139"/>
                  </a:lnTo>
                  <a:lnTo>
                    <a:pt x="7843260" y="3002938"/>
                  </a:lnTo>
                  <a:lnTo>
                    <a:pt x="7847539" y="3031569"/>
                  </a:lnTo>
                  <a:lnTo>
                    <a:pt x="7851818" y="3096375"/>
                  </a:lnTo>
                  <a:lnTo>
                    <a:pt x="7856097" y="3115381"/>
                  </a:lnTo>
                  <a:lnTo>
                    <a:pt x="7860375" y="3090417"/>
                  </a:lnTo>
                  <a:lnTo>
                    <a:pt x="7864654" y="3065849"/>
                  </a:lnTo>
                  <a:lnTo>
                    <a:pt x="7868933" y="3020026"/>
                  </a:lnTo>
                  <a:lnTo>
                    <a:pt x="7873212" y="3050470"/>
                  </a:lnTo>
                  <a:lnTo>
                    <a:pt x="7877491" y="3042272"/>
                  </a:lnTo>
                  <a:lnTo>
                    <a:pt x="7881770" y="2993199"/>
                  </a:lnTo>
                  <a:lnTo>
                    <a:pt x="7886049" y="2979148"/>
                  </a:lnTo>
                  <a:lnTo>
                    <a:pt x="7890328" y="2982203"/>
                  </a:lnTo>
                  <a:lnTo>
                    <a:pt x="7894607" y="2990956"/>
                  </a:lnTo>
                  <a:lnTo>
                    <a:pt x="7898886" y="2882336"/>
                  </a:lnTo>
                  <a:lnTo>
                    <a:pt x="7903165" y="2886767"/>
                  </a:lnTo>
                  <a:lnTo>
                    <a:pt x="7907444" y="2961281"/>
                  </a:lnTo>
                  <a:lnTo>
                    <a:pt x="7911722" y="2976726"/>
                  </a:lnTo>
                  <a:lnTo>
                    <a:pt x="7916001" y="3015989"/>
                  </a:lnTo>
                  <a:lnTo>
                    <a:pt x="7920280" y="3074659"/>
                  </a:lnTo>
                  <a:lnTo>
                    <a:pt x="7924559" y="3116972"/>
                  </a:lnTo>
                  <a:lnTo>
                    <a:pt x="7924559" y="3116972"/>
                  </a:lnTo>
                  <a:lnTo>
                    <a:pt x="7928838" y="3115080"/>
                  </a:lnTo>
                  <a:lnTo>
                    <a:pt x="7933117" y="3093250"/>
                  </a:lnTo>
                  <a:lnTo>
                    <a:pt x="7937396" y="3116819"/>
                  </a:lnTo>
                  <a:lnTo>
                    <a:pt x="7941675" y="3109224"/>
                  </a:lnTo>
                  <a:lnTo>
                    <a:pt x="7945954" y="3109730"/>
                  </a:lnTo>
                  <a:lnTo>
                    <a:pt x="7950233" y="3116972"/>
                  </a:lnTo>
                  <a:lnTo>
                    <a:pt x="7950233" y="3116972"/>
                  </a:lnTo>
                  <a:lnTo>
                    <a:pt x="7954512" y="3116972"/>
                  </a:lnTo>
                  <a:lnTo>
                    <a:pt x="7958791" y="3116972"/>
                  </a:lnTo>
                  <a:lnTo>
                    <a:pt x="7963070" y="3116972"/>
                  </a:lnTo>
                  <a:lnTo>
                    <a:pt x="7967348" y="3110744"/>
                  </a:lnTo>
                  <a:lnTo>
                    <a:pt x="7971627" y="3079888"/>
                  </a:lnTo>
                  <a:lnTo>
                    <a:pt x="7975906" y="3056284"/>
                  </a:lnTo>
                  <a:lnTo>
                    <a:pt x="7980185" y="3017711"/>
                  </a:lnTo>
                  <a:lnTo>
                    <a:pt x="7984464" y="3005974"/>
                  </a:lnTo>
                  <a:lnTo>
                    <a:pt x="7988743" y="3056915"/>
                  </a:lnTo>
                  <a:lnTo>
                    <a:pt x="7993022" y="3076282"/>
                  </a:lnTo>
                  <a:lnTo>
                    <a:pt x="7997301" y="3094296"/>
                  </a:lnTo>
                  <a:lnTo>
                    <a:pt x="8001580" y="3116972"/>
                  </a:lnTo>
                  <a:lnTo>
                    <a:pt x="8001580" y="3116972"/>
                  </a:lnTo>
                  <a:lnTo>
                    <a:pt x="8005859" y="3116972"/>
                  </a:lnTo>
                  <a:lnTo>
                    <a:pt x="8010138" y="3116972"/>
                  </a:lnTo>
                  <a:lnTo>
                    <a:pt x="8014417" y="3116972"/>
                  </a:lnTo>
                  <a:lnTo>
                    <a:pt x="8018695" y="3116972"/>
                  </a:lnTo>
                  <a:lnTo>
                    <a:pt x="8022974" y="3116972"/>
                  </a:lnTo>
                  <a:lnTo>
                    <a:pt x="8027253" y="3071387"/>
                  </a:lnTo>
                  <a:lnTo>
                    <a:pt x="8031532" y="3049035"/>
                  </a:lnTo>
                  <a:lnTo>
                    <a:pt x="8035811" y="3035411"/>
                  </a:lnTo>
                  <a:lnTo>
                    <a:pt x="8040090" y="2955061"/>
                  </a:lnTo>
                  <a:lnTo>
                    <a:pt x="8044369" y="2956635"/>
                  </a:lnTo>
                  <a:lnTo>
                    <a:pt x="8048648" y="2997852"/>
                  </a:lnTo>
                  <a:lnTo>
                    <a:pt x="8052927" y="2976920"/>
                  </a:lnTo>
                  <a:lnTo>
                    <a:pt x="8057206" y="2972101"/>
                  </a:lnTo>
                  <a:lnTo>
                    <a:pt x="8061485" y="2987497"/>
                  </a:lnTo>
                  <a:lnTo>
                    <a:pt x="8065764" y="2976969"/>
                  </a:lnTo>
                  <a:lnTo>
                    <a:pt x="8070043" y="2906788"/>
                  </a:lnTo>
                  <a:lnTo>
                    <a:pt x="8074321" y="2889736"/>
                  </a:lnTo>
                  <a:lnTo>
                    <a:pt x="8078600" y="2924086"/>
                  </a:lnTo>
                  <a:lnTo>
                    <a:pt x="8082879" y="2963945"/>
                  </a:lnTo>
                  <a:lnTo>
                    <a:pt x="8087158" y="2970388"/>
                  </a:lnTo>
                  <a:lnTo>
                    <a:pt x="8091437" y="3006250"/>
                  </a:lnTo>
                  <a:lnTo>
                    <a:pt x="8095716" y="3052871"/>
                  </a:lnTo>
                  <a:lnTo>
                    <a:pt x="8099995" y="3020117"/>
                  </a:lnTo>
                  <a:lnTo>
                    <a:pt x="8104274" y="3027865"/>
                  </a:lnTo>
                  <a:lnTo>
                    <a:pt x="8108553" y="3069993"/>
                  </a:lnTo>
                  <a:lnTo>
                    <a:pt x="8112832" y="3069993"/>
                  </a:lnTo>
                  <a:lnTo>
                    <a:pt x="8117111" y="3069993"/>
                  </a:lnTo>
                  <a:lnTo>
                    <a:pt x="8121390" y="3069993"/>
                  </a:lnTo>
                  <a:lnTo>
                    <a:pt x="8125668" y="3116361"/>
                  </a:lnTo>
                  <a:lnTo>
                    <a:pt x="8129947" y="3108613"/>
                  </a:lnTo>
                  <a:lnTo>
                    <a:pt x="8134226" y="3066485"/>
                  </a:lnTo>
                  <a:lnTo>
                    <a:pt x="8138505" y="3051315"/>
                  </a:lnTo>
                  <a:lnTo>
                    <a:pt x="8142784" y="3038150"/>
                  </a:lnTo>
                  <a:lnTo>
                    <a:pt x="8147063" y="3018446"/>
                  </a:lnTo>
                  <a:lnTo>
                    <a:pt x="8151342" y="2936903"/>
                  </a:lnTo>
                  <a:lnTo>
                    <a:pt x="8155621" y="2900394"/>
                  </a:lnTo>
                  <a:lnTo>
                    <a:pt x="8159900" y="2929532"/>
                  </a:lnTo>
                  <a:lnTo>
                    <a:pt x="8164179" y="2958857"/>
                  </a:lnTo>
                  <a:lnTo>
                    <a:pt x="8168458" y="2986568"/>
                  </a:lnTo>
                  <a:lnTo>
                    <a:pt x="8172737" y="2984716"/>
                  </a:lnTo>
                  <a:lnTo>
                    <a:pt x="8177016" y="3057492"/>
                  </a:lnTo>
                  <a:lnTo>
                    <a:pt x="8181294" y="3116972"/>
                  </a:lnTo>
                  <a:lnTo>
                    <a:pt x="8181294" y="3116972"/>
                  </a:lnTo>
                  <a:lnTo>
                    <a:pt x="8185573" y="3092245"/>
                  </a:lnTo>
                  <a:lnTo>
                    <a:pt x="8189852" y="3051037"/>
                  </a:lnTo>
                  <a:lnTo>
                    <a:pt x="8194131" y="3042318"/>
                  </a:lnTo>
                  <a:lnTo>
                    <a:pt x="8198410" y="3063875"/>
                  </a:lnTo>
                  <a:lnTo>
                    <a:pt x="8202689" y="3096726"/>
                  </a:lnTo>
                  <a:lnTo>
                    <a:pt x="8206968" y="3082856"/>
                  </a:lnTo>
                  <a:lnTo>
                    <a:pt x="8211247" y="3083780"/>
                  </a:lnTo>
                  <a:lnTo>
                    <a:pt x="8215526" y="3116972"/>
                  </a:lnTo>
                  <a:lnTo>
                    <a:pt x="8215526" y="3116972"/>
                  </a:lnTo>
                  <a:lnTo>
                    <a:pt x="8219805" y="3116972"/>
                  </a:lnTo>
                  <a:lnTo>
                    <a:pt x="8224084" y="3116972"/>
                  </a:lnTo>
                  <a:lnTo>
                    <a:pt x="8228363" y="3116972"/>
                  </a:lnTo>
                  <a:lnTo>
                    <a:pt x="8232641" y="3116972"/>
                  </a:lnTo>
                  <a:lnTo>
                    <a:pt x="8236920" y="3116972"/>
                  </a:lnTo>
                  <a:lnTo>
                    <a:pt x="8241199" y="3085626"/>
                  </a:lnTo>
                  <a:lnTo>
                    <a:pt x="8245478" y="3024765"/>
                  </a:lnTo>
                  <a:lnTo>
                    <a:pt x="8249757" y="2994963"/>
                  </a:lnTo>
                  <a:lnTo>
                    <a:pt x="8254036" y="2963859"/>
                  </a:lnTo>
                  <a:lnTo>
                    <a:pt x="8258315" y="2948904"/>
                  </a:lnTo>
                  <a:lnTo>
                    <a:pt x="8262594" y="3000809"/>
                  </a:lnTo>
                  <a:lnTo>
                    <a:pt x="8266873" y="3001964"/>
                  </a:lnTo>
                  <a:lnTo>
                    <a:pt x="8271152" y="2997109"/>
                  </a:lnTo>
                  <a:lnTo>
                    <a:pt x="8275431" y="3037706"/>
                  </a:lnTo>
                  <a:lnTo>
                    <a:pt x="8279710" y="3116972"/>
                  </a:lnTo>
                  <a:lnTo>
                    <a:pt x="8279710" y="3116972"/>
                  </a:lnTo>
                  <a:lnTo>
                    <a:pt x="8283989" y="3116972"/>
                  </a:lnTo>
                  <a:lnTo>
                    <a:pt x="8288267" y="3116972"/>
                  </a:lnTo>
                  <a:lnTo>
                    <a:pt x="8292546" y="3075022"/>
                  </a:lnTo>
                  <a:lnTo>
                    <a:pt x="8296825" y="3041794"/>
                  </a:lnTo>
                  <a:lnTo>
                    <a:pt x="8301104" y="3023141"/>
                  </a:lnTo>
                  <a:lnTo>
                    <a:pt x="8305383" y="2922908"/>
                  </a:lnTo>
                  <a:lnTo>
                    <a:pt x="8309662" y="2869026"/>
                  </a:lnTo>
                  <a:lnTo>
                    <a:pt x="8313941" y="2856960"/>
                  </a:lnTo>
                  <a:lnTo>
                    <a:pt x="8318220" y="2901558"/>
                  </a:lnTo>
                  <a:lnTo>
                    <a:pt x="8322499" y="2912732"/>
                  </a:lnTo>
                  <a:lnTo>
                    <a:pt x="8326778" y="2921594"/>
                  </a:lnTo>
                  <a:lnTo>
                    <a:pt x="8331057" y="2984787"/>
                  </a:lnTo>
                  <a:lnTo>
                    <a:pt x="8335336" y="3055345"/>
                  </a:lnTo>
                  <a:lnTo>
                    <a:pt x="8339614" y="3108784"/>
                  </a:lnTo>
                  <a:lnTo>
                    <a:pt x="8343893" y="3116972"/>
                  </a:lnTo>
                  <a:lnTo>
                    <a:pt x="8343893" y="3116972"/>
                  </a:lnTo>
                  <a:lnTo>
                    <a:pt x="8348172" y="3116972"/>
                  </a:lnTo>
                  <a:lnTo>
                    <a:pt x="8352451" y="3116972"/>
                  </a:lnTo>
                  <a:lnTo>
                    <a:pt x="8356730" y="3116972"/>
                  </a:lnTo>
                  <a:lnTo>
                    <a:pt x="8361009" y="3116972"/>
                  </a:lnTo>
                  <a:lnTo>
                    <a:pt x="8365288" y="3116972"/>
                  </a:lnTo>
                  <a:lnTo>
                    <a:pt x="8369567" y="3116972"/>
                  </a:lnTo>
                  <a:lnTo>
                    <a:pt x="8373846" y="3116972"/>
                  </a:lnTo>
                  <a:lnTo>
                    <a:pt x="8378125" y="3116972"/>
                  </a:lnTo>
                  <a:lnTo>
                    <a:pt x="8382404" y="3045271"/>
                  </a:lnTo>
                  <a:lnTo>
                    <a:pt x="8386683" y="3033745"/>
                  </a:lnTo>
                  <a:lnTo>
                    <a:pt x="8390962" y="3025823"/>
                  </a:lnTo>
                  <a:lnTo>
                    <a:pt x="8395240" y="3047120"/>
                  </a:lnTo>
                  <a:lnTo>
                    <a:pt x="8399519" y="3067362"/>
                  </a:lnTo>
                  <a:lnTo>
                    <a:pt x="8403798" y="3094394"/>
                  </a:lnTo>
                  <a:lnTo>
                    <a:pt x="8408077" y="3116972"/>
                  </a:lnTo>
                  <a:lnTo>
                    <a:pt x="8408077" y="3116972"/>
                  </a:lnTo>
                  <a:lnTo>
                    <a:pt x="8412356" y="3116972"/>
                  </a:lnTo>
                  <a:lnTo>
                    <a:pt x="8416635" y="3089266"/>
                  </a:lnTo>
                  <a:lnTo>
                    <a:pt x="8420914" y="2975730"/>
                  </a:lnTo>
                  <a:lnTo>
                    <a:pt x="8425193" y="2913409"/>
                  </a:lnTo>
                  <a:lnTo>
                    <a:pt x="8429472" y="2939554"/>
                  </a:lnTo>
                  <a:lnTo>
                    <a:pt x="8433751" y="3035865"/>
                  </a:lnTo>
                  <a:lnTo>
                    <a:pt x="8438030" y="3108591"/>
                  </a:lnTo>
                  <a:lnTo>
                    <a:pt x="8442309" y="3114464"/>
                  </a:lnTo>
                  <a:lnTo>
                    <a:pt x="8446587" y="3116972"/>
                  </a:lnTo>
                  <a:lnTo>
                    <a:pt x="8450866" y="3112942"/>
                  </a:lnTo>
                  <a:lnTo>
                    <a:pt x="8455145" y="3026133"/>
                  </a:lnTo>
                  <a:lnTo>
                    <a:pt x="8459424" y="2913394"/>
                  </a:lnTo>
                  <a:lnTo>
                    <a:pt x="8463703" y="2840669"/>
                  </a:lnTo>
                  <a:lnTo>
                    <a:pt x="8467982" y="2866110"/>
                  </a:lnTo>
                  <a:lnTo>
                    <a:pt x="8472261" y="2916958"/>
                  </a:lnTo>
                  <a:lnTo>
                    <a:pt x="8476540" y="2956942"/>
                  </a:lnTo>
                  <a:lnTo>
                    <a:pt x="8480819" y="2995792"/>
                  </a:lnTo>
                  <a:lnTo>
                    <a:pt x="8485098" y="3022303"/>
                  </a:lnTo>
                  <a:lnTo>
                    <a:pt x="8489377" y="3033633"/>
                  </a:lnTo>
                  <a:lnTo>
                    <a:pt x="8493656" y="3033634"/>
                  </a:lnTo>
                  <a:lnTo>
                    <a:pt x="8497935" y="3038272"/>
                  </a:lnTo>
                  <a:lnTo>
                    <a:pt x="8502213" y="3066085"/>
                  </a:lnTo>
                  <a:lnTo>
                    <a:pt x="8506492" y="3115247"/>
                  </a:lnTo>
                  <a:lnTo>
                    <a:pt x="8510771" y="3090834"/>
                  </a:lnTo>
                  <a:lnTo>
                    <a:pt x="8515050" y="3009582"/>
                  </a:lnTo>
                  <a:lnTo>
                    <a:pt x="8519329" y="2996983"/>
                  </a:lnTo>
                  <a:lnTo>
                    <a:pt x="8523608" y="3026322"/>
                  </a:lnTo>
                  <a:lnTo>
                    <a:pt x="8527887" y="3048885"/>
                  </a:lnTo>
                  <a:lnTo>
                    <a:pt x="8532166" y="3009386"/>
                  </a:lnTo>
                  <a:lnTo>
                    <a:pt x="8536445" y="3004148"/>
                  </a:lnTo>
                  <a:lnTo>
                    <a:pt x="8540724" y="3085078"/>
                  </a:lnTo>
                  <a:lnTo>
                    <a:pt x="8545003" y="3085174"/>
                  </a:lnTo>
                  <a:lnTo>
                    <a:pt x="8549282" y="3055838"/>
                  </a:lnTo>
                  <a:lnTo>
                    <a:pt x="8553560" y="3033275"/>
                  </a:lnTo>
                  <a:lnTo>
                    <a:pt x="8553560" y="30332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9282" y="0"/>
                  </a:lnTo>
                  <a:lnTo>
                    <a:pt x="8545003" y="0"/>
                  </a:lnTo>
                  <a:lnTo>
                    <a:pt x="8540724" y="0"/>
                  </a:lnTo>
                  <a:lnTo>
                    <a:pt x="8536445" y="0"/>
                  </a:lnTo>
                  <a:lnTo>
                    <a:pt x="8532166" y="0"/>
                  </a:lnTo>
                  <a:lnTo>
                    <a:pt x="8527887" y="0"/>
                  </a:lnTo>
                  <a:lnTo>
                    <a:pt x="8523608" y="0"/>
                  </a:lnTo>
                  <a:lnTo>
                    <a:pt x="8519329" y="0"/>
                  </a:lnTo>
                  <a:lnTo>
                    <a:pt x="8515050" y="0"/>
                  </a:lnTo>
                  <a:lnTo>
                    <a:pt x="8510771" y="0"/>
                  </a:lnTo>
                  <a:lnTo>
                    <a:pt x="8506492" y="0"/>
                  </a:lnTo>
                  <a:lnTo>
                    <a:pt x="8502213" y="0"/>
                  </a:lnTo>
                  <a:lnTo>
                    <a:pt x="8497935" y="0"/>
                  </a:lnTo>
                  <a:lnTo>
                    <a:pt x="8493656" y="0"/>
                  </a:lnTo>
                  <a:lnTo>
                    <a:pt x="8489377" y="0"/>
                  </a:lnTo>
                  <a:lnTo>
                    <a:pt x="8485098" y="0"/>
                  </a:lnTo>
                  <a:lnTo>
                    <a:pt x="8480819" y="0"/>
                  </a:lnTo>
                  <a:lnTo>
                    <a:pt x="8476540" y="0"/>
                  </a:lnTo>
                  <a:lnTo>
                    <a:pt x="8472261" y="0"/>
                  </a:lnTo>
                  <a:lnTo>
                    <a:pt x="8467982" y="0"/>
                  </a:lnTo>
                  <a:lnTo>
                    <a:pt x="8463703" y="0"/>
                  </a:lnTo>
                  <a:lnTo>
                    <a:pt x="8459424" y="0"/>
                  </a:lnTo>
                  <a:lnTo>
                    <a:pt x="8455145" y="0"/>
                  </a:lnTo>
                  <a:lnTo>
                    <a:pt x="8450866" y="0"/>
                  </a:lnTo>
                  <a:lnTo>
                    <a:pt x="8446587" y="0"/>
                  </a:lnTo>
                  <a:lnTo>
                    <a:pt x="8442309" y="0"/>
                  </a:lnTo>
                  <a:lnTo>
                    <a:pt x="8438030" y="0"/>
                  </a:lnTo>
                  <a:lnTo>
                    <a:pt x="8433751" y="0"/>
                  </a:lnTo>
                  <a:lnTo>
                    <a:pt x="8429472" y="0"/>
                  </a:lnTo>
                  <a:lnTo>
                    <a:pt x="8425193" y="0"/>
                  </a:lnTo>
                  <a:lnTo>
                    <a:pt x="8420914" y="0"/>
                  </a:lnTo>
                  <a:lnTo>
                    <a:pt x="8416635" y="0"/>
                  </a:lnTo>
                  <a:lnTo>
                    <a:pt x="8412356" y="0"/>
                  </a:lnTo>
                  <a:lnTo>
                    <a:pt x="8408077" y="0"/>
                  </a:lnTo>
                  <a:lnTo>
                    <a:pt x="8403798" y="0"/>
                  </a:lnTo>
                  <a:lnTo>
                    <a:pt x="8399519" y="0"/>
                  </a:lnTo>
                  <a:lnTo>
                    <a:pt x="8395240" y="0"/>
                  </a:lnTo>
                  <a:lnTo>
                    <a:pt x="8390962" y="0"/>
                  </a:lnTo>
                  <a:lnTo>
                    <a:pt x="8386683" y="0"/>
                  </a:lnTo>
                  <a:lnTo>
                    <a:pt x="8382404" y="0"/>
                  </a:lnTo>
                  <a:lnTo>
                    <a:pt x="8378125" y="0"/>
                  </a:lnTo>
                  <a:lnTo>
                    <a:pt x="8373846" y="0"/>
                  </a:lnTo>
                  <a:lnTo>
                    <a:pt x="8369567" y="0"/>
                  </a:lnTo>
                  <a:lnTo>
                    <a:pt x="8365288" y="0"/>
                  </a:lnTo>
                  <a:lnTo>
                    <a:pt x="8361009" y="0"/>
                  </a:lnTo>
                  <a:lnTo>
                    <a:pt x="8356730" y="0"/>
                  </a:lnTo>
                  <a:lnTo>
                    <a:pt x="8352451" y="0"/>
                  </a:lnTo>
                  <a:lnTo>
                    <a:pt x="8348172" y="0"/>
                  </a:lnTo>
                  <a:lnTo>
                    <a:pt x="8343893" y="0"/>
                  </a:lnTo>
                  <a:lnTo>
                    <a:pt x="8339614" y="0"/>
                  </a:lnTo>
                  <a:lnTo>
                    <a:pt x="8335336" y="0"/>
                  </a:lnTo>
                  <a:lnTo>
                    <a:pt x="8331057" y="0"/>
                  </a:lnTo>
                  <a:lnTo>
                    <a:pt x="8326778" y="0"/>
                  </a:lnTo>
                  <a:lnTo>
                    <a:pt x="8322499" y="0"/>
                  </a:lnTo>
                  <a:lnTo>
                    <a:pt x="8318220" y="0"/>
                  </a:lnTo>
                  <a:lnTo>
                    <a:pt x="8313941" y="0"/>
                  </a:lnTo>
                  <a:lnTo>
                    <a:pt x="8309662" y="0"/>
                  </a:lnTo>
                  <a:lnTo>
                    <a:pt x="8305383" y="0"/>
                  </a:lnTo>
                  <a:lnTo>
                    <a:pt x="8301104" y="0"/>
                  </a:lnTo>
                  <a:lnTo>
                    <a:pt x="8296825" y="0"/>
                  </a:lnTo>
                  <a:lnTo>
                    <a:pt x="8292546" y="0"/>
                  </a:lnTo>
                  <a:lnTo>
                    <a:pt x="8288267" y="0"/>
                  </a:lnTo>
                  <a:lnTo>
                    <a:pt x="8283989" y="0"/>
                  </a:lnTo>
                  <a:lnTo>
                    <a:pt x="8279710" y="0"/>
                  </a:lnTo>
                  <a:lnTo>
                    <a:pt x="8275431" y="0"/>
                  </a:lnTo>
                  <a:lnTo>
                    <a:pt x="8271152" y="0"/>
                  </a:lnTo>
                  <a:lnTo>
                    <a:pt x="8266873" y="0"/>
                  </a:lnTo>
                  <a:lnTo>
                    <a:pt x="8262594" y="0"/>
                  </a:lnTo>
                  <a:lnTo>
                    <a:pt x="8258315" y="0"/>
                  </a:lnTo>
                  <a:lnTo>
                    <a:pt x="8254036" y="0"/>
                  </a:lnTo>
                  <a:lnTo>
                    <a:pt x="8249757" y="0"/>
                  </a:lnTo>
                  <a:lnTo>
                    <a:pt x="8245478" y="0"/>
                  </a:lnTo>
                  <a:lnTo>
                    <a:pt x="8241199" y="0"/>
                  </a:lnTo>
                  <a:lnTo>
                    <a:pt x="8236920" y="0"/>
                  </a:lnTo>
                  <a:lnTo>
                    <a:pt x="8232641" y="0"/>
                  </a:lnTo>
                  <a:lnTo>
                    <a:pt x="8228363" y="0"/>
                  </a:lnTo>
                  <a:lnTo>
                    <a:pt x="8224084" y="0"/>
                  </a:lnTo>
                  <a:lnTo>
                    <a:pt x="8219805" y="0"/>
                  </a:lnTo>
                  <a:lnTo>
                    <a:pt x="8215526" y="0"/>
                  </a:lnTo>
                  <a:lnTo>
                    <a:pt x="8211247" y="0"/>
                  </a:lnTo>
                  <a:lnTo>
                    <a:pt x="8206968" y="0"/>
                  </a:lnTo>
                  <a:lnTo>
                    <a:pt x="8202689" y="0"/>
                  </a:lnTo>
                  <a:lnTo>
                    <a:pt x="8198410" y="0"/>
                  </a:lnTo>
                  <a:lnTo>
                    <a:pt x="8194131" y="0"/>
                  </a:lnTo>
                  <a:lnTo>
                    <a:pt x="8189852" y="0"/>
                  </a:lnTo>
                  <a:lnTo>
                    <a:pt x="8185573" y="0"/>
                  </a:lnTo>
                  <a:lnTo>
                    <a:pt x="8181294" y="0"/>
                  </a:lnTo>
                  <a:lnTo>
                    <a:pt x="8177016" y="0"/>
                  </a:lnTo>
                  <a:lnTo>
                    <a:pt x="8172737" y="0"/>
                  </a:lnTo>
                  <a:lnTo>
                    <a:pt x="8168458" y="0"/>
                  </a:lnTo>
                  <a:lnTo>
                    <a:pt x="8164179" y="0"/>
                  </a:lnTo>
                  <a:lnTo>
                    <a:pt x="8159900" y="0"/>
                  </a:lnTo>
                  <a:lnTo>
                    <a:pt x="8155621" y="0"/>
                  </a:lnTo>
                  <a:lnTo>
                    <a:pt x="8151342" y="0"/>
                  </a:lnTo>
                  <a:lnTo>
                    <a:pt x="8147063" y="0"/>
                  </a:lnTo>
                  <a:lnTo>
                    <a:pt x="8142784" y="0"/>
                  </a:lnTo>
                  <a:lnTo>
                    <a:pt x="8138505" y="0"/>
                  </a:lnTo>
                  <a:lnTo>
                    <a:pt x="8134226" y="0"/>
                  </a:lnTo>
                  <a:lnTo>
                    <a:pt x="8129947" y="0"/>
                  </a:lnTo>
                  <a:lnTo>
                    <a:pt x="8125668" y="0"/>
                  </a:lnTo>
                  <a:lnTo>
                    <a:pt x="8121390" y="0"/>
                  </a:lnTo>
                  <a:lnTo>
                    <a:pt x="8117111" y="0"/>
                  </a:lnTo>
                  <a:lnTo>
                    <a:pt x="8112832" y="0"/>
                  </a:lnTo>
                  <a:lnTo>
                    <a:pt x="8108553" y="0"/>
                  </a:lnTo>
                  <a:lnTo>
                    <a:pt x="8104274" y="0"/>
                  </a:lnTo>
                  <a:lnTo>
                    <a:pt x="8099995" y="0"/>
                  </a:lnTo>
                  <a:lnTo>
                    <a:pt x="8095716" y="0"/>
                  </a:lnTo>
                  <a:lnTo>
                    <a:pt x="8091437" y="0"/>
                  </a:lnTo>
                  <a:lnTo>
                    <a:pt x="8087158" y="0"/>
                  </a:lnTo>
                  <a:lnTo>
                    <a:pt x="8082879" y="0"/>
                  </a:lnTo>
                  <a:lnTo>
                    <a:pt x="8078600" y="0"/>
                  </a:lnTo>
                  <a:lnTo>
                    <a:pt x="8074321" y="0"/>
                  </a:lnTo>
                  <a:lnTo>
                    <a:pt x="8070043" y="0"/>
                  </a:lnTo>
                  <a:lnTo>
                    <a:pt x="8065764" y="0"/>
                  </a:lnTo>
                  <a:lnTo>
                    <a:pt x="8061485" y="0"/>
                  </a:lnTo>
                  <a:lnTo>
                    <a:pt x="8057206" y="0"/>
                  </a:lnTo>
                  <a:lnTo>
                    <a:pt x="8052927" y="0"/>
                  </a:lnTo>
                  <a:lnTo>
                    <a:pt x="8048648" y="0"/>
                  </a:lnTo>
                  <a:lnTo>
                    <a:pt x="8044369" y="0"/>
                  </a:lnTo>
                  <a:lnTo>
                    <a:pt x="8040090" y="0"/>
                  </a:lnTo>
                  <a:lnTo>
                    <a:pt x="8035811" y="0"/>
                  </a:lnTo>
                  <a:lnTo>
                    <a:pt x="8031532" y="0"/>
                  </a:lnTo>
                  <a:lnTo>
                    <a:pt x="8027253" y="0"/>
                  </a:lnTo>
                  <a:lnTo>
                    <a:pt x="8022974" y="0"/>
                  </a:lnTo>
                  <a:lnTo>
                    <a:pt x="8018695" y="0"/>
                  </a:lnTo>
                  <a:lnTo>
                    <a:pt x="8014417" y="0"/>
                  </a:lnTo>
                  <a:lnTo>
                    <a:pt x="8010138" y="0"/>
                  </a:lnTo>
                  <a:lnTo>
                    <a:pt x="8005859" y="0"/>
                  </a:lnTo>
                  <a:lnTo>
                    <a:pt x="8001580" y="0"/>
                  </a:lnTo>
                  <a:lnTo>
                    <a:pt x="7997301" y="0"/>
                  </a:lnTo>
                  <a:lnTo>
                    <a:pt x="7993022" y="0"/>
                  </a:lnTo>
                  <a:lnTo>
                    <a:pt x="7988743" y="0"/>
                  </a:lnTo>
                  <a:lnTo>
                    <a:pt x="7984464" y="0"/>
                  </a:lnTo>
                  <a:lnTo>
                    <a:pt x="7980185" y="0"/>
                  </a:lnTo>
                  <a:lnTo>
                    <a:pt x="7975906" y="0"/>
                  </a:lnTo>
                  <a:lnTo>
                    <a:pt x="7971627" y="0"/>
                  </a:lnTo>
                  <a:lnTo>
                    <a:pt x="7967348" y="0"/>
                  </a:lnTo>
                  <a:lnTo>
                    <a:pt x="7963070" y="0"/>
                  </a:lnTo>
                  <a:lnTo>
                    <a:pt x="7958791" y="0"/>
                  </a:lnTo>
                  <a:lnTo>
                    <a:pt x="7954512" y="0"/>
                  </a:lnTo>
                  <a:lnTo>
                    <a:pt x="7950233" y="0"/>
                  </a:lnTo>
                  <a:lnTo>
                    <a:pt x="7945954" y="0"/>
                  </a:lnTo>
                  <a:lnTo>
                    <a:pt x="7941675" y="0"/>
                  </a:lnTo>
                  <a:lnTo>
                    <a:pt x="7937396" y="0"/>
                  </a:lnTo>
                  <a:lnTo>
                    <a:pt x="7933117" y="0"/>
                  </a:lnTo>
                  <a:lnTo>
                    <a:pt x="7928838" y="0"/>
                  </a:lnTo>
                  <a:lnTo>
                    <a:pt x="7924559" y="0"/>
                  </a:lnTo>
                  <a:lnTo>
                    <a:pt x="7920280" y="0"/>
                  </a:lnTo>
                  <a:lnTo>
                    <a:pt x="7916001" y="0"/>
                  </a:lnTo>
                  <a:lnTo>
                    <a:pt x="7911722" y="0"/>
                  </a:lnTo>
                  <a:lnTo>
                    <a:pt x="7907444" y="0"/>
                  </a:lnTo>
                  <a:lnTo>
                    <a:pt x="7903165" y="0"/>
                  </a:lnTo>
                  <a:lnTo>
                    <a:pt x="7898886" y="0"/>
                  </a:lnTo>
                  <a:lnTo>
                    <a:pt x="7894607" y="0"/>
                  </a:lnTo>
                  <a:lnTo>
                    <a:pt x="7890328" y="0"/>
                  </a:lnTo>
                  <a:lnTo>
                    <a:pt x="7886049" y="0"/>
                  </a:lnTo>
                  <a:lnTo>
                    <a:pt x="7881770" y="0"/>
                  </a:lnTo>
                  <a:lnTo>
                    <a:pt x="7877491" y="0"/>
                  </a:lnTo>
                  <a:lnTo>
                    <a:pt x="7873212" y="0"/>
                  </a:lnTo>
                  <a:lnTo>
                    <a:pt x="7868933" y="0"/>
                  </a:lnTo>
                  <a:lnTo>
                    <a:pt x="7864654" y="0"/>
                  </a:lnTo>
                  <a:lnTo>
                    <a:pt x="7860375" y="0"/>
                  </a:lnTo>
                  <a:lnTo>
                    <a:pt x="7856097" y="0"/>
                  </a:lnTo>
                  <a:lnTo>
                    <a:pt x="7851818" y="0"/>
                  </a:lnTo>
                  <a:lnTo>
                    <a:pt x="7847539" y="0"/>
                  </a:lnTo>
                  <a:lnTo>
                    <a:pt x="7843260" y="0"/>
                  </a:lnTo>
                  <a:lnTo>
                    <a:pt x="7838981" y="0"/>
                  </a:lnTo>
                  <a:lnTo>
                    <a:pt x="7834702" y="0"/>
                  </a:lnTo>
                  <a:lnTo>
                    <a:pt x="7830423" y="0"/>
                  </a:lnTo>
                  <a:lnTo>
                    <a:pt x="7826144" y="0"/>
                  </a:lnTo>
                  <a:lnTo>
                    <a:pt x="7821865" y="0"/>
                  </a:lnTo>
                  <a:lnTo>
                    <a:pt x="7817586" y="0"/>
                  </a:lnTo>
                  <a:lnTo>
                    <a:pt x="7813307" y="0"/>
                  </a:lnTo>
                  <a:lnTo>
                    <a:pt x="7809028" y="0"/>
                  </a:lnTo>
                  <a:lnTo>
                    <a:pt x="7804749" y="0"/>
                  </a:lnTo>
                  <a:lnTo>
                    <a:pt x="7800471" y="0"/>
                  </a:lnTo>
                  <a:lnTo>
                    <a:pt x="7796192" y="0"/>
                  </a:lnTo>
                  <a:lnTo>
                    <a:pt x="7791913" y="0"/>
                  </a:lnTo>
                  <a:lnTo>
                    <a:pt x="7787634" y="0"/>
                  </a:lnTo>
                  <a:lnTo>
                    <a:pt x="7783355" y="0"/>
                  </a:lnTo>
                  <a:lnTo>
                    <a:pt x="7779076" y="0"/>
                  </a:lnTo>
                  <a:lnTo>
                    <a:pt x="7774797" y="0"/>
                  </a:lnTo>
                  <a:lnTo>
                    <a:pt x="7770518" y="0"/>
                  </a:lnTo>
                  <a:lnTo>
                    <a:pt x="7766239" y="0"/>
                  </a:lnTo>
                  <a:lnTo>
                    <a:pt x="7761960" y="0"/>
                  </a:lnTo>
                  <a:lnTo>
                    <a:pt x="7757681" y="0"/>
                  </a:lnTo>
                  <a:lnTo>
                    <a:pt x="7753402" y="0"/>
                  </a:lnTo>
                  <a:lnTo>
                    <a:pt x="7749124" y="0"/>
                  </a:lnTo>
                  <a:lnTo>
                    <a:pt x="7744845" y="0"/>
                  </a:lnTo>
                  <a:lnTo>
                    <a:pt x="7740566" y="0"/>
                  </a:lnTo>
                  <a:lnTo>
                    <a:pt x="7736287" y="0"/>
                  </a:lnTo>
                  <a:lnTo>
                    <a:pt x="7732008" y="0"/>
                  </a:lnTo>
                  <a:lnTo>
                    <a:pt x="7727729" y="0"/>
                  </a:lnTo>
                  <a:lnTo>
                    <a:pt x="7723450" y="0"/>
                  </a:lnTo>
                  <a:lnTo>
                    <a:pt x="7719171" y="0"/>
                  </a:lnTo>
                  <a:lnTo>
                    <a:pt x="7714892" y="0"/>
                  </a:lnTo>
                  <a:lnTo>
                    <a:pt x="7710613" y="0"/>
                  </a:lnTo>
                  <a:lnTo>
                    <a:pt x="7706334" y="0"/>
                  </a:lnTo>
                  <a:lnTo>
                    <a:pt x="7702055" y="0"/>
                  </a:lnTo>
                  <a:lnTo>
                    <a:pt x="7697776" y="0"/>
                  </a:lnTo>
                  <a:lnTo>
                    <a:pt x="7693498" y="0"/>
                  </a:lnTo>
                  <a:lnTo>
                    <a:pt x="7689219" y="0"/>
                  </a:lnTo>
                  <a:lnTo>
                    <a:pt x="7684940" y="0"/>
                  </a:lnTo>
                  <a:lnTo>
                    <a:pt x="7680661" y="0"/>
                  </a:lnTo>
                  <a:lnTo>
                    <a:pt x="7676382" y="0"/>
                  </a:lnTo>
                  <a:lnTo>
                    <a:pt x="7672103" y="0"/>
                  </a:lnTo>
                  <a:lnTo>
                    <a:pt x="7667824" y="0"/>
                  </a:lnTo>
                  <a:lnTo>
                    <a:pt x="7663545" y="0"/>
                  </a:lnTo>
                  <a:lnTo>
                    <a:pt x="7659266" y="0"/>
                  </a:lnTo>
                  <a:lnTo>
                    <a:pt x="7654987" y="0"/>
                  </a:lnTo>
                  <a:lnTo>
                    <a:pt x="7650708" y="0"/>
                  </a:lnTo>
                  <a:lnTo>
                    <a:pt x="7646429" y="0"/>
                  </a:lnTo>
                  <a:lnTo>
                    <a:pt x="7642151" y="0"/>
                  </a:lnTo>
                  <a:lnTo>
                    <a:pt x="7637872" y="0"/>
                  </a:lnTo>
                  <a:lnTo>
                    <a:pt x="7633593" y="0"/>
                  </a:lnTo>
                  <a:lnTo>
                    <a:pt x="7629314" y="0"/>
                  </a:lnTo>
                  <a:lnTo>
                    <a:pt x="7625035" y="0"/>
                  </a:lnTo>
                  <a:lnTo>
                    <a:pt x="7620756" y="0"/>
                  </a:lnTo>
                  <a:lnTo>
                    <a:pt x="7616477" y="0"/>
                  </a:lnTo>
                  <a:lnTo>
                    <a:pt x="7612198" y="0"/>
                  </a:lnTo>
                  <a:lnTo>
                    <a:pt x="7607919" y="0"/>
                  </a:lnTo>
                  <a:lnTo>
                    <a:pt x="7603640" y="0"/>
                  </a:lnTo>
                  <a:lnTo>
                    <a:pt x="7599361" y="0"/>
                  </a:lnTo>
                  <a:lnTo>
                    <a:pt x="7595082" y="0"/>
                  </a:lnTo>
                  <a:lnTo>
                    <a:pt x="7590803" y="0"/>
                  </a:lnTo>
                  <a:lnTo>
                    <a:pt x="7586525" y="0"/>
                  </a:lnTo>
                  <a:lnTo>
                    <a:pt x="7582246" y="0"/>
                  </a:lnTo>
                  <a:lnTo>
                    <a:pt x="7577967" y="0"/>
                  </a:lnTo>
                  <a:lnTo>
                    <a:pt x="7573688" y="0"/>
                  </a:lnTo>
                  <a:lnTo>
                    <a:pt x="7569409" y="0"/>
                  </a:lnTo>
                  <a:lnTo>
                    <a:pt x="7565130" y="0"/>
                  </a:lnTo>
                  <a:lnTo>
                    <a:pt x="7560851" y="0"/>
                  </a:lnTo>
                  <a:lnTo>
                    <a:pt x="7556572" y="0"/>
                  </a:lnTo>
                  <a:lnTo>
                    <a:pt x="7552293" y="0"/>
                  </a:lnTo>
                  <a:lnTo>
                    <a:pt x="7548014" y="0"/>
                  </a:lnTo>
                  <a:lnTo>
                    <a:pt x="7543735" y="0"/>
                  </a:lnTo>
                  <a:lnTo>
                    <a:pt x="7539456" y="0"/>
                  </a:lnTo>
                  <a:lnTo>
                    <a:pt x="7535178" y="0"/>
                  </a:lnTo>
                  <a:lnTo>
                    <a:pt x="7530899" y="0"/>
                  </a:lnTo>
                  <a:lnTo>
                    <a:pt x="7526620" y="0"/>
                  </a:lnTo>
                  <a:lnTo>
                    <a:pt x="7522341" y="0"/>
                  </a:lnTo>
                  <a:lnTo>
                    <a:pt x="7518062" y="0"/>
                  </a:lnTo>
                  <a:lnTo>
                    <a:pt x="7513783" y="0"/>
                  </a:lnTo>
                  <a:lnTo>
                    <a:pt x="7509504" y="0"/>
                  </a:lnTo>
                  <a:lnTo>
                    <a:pt x="7505225" y="0"/>
                  </a:lnTo>
                  <a:lnTo>
                    <a:pt x="7500946" y="0"/>
                  </a:lnTo>
                  <a:lnTo>
                    <a:pt x="7496667" y="0"/>
                  </a:lnTo>
                  <a:lnTo>
                    <a:pt x="7492388" y="0"/>
                  </a:lnTo>
                  <a:lnTo>
                    <a:pt x="7488109" y="0"/>
                  </a:lnTo>
                  <a:lnTo>
                    <a:pt x="7483830" y="0"/>
                  </a:lnTo>
                  <a:lnTo>
                    <a:pt x="7479552" y="0"/>
                  </a:lnTo>
                  <a:lnTo>
                    <a:pt x="7475273" y="0"/>
                  </a:lnTo>
                  <a:lnTo>
                    <a:pt x="7470994" y="0"/>
                  </a:lnTo>
                  <a:lnTo>
                    <a:pt x="7466715" y="0"/>
                  </a:lnTo>
                  <a:lnTo>
                    <a:pt x="7462436" y="0"/>
                  </a:lnTo>
                  <a:lnTo>
                    <a:pt x="7458157" y="0"/>
                  </a:lnTo>
                  <a:lnTo>
                    <a:pt x="7453878" y="0"/>
                  </a:lnTo>
                  <a:lnTo>
                    <a:pt x="7449599" y="0"/>
                  </a:lnTo>
                  <a:lnTo>
                    <a:pt x="7445320" y="0"/>
                  </a:lnTo>
                  <a:lnTo>
                    <a:pt x="7441041" y="0"/>
                  </a:lnTo>
                  <a:lnTo>
                    <a:pt x="7436762" y="0"/>
                  </a:lnTo>
                  <a:lnTo>
                    <a:pt x="7432483" y="0"/>
                  </a:lnTo>
                  <a:lnTo>
                    <a:pt x="7428205" y="0"/>
                  </a:lnTo>
                  <a:lnTo>
                    <a:pt x="7423926" y="0"/>
                  </a:lnTo>
                  <a:lnTo>
                    <a:pt x="7419647" y="0"/>
                  </a:lnTo>
                  <a:lnTo>
                    <a:pt x="7415368" y="0"/>
                  </a:lnTo>
                  <a:lnTo>
                    <a:pt x="7411089" y="0"/>
                  </a:lnTo>
                  <a:lnTo>
                    <a:pt x="7406810" y="0"/>
                  </a:lnTo>
                  <a:lnTo>
                    <a:pt x="7402531" y="0"/>
                  </a:lnTo>
                  <a:lnTo>
                    <a:pt x="7398252" y="0"/>
                  </a:lnTo>
                  <a:lnTo>
                    <a:pt x="7393973" y="0"/>
                  </a:lnTo>
                  <a:lnTo>
                    <a:pt x="7389694" y="0"/>
                  </a:lnTo>
                  <a:lnTo>
                    <a:pt x="7385415" y="0"/>
                  </a:lnTo>
                  <a:lnTo>
                    <a:pt x="7381136" y="0"/>
                  </a:lnTo>
                  <a:lnTo>
                    <a:pt x="7376857" y="0"/>
                  </a:lnTo>
                  <a:lnTo>
                    <a:pt x="7372579" y="0"/>
                  </a:lnTo>
                  <a:lnTo>
                    <a:pt x="7368300" y="0"/>
                  </a:lnTo>
                  <a:lnTo>
                    <a:pt x="7364021" y="0"/>
                  </a:lnTo>
                  <a:lnTo>
                    <a:pt x="7359742" y="0"/>
                  </a:lnTo>
                  <a:lnTo>
                    <a:pt x="7355463" y="0"/>
                  </a:lnTo>
                  <a:lnTo>
                    <a:pt x="7351184" y="0"/>
                  </a:lnTo>
                  <a:lnTo>
                    <a:pt x="7346905" y="0"/>
                  </a:lnTo>
                  <a:lnTo>
                    <a:pt x="7342626" y="0"/>
                  </a:lnTo>
                  <a:lnTo>
                    <a:pt x="7338347" y="0"/>
                  </a:lnTo>
                  <a:lnTo>
                    <a:pt x="7334068" y="0"/>
                  </a:lnTo>
                  <a:lnTo>
                    <a:pt x="7329789" y="0"/>
                  </a:lnTo>
                  <a:lnTo>
                    <a:pt x="7325510" y="0"/>
                  </a:lnTo>
                  <a:lnTo>
                    <a:pt x="7321232" y="0"/>
                  </a:lnTo>
                  <a:lnTo>
                    <a:pt x="7316953" y="0"/>
                  </a:lnTo>
                  <a:lnTo>
                    <a:pt x="7312674" y="0"/>
                  </a:lnTo>
                  <a:lnTo>
                    <a:pt x="7308395" y="0"/>
                  </a:lnTo>
                  <a:lnTo>
                    <a:pt x="7304116" y="0"/>
                  </a:lnTo>
                  <a:lnTo>
                    <a:pt x="7299837" y="0"/>
                  </a:lnTo>
                  <a:lnTo>
                    <a:pt x="7295558" y="0"/>
                  </a:lnTo>
                  <a:lnTo>
                    <a:pt x="7291279" y="0"/>
                  </a:lnTo>
                  <a:lnTo>
                    <a:pt x="7287000" y="0"/>
                  </a:lnTo>
                  <a:lnTo>
                    <a:pt x="7282721" y="0"/>
                  </a:lnTo>
                  <a:lnTo>
                    <a:pt x="7278442" y="0"/>
                  </a:lnTo>
                  <a:lnTo>
                    <a:pt x="7274163" y="0"/>
                  </a:lnTo>
                  <a:lnTo>
                    <a:pt x="7269884" y="0"/>
                  </a:lnTo>
                  <a:lnTo>
                    <a:pt x="7265606" y="0"/>
                  </a:lnTo>
                  <a:lnTo>
                    <a:pt x="7261327" y="0"/>
                  </a:lnTo>
                  <a:lnTo>
                    <a:pt x="7257048" y="0"/>
                  </a:lnTo>
                  <a:lnTo>
                    <a:pt x="7252769" y="0"/>
                  </a:lnTo>
                  <a:lnTo>
                    <a:pt x="7248490" y="0"/>
                  </a:lnTo>
                  <a:lnTo>
                    <a:pt x="7244211" y="0"/>
                  </a:lnTo>
                  <a:lnTo>
                    <a:pt x="7239932" y="0"/>
                  </a:lnTo>
                  <a:lnTo>
                    <a:pt x="7235653" y="0"/>
                  </a:lnTo>
                  <a:lnTo>
                    <a:pt x="7231374" y="0"/>
                  </a:lnTo>
                  <a:lnTo>
                    <a:pt x="7227095" y="0"/>
                  </a:lnTo>
                  <a:lnTo>
                    <a:pt x="7222816" y="0"/>
                  </a:lnTo>
                  <a:lnTo>
                    <a:pt x="7218537" y="0"/>
                  </a:lnTo>
                  <a:lnTo>
                    <a:pt x="7214259" y="0"/>
                  </a:lnTo>
                  <a:lnTo>
                    <a:pt x="7209980" y="0"/>
                  </a:lnTo>
                  <a:lnTo>
                    <a:pt x="7205701" y="0"/>
                  </a:lnTo>
                  <a:lnTo>
                    <a:pt x="7201422" y="0"/>
                  </a:lnTo>
                  <a:lnTo>
                    <a:pt x="7197143" y="0"/>
                  </a:lnTo>
                  <a:lnTo>
                    <a:pt x="7192864" y="0"/>
                  </a:lnTo>
                  <a:lnTo>
                    <a:pt x="7188585" y="0"/>
                  </a:lnTo>
                  <a:lnTo>
                    <a:pt x="7184306" y="0"/>
                  </a:lnTo>
                  <a:lnTo>
                    <a:pt x="7180027" y="0"/>
                  </a:lnTo>
                  <a:lnTo>
                    <a:pt x="7175748" y="0"/>
                  </a:lnTo>
                  <a:lnTo>
                    <a:pt x="7171469" y="0"/>
                  </a:lnTo>
                  <a:lnTo>
                    <a:pt x="7167190" y="0"/>
                  </a:lnTo>
                  <a:lnTo>
                    <a:pt x="7162911" y="0"/>
                  </a:lnTo>
                  <a:lnTo>
                    <a:pt x="7158633" y="0"/>
                  </a:lnTo>
                  <a:lnTo>
                    <a:pt x="7154354" y="0"/>
                  </a:lnTo>
                  <a:lnTo>
                    <a:pt x="7150075" y="0"/>
                  </a:lnTo>
                  <a:lnTo>
                    <a:pt x="7145796" y="0"/>
                  </a:lnTo>
                  <a:lnTo>
                    <a:pt x="7141517" y="0"/>
                  </a:lnTo>
                  <a:lnTo>
                    <a:pt x="7137238" y="0"/>
                  </a:lnTo>
                  <a:lnTo>
                    <a:pt x="7132959" y="0"/>
                  </a:lnTo>
                  <a:lnTo>
                    <a:pt x="7128680" y="0"/>
                  </a:lnTo>
                  <a:lnTo>
                    <a:pt x="7124401" y="0"/>
                  </a:lnTo>
                  <a:lnTo>
                    <a:pt x="7120122" y="0"/>
                  </a:lnTo>
                  <a:lnTo>
                    <a:pt x="7115843" y="0"/>
                  </a:lnTo>
                  <a:lnTo>
                    <a:pt x="7111564" y="0"/>
                  </a:lnTo>
                  <a:lnTo>
                    <a:pt x="7107286" y="0"/>
                  </a:lnTo>
                  <a:lnTo>
                    <a:pt x="7103007" y="0"/>
                  </a:lnTo>
                  <a:lnTo>
                    <a:pt x="7098728" y="0"/>
                  </a:lnTo>
                  <a:lnTo>
                    <a:pt x="7094449" y="0"/>
                  </a:lnTo>
                  <a:lnTo>
                    <a:pt x="7090170" y="0"/>
                  </a:lnTo>
                  <a:lnTo>
                    <a:pt x="7085891" y="0"/>
                  </a:lnTo>
                  <a:lnTo>
                    <a:pt x="7081612" y="0"/>
                  </a:lnTo>
                  <a:lnTo>
                    <a:pt x="7077333" y="0"/>
                  </a:lnTo>
                  <a:lnTo>
                    <a:pt x="7073054" y="0"/>
                  </a:lnTo>
                  <a:lnTo>
                    <a:pt x="7068775" y="0"/>
                  </a:lnTo>
                  <a:lnTo>
                    <a:pt x="7064496" y="0"/>
                  </a:lnTo>
                  <a:lnTo>
                    <a:pt x="7060217" y="0"/>
                  </a:lnTo>
                  <a:lnTo>
                    <a:pt x="7055938" y="0"/>
                  </a:lnTo>
                  <a:lnTo>
                    <a:pt x="7051660" y="0"/>
                  </a:lnTo>
                  <a:lnTo>
                    <a:pt x="7047381" y="0"/>
                  </a:lnTo>
                  <a:lnTo>
                    <a:pt x="7043102" y="0"/>
                  </a:lnTo>
                  <a:lnTo>
                    <a:pt x="7038823" y="0"/>
                  </a:lnTo>
                  <a:lnTo>
                    <a:pt x="7034544" y="0"/>
                  </a:lnTo>
                  <a:lnTo>
                    <a:pt x="7030265" y="0"/>
                  </a:lnTo>
                  <a:lnTo>
                    <a:pt x="7025986" y="0"/>
                  </a:lnTo>
                  <a:lnTo>
                    <a:pt x="7021707" y="0"/>
                  </a:lnTo>
                  <a:lnTo>
                    <a:pt x="7017428" y="0"/>
                  </a:lnTo>
                  <a:lnTo>
                    <a:pt x="7013149" y="0"/>
                  </a:lnTo>
                  <a:lnTo>
                    <a:pt x="7008870" y="0"/>
                  </a:lnTo>
                  <a:lnTo>
                    <a:pt x="7004591" y="0"/>
                  </a:lnTo>
                  <a:lnTo>
                    <a:pt x="7000313" y="0"/>
                  </a:lnTo>
                  <a:lnTo>
                    <a:pt x="6996034" y="0"/>
                  </a:lnTo>
                  <a:lnTo>
                    <a:pt x="6991755" y="0"/>
                  </a:lnTo>
                  <a:lnTo>
                    <a:pt x="6987476" y="0"/>
                  </a:lnTo>
                  <a:lnTo>
                    <a:pt x="6983197" y="0"/>
                  </a:lnTo>
                  <a:lnTo>
                    <a:pt x="6978918" y="0"/>
                  </a:lnTo>
                  <a:lnTo>
                    <a:pt x="6974639" y="0"/>
                  </a:lnTo>
                  <a:lnTo>
                    <a:pt x="6970360" y="0"/>
                  </a:lnTo>
                  <a:lnTo>
                    <a:pt x="6966081" y="0"/>
                  </a:lnTo>
                  <a:lnTo>
                    <a:pt x="6961802" y="0"/>
                  </a:lnTo>
                  <a:lnTo>
                    <a:pt x="6957523" y="0"/>
                  </a:lnTo>
                  <a:lnTo>
                    <a:pt x="6953244" y="0"/>
                  </a:lnTo>
                  <a:lnTo>
                    <a:pt x="6948965" y="0"/>
                  </a:lnTo>
                  <a:lnTo>
                    <a:pt x="6944687" y="0"/>
                  </a:lnTo>
                  <a:lnTo>
                    <a:pt x="6940408" y="0"/>
                  </a:lnTo>
                  <a:lnTo>
                    <a:pt x="6936129" y="0"/>
                  </a:lnTo>
                  <a:lnTo>
                    <a:pt x="6931850" y="0"/>
                  </a:lnTo>
                  <a:lnTo>
                    <a:pt x="6927571" y="0"/>
                  </a:lnTo>
                  <a:lnTo>
                    <a:pt x="6923292" y="0"/>
                  </a:lnTo>
                  <a:lnTo>
                    <a:pt x="6919013" y="0"/>
                  </a:lnTo>
                  <a:lnTo>
                    <a:pt x="6914734" y="0"/>
                  </a:lnTo>
                  <a:lnTo>
                    <a:pt x="6910455" y="0"/>
                  </a:lnTo>
                  <a:lnTo>
                    <a:pt x="6906176" y="0"/>
                  </a:lnTo>
                  <a:lnTo>
                    <a:pt x="6901897" y="0"/>
                  </a:lnTo>
                  <a:lnTo>
                    <a:pt x="6897618" y="0"/>
                  </a:lnTo>
                  <a:lnTo>
                    <a:pt x="6893340" y="0"/>
                  </a:lnTo>
                  <a:lnTo>
                    <a:pt x="6889061" y="0"/>
                  </a:lnTo>
                  <a:lnTo>
                    <a:pt x="6884782" y="0"/>
                  </a:lnTo>
                  <a:lnTo>
                    <a:pt x="6880503" y="0"/>
                  </a:lnTo>
                  <a:lnTo>
                    <a:pt x="6876224" y="0"/>
                  </a:lnTo>
                  <a:lnTo>
                    <a:pt x="6871945" y="0"/>
                  </a:lnTo>
                  <a:lnTo>
                    <a:pt x="6867666" y="0"/>
                  </a:lnTo>
                  <a:lnTo>
                    <a:pt x="6863387" y="0"/>
                  </a:lnTo>
                  <a:lnTo>
                    <a:pt x="6859108" y="0"/>
                  </a:lnTo>
                  <a:lnTo>
                    <a:pt x="6854829" y="0"/>
                  </a:lnTo>
                  <a:lnTo>
                    <a:pt x="6850550" y="0"/>
                  </a:lnTo>
                  <a:lnTo>
                    <a:pt x="6846271" y="0"/>
                  </a:lnTo>
                  <a:lnTo>
                    <a:pt x="6841992" y="0"/>
                  </a:lnTo>
                  <a:lnTo>
                    <a:pt x="6837714" y="0"/>
                  </a:lnTo>
                  <a:lnTo>
                    <a:pt x="6833435" y="0"/>
                  </a:lnTo>
                  <a:lnTo>
                    <a:pt x="6829156" y="0"/>
                  </a:lnTo>
                  <a:lnTo>
                    <a:pt x="6824877" y="0"/>
                  </a:lnTo>
                  <a:lnTo>
                    <a:pt x="6820598" y="0"/>
                  </a:lnTo>
                  <a:lnTo>
                    <a:pt x="6816319" y="0"/>
                  </a:lnTo>
                  <a:lnTo>
                    <a:pt x="6812040" y="0"/>
                  </a:lnTo>
                  <a:lnTo>
                    <a:pt x="6807761" y="0"/>
                  </a:lnTo>
                  <a:lnTo>
                    <a:pt x="6803482" y="0"/>
                  </a:lnTo>
                  <a:lnTo>
                    <a:pt x="6799203" y="0"/>
                  </a:lnTo>
                  <a:lnTo>
                    <a:pt x="6794924" y="0"/>
                  </a:lnTo>
                  <a:lnTo>
                    <a:pt x="6790645" y="0"/>
                  </a:lnTo>
                  <a:lnTo>
                    <a:pt x="6786367" y="0"/>
                  </a:lnTo>
                  <a:lnTo>
                    <a:pt x="6782088" y="0"/>
                  </a:lnTo>
                  <a:lnTo>
                    <a:pt x="6777809" y="0"/>
                  </a:lnTo>
                  <a:lnTo>
                    <a:pt x="6773530" y="0"/>
                  </a:lnTo>
                  <a:lnTo>
                    <a:pt x="6769251" y="0"/>
                  </a:lnTo>
                  <a:lnTo>
                    <a:pt x="6764972" y="0"/>
                  </a:lnTo>
                  <a:lnTo>
                    <a:pt x="6760693" y="0"/>
                  </a:lnTo>
                  <a:lnTo>
                    <a:pt x="6756414" y="0"/>
                  </a:lnTo>
                  <a:lnTo>
                    <a:pt x="6752135" y="0"/>
                  </a:lnTo>
                  <a:lnTo>
                    <a:pt x="6747856" y="0"/>
                  </a:lnTo>
                  <a:lnTo>
                    <a:pt x="6743577" y="0"/>
                  </a:lnTo>
                  <a:lnTo>
                    <a:pt x="6739298" y="0"/>
                  </a:lnTo>
                  <a:lnTo>
                    <a:pt x="6735019" y="0"/>
                  </a:lnTo>
                  <a:lnTo>
                    <a:pt x="6730741" y="0"/>
                  </a:lnTo>
                  <a:lnTo>
                    <a:pt x="6726462" y="0"/>
                  </a:lnTo>
                  <a:lnTo>
                    <a:pt x="6722183" y="0"/>
                  </a:lnTo>
                  <a:lnTo>
                    <a:pt x="6717904" y="0"/>
                  </a:lnTo>
                  <a:lnTo>
                    <a:pt x="6713625" y="0"/>
                  </a:lnTo>
                  <a:lnTo>
                    <a:pt x="6709346" y="0"/>
                  </a:lnTo>
                  <a:lnTo>
                    <a:pt x="6705067" y="0"/>
                  </a:lnTo>
                  <a:lnTo>
                    <a:pt x="6700788" y="0"/>
                  </a:lnTo>
                  <a:lnTo>
                    <a:pt x="6696509" y="0"/>
                  </a:lnTo>
                  <a:lnTo>
                    <a:pt x="6692230" y="0"/>
                  </a:lnTo>
                  <a:lnTo>
                    <a:pt x="6687951" y="0"/>
                  </a:lnTo>
                  <a:lnTo>
                    <a:pt x="6683672" y="0"/>
                  </a:lnTo>
                  <a:lnTo>
                    <a:pt x="6679394" y="0"/>
                  </a:lnTo>
                  <a:lnTo>
                    <a:pt x="6675115" y="0"/>
                  </a:lnTo>
                  <a:lnTo>
                    <a:pt x="6670836" y="0"/>
                  </a:lnTo>
                  <a:lnTo>
                    <a:pt x="6666557" y="0"/>
                  </a:lnTo>
                  <a:lnTo>
                    <a:pt x="6662278" y="0"/>
                  </a:lnTo>
                  <a:lnTo>
                    <a:pt x="6657999" y="0"/>
                  </a:lnTo>
                  <a:lnTo>
                    <a:pt x="6653720" y="0"/>
                  </a:lnTo>
                  <a:lnTo>
                    <a:pt x="6649441" y="0"/>
                  </a:lnTo>
                  <a:lnTo>
                    <a:pt x="6645162" y="0"/>
                  </a:lnTo>
                  <a:lnTo>
                    <a:pt x="6640883" y="0"/>
                  </a:lnTo>
                  <a:lnTo>
                    <a:pt x="6636604" y="0"/>
                  </a:lnTo>
                  <a:lnTo>
                    <a:pt x="6632325" y="0"/>
                  </a:lnTo>
                  <a:lnTo>
                    <a:pt x="6628046" y="0"/>
                  </a:lnTo>
                  <a:lnTo>
                    <a:pt x="6623768" y="0"/>
                  </a:lnTo>
                  <a:lnTo>
                    <a:pt x="6619489" y="0"/>
                  </a:lnTo>
                  <a:lnTo>
                    <a:pt x="6615210" y="0"/>
                  </a:lnTo>
                  <a:lnTo>
                    <a:pt x="6610931" y="0"/>
                  </a:lnTo>
                  <a:lnTo>
                    <a:pt x="6606652" y="0"/>
                  </a:lnTo>
                  <a:lnTo>
                    <a:pt x="6602373" y="0"/>
                  </a:lnTo>
                  <a:lnTo>
                    <a:pt x="6598094" y="0"/>
                  </a:lnTo>
                  <a:lnTo>
                    <a:pt x="6593815" y="0"/>
                  </a:lnTo>
                  <a:lnTo>
                    <a:pt x="6589536" y="0"/>
                  </a:lnTo>
                  <a:lnTo>
                    <a:pt x="6585257" y="0"/>
                  </a:lnTo>
                  <a:lnTo>
                    <a:pt x="6580978" y="0"/>
                  </a:lnTo>
                  <a:lnTo>
                    <a:pt x="6576699" y="0"/>
                  </a:lnTo>
                  <a:lnTo>
                    <a:pt x="6572421" y="0"/>
                  </a:lnTo>
                  <a:lnTo>
                    <a:pt x="6568142" y="0"/>
                  </a:lnTo>
                  <a:lnTo>
                    <a:pt x="6563863" y="0"/>
                  </a:lnTo>
                  <a:lnTo>
                    <a:pt x="6559584" y="0"/>
                  </a:lnTo>
                  <a:lnTo>
                    <a:pt x="6555305" y="0"/>
                  </a:lnTo>
                  <a:lnTo>
                    <a:pt x="6551026" y="0"/>
                  </a:lnTo>
                  <a:lnTo>
                    <a:pt x="6546747" y="0"/>
                  </a:lnTo>
                  <a:lnTo>
                    <a:pt x="6542468" y="0"/>
                  </a:lnTo>
                  <a:lnTo>
                    <a:pt x="6538189" y="0"/>
                  </a:lnTo>
                  <a:lnTo>
                    <a:pt x="6533910" y="0"/>
                  </a:lnTo>
                  <a:lnTo>
                    <a:pt x="6529631" y="0"/>
                  </a:lnTo>
                  <a:lnTo>
                    <a:pt x="6525352" y="0"/>
                  </a:lnTo>
                  <a:lnTo>
                    <a:pt x="6521073" y="0"/>
                  </a:lnTo>
                  <a:lnTo>
                    <a:pt x="6516795" y="0"/>
                  </a:lnTo>
                  <a:lnTo>
                    <a:pt x="6512516" y="0"/>
                  </a:lnTo>
                  <a:lnTo>
                    <a:pt x="6508237" y="0"/>
                  </a:lnTo>
                  <a:lnTo>
                    <a:pt x="6503958" y="0"/>
                  </a:lnTo>
                  <a:lnTo>
                    <a:pt x="6499679" y="0"/>
                  </a:lnTo>
                  <a:lnTo>
                    <a:pt x="6495400" y="0"/>
                  </a:lnTo>
                  <a:lnTo>
                    <a:pt x="6491121" y="0"/>
                  </a:lnTo>
                  <a:lnTo>
                    <a:pt x="6486842" y="0"/>
                  </a:lnTo>
                  <a:lnTo>
                    <a:pt x="6482563" y="0"/>
                  </a:lnTo>
                  <a:lnTo>
                    <a:pt x="6478284" y="0"/>
                  </a:lnTo>
                  <a:lnTo>
                    <a:pt x="6474005" y="0"/>
                  </a:lnTo>
                  <a:lnTo>
                    <a:pt x="6469726" y="0"/>
                  </a:lnTo>
                  <a:lnTo>
                    <a:pt x="6465448" y="0"/>
                  </a:lnTo>
                  <a:lnTo>
                    <a:pt x="6461169" y="0"/>
                  </a:lnTo>
                  <a:lnTo>
                    <a:pt x="6456890" y="0"/>
                  </a:lnTo>
                  <a:lnTo>
                    <a:pt x="6452611" y="0"/>
                  </a:lnTo>
                  <a:lnTo>
                    <a:pt x="6448332" y="0"/>
                  </a:lnTo>
                  <a:lnTo>
                    <a:pt x="6444053" y="0"/>
                  </a:lnTo>
                  <a:lnTo>
                    <a:pt x="6439774" y="0"/>
                  </a:lnTo>
                  <a:lnTo>
                    <a:pt x="6435495" y="0"/>
                  </a:lnTo>
                  <a:lnTo>
                    <a:pt x="6431216" y="0"/>
                  </a:lnTo>
                  <a:lnTo>
                    <a:pt x="6426937" y="0"/>
                  </a:lnTo>
                  <a:lnTo>
                    <a:pt x="6422658" y="0"/>
                  </a:lnTo>
                  <a:lnTo>
                    <a:pt x="6418379" y="0"/>
                  </a:lnTo>
                  <a:lnTo>
                    <a:pt x="6414100" y="0"/>
                  </a:lnTo>
                  <a:lnTo>
                    <a:pt x="6409822" y="0"/>
                  </a:lnTo>
                  <a:lnTo>
                    <a:pt x="6405543" y="0"/>
                  </a:lnTo>
                  <a:lnTo>
                    <a:pt x="6401264" y="0"/>
                  </a:lnTo>
                  <a:lnTo>
                    <a:pt x="6396985" y="0"/>
                  </a:lnTo>
                  <a:lnTo>
                    <a:pt x="6392706" y="0"/>
                  </a:lnTo>
                  <a:lnTo>
                    <a:pt x="6388427" y="0"/>
                  </a:lnTo>
                  <a:lnTo>
                    <a:pt x="6384148" y="0"/>
                  </a:lnTo>
                  <a:lnTo>
                    <a:pt x="6379869" y="0"/>
                  </a:lnTo>
                  <a:lnTo>
                    <a:pt x="6375590" y="0"/>
                  </a:lnTo>
                  <a:lnTo>
                    <a:pt x="6371311" y="0"/>
                  </a:lnTo>
                  <a:lnTo>
                    <a:pt x="6367032" y="0"/>
                  </a:lnTo>
                  <a:lnTo>
                    <a:pt x="6362753" y="0"/>
                  </a:lnTo>
                  <a:lnTo>
                    <a:pt x="6358475" y="0"/>
                  </a:lnTo>
                  <a:lnTo>
                    <a:pt x="6354196" y="0"/>
                  </a:lnTo>
                  <a:lnTo>
                    <a:pt x="6349917" y="0"/>
                  </a:lnTo>
                  <a:lnTo>
                    <a:pt x="6345638" y="0"/>
                  </a:lnTo>
                  <a:lnTo>
                    <a:pt x="6341359" y="0"/>
                  </a:lnTo>
                  <a:lnTo>
                    <a:pt x="6337080" y="0"/>
                  </a:lnTo>
                  <a:lnTo>
                    <a:pt x="6332801" y="0"/>
                  </a:lnTo>
                  <a:lnTo>
                    <a:pt x="6328522" y="0"/>
                  </a:lnTo>
                  <a:lnTo>
                    <a:pt x="6324243" y="0"/>
                  </a:lnTo>
                  <a:lnTo>
                    <a:pt x="6319964" y="0"/>
                  </a:lnTo>
                  <a:lnTo>
                    <a:pt x="6315685" y="0"/>
                  </a:lnTo>
                  <a:lnTo>
                    <a:pt x="6311406" y="0"/>
                  </a:lnTo>
                  <a:lnTo>
                    <a:pt x="6307127" y="0"/>
                  </a:lnTo>
                  <a:lnTo>
                    <a:pt x="6302849" y="0"/>
                  </a:lnTo>
                  <a:lnTo>
                    <a:pt x="6298570" y="0"/>
                  </a:lnTo>
                  <a:lnTo>
                    <a:pt x="6294291" y="0"/>
                  </a:lnTo>
                  <a:lnTo>
                    <a:pt x="6290012" y="0"/>
                  </a:lnTo>
                  <a:lnTo>
                    <a:pt x="6285733" y="0"/>
                  </a:lnTo>
                  <a:lnTo>
                    <a:pt x="6281454" y="0"/>
                  </a:lnTo>
                  <a:lnTo>
                    <a:pt x="6277175" y="0"/>
                  </a:lnTo>
                  <a:lnTo>
                    <a:pt x="6272896" y="0"/>
                  </a:lnTo>
                  <a:lnTo>
                    <a:pt x="6268617" y="0"/>
                  </a:lnTo>
                  <a:lnTo>
                    <a:pt x="6264338" y="0"/>
                  </a:lnTo>
                  <a:lnTo>
                    <a:pt x="6260059" y="0"/>
                  </a:lnTo>
                  <a:lnTo>
                    <a:pt x="6255780" y="0"/>
                  </a:lnTo>
                  <a:lnTo>
                    <a:pt x="6251502" y="0"/>
                  </a:lnTo>
                  <a:lnTo>
                    <a:pt x="6247223" y="0"/>
                  </a:lnTo>
                  <a:lnTo>
                    <a:pt x="6242944" y="0"/>
                  </a:lnTo>
                  <a:lnTo>
                    <a:pt x="6238665" y="0"/>
                  </a:lnTo>
                  <a:lnTo>
                    <a:pt x="6234386" y="0"/>
                  </a:lnTo>
                  <a:lnTo>
                    <a:pt x="6230107" y="0"/>
                  </a:lnTo>
                  <a:lnTo>
                    <a:pt x="6225828" y="0"/>
                  </a:lnTo>
                  <a:lnTo>
                    <a:pt x="6221549" y="0"/>
                  </a:lnTo>
                  <a:lnTo>
                    <a:pt x="6217270" y="0"/>
                  </a:lnTo>
                  <a:lnTo>
                    <a:pt x="6212991" y="0"/>
                  </a:lnTo>
                  <a:lnTo>
                    <a:pt x="6208712" y="0"/>
                  </a:lnTo>
                  <a:lnTo>
                    <a:pt x="6204433" y="0"/>
                  </a:lnTo>
                  <a:lnTo>
                    <a:pt x="6200155" y="0"/>
                  </a:lnTo>
                  <a:lnTo>
                    <a:pt x="6195876" y="0"/>
                  </a:lnTo>
                  <a:lnTo>
                    <a:pt x="6191597" y="0"/>
                  </a:lnTo>
                  <a:lnTo>
                    <a:pt x="6187318" y="0"/>
                  </a:lnTo>
                  <a:lnTo>
                    <a:pt x="6183039" y="0"/>
                  </a:lnTo>
                  <a:lnTo>
                    <a:pt x="6178760" y="0"/>
                  </a:lnTo>
                  <a:lnTo>
                    <a:pt x="6174481" y="0"/>
                  </a:lnTo>
                  <a:lnTo>
                    <a:pt x="6170202" y="0"/>
                  </a:lnTo>
                  <a:lnTo>
                    <a:pt x="6165923" y="0"/>
                  </a:lnTo>
                  <a:lnTo>
                    <a:pt x="6161644" y="0"/>
                  </a:lnTo>
                  <a:lnTo>
                    <a:pt x="6157365" y="0"/>
                  </a:lnTo>
                  <a:lnTo>
                    <a:pt x="6153086" y="0"/>
                  </a:lnTo>
                  <a:lnTo>
                    <a:pt x="6148807" y="0"/>
                  </a:lnTo>
                  <a:lnTo>
                    <a:pt x="6144529" y="0"/>
                  </a:lnTo>
                  <a:lnTo>
                    <a:pt x="6140250" y="0"/>
                  </a:lnTo>
                  <a:lnTo>
                    <a:pt x="6135971" y="0"/>
                  </a:lnTo>
                  <a:lnTo>
                    <a:pt x="6131692" y="0"/>
                  </a:lnTo>
                  <a:lnTo>
                    <a:pt x="6127413" y="0"/>
                  </a:lnTo>
                  <a:lnTo>
                    <a:pt x="6123134" y="0"/>
                  </a:lnTo>
                  <a:lnTo>
                    <a:pt x="6118855" y="0"/>
                  </a:lnTo>
                  <a:lnTo>
                    <a:pt x="6114576" y="0"/>
                  </a:lnTo>
                  <a:lnTo>
                    <a:pt x="6110297" y="0"/>
                  </a:lnTo>
                  <a:lnTo>
                    <a:pt x="6106018" y="0"/>
                  </a:lnTo>
                  <a:lnTo>
                    <a:pt x="6101739" y="0"/>
                  </a:lnTo>
                  <a:lnTo>
                    <a:pt x="6097460" y="0"/>
                  </a:lnTo>
                  <a:lnTo>
                    <a:pt x="6093182" y="0"/>
                  </a:lnTo>
                  <a:lnTo>
                    <a:pt x="6088903" y="0"/>
                  </a:lnTo>
                  <a:lnTo>
                    <a:pt x="6084624" y="0"/>
                  </a:lnTo>
                  <a:lnTo>
                    <a:pt x="6080345" y="0"/>
                  </a:lnTo>
                  <a:lnTo>
                    <a:pt x="6076066" y="0"/>
                  </a:lnTo>
                  <a:lnTo>
                    <a:pt x="6071787" y="0"/>
                  </a:lnTo>
                  <a:lnTo>
                    <a:pt x="6067508" y="0"/>
                  </a:lnTo>
                  <a:lnTo>
                    <a:pt x="6063229" y="0"/>
                  </a:lnTo>
                  <a:lnTo>
                    <a:pt x="6058950" y="0"/>
                  </a:lnTo>
                  <a:lnTo>
                    <a:pt x="6054671" y="0"/>
                  </a:lnTo>
                  <a:lnTo>
                    <a:pt x="6050392" y="0"/>
                  </a:lnTo>
                  <a:lnTo>
                    <a:pt x="6046113" y="0"/>
                  </a:lnTo>
                  <a:lnTo>
                    <a:pt x="6041834" y="0"/>
                  </a:lnTo>
                  <a:lnTo>
                    <a:pt x="6037556" y="0"/>
                  </a:lnTo>
                  <a:lnTo>
                    <a:pt x="6033277" y="0"/>
                  </a:lnTo>
                  <a:lnTo>
                    <a:pt x="6028998" y="0"/>
                  </a:lnTo>
                  <a:lnTo>
                    <a:pt x="6024719" y="0"/>
                  </a:lnTo>
                  <a:lnTo>
                    <a:pt x="6020440" y="0"/>
                  </a:lnTo>
                  <a:lnTo>
                    <a:pt x="6016161" y="0"/>
                  </a:lnTo>
                  <a:lnTo>
                    <a:pt x="6011882" y="0"/>
                  </a:lnTo>
                  <a:lnTo>
                    <a:pt x="6007603" y="0"/>
                  </a:lnTo>
                  <a:lnTo>
                    <a:pt x="6003324" y="0"/>
                  </a:lnTo>
                  <a:lnTo>
                    <a:pt x="5999045" y="0"/>
                  </a:lnTo>
                  <a:lnTo>
                    <a:pt x="5994766" y="0"/>
                  </a:lnTo>
                  <a:lnTo>
                    <a:pt x="5990487" y="0"/>
                  </a:lnTo>
                  <a:lnTo>
                    <a:pt x="5986209" y="0"/>
                  </a:lnTo>
                  <a:lnTo>
                    <a:pt x="5981930" y="0"/>
                  </a:lnTo>
                  <a:lnTo>
                    <a:pt x="5977651" y="0"/>
                  </a:lnTo>
                  <a:lnTo>
                    <a:pt x="5973372" y="0"/>
                  </a:lnTo>
                  <a:lnTo>
                    <a:pt x="5969093" y="0"/>
                  </a:lnTo>
                  <a:lnTo>
                    <a:pt x="5964814" y="0"/>
                  </a:lnTo>
                  <a:lnTo>
                    <a:pt x="5960535" y="0"/>
                  </a:lnTo>
                  <a:lnTo>
                    <a:pt x="5956256" y="0"/>
                  </a:lnTo>
                  <a:lnTo>
                    <a:pt x="5951977" y="0"/>
                  </a:lnTo>
                  <a:lnTo>
                    <a:pt x="5947698" y="0"/>
                  </a:lnTo>
                  <a:lnTo>
                    <a:pt x="5943419" y="0"/>
                  </a:lnTo>
                  <a:lnTo>
                    <a:pt x="5939140" y="0"/>
                  </a:lnTo>
                  <a:lnTo>
                    <a:pt x="5934861" y="0"/>
                  </a:lnTo>
                  <a:lnTo>
                    <a:pt x="5930583" y="0"/>
                  </a:lnTo>
                  <a:lnTo>
                    <a:pt x="5926304" y="0"/>
                  </a:lnTo>
                  <a:lnTo>
                    <a:pt x="5922025" y="0"/>
                  </a:lnTo>
                  <a:lnTo>
                    <a:pt x="5917746" y="0"/>
                  </a:lnTo>
                  <a:lnTo>
                    <a:pt x="5913467" y="0"/>
                  </a:lnTo>
                  <a:lnTo>
                    <a:pt x="5909188" y="0"/>
                  </a:lnTo>
                  <a:lnTo>
                    <a:pt x="5904909" y="0"/>
                  </a:lnTo>
                  <a:lnTo>
                    <a:pt x="5900630" y="0"/>
                  </a:lnTo>
                  <a:lnTo>
                    <a:pt x="5896351" y="0"/>
                  </a:lnTo>
                  <a:lnTo>
                    <a:pt x="5892072" y="0"/>
                  </a:lnTo>
                  <a:lnTo>
                    <a:pt x="5887793" y="0"/>
                  </a:lnTo>
                  <a:lnTo>
                    <a:pt x="5883514" y="0"/>
                  </a:lnTo>
                  <a:lnTo>
                    <a:pt x="5879236" y="0"/>
                  </a:lnTo>
                  <a:lnTo>
                    <a:pt x="5874957" y="0"/>
                  </a:lnTo>
                  <a:lnTo>
                    <a:pt x="5870678" y="0"/>
                  </a:lnTo>
                  <a:lnTo>
                    <a:pt x="5866399" y="0"/>
                  </a:lnTo>
                  <a:lnTo>
                    <a:pt x="5862120" y="0"/>
                  </a:lnTo>
                  <a:lnTo>
                    <a:pt x="5857841" y="0"/>
                  </a:lnTo>
                  <a:lnTo>
                    <a:pt x="5853562" y="0"/>
                  </a:lnTo>
                  <a:lnTo>
                    <a:pt x="5849283" y="0"/>
                  </a:lnTo>
                  <a:lnTo>
                    <a:pt x="5845004" y="0"/>
                  </a:lnTo>
                  <a:lnTo>
                    <a:pt x="5840725" y="0"/>
                  </a:lnTo>
                  <a:lnTo>
                    <a:pt x="5836446" y="0"/>
                  </a:lnTo>
                  <a:lnTo>
                    <a:pt x="5832167" y="0"/>
                  </a:lnTo>
                  <a:lnTo>
                    <a:pt x="5827888" y="0"/>
                  </a:lnTo>
                  <a:lnTo>
                    <a:pt x="5823610" y="0"/>
                  </a:lnTo>
                  <a:lnTo>
                    <a:pt x="5819331" y="0"/>
                  </a:lnTo>
                  <a:lnTo>
                    <a:pt x="5815052" y="0"/>
                  </a:lnTo>
                  <a:lnTo>
                    <a:pt x="5810773" y="0"/>
                  </a:lnTo>
                  <a:lnTo>
                    <a:pt x="5806494" y="0"/>
                  </a:lnTo>
                  <a:lnTo>
                    <a:pt x="5802215" y="0"/>
                  </a:lnTo>
                  <a:lnTo>
                    <a:pt x="5797936" y="0"/>
                  </a:lnTo>
                  <a:lnTo>
                    <a:pt x="5793657" y="0"/>
                  </a:lnTo>
                  <a:lnTo>
                    <a:pt x="5789378" y="0"/>
                  </a:lnTo>
                  <a:lnTo>
                    <a:pt x="5785099" y="0"/>
                  </a:lnTo>
                  <a:lnTo>
                    <a:pt x="5780820" y="0"/>
                  </a:lnTo>
                  <a:lnTo>
                    <a:pt x="5776541" y="0"/>
                  </a:lnTo>
                  <a:lnTo>
                    <a:pt x="5772263" y="0"/>
                  </a:lnTo>
                  <a:lnTo>
                    <a:pt x="5767984" y="0"/>
                  </a:lnTo>
                  <a:lnTo>
                    <a:pt x="5763705" y="0"/>
                  </a:lnTo>
                  <a:lnTo>
                    <a:pt x="5759426" y="0"/>
                  </a:lnTo>
                  <a:lnTo>
                    <a:pt x="5755147" y="0"/>
                  </a:lnTo>
                  <a:lnTo>
                    <a:pt x="5750868" y="0"/>
                  </a:lnTo>
                  <a:lnTo>
                    <a:pt x="5746589" y="0"/>
                  </a:lnTo>
                  <a:lnTo>
                    <a:pt x="5742310" y="0"/>
                  </a:lnTo>
                  <a:lnTo>
                    <a:pt x="5738031" y="0"/>
                  </a:lnTo>
                  <a:lnTo>
                    <a:pt x="5733752" y="0"/>
                  </a:lnTo>
                  <a:lnTo>
                    <a:pt x="5729473" y="0"/>
                  </a:lnTo>
                  <a:lnTo>
                    <a:pt x="5725194" y="0"/>
                  </a:lnTo>
                  <a:lnTo>
                    <a:pt x="5720915" y="0"/>
                  </a:lnTo>
                  <a:lnTo>
                    <a:pt x="5716637" y="0"/>
                  </a:lnTo>
                  <a:lnTo>
                    <a:pt x="5712358" y="0"/>
                  </a:lnTo>
                  <a:lnTo>
                    <a:pt x="5708079" y="0"/>
                  </a:lnTo>
                  <a:lnTo>
                    <a:pt x="5703800" y="0"/>
                  </a:lnTo>
                  <a:lnTo>
                    <a:pt x="5699521" y="0"/>
                  </a:lnTo>
                  <a:lnTo>
                    <a:pt x="5695242" y="0"/>
                  </a:lnTo>
                  <a:lnTo>
                    <a:pt x="5690963" y="0"/>
                  </a:lnTo>
                  <a:lnTo>
                    <a:pt x="5686684" y="0"/>
                  </a:lnTo>
                  <a:lnTo>
                    <a:pt x="5682405" y="0"/>
                  </a:lnTo>
                  <a:lnTo>
                    <a:pt x="5678126" y="0"/>
                  </a:lnTo>
                  <a:lnTo>
                    <a:pt x="5673847" y="0"/>
                  </a:lnTo>
                  <a:lnTo>
                    <a:pt x="5669568" y="0"/>
                  </a:lnTo>
                  <a:lnTo>
                    <a:pt x="5665290" y="0"/>
                  </a:lnTo>
                  <a:lnTo>
                    <a:pt x="5661011" y="0"/>
                  </a:lnTo>
                  <a:lnTo>
                    <a:pt x="5656732" y="0"/>
                  </a:lnTo>
                  <a:lnTo>
                    <a:pt x="5652453" y="0"/>
                  </a:lnTo>
                  <a:lnTo>
                    <a:pt x="5648174" y="0"/>
                  </a:lnTo>
                  <a:lnTo>
                    <a:pt x="5643895" y="0"/>
                  </a:lnTo>
                  <a:lnTo>
                    <a:pt x="5639616" y="0"/>
                  </a:lnTo>
                  <a:lnTo>
                    <a:pt x="5635337" y="0"/>
                  </a:lnTo>
                  <a:lnTo>
                    <a:pt x="5631058" y="0"/>
                  </a:lnTo>
                  <a:lnTo>
                    <a:pt x="5626779" y="0"/>
                  </a:lnTo>
                  <a:lnTo>
                    <a:pt x="5622500" y="0"/>
                  </a:lnTo>
                  <a:lnTo>
                    <a:pt x="5618221" y="0"/>
                  </a:lnTo>
                  <a:lnTo>
                    <a:pt x="5613942" y="0"/>
                  </a:lnTo>
                  <a:lnTo>
                    <a:pt x="5609664" y="0"/>
                  </a:lnTo>
                  <a:lnTo>
                    <a:pt x="5605385" y="0"/>
                  </a:lnTo>
                  <a:lnTo>
                    <a:pt x="5601106" y="0"/>
                  </a:lnTo>
                  <a:lnTo>
                    <a:pt x="5596827" y="0"/>
                  </a:lnTo>
                  <a:lnTo>
                    <a:pt x="5592548" y="0"/>
                  </a:lnTo>
                  <a:lnTo>
                    <a:pt x="5588269" y="0"/>
                  </a:lnTo>
                  <a:lnTo>
                    <a:pt x="5583990" y="0"/>
                  </a:lnTo>
                  <a:lnTo>
                    <a:pt x="5579711" y="0"/>
                  </a:lnTo>
                  <a:lnTo>
                    <a:pt x="5575432" y="0"/>
                  </a:lnTo>
                  <a:lnTo>
                    <a:pt x="5571153" y="0"/>
                  </a:lnTo>
                  <a:lnTo>
                    <a:pt x="5566874" y="0"/>
                  </a:lnTo>
                  <a:lnTo>
                    <a:pt x="5562595" y="0"/>
                  </a:lnTo>
                  <a:lnTo>
                    <a:pt x="5558317" y="0"/>
                  </a:lnTo>
                  <a:lnTo>
                    <a:pt x="5554038" y="0"/>
                  </a:lnTo>
                  <a:lnTo>
                    <a:pt x="5549759" y="0"/>
                  </a:lnTo>
                  <a:lnTo>
                    <a:pt x="5545480" y="0"/>
                  </a:lnTo>
                  <a:lnTo>
                    <a:pt x="5541201" y="0"/>
                  </a:lnTo>
                  <a:lnTo>
                    <a:pt x="5536922" y="0"/>
                  </a:lnTo>
                  <a:lnTo>
                    <a:pt x="5532643" y="0"/>
                  </a:lnTo>
                  <a:lnTo>
                    <a:pt x="5528364" y="0"/>
                  </a:lnTo>
                  <a:lnTo>
                    <a:pt x="5524085" y="0"/>
                  </a:lnTo>
                  <a:lnTo>
                    <a:pt x="5519806" y="0"/>
                  </a:lnTo>
                  <a:lnTo>
                    <a:pt x="5515527" y="0"/>
                  </a:lnTo>
                  <a:lnTo>
                    <a:pt x="5511248" y="0"/>
                  </a:lnTo>
                  <a:lnTo>
                    <a:pt x="5506969" y="0"/>
                  </a:lnTo>
                  <a:lnTo>
                    <a:pt x="5502691" y="0"/>
                  </a:lnTo>
                  <a:lnTo>
                    <a:pt x="5498412" y="0"/>
                  </a:lnTo>
                  <a:lnTo>
                    <a:pt x="5494133" y="0"/>
                  </a:lnTo>
                  <a:lnTo>
                    <a:pt x="5489854" y="0"/>
                  </a:lnTo>
                  <a:lnTo>
                    <a:pt x="5485575" y="0"/>
                  </a:lnTo>
                  <a:lnTo>
                    <a:pt x="5481296" y="0"/>
                  </a:lnTo>
                  <a:lnTo>
                    <a:pt x="5477017" y="0"/>
                  </a:lnTo>
                  <a:lnTo>
                    <a:pt x="5472738" y="0"/>
                  </a:lnTo>
                  <a:lnTo>
                    <a:pt x="5468459" y="0"/>
                  </a:lnTo>
                  <a:lnTo>
                    <a:pt x="5464180" y="0"/>
                  </a:lnTo>
                  <a:lnTo>
                    <a:pt x="5459901" y="0"/>
                  </a:lnTo>
                  <a:lnTo>
                    <a:pt x="5455622" y="0"/>
                  </a:lnTo>
                  <a:lnTo>
                    <a:pt x="5451344" y="0"/>
                  </a:lnTo>
                  <a:lnTo>
                    <a:pt x="5447065" y="0"/>
                  </a:lnTo>
                  <a:lnTo>
                    <a:pt x="5442786" y="0"/>
                  </a:lnTo>
                  <a:lnTo>
                    <a:pt x="5438507" y="0"/>
                  </a:lnTo>
                  <a:lnTo>
                    <a:pt x="5434228" y="0"/>
                  </a:lnTo>
                  <a:lnTo>
                    <a:pt x="5429949" y="0"/>
                  </a:lnTo>
                  <a:lnTo>
                    <a:pt x="5425670" y="0"/>
                  </a:lnTo>
                  <a:lnTo>
                    <a:pt x="5421391" y="0"/>
                  </a:lnTo>
                  <a:lnTo>
                    <a:pt x="5417112" y="0"/>
                  </a:lnTo>
                  <a:lnTo>
                    <a:pt x="5412833" y="0"/>
                  </a:lnTo>
                  <a:lnTo>
                    <a:pt x="5408554" y="0"/>
                  </a:lnTo>
                  <a:lnTo>
                    <a:pt x="5404275" y="0"/>
                  </a:lnTo>
                  <a:lnTo>
                    <a:pt x="5399996" y="0"/>
                  </a:lnTo>
                  <a:lnTo>
                    <a:pt x="5395718" y="0"/>
                  </a:lnTo>
                  <a:lnTo>
                    <a:pt x="5391439" y="0"/>
                  </a:lnTo>
                  <a:lnTo>
                    <a:pt x="5387160" y="0"/>
                  </a:lnTo>
                  <a:lnTo>
                    <a:pt x="5382881" y="0"/>
                  </a:lnTo>
                  <a:lnTo>
                    <a:pt x="5378602" y="0"/>
                  </a:lnTo>
                  <a:lnTo>
                    <a:pt x="5374323" y="0"/>
                  </a:lnTo>
                  <a:lnTo>
                    <a:pt x="5370044" y="0"/>
                  </a:lnTo>
                  <a:lnTo>
                    <a:pt x="5365765" y="0"/>
                  </a:lnTo>
                  <a:lnTo>
                    <a:pt x="5361486" y="0"/>
                  </a:lnTo>
                  <a:lnTo>
                    <a:pt x="5357207" y="0"/>
                  </a:lnTo>
                  <a:lnTo>
                    <a:pt x="5352928" y="0"/>
                  </a:lnTo>
                  <a:lnTo>
                    <a:pt x="5348649" y="0"/>
                  </a:lnTo>
                  <a:lnTo>
                    <a:pt x="5344371" y="0"/>
                  </a:lnTo>
                  <a:lnTo>
                    <a:pt x="5340092" y="0"/>
                  </a:lnTo>
                  <a:lnTo>
                    <a:pt x="5335813" y="0"/>
                  </a:lnTo>
                  <a:lnTo>
                    <a:pt x="5331534" y="0"/>
                  </a:lnTo>
                  <a:lnTo>
                    <a:pt x="5327255" y="0"/>
                  </a:lnTo>
                  <a:lnTo>
                    <a:pt x="5322976" y="0"/>
                  </a:lnTo>
                  <a:lnTo>
                    <a:pt x="5318697" y="0"/>
                  </a:lnTo>
                  <a:lnTo>
                    <a:pt x="5314418" y="0"/>
                  </a:lnTo>
                  <a:lnTo>
                    <a:pt x="5310139" y="0"/>
                  </a:lnTo>
                  <a:lnTo>
                    <a:pt x="5305860" y="0"/>
                  </a:lnTo>
                  <a:lnTo>
                    <a:pt x="5301581" y="0"/>
                  </a:lnTo>
                  <a:lnTo>
                    <a:pt x="5297302" y="0"/>
                  </a:lnTo>
                  <a:lnTo>
                    <a:pt x="5293023" y="0"/>
                  </a:lnTo>
                  <a:lnTo>
                    <a:pt x="5288745" y="0"/>
                  </a:lnTo>
                  <a:lnTo>
                    <a:pt x="5284466" y="0"/>
                  </a:lnTo>
                  <a:lnTo>
                    <a:pt x="5280187" y="0"/>
                  </a:lnTo>
                  <a:lnTo>
                    <a:pt x="5275908" y="0"/>
                  </a:lnTo>
                  <a:lnTo>
                    <a:pt x="5271629" y="0"/>
                  </a:lnTo>
                  <a:lnTo>
                    <a:pt x="5267350" y="0"/>
                  </a:lnTo>
                  <a:lnTo>
                    <a:pt x="5263071" y="0"/>
                  </a:lnTo>
                  <a:lnTo>
                    <a:pt x="5258792" y="0"/>
                  </a:lnTo>
                  <a:lnTo>
                    <a:pt x="5254513" y="0"/>
                  </a:lnTo>
                  <a:lnTo>
                    <a:pt x="5250234" y="0"/>
                  </a:lnTo>
                  <a:lnTo>
                    <a:pt x="5245955" y="0"/>
                  </a:lnTo>
                  <a:lnTo>
                    <a:pt x="5241676" y="0"/>
                  </a:lnTo>
                  <a:lnTo>
                    <a:pt x="5237398" y="0"/>
                  </a:lnTo>
                  <a:lnTo>
                    <a:pt x="5233119" y="0"/>
                  </a:lnTo>
                  <a:lnTo>
                    <a:pt x="5228840" y="0"/>
                  </a:lnTo>
                  <a:lnTo>
                    <a:pt x="5224561" y="0"/>
                  </a:lnTo>
                  <a:lnTo>
                    <a:pt x="5220282" y="0"/>
                  </a:lnTo>
                  <a:lnTo>
                    <a:pt x="5216003" y="0"/>
                  </a:lnTo>
                  <a:lnTo>
                    <a:pt x="5211724" y="0"/>
                  </a:lnTo>
                  <a:lnTo>
                    <a:pt x="5207445" y="0"/>
                  </a:lnTo>
                  <a:lnTo>
                    <a:pt x="5203166" y="0"/>
                  </a:lnTo>
                  <a:lnTo>
                    <a:pt x="5198887" y="0"/>
                  </a:lnTo>
                  <a:lnTo>
                    <a:pt x="5194608" y="0"/>
                  </a:lnTo>
                  <a:lnTo>
                    <a:pt x="5190329" y="0"/>
                  </a:lnTo>
                  <a:lnTo>
                    <a:pt x="5186050" y="0"/>
                  </a:lnTo>
                  <a:lnTo>
                    <a:pt x="5181772" y="0"/>
                  </a:lnTo>
                  <a:lnTo>
                    <a:pt x="5177493" y="0"/>
                  </a:lnTo>
                  <a:lnTo>
                    <a:pt x="5173214" y="0"/>
                  </a:lnTo>
                  <a:lnTo>
                    <a:pt x="5168935" y="0"/>
                  </a:lnTo>
                  <a:lnTo>
                    <a:pt x="5164656" y="0"/>
                  </a:lnTo>
                  <a:lnTo>
                    <a:pt x="5160377" y="0"/>
                  </a:lnTo>
                  <a:lnTo>
                    <a:pt x="5156098" y="0"/>
                  </a:lnTo>
                  <a:lnTo>
                    <a:pt x="5151819" y="0"/>
                  </a:lnTo>
                  <a:lnTo>
                    <a:pt x="5147540" y="0"/>
                  </a:lnTo>
                  <a:lnTo>
                    <a:pt x="5143261" y="0"/>
                  </a:lnTo>
                  <a:lnTo>
                    <a:pt x="5138982" y="0"/>
                  </a:lnTo>
                  <a:lnTo>
                    <a:pt x="5134703" y="0"/>
                  </a:lnTo>
                  <a:lnTo>
                    <a:pt x="5130425" y="0"/>
                  </a:lnTo>
                  <a:lnTo>
                    <a:pt x="5126146" y="0"/>
                  </a:lnTo>
                  <a:lnTo>
                    <a:pt x="5121867" y="0"/>
                  </a:lnTo>
                  <a:lnTo>
                    <a:pt x="5117588" y="0"/>
                  </a:lnTo>
                  <a:lnTo>
                    <a:pt x="5113309" y="0"/>
                  </a:lnTo>
                  <a:lnTo>
                    <a:pt x="5109030" y="0"/>
                  </a:lnTo>
                  <a:lnTo>
                    <a:pt x="5104751" y="0"/>
                  </a:lnTo>
                  <a:lnTo>
                    <a:pt x="5100472" y="0"/>
                  </a:lnTo>
                  <a:lnTo>
                    <a:pt x="5096193" y="0"/>
                  </a:lnTo>
                  <a:lnTo>
                    <a:pt x="5091914" y="0"/>
                  </a:lnTo>
                  <a:lnTo>
                    <a:pt x="5087635" y="0"/>
                  </a:lnTo>
                  <a:lnTo>
                    <a:pt x="5083356" y="0"/>
                  </a:lnTo>
                  <a:lnTo>
                    <a:pt x="5079077" y="0"/>
                  </a:lnTo>
                  <a:lnTo>
                    <a:pt x="5074799" y="0"/>
                  </a:lnTo>
                  <a:lnTo>
                    <a:pt x="5070520" y="0"/>
                  </a:lnTo>
                  <a:lnTo>
                    <a:pt x="5066241" y="0"/>
                  </a:lnTo>
                  <a:lnTo>
                    <a:pt x="5061962" y="0"/>
                  </a:lnTo>
                  <a:lnTo>
                    <a:pt x="5057683" y="0"/>
                  </a:lnTo>
                  <a:lnTo>
                    <a:pt x="5053404" y="0"/>
                  </a:lnTo>
                  <a:lnTo>
                    <a:pt x="5049125" y="0"/>
                  </a:lnTo>
                  <a:lnTo>
                    <a:pt x="5044846" y="0"/>
                  </a:lnTo>
                  <a:lnTo>
                    <a:pt x="5040567" y="0"/>
                  </a:lnTo>
                  <a:lnTo>
                    <a:pt x="5036288" y="0"/>
                  </a:lnTo>
                  <a:lnTo>
                    <a:pt x="5032009" y="0"/>
                  </a:lnTo>
                  <a:lnTo>
                    <a:pt x="5027730" y="0"/>
                  </a:lnTo>
                  <a:lnTo>
                    <a:pt x="5023452" y="0"/>
                  </a:lnTo>
                  <a:lnTo>
                    <a:pt x="5019173" y="0"/>
                  </a:lnTo>
                  <a:lnTo>
                    <a:pt x="5014894" y="0"/>
                  </a:lnTo>
                  <a:lnTo>
                    <a:pt x="5010615" y="0"/>
                  </a:lnTo>
                  <a:lnTo>
                    <a:pt x="5006336" y="0"/>
                  </a:lnTo>
                  <a:lnTo>
                    <a:pt x="5002057" y="0"/>
                  </a:lnTo>
                  <a:lnTo>
                    <a:pt x="4997778" y="0"/>
                  </a:lnTo>
                  <a:lnTo>
                    <a:pt x="4993499" y="0"/>
                  </a:lnTo>
                  <a:lnTo>
                    <a:pt x="4989220" y="0"/>
                  </a:lnTo>
                  <a:lnTo>
                    <a:pt x="4984941" y="0"/>
                  </a:lnTo>
                  <a:lnTo>
                    <a:pt x="4980662" y="0"/>
                  </a:lnTo>
                  <a:lnTo>
                    <a:pt x="4976383" y="0"/>
                  </a:lnTo>
                  <a:lnTo>
                    <a:pt x="4972104" y="0"/>
                  </a:lnTo>
                  <a:lnTo>
                    <a:pt x="4967826" y="0"/>
                  </a:lnTo>
                  <a:lnTo>
                    <a:pt x="4963547" y="0"/>
                  </a:lnTo>
                  <a:lnTo>
                    <a:pt x="4959268" y="0"/>
                  </a:lnTo>
                  <a:lnTo>
                    <a:pt x="4954989" y="0"/>
                  </a:lnTo>
                  <a:lnTo>
                    <a:pt x="4950710" y="0"/>
                  </a:lnTo>
                  <a:lnTo>
                    <a:pt x="4946431" y="0"/>
                  </a:lnTo>
                  <a:lnTo>
                    <a:pt x="4942152" y="0"/>
                  </a:lnTo>
                  <a:lnTo>
                    <a:pt x="4937873" y="0"/>
                  </a:lnTo>
                  <a:lnTo>
                    <a:pt x="4933594" y="0"/>
                  </a:lnTo>
                  <a:lnTo>
                    <a:pt x="4929315" y="0"/>
                  </a:lnTo>
                  <a:lnTo>
                    <a:pt x="4925036" y="0"/>
                  </a:lnTo>
                  <a:lnTo>
                    <a:pt x="4920757" y="0"/>
                  </a:lnTo>
                  <a:lnTo>
                    <a:pt x="4916479" y="0"/>
                  </a:lnTo>
                  <a:lnTo>
                    <a:pt x="4912200" y="0"/>
                  </a:lnTo>
                  <a:lnTo>
                    <a:pt x="4907921" y="0"/>
                  </a:lnTo>
                  <a:lnTo>
                    <a:pt x="4903642" y="0"/>
                  </a:lnTo>
                  <a:lnTo>
                    <a:pt x="4899363" y="0"/>
                  </a:lnTo>
                  <a:lnTo>
                    <a:pt x="4895084" y="0"/>
                  </a:lnTo>
                  <a:lnTo>
                    <a:pt x="4890805" y="0"/>
                  </a:lnTo>
                  <a:lnTo>
                    <a:pt x="4886526" y="0"/>
                  </a:lnTo>
                  <a:lnTo>
                    <a:pt x="4882247" y="0"/>
                  </a:lnTo>
                  <a:lnTo>
                    <a:pt x="4877968" y="0"/>
                  </a:lnTo>
                  <a:lnTo>
                    <a:pt x="4873689" y="0"/>
                  </a:lnTo>
                  <a:lnTo>
                    <a:pt x="4869410" y="0"/>
                  </a:lnTo>
                  <a:lnTo>
                    <a:pt x="4865131" y="0"/>
                  </a:lnTo>
                  <a:lnTo>
                    <a:pt x="4860853" y="0"/>
                  </a:lnTo>
                  <a:lnTo>
                    <a:pt x="4856574" y="0"/>
                  </a:lnTo>
                  <a:lnTo>
                    <a:pt x="4852295" y="0"/>
                  </a:lnTo>
                  <a:lnTo>
                    <a:pt x="4848016" y="0"/>
                  </a:lnTo>
                  <a:lnTo>
                    <a:pt x="4843737" y="0"/>
                  </a:lnTo>
                  <a:lnTo>
                    <a:pt x="4839458" y="0"/>
                  </a:lnTo>
                  <a:lnTo>
                    <a:pt x="4835179" y="0"/>
                  </a:lnTo>
                  <a:lnTo>
                    <a:pt x="4830900" y="0"/>
                  </a:lnTo>
                  <a:lnTo>
                    <a:pt x="4826621" y="0"/>
                  </a:lnTo>
                  <a:lnTo>
                    <a:pt x="4822342" y="0"/>
                  </a:lnTo>
                  <a:lnTo>
                    <a:pt x="4818063" y="0"/>
                  </a:lnTo>
                  <a:lnTo>
                    <a:pt x="4813784" y="0"/>
                  </a:lnTo>
                  <a:lnTo>
                    <a:pt x="4809506" y="0"/>
                  </a:lnTo>
                  <a:lnTo>
                    <a:pt x="4805227" y="0"/>
                  </a:lnTo>
                  <a:lnTo>
                    <a:pt x="4800948" y="0"/>
                  </a:lnTo>
                  <a:lnTo>
                    <a:pt x="4796669" y="0"/>
                  </a:lnTo>
                  <a:lnTo>
                    <a:pt x="4792390" y="0"/>
                  </a:lnTo>
                  <a:lnTo>
                    <a:pt x="4788111" y="0"/>
                  </a:lnTo>
                  <a:lnTo>
                    <a:pt x="4783832" y="0"/>
                  </a:lnTo>
                  <a:lnTo>
                    <a:pt x="4779553" y="0"/>
                  </a:lnTo>
                  <a:lnTo>
                    <a:pt x="4775274" y="0"/>
                  </a:lnTo>
                  <a:lnTo>
                    <a:pt x="4770995" y="0"/>
                  </a:lnTo>
                  <a:lnTo>
                    <a:pt x="4766716" y="0"/>
                  </a:lnTo>
                  <a:lnTo>
                    <a:pt x="4762437" y="0"/>
                  </a:lnTo>
                  <a:lnTo>
                    <a:pt x="4758158" y="0"/>
                  </a:lnTo>
                  <a:lnTo>
                    <a:pt x="4753880" y="0"/>
                  </a:lnTo>
                  <a:lnTo>
                    <a:pt x="4749601" y="0"/>
                  </a:lnTo>
                  <a:lnTo>
                    <a:pt x="4745322" y="0"/>
                  </a:lnTo>
                  <a:lnTo>
                    <a:pt x="4741043" y="0"/>
                  </a:lnTo>
                  <a:lnTo>
                    <a:pt x="4736764" y="0"/>
                  </a:lnTo>
                  <a:lnTo>
                    <a:pt x="4732485" y="0"/>
                  </a:lnTo>
                  <a:lnTo>
                    <a:pt x="4728206" y="0"/>
                  </a:lnTo>
                  <a:lnTo>
                    <a:pt x="4723927" y="0"/>
                  </a:lnTo>
                  <a:lnTo>
                    <a:pt x="4719648" y="0"/>
                  </a:lnTo>
                  <a:lnTo>
                    <a:pt x="4715369" y="0"/>
                  </a:lnTo>
                  <a:lnTo>
                    <a:pt x="4711090" y="0"/>
                  </a:lnTo>
                  <a:lnTo>
                    <a:pt x="4706811" y="0"/>
                  </a:lnTo>
                  <a:lnTo>
                    <a:pt x="4702533" y="0"/>
                  </a:lnTo>
                  <a:lnTo>
                    <a:pt x="4698254" y="0"/>
                  </a:lnTo>
                  <a:lnTo>
                    <a:pt x="4693975" y="0"/>
                  </a:lnTo>
                  <a:lnTo>
                    <a:pt x="4689696" y="0"/>
                  </a:lnTo>
                  <a:lnTo>
                    <a:pt x="4685417" y="0"/>
                  </a:lnTo>
                  <a:lnTo>
                    <a:pt x="4681138" y="0"/>
                  </a:lnTo>
                  <a:lnTo>
                    <a:pt x="4676859" y="0"/>
                  </a:lnTo>
                  <a:lnTo>
                    <a:pt x="4672580" y="0"/>
                  </a:lnTo>
                  <a:lnTo>
                    <a:pt x="4668301" y="0"/>
                  </a:lnTo>
                  <a:lnTo>
                    <a:pt x="4664022" y="0"/>
                  </a:lnTo>
                  <a:lnTo>
                    <a:pt x="4659743" y="0"/>
                  </a:lnTo>
                  <a:lnTo>
                    <a:pt x="4655464" y="0"/>
                  </a:lnTo>
                  <a:lnTo>
                    <a:pt x="4651185" y="0"/>
                  </a:lnTo>
                  <a:lnTo>
                    <a:pt x="4646907" y="0"/>
                  </a:lnTo>
                  <a:lnTo>
                    <a:pt x="4642628" y="0"/>
                  </a:lnTo>
                  <a:lnTo>
                    <a:pt x="4638349" y="0"/>
                  </a:lnTo>
                  <a:lnTo>
                    <a:pt x="4634070" y="0"/>
                  </a:lnTo>
                  <a:lnTo>
                    <a:pt x="4629791" y="0"/>
                  </a:lnTo>
                  <a:lnTo>
                    <a:pt x="4625512" y="0"/>
                  </a:lnTo>
                  <a:lnTo>
                    <a:pt x="4621233" y="0"/>
                  </a:lnTo>
                  <a:lnTo>
                    <a:pt x="4616954" y="0"/>
                  </a:lnTo>
                  <a:lnTo>
                    <a:pt x="4612675" y="0"/>
                  </a:lnTo>
                  <a:lnTo>
                    <a:pt x="4608396" y="0"/>
                  </a:lnTo>
                  <a:lnTo>
                    <a:pt x="4604117" y="0"/>
                  </a:lnTo>
                  <a:lnTo>
                    <a:pt x="4599838" y="0"/>
                  </a:lnTo>
                  <a:lnTo>
                    <a:pt x="4595560" y="0"/>
                  </a:lnTo>
                  <a:lnTo>
                    <a:pt x="4591281" y="0"/>
                  </a:lnTo>
                  <a:lnTo>
                    <a:pt x="4587002" y="0"/>
                  </a:lnTo>
                  <a:lnTo>
                    <a:pt x="4582723" y="0"/>
                  </a:lnTo>
                  <a:lnTo>
                    <a:pt x="4578444" y="0"/>
                  </a:lnTo>
                  <a:lnTo>
                    <a:pt x="4574165" y="0"/>
                  </a:lnTo>
                  <a:lnTo>
                    <a:pt x="4569886" y="0"/>
                  </a:lnTo>
                  <a:lnTo>
                    <a:pt x="4565607" y="0"/>
                  </a:lnTo>
                  <a:lnTo>
                    <a:pt x="4561328" y="0"/>
                  </a:lnTo>
                  <a:lnTo>
                    <a:pt x="4557049" y="0"/>
                  </a:lnTo>
                  <a:lnTo>
                    <a:pt x="4552770" y="0"/>
                  </a:lnTo>
                  <a:lnTo>
                    <a:pt x="4548491" y="0"/>
                  </a:lnTo>
                  <a:lnTo>
                    <a:pt x="4544212" y="0"/>
                  </a:lnTo>
                  <a:lnTo>
                    <a:pt x="4539934" y="0"/>
                  </a:lnTo>
                  <a:lnTo>
                    <a:pt x="4535655" y="0"/>
                  </a:lnTo>
                  <a:lnTo>
                    <a:pt x="4531376" y="0"/>
                  </a:lnTo>
                  <a:lnTo>
                    <a:pt x="4527097" y="0"/>
                  </a:lnTo>
                  <a:lnTo>
                    <a:pt x="4522818" y="0"/>
                  </a:lnTo>
                  <a:lnTo>
                    <a:pt x="4518539" y="0"/>
                  </a:lnTo>
                  <a:lnTo>
                    <a:pt x="4514260" y="0"/>
                  </a:lnTo>
                  <a:lnTo>
                    <a:pt x="4509981" y="0"/>
                  </a:lnTo>
                  <a:lnTo>
                    <a:pt x="4505702" y="0"/>
                  </a:lnTo>
                  <a:lnTo>
                    <a:pt x="4501423" y="0"/>
                  </a:lnTo>
                  <a:lnTo>
                    <a:pt x="4497144" y="0"/>
                  </a:lnTo>
                  <a:lnTo>
                    <a:pt x="4492865" y="0"/>
                  </a:lnTo>
                  <a:lnTo>
                    <a:pt x="4488587" y="0"/>
                  </a:lnTo>
                  <a:lnTo>
                    <a:pt x="4484308" y="0"/>
                  </a:lnTo>
                  <a:lnTo>
                    <a:pt x="4480029" y="0"/>
                  </a:lnTo>
                  <a:lnTo>
                    <a:pt x="4475750" y="0"/>
                  </a:lnTo>
                  <a:lnTo>
                    <a:pt x="4471471" y="0"/>
                  </a:lnTo>
                  <a:lnTo>
                    <a:pt x="4467192" y="0"/>
                  </a:lnTo>
                  <a:lnTo>
                    <a:pt x="4462913" y="0"/>
                  </a:lnTo>
                  <a:lnTo>
                    <a:pt x="4458634" y="0"/>
                  </a:lnTo>
                  <a:lnTo>
                    <a:pt x="4454355" y="0"/>
                  </a:lnTo>
                  <a:lnTo>
                    <a:pt x="4450076" y="0"/>
                  </a:lnTo>
                  <a:lnTo>
                    <a:pt x="4445797" y="0"/>
                  </a:lnTo>
                  <a:lnTo>
                    <a:pt x="4441518" y="0"/>
                  </a:lnTo>
                  <a:lnTo>
                    <a:pt x="4437239" y="0"/>
                  </a:lnTo>
                  <a:lnTo>
                    <a:pt x="4432961" y="0"/>
                  </a:lnTo>
                  <a:lnTo>
                    <a:pt x="4428682" y="0"/>
                  </a:lnTo>
                  <a:lnTo>
                    <a:pt x="4424403" y="0"/>
                  </a:lnTo>
                  <a:lnTo>
                    <a:pt x="4420124" y="0"/>
                  </a:lnTo>
                  <a:lnTo>
                    <a:pt x="4415845" y="0"/>
                  </a:lnTo>
                  <a:lnTo>
                    <a:pt x="4411566" y="0"/>
                  </a:lnTo>
                  <a:lnTo>
                    <a:pt x="4407287" y="0"/>
                  </a:lnTo>
                  <a:lnTo>
                    <a:pt x="4403008" y="0"/>
                  </a:lnTo>
                  <a:lnTo>
                    <a:pt x="4398729" y="0"/>
                  </a:lnTo>
                  <a:lnTo>
                    <a:pt x="4394450" y="0"/>
                  </a:lnTo>
                  <a:lnTo>
                    <a:pt x="4390171" y="0"/>
                  </a:lnTo>
                  <a:lnTo>
                    <a:pt x="4385892" y="0"/>
                  </a:lnTo>
                  <a:lnTo>
                    <a:pt x="4381614" y="0"/>
                  </a:lnTo>
                  <a:lnTo>
                    <a:pt x="4377335" y="0"/>
                  </a:lnTo>
                  <a:lnTo>
                    <a:pt x="4373056" y="0"/>
                  </a:lnTo>
                  <a:lnTo>
                    <a:pt x="4368777" y="0"/>
                  </a:lnTo>
                  <a:lnTo>
                    <a:pt x="4364498" y="0"/>
                  </a:lnTo>
                  <a:lnTo>
                    <a:pt x="4360219" y="0"/>
                  </a:lnTo>
                  <a:lnTo>
                    <a:pt x="4355940" y="0"/>
                  </a:lnTo>
                  <a:lnTo>
                    <a:pt x="4351661" y="0"/>
                  </a:lnTo>
                  <a:lnTo>
                    <a:pt x="4347382" y="0"/>
                  </a:lnTo>
                  <a:lnTo>
                    <a:pt x="4343103" y="0"/>
                  </a:lnTo>
                  <a:lnTo>
                    <a:pt x="4338824" y="0"/>
                  </a:lnTo>
                  <a:lnTo>
                    <a:pt x="4334545" y="0"/>
                  </a:lnTo>
                  <a:lnTo>
                    <a:pt x="4330266" y="0"/>
                  </a:lnTo>
                  <a:lnTo>
                    <a:pt x="4325988" y="0"/>
                  </a:lnTo>
                  <a:lnTo>
                    <a:pt x="4321709" y="0"/>
                  </a:lnTo>
                  <a:lnTo>
                    <a:pt x="4317430" y="0"/>
                  </a:lnTo>
                  <a:lnTo>
                    <a:pt x="4313151" y="0"/>
                  </a:lnTo>
                  <a:lnTo>
                    <a:pt x="4308872" y="0"/>
                  </a:lnTo>
                  <a:lnTo>
                    <a:pt x="4304593" y="0"/>
                  </a:lnTo>
                  <a:lnTo>
                    <a:pt x="4300314" y="0"/>
                  </a:lnTo>
                  <a:lnTo>
                    <a:pt x="4296035" y="0"/>
                  </a:lnTo>
                  <a:lnTo>
                    <a:pt x="4291756" y="0"/>
                  </a:lnTo>
                  <a:lnTo>
                    <a:pt x="4287477" y="0"/>
                  </a:lnTo>
                  <a:lnTo>
                    <a:pt x="4283198" y="0"/>
                  </a:lnTo>
                  <a:lnTo>
                    <a:pt x="4278919" y="0"/>
                  </a:lnTo>
                  <a:lnTo>
                    <a:pt x="4274641" y="0"/>
                  </a:lnTo>
                  <a:lnTo>
                    <a:pt x="4270362" y="0"/>
                  </a:lnTo>
                  <a:lnTo>
                    <a:pt x="4266083" y="0"/>
                  </a:lnTo>
                  <a:lnTo>
                    <a:pt x="4261804" y="0"/>
                  </a:lnTo>
                  <a:lnTo>
                    <a:pt x="4257525" y="0"/>
                  </a:lnTo>
                  <a:lnTo>
                    <a:pt x="4253246" y="0"/>
                  </a:lnTo>
                  <a:lnTo>
                    <a:pt x="4248967" y="0"/>
                  </a:lnTo>
                  <a:lnTo>
                    <a:pt x="4244688" y="0"/>
                  </a:lnTo>
                  <a:lnTo>
                    <a:pt x="4240409" y="0"/>
                  </a:lnTo>
                  <a:lnTo>
                    <a:pt x="4236130" y="0"/>
                  </a:lnTo>
                  <a:lnTo>
                    <a:pt x="4231851" y="0"/>
                  </a:lnTo>
                  <a:lnTo>
                    <a:pt x="4227572" y="0"/>
                  </a:lnTo>
                  <a:lnTo>
                    <a:pt x="4223293" y="0"/>
                  </a:lnTo>
                  <a:lnTo>
                    <a:pt x="4219015" y="0"/>
                  </a:lnTo>
                  <a:lnTo>
                    <a:pt x="4214736" y="0"/>
                  </a:lnTo>
                  <a:lnTo>
                    <a:pt x="4210457" y="0"/>
                  </a:lnTo>
                  <a:lnTo>
                    <a:pt x="4206178" y="0"/>
                  </a:lnTo>
                  <a:lnTo>
                    <a:pt x="4201899" y="0"/>
                  </a:lnTo>
                  <a:lnTo>
                    <a:pt x="4197620" y="0"/>
                  </a:lnTo>
                  <a:lnTo>
                    <a:pt x="4193341" y="0"/>
                  </a:lnTo>
                  <a:lnTo>
                    <a:pt x="4189062" y="0"/>
                  </a:lnTo>
                  <a:lnTo>
                    <a:pt x="4184783" y="0"/>
                  </a:lnTo>
                  <a:lnTo>
                    <a:pt x="4180504" y="0"/>
                  </a:lnTo>
                  <a:lnTo>
                    <a:pt x="4176225" y="0"/>
                  </a:lnTo>
                  <a:lnTo>
                    <a:pt x="4171946" y="0"/>
                  </a:lnTo>
                  <a:lnTo>
                    <a:pt x="4167668" y="0"/>
                  </a:lnTo>
                  <a:lnTo>
                    <a:pt x="4163389" y="0"/>
                  </a:lnTo>
                  <a:lnTo>
                    <a:pt x="4159110" y="0"/>
                  </a:lnTo>
                  <a:lnTo>
                    <a:pt x="4154831" y="0"/>
                  </a:lnTo>
                  <a:lnTo>
                    <a:pt x="4150552" y="0"/>
                  </a:lnTo>
                  <a:lnTo>
                    <a:pt x="4146273" y="0"/>
                  </a:lnTo>
                  <a:lnTo>
                    <a:pt x="4141994" y="0"/>
                  </a:lnTo>
                  <a:lnTo>
                    <a:pt x="4137715" y="0"/>
                  </a:lnTo>
                  <a:lnTo>
                    <a:pt x="4133436" y="0"/>
                  </a:lnTo>
                  <a:lnTo>
                    <a:pt x="4129157" y="0"/>
                  </a:lnTo>
                  <a:lnTo>
                    <a:pt x="4124878" y="0"/>
                  </a:lnTo>
                  <a:lnTo>
                    <a:pt x="4120599" y="0"/>
                  </a:lnTo>
                  <a:lnTo>
                    <a:pt x="4116320" y="0"/>
                  </a:lnTo>
                  <a:lnTo>
                    <a:pt x="4112042" y="0"/>
                  </a:lnTo>
                  <a:lnTo>
                    <a:pt x="4107763" y="0"/>
                  </a:lnTo>
                  <a:lnTo>
                    <a:pt x="4103484" y="0"/>
                  </a:lnTo>
                  <a:lnTo>
                    <a:pt x="4099205" y="0"/>
                  </a:lnTo>
                  <a:lnTo>
                    <a:pt x="4094926" y="0"/>
                  </a:lnTo>
                  <a:lnTo>
                    <a:pt x="4090647" y="0"/>
                  </a:lnTo>
                  <a:lnTo>
                    <a:pt x="4086368" y="0"/>
                  </a:lnTo>
                  <a:lnTo>
                    <a:pt x="4082089" y="0"/>
                  </a:lnTo>
                  <a:lnTo>
                    <a:pt x="4077810" y="0"/>
                  </a:lnTo>
                  <a:lnTo>
                    <a:pt x="4073531" y="0"/>
                  </a:lnTo>
                  <a:lnTo>
                    <a:pt x="4069252" y="0"/>
                  </a:lnTo>
                  <a:lnTo>
                    <a:pt x="4064973" y="0"/>
                  </a:lnTo>
                  <a:lnTo>
                    <a:pt x="4060695" y="0"/>
                  </a:lnTo>
                  <a:lnTo>
                    <a:pt x="4056416" y="0"/>
                  </a:lnTo>
                  <a:lnTo>
                    <a:pt x="4052137" y="0"/>
                  </a:lnTo>
                  <a:lnTo>
                    <a:pt x="4047858" y="0"/>
                  </a:lnTo>
                  <a:lnTo>
                    <a:pt x="4043579" y="0"/>
                  </a:lnTo>
                  <a:lnTo>
                    <a:pt x="4039300" y="0"/>
                  </a:lnTo>
                  <a:lnTo>
                    <a:pt x="4035021" y="0"/>
                  </a:lnTo>
                  <a:lnTo>
                    <a:pt x="4030742" y="0"/>
                  </a:lnTo>
                  <a:lnTo>
                    <a:pt x="4026463" y="0"/>
                  </a:lnTo>
                  <a:lnTo>
                    <a:pt x="4022184" y="0"/>
                  </a:lnTo>
                  <a:lnTo>
                    <a:pt x="4017905" y="0"/>
                  </a:lnTo>
                  <a:lnTo>
                    <a:pt x="4013626" y="0"/>
                  </a:lnTo>
                  <a:lnTo>
                    <a:pt x="4009347" y="0"/>
                  </a:lnTo>
                  <a:lnTo>
                    <a:pt x="4005069" y="0"/>
                  </a:lnTo>
                  <a:lnTo>
                    <a:pt x="4000790" y="0"/>
                  </a:lnTo>
                  <a:lnTo>
                    <a:pt x="3996511" y="0"/>
                  </a:lnTo>
                  <a:lnTo>
                    <a:pt x="3992232" y="0"/>
                  </a:lnTo>
                  <a:lnTo>
                    <a:pt x="3987953" y="0"/>
                  </a:lnTo>
                  <a:lnTo>
                    <a:pt x="3983674" y="0"/>
                  </a:lnTo>
                  <a:lnTo>
                    <a:pt x="3979395" y="0"/>
                  </a:lnTo>
                  <a:lnTo>
                    <a:pt x="3975116" y="0"/>
                  </a:lnTo>
                  <a:lnTo>
                    <a:pt x="3970837" y="0"/>
                  </a:lnTo>
                  <a:lnTo>
                    <a:pt x="3966558" y="0"/>
                  </a:lnTo>
                  <a:lnTo>
                    <a:pt x="3962279" y="0"/>
                  </a:lnTo>
                  <a:lnTo>
                    <a:pt x="3958000" y="0"/>
                  </a:lnTo>
                  <a:lnTo>
                    <a:pt x="3953722" y="0"/>
                  </a:lnTo>
                  <a:lnTo>
                    <a:pt x="3949443" y="0"/>
                  </a:lnTo>
                  <a:lnTo>
                    <a:pt x="3945164" y="0"/>
                  </a:lnTo>
                  <a:lnTo>
                    <a:pt x="3940885" y="0"/>
                  </a:lnTo>
                  <a:lnTo>
                    <a:pt x="3936606" y="0"/>
                  </a:lnTo>
                  <a:lnTo>
                    <a:pt x="3932327" y="0"/>
                  </a:lnTo>
                  <a:lnTo>
                    <a:pt x="3928048" y="0"/>
                  </a:lnTo>
                  <a:lnTo>
                    <a:pt x="3923769" y="0"/>
                  </a:lnTo>
                  <a:lnTo>
                    <a:pt x="3919490" y="0"/>
                  </a:lnTo>
                  <a:lnTo>
                    <a:pt x="3915211" y="0"/>
                  </a:lnTo>
                  <a:lnTo>
                    <a:pt x="3910932" y="0"/>
                  </a:lnTo>
                  <a:lnTo>
                    <a:pt x="3906653" y="0"/>
                  </a:lnTo>
                  <a:lnTo>
                    <a:pt x="3902374" y="0"/>
                  </a:lnTo>
                  <a:lnTo>
                    <a:pt x="3898096" y="0"/>
                  </a:lnTo>
                  <a:lnTo>
                    <a:pt x="3893817" y="0"/>
                  </a:lnTo>
                  <a:lnTo>
                    <a:pt x="3889538" y="0"/>
                  </a:lnTo>
                  <a:lnTo>
                    <a:pt x="3885259" y="0"/>
                  </a:lnTo>
                  <a:lnTo>
                    <a:pt x="3880980" y="0"/>
                  </a:lnTo>
                  <a:lnTo>
                    <a:pt x="3876701" y="0"/>
                  </a:lnTo>
                  <a:lnTo>
                    <a:pt x="3872422" y="0"/>
                  </a:lnTo>
                  <a:lnTo>
                    <a:pt x="3868143" y="0"/>
                  </a:lnTo>
                  <a:lnTo>
                    <a:pt x="3863864" y="0"/>
                  </a:lnTo>
                  <a:lnTo>
                    <a:pt x="3859585" y="0"/>
                  </a:lnTo>
                  <a:lnTo>
                    <a:pt x="3855306" y="0"/>
                  </a:lnTo>
                  <a:lnTo>
                    <a:pt x="3851027" y="0"/>
                  </a:lnTo>
                  <a:lnTo>
                    <a:pt x="3846749" y="0"/>
                  </a:lnTo>
                  <a:lnTo>
                    <a:pt x="3842470" y="0"/>
                  </a:lnTo>
                  <a:lnTo>
                    <a:pt x="3838191" y="0"/>
                  </a:lnTo>
                  <a:lnTo>
                    <a:pt x="3833912" y="0"/>
                  </a:lnTo>
                  <a:lnTo>
                    <a:pt x="3829633" y="0"/>
                  </a:lnTo>
                  <a:lnTo>
                    <a:pt x="3825354" y="0"/>
                  </a:lnTo>
                  <a:lnTo>
                    <a:pt x="3821075" y="0"/>
                  </a:lnTo>
                  <a:lnTo>
                    <a:pt x="3816796" y="0"/>
                  </a:lnTo>
                  <a:lnTo>
                    <a:pt x="3812517" y="0"/>
                  </a:lnTo>
                  <a:lnTo>
                    <a:pt x="3808238" y="0"/>
                  </a:lnTo>
                  <a:lnTo>
                    <a:pt x="3803959" y="0"/>
                  </a:lnTo>
                  <a:lnTo>
                    <a:pt x="3799680" y="0"/>
                  </a:lnTo>
                  <a:lnTo>
                    <a:pt x="3795401" y="0"/>
                  </a:lnTo>
                  <a:lnTo>
                    <a:pt x="3791123" y="0"/>
                  </a:lnTo>
                  <a:lnTo>
                    <a:pt x="3786844" y="0"/>
                  </a:lnTo>
                  <a:lnTo>
                    <a:pt x="3782565" y="0"/>
                  </a:lnTo>
                  <a:lnTo>
                    <a:pt x="3778286" y="0"/>
                  </a:lnTo>
                  <a:lnTo>
                    <a:pt x="3774007" y="0"/>
                  </a:lnTo>
                  <a:lnTo>
                    <a:pt x="3769728" y="0"/>
                  </a:lnTo>
                  <a:lnTo>
                    <a:pt x="3765449" y="0"/>
                  </a:lnTo>
                  <a:lnTo>
                    <a:pt x="3761170" y="0"/>
                  </a:lnTo>
                  <a:lnTo>
                    <a:pt x="3756891" y="0"/>
                  </a:lnTo>
                  <a:lnTo>
                    <a:pt x="3752612" y="0"/>
                  </a:lnTo>
                  <a:lnTo>
                    <a:pt x="3748333" y="0"/>
                  </a:lnTo>
                  <a:lnTo>
                    <a:pt x="3744054" y="0"/>
                  </a:lnTo>
                  <a:lnTo>
                    <a:pt x="3739776" y="0"/>
                  </a:lnTo>
                  <a:lnTo>
                    <a:pt x="3735497" y="0"/>
                  </a:lnTo>
                  <a:lnTo>
                    <a:pt x="3731218" y="0"/>
                  </a:lnTo>
                  <a:lnTo>
                    <a:pt x="3726939" y="0"/>
                  </a:lnTo>
                  <a:lnTo>
                    <a:pt x="3722660" y="0"/>
                  </a:lnTo>
                  <a:lnTo>
                    <a:pt x="3718381" y="0"/>
                  </a:lnTo>
                  <a:lnTo>
                    <a:pt x="3714102" y="0"/>
                  </a:lnTo>
                  <a:lnTo>
                    <a:pt x="3709823" y="0"/>
                  </a:lnTo>
                  <a:lnTo>
                    <a:pt x="3705544" y="0"/>
                  </a:lnTo>
                  <a:lnTo>
                    <a:pt x="3701265" y="0"/>
                  </a:lnTo>
                  <a:lnTo>
                    <a:pt x="3696986" y="0"/>
                  </a:lnTo>
                  <a:lnTo>
                    <a:pt x="3692707" y="0"/>
                  </a:lnTo>
                  <a:lnTo>
                    <a:pt x="3688428" y="0"/>
                  </a:lnTo>
                  <a:lnTo>
                    <a:pt x="3684150" y="0"/>
                  </a:lnTo>
                  <a:lnTo>
                    <a:pt x="3679871" y="0"/>
                  </a:lnTo>
                  <a:lnTo>
                    <a:pt x="3675592" y="0"/>
                  </a:lnTo>
                  <a:lnTo>
                    <a:pt x="3671313" y="0"/>
                  </a:lnTo>
                  <a:lnTo>
                    <a:pt x="3667034" y="0"/>
                  </a:lnTo>
                  <a:lnTo>
                    <a:pt x="3662755" y="0"/>
                  </a:lnTo>
                  <a:lnTo>
                    <a:pt x="3658476" y="0"/>
                  </a:lnTo>
                  <a:lnTo>
                    <a:pt x="3654197" y="0"/>
                  </a:lnTo>
                  <a:lnTo>
                    <a:pt x="3649918" y="0"/>
                  </a:lnTo>
                  <a:lnTo>
                    <a:pt x="3645639" y="0"/>
                  </a:lnTo>
                  <a:lnTo>
                    <a:pt x="3641360" y="0"/>
                  </a:lnTo>
                  <a:lnTo>
                    <a:pt x="3637081" y="0"/>
                  </a:lnTo>
                  <a:lnTo>
                    <a:pt x="3632803" y="0"/>
                  </a:lnTo>
                  <a:lnTo>
                    <a:pt x="3628524" y="0"/>
                  </a:lnTo>
                  <a:lnTo>
                    <a:pt x="3624245" y="0"/>
                  </a:lnTo>
                  <a:lnTo>
                    <a:pt x="3619966" y="0"/>
                  </a:lnTo>
                  <a:lnTo>
                    <a:pt x="3615687" y="0"/>
                  </a:lnTo>
                  <a:lnTo>
                    <a:pt x="3611408" y="0"/>
                  </a:lnTo>
                  <a:lnTo>
                    <a:pt x="3607129" y="0"/>
                  </a:lnTo>
                  <a:lnTo>
                    <a:pt x="3602850" y="0"/>
                  </a:lnTo>
                  <a:lnTo>
                    <a:pt x="3598571" y="0"/>
                  </a:lnTo>
                  <a:lnTo>
                    <a:pt x="3594292" y="0"/>
                  </a:lnTo>
                  <a:lnTo>
                    <a:pt x="3590013" y="0"/>
                  </a:lnTo>
                  <a:lnTo>
                    <a:pt x="3585734" y="0"/>
                  </a:lnTo>
                  <a:lnTo>
                    <a:pt x="3581455" y="0"/>
                  </a:lnTo>
                  <a:lnTo>
                    <a:pt x="3577177" y="0"/>
                  </a:lnTo>
                  <a:lnTo>
                    <a:pt x="3572898" y="0"/>
                  </a:lnTo>
                  <a:lnTo>
                    <a:pt x="3568619" y="0"/>
                  </a:lnTo>
                  <a:lnTo>
                    <a:pt x="3564340" y="0"/>
                  </a:lnTo>
                  <a:lnTo>
                    <a:pt x="3560061" y="0"/>
                  </a:lnTo>
                  <a:lnTo>
                    <a:pt x="3555782" y="0"/>
                  </a:lnTo>
                  <a:lnTo>
                    <a:pt x="3551503" y="0"/>
                  </a:lnTo>
                  <a:lnTo>
                    <a:pt x="3547224" y="0"/>
                  </a:lnTo>
                  <a:lnTo>
                    <a:pt x="3542945" y="0"/>
                  </a:lnTo>
                  <a:lnTo>
                    <a:pt x="3538666" y="0"/>
                  </a:lnTo>
                  <a:lnTo>
                    <a:pt x="3534387" y="0"/>
                  </a:lnTo>
                  <a:lnTo>
                    <a:pt x="3530108" y="0"/>
                  </a:lnTo>
                  <a:lnTo>
                    <a:pt x="3525830" y="0"/>
                  </a:lnTo>
                  <a:lnTo>
                    <a:pt x="3521551" y="0"/>
                  </a:lnTo>
                  <a:lnTo>
                    <a:pt x="3517272" y="0"/>
                  </a:lnTo>
                  <a:lnTo>
                    <a:pt x="3512993" y="0"/>
                  </a:lnTo>
                  <a:lnTo>
                    <a:pt x="3508714" y="0"/>
                  </a:lnTo>
                  <a:lnTo>
                    <a:pt x="3504435" y="0"/>
                  </a:lnTo>
                  <a:lnTo>
                    <a:pt x="3500156" y="0"/>
                  </a:lnTo>
                  <a:lnTo>
                    <a:pt x="3495877" y="0"/>
                  </a:lnTo>
                  <a:lnTo>
                    <a:pt x="3491598" y="0"/>
                  </a:lnTo>
                  <a:lnTo>
                    <a:pt x="3487319" y="0"/>
                  </a:lnTo>
                  <a:lnTo>
                    <a:pt x="3483040" y="0"/>
                  </a:lnTo>
                  <a:lnTo>
                    <a:pt x="3478761" y="0"/>
                  </a:lnTo>
                  <a:lnTo>
                    <a:pt x="3474482" y="0"/>
                  </a:lnTo>
                  <a:lnTo>
                    <a:pt x="3470204" y="0"/>
                  </a:lnTo>
                  <a:lnTo>
                    <a:pt x="3465925" y="0"/>
                  </a:lnTo>
                  <a:lnTo>
                    <a:pt x="3461646" y="0"/>
                  </a:lnTo>
                  <a:lnTo>
                    <a:pt x="3457367" y="0"/>
                  </a:lnTo>
                  <a:lnTo>
                    <a:pt x="3453088" y="0"/>
                  </a:lnTo>
                  <a:lnTo>
                    <a:pt x="3448809" y="0"/>
                  </a:lnTo>
                  <a:lnTo>
                    <a:pt x="3444530" y="0"/>
                  </a:lnTo>
                  <a:lnTo>
                    <a:pt x="3440251" y="0"/>
                  </a:lnTo>
                  <a:lnTo>
                    <a:pt x="3435972" y="0"/>
                  </a:lnTo>
                  <a:lnTo>
                    <a:pt x="3431693" y="0"/>
                  </a:lnTo>
                  <a:lnTo>
                    <a:pt x="3427414" y="0"/>
                  </a:lnTo>
                  <a:lnTo>
                    <a:pt x="3423135" y="0"/>
                  </a:lnTo>
                  <a:lnTo>
                    <a:pt x="3418857" y="0"/>
                  </a:lnTo>
                  <a:lnTo>
                    <a:pt x="3414578" y="0"/>
                  </a:lnTo>
                  <a:lnTo>
                    <a:pt x="3410299" y="0"/>
                  </a:lnTo>
                  <a:lnTo>
                    <a:pt x="3406020" y="0"/>
                  </a:lnTo>
                  <a:lnTo>
                    <a:pt x="3401741" y="0"/>
                  </a:lnTo>
                  <a:lnTo>
                    <a:pt x="3397462" y="0"/>
                  </a:lnTo>
                  <a:lnTo>
                    <a:pt x="3393183" y="0"/>
                  </a:lnTo>
                  <a:lnTo>
                    <a:pt x="3388904" y="0"/>
                  </a:lnTo>
                  <a:lnTo>
                    <a:pt x="3384625" y="0"/>
                  </a:lnTo>
                  <a:lnTo>
                    <a:pt x="3380346" y="0"/>
                  </a:lnTo>
                  <a:lnTo>
                    <a:pt x="3376067" y="0"/>
                  </a:lnTo>
                  <a:lnTo>
                    <a:pt x="3371788" y="0"/>
                  </a:lnTo>
                  <a:lnTo>
                    <a:pt x="3367509" y="0"/>
                  </a:lnTo>
                  <a:lnTo>
                    <a:pt x="3363231" y="0"/>
                  </a:lnTo>
                  <a:lnTo>
                    <a:pt x="3358952" y="0"/>
                  </a:lnTo>
                  <a:lnTo>
                    <a:pt x="3354673" y="0"/>
                  </a:lnTo>
                  <a:lnTo>
                    <a:pt x="3350394" y="0"/>
                  </a:lnTo>
                  <a:lnTo>
                    <a:pt x="3346115" y="0"/>
                  </a:lnTo>
                  <a:lnTo>
                    <a:pt x="3341836" y="0"/>
                  </a:lnTo>
                  <a:lnTo>
                    <a:pt x="3337557" y="0"/>
                  </a:lnTo>
                  <a:lnTo>
                    <a:pt x="3333278" y="0"/>
                  </a:lnTo>
                  <a:lnTo>
                    <a:pt x="3328999" y="0"/>
                  </a:lnTo>
                  <a:lnTo>
                    <a:pt x="3324720" y="0"/>
                  </a:lnTo>
                  <a:lnTo>
                    <a:pt x="3320441" y="0"/>
                  </a:lnTo>
                  <a:lnTo>
                    <a:pt x="3316162" y="0"/>
                  </a:lnTo>
                  <a:lnTo>
                    <a:pt x="3311884" y="0"/>
                  </a:lnTo>
                  <a:lnTo>
                    <a:pt x="3307605" y="0"/>
                  </a:lnTo>
                  <a:lnTo>
                    <a:pt x="3303326" y="0"/>
                  </a:lnTo>
                  <a:lnTo>
                    <a:pt x="3299047" y="0"/>
                  </a:lnTo>
                  <a:lnTo>
                    <a:pt x="3294768" y="0"/>
                  </a:lnTo>
                  <a:lnTo>
                    <a:pt x="3290489" y="0"/>
                  </a:lnTo>
                  <a:lnTo>
                    <a:pt x="3286210" y="0"/>
                  </a:lnTo>
                  <a:lnTo>
                    <a:pt x="3281931" y="0"/>
                  </a:lnTo>
                  <a:lnTo>
                    <a:pt x="3277652" y="0"/>
                  </a:lnTo>
                  <a:lnTo>
                    <a:pt x="3273373" y="0"/>
                  </a:lnTo>
                  <a:lnTo>
                    <a:pt x="3269094" y="0"/>
                  </a:lnTo>
                  <a:lnTo>
                    <a:pt x="3264815" y="0"/>
                  </a:lnTo>
                  <a:lnTo>
                    <a:pt x="3260536" y="0"/>
                  </a:lnTo>
                  <a:lnTo>
                    <a:pt x="3256258" y="0"/>
                  </a:lnTo>
                  <a:lnTo>
                    <a:pt x="3251979" y="0"/>
                  </a:lnTo>
                  <a:lnTo>
                    <a:pt x="3247700" y="0"/>
                  </a:lnTo>
                  <a:lnTo>
                    <a:pt x="3243421" y="0"/>
                  </a:lnTo>
                  <a:lnTo>
                    <a:pt x="3239142" y="0"/>
                  </a:lnTo>
                  <a:lnTo>
                    <a:pt x="3234863" y="0"/>
                  </a:lnTo>
                  <a:lnTo>
                    <a:pt x="3230584" y="0"/>
                  </a:lnTo>
                  <a:lnTo>
                    <a:pt x="3226305" y="0"/>
                  </a:lnTo>
                  <a:lnTo>
                    <a:pt x="3222026" y="0"/>
                  </a:lnTo>
                  <a:lnTo>
                    <a:pt x="3217747" y="0"/>
                  </a:lnTo>
                  <a:lnTo>
                    <a:pt x="3213468" y="0"/>
                  </a:lnTo>
                  <a:lnTo>
                    <a:pt x="3209189" y="0"/>
                  </a:lnTo>
                  <a:lnTo>
                    <a:pt x="3204911" y="0"/>
                  </a:lnTo>
                  <a:lnTo>
                    <a:pt x="3200632" y="0"/>
                  </a:lnTo>
                  <a:lnTo>
                    <a:pt x="3196353" y="0"/>
                  </a:lnTo>
                  <a:lnTo>
                    <a:pt x="3192074" y="0"/>
                  </a:lnTo>
                  <a:lnTo>
                    <a:pt x="3187795" y="0"/>
                  </a:lnTo>
                  <a:lnTo>
                    <a:pt x="3183516" y="0"/>
                  </a:lnTo>
                  <a:lnTo>
                    <a:pt x="3179237" y="0"/>
                  </a:lnTo>
                  <a:lnTo>
                    <a:pt x="3174958" y="0"/>
                  </a:lnTo>
                  <a:lnTo>
                    <a:pt x="3170679" y="0"/>
                  </a:lnTo>
                  <a:lnTo>
                    <a:pt x="3166400" y="0"/>
                  </a:lnTo>
                  <a:lnTo>
                    <a:pt x="3162121" y="0"/>
                  </a:lnTo>
                  <a:lnTo>
                    <a:pt x="3157842" y="0"/>
                  </a:lnTo>
                  <a:lnTo>
                    <a:pt x="3153563" y="0"/>
                  </a:lnTo>
                  <a:lnTo>
                    <a:pt x="3149285" y="0"/>
                  </a:lnTo>
                  <a:lnTo>
                    <a:pt x="3145006" y="0"/>
                  </a:lnTo>
                  <a:lnTo>
                    <a:pt x="3140727" y="0"/>
                  </a:lnTo>
                  <a:lnTo>
                    <a:pt x="3136448" y="0"/>
                  </a:lnTo>
                  <a:lnTo>
                    <a:pt x="3132169" y="0"/>
                  </a:lnTo>
                  <a:lnTo>
                    <a:pt x="3127890" y="0"/>
                  </a:lnTo>
                  <a:lnTo>
                    <a:pt x="3123611" y="0"/>
                  </a:lnTo>
                  <a:lnTo>
                    <a:pt x="3119332" y="0"/>
                  </a:lnTo>
                  <a:lnTo>
                    <a:pt x="3115053" y="0"/>
                  </a:lnTo>
                  <a:lnTo>
                    <a:pt x="3110774" y="0"/>
                  </a:lnTo>
                  <a:lnTo>
                    <a:pt x="3106495" y="0"/>
                  </a:lnTo>
                  <a:lnTo>
                    <a:pt x="3102216" y="0"/>
                  </a:lnTo>
                  <a:lnTo>
                    <a:pt x="3097938" y="0"/>
                  </a:lnTo>
                  <a:lnTo>
                    <a:pt x="3093659" y="0"/>
                  </a:lnTo>
                  <a:lnTo>
                    <a:pt x="3089380" y="0"/>
                  </a:lnTo>
                  <a:lnTo>
                    <a:pt x="3085101" y="0"/>
                  </a:lnTo>
                  <a:lnTo>
                    <a:pt x="3080822" y="0"/>
                  </a:lnTo>
                  <a:lnTo>
                    <a:pt x="3076543" y="0"/>
                  </a:lnTo>
                  <a:lnTo>
                    <a:pt x="3072264" y="0"/>
                  </a:lnTo>
                  <a:lnTo>
                    <a:pt x="3067985" y="0"/>
                  </a:lnTo>
                  <a:lnTo>
                    <a:pt x="3063706" y="0"/>
                  </a:lnTo>
                  <a:lnTo>
                    <a:pt x="3059427" y="0"/>
                  </a:lnTo>
                  <a:lnTo>
                    <a:pt x="3055148" y="0"/>
                  </a:lnTo>
                  <a:lnTo>
                    <a:pt x="3050869" y="0"/>
                  </a:lnTo>
                  <a:lnTo>
                    <a:pt x="3046591" y="0"/>
                  </a:lnTo>
                  <a:lnTo>
                    <a:pt x="3042312" y="0"/>
                  </a:lnTo>
                  <a:lnTo>
                    <a:pt x="3038033" y="0"/>
                  </a:lnTo>
                  <a:lnTo>
                    <a:pt x="3033754" y="0"/>
                  </a:lnTo>
                  <a:lnTo>
                    <a:pt x="3029475" y="0"/>
                  </a:lnTo>
                  <a:lnTo>
                    <a:pt x="3025196" y="0"/>
                  </a:lnTo>
                  <a:lnTo>
                    <a:pt x="3020917" y="0"/>
                  </a:lnTo>
                  <a:lnTo>
                    <a:pt x="3016638" y="0"/>
                  </a:lnTo>
                  <a:lnTo>
                    <a:pt x="3012359" y="0"/>
                  </a:lnTo>
                  <a:lnTo>
                    <a:pt x="3008080" y="0"/>
                  </a:lnTo>
                  <a:lnTo>
                    <a:pt x="3003801" y="0"/>
                  </a:lnTo>
                  <a:lnTo>
                    <a:pt x="2999522" y="0"/>
                  </a:lnTo>
                  <a:lnTo>
                    <a:pt x="2995243" y="0"/>
                  </a:lnTo>
                  <a:lnTo>
                    <a:pt x="2990965" y="0"/>
                  </a:lnTo>
                  <a:lnTo>
                    <a:pt x="2986686" y="0"/>
                  </a:lnTo>
                  <a:lnTo>
                    <a:pt x="2982407" y="0"/>
                  </a:lnTo>
                  <a:lnTo>
                    <a:pt x="2978128" y="0"/>
                  </a:lnTo>
                  <a:lnTo>
                    <a:pt x="2973849" y="0"/>
                  </a:lnTo>
                  <a:lnTo>
                    <a:pt x="2969570" y="0"/>
                  </a:lnTo>
                  <a:lnTo>
                    <a:pt x="2965291" y="0"/>
                  </a:lnTo>
                  <a:lnTo>
                    <a:pt x="2961012" y="0"/>
                  </a:lnTo>
                  <a:lnTo>
                    <a:pt x="2956733" y="0"/>
                  </a:lnTo>
                  <a:lnTo>
                    <a:pt x="2952454" y="0"/>
                  </a:lnTo>
                  <a:lnTo>
                    <a:pt x="2948175" y="0"/>
                  </a:lnTo>
                  <a:lnTo>
                    <a:pt x="2943896" y="0"/>
                  </a:lnTo>
                  <a:lnTo>
                    <a:pt x="2939618" y="0"/>
                  </a:lnTo>
                  <a:lnTo>
                    <a:pt x="2935339" y="0"/>
                  </a:lnTo>
                  <a:lnTo>
                    <a:pt x="2931060" y="0"/>
                  </a:lnTo>
                  <a:lnTo>
                    <a:pt x="2926781" y="0"/>
                  </a:lnTo>
                  <a:lnTo>
                    <a:pt x="2922502" y="0"/>
                  </a:lnTo>
                  <a:lnTo>
                    <a:pt x="2918223" y="0"/>
                  </a:lnTo>
                  <a:lnTo>
                    <a:pt x="2913944" y="0"/>
                  </a:lnTo>
                  <a:lnTo>
                    <a:pt x="2909665" y="0"/>
                  </a:lnTo>
                  <a:lnTo>
                    <a:pt x="2905386" y="0"/>
                  </a:lnTo>
                  <a:lnTo>
                    <a:pt x="2901107" y="0"/>
                  </a:lnTo>
                  <a:lnTo>
                    <a:pt x="2896828" y="0"/>
                  </a:lnTo>
                  <a:lnTo>
                    <a:pt x="2892549" y="0"/>
                  </a:lnTo>
                  <a:lnTo>
                    <a:pt x="2888270" y="0"/>
                  </a:lnTo>
                  <a:lnTo>
                    <a:pt x="2883992" y="0"/>
                  </a:lnTo>
                  <a:lnTo>
                    <a:pt x="2879713" y="0"/>
                  </a:lnTo>
                  <a:lnTo>
                    <a:pt x="2875434" y="0"/>
                  </a:lnTo>
                  <a:lnTo>
                    <a:pt x="2871155" y="0"/>
                  </a:lnTo>
                  <a:lnTo>
                    <a:pt x="2866876" y="0"/>
                  </a:lnTo>
                  <a:lnTo>
                    <a:pt x="2862597" y="0"/>
                  </a:lnTo>
                  <a:lnTo>
                    <a:pt x="2858318" y="0"/>
                  </a:lnTo>
                  <a:lnTo>
                    <a:pt x="2854039" y="0"/>
                  </a:lnTo>
                  <a:lnTo>
                    <a:pt x="2849760" y="0"/>
                  </a:lnTo>
                  <a:lnTo>
                    <a:pt x="2845481" y="0"/>
                  </a:lnTo>
                  <a:lnTo>
                    <a:pt x="2841202" y="0"/>
                  </a:lnTo>
                  <a:lnTo>
                    <a:pt x="2836923" y="0"/>
                  </a:lnTo>
                  <a:lnTo>
                    <a:pt x="2832645" y="0"/>
                  </a:lnTo>
                  <a:lnTo>
                    <a:pt x="2828366" y="0"/>
                  </a:lnTo>
                  <a:lnTo>
                    <a:pt x="2824087" y="0"/>
                  </a:lnTo>
                  <a:lnTo>
                    <a:pt x="2819808" y="0"/>
                  </a:lnTo>
                  <a:lnTo>
                    <a:pt x="2815529" y="0"/>
                  </a:lnTo>
                  <a:lnTo>
                    <a:pt x="2811250" y="0"/>
                  </a:lnTo>
                  <a:lnTo>
                    <a:pt x="2806971" y="0"/>
                  </a:lnTo>
                  <a:lnTo>
                    <a:pt x="2802692" y="0"/>
                  </a:lnTo>
                  <a:lnTo>
                    <a:pt x="2798413" y="0"/>
                  </a:lnTo>
                  <a:lnTo>
                    <a:pt x="2794134" y="0"/>
                  </a:lnTo>
                  <a:lnTo>
                    <a:pt x="2789855" y="0"/>
                  </a:lnTo>
                  <a:lnTo>
                    <a:pt x="2785576" y="0"/>
                  </a:lnTo>
                  <a:lnTo>
                    <a:pt x="2781297" y="0"/>
                  </a:lnTo>
                  <a:lnTo>
                    <a:pt x="2777019" y="0"/>
                  </a:lnTo>
                  <a:lnTo>
                    <a:pt x="2772740" y="0"/>
                  </a:lnTo>
                  <a:lnTo>
                    <a:pt x="2768461" y="0"/>
                  </a:lnTo>
                  <a:lnTo>
                    <a:pt x="2764182" y="0"/>
                  </a:lnTo>
                  <a:lnTo>
                    <a:pt x="2759903" y="0"/>
                  </a:lnTo>
                  <a:lnTo>
                    <a:pt x="2755624" y="0"/>
                  </a:lnTo>
                  <a:lnTo>
                    <a:pt x="2751345" y="0"/>
                  </a:lnTo>
                  <a:lnTo>
                    <a:pt x="2747066" y="0"/>
                  </a:lnTo>
                  <a:lnTo>
                    <a:pt x="2742787" y="0"/>
                  </a:lnTo>
                  <a:lnTo>
                    <a:pt x="2738508" y="0"/>
                  </a:lnTo>
                  <a:lnTo>
                    <a:pt x="2734229" y="0"/>
                  </a:lnTo>
                  <a:lnTo>
                    <a:pt x="2729950" y="0"/>
                  </a:lnTo>
                  <a:lnTo>
                    <a:pt x="2725672" y="0"/>
                  </a:lnTo>
                  <a:lnTo>
                    <a:pt x="2721393" y="0"/>
                  </a:lnTo>
                  <a:lnTo>
                    <a:pt x="2717114" y="0"/>
                  </a:lnTo>
                  <a:lnTo>
                    <a:pt x="2712835" y="0"/>
                  </a:lnTo>
                  <a:lnTo>
                    <a:pt x="2708556" y="0"/>
                  </a:lnTo>
                  <a:lnTo>
                    <a:pt x="2704277" y="0"/>
                  </a:lnTo>
                  <a:lnTo>
                    <a:pt x="2699998" y="0"/>
                  </a:lnTo>
                  <a:lnTo>
                    <a:pt x="2695719" y="0"/>
                  </a:lnTo>
                  <a:lnTo>
                    <a:pt x="2691440" y="0"/>
                  </a:lnTo>
                  <a:lnTo>
                    <a:pt x="2687161" y="0"/>
                  </a:lnTo>
                  <a:lnTo>
                    <a:pt x="2682882" y="0"/>
                  </a:lnTo>
                  <a:lnTo>
                    <a:pt x="2678603" y="0"/>
                  </a:lnTo>
                  <a:lnTo>
                    <a:pt x="2674324" y="0"/>
                  </a:lnTo>
                  <a:lnTo>
                    <a:pt x="2670046" y="0"/>
                  </a:lnTo>
                  <a:lnTo>
                    <a:pt x="2665767" y="0"/>
                  </a:lnTo>
                  <a:lnTo>
                    <a:pt x="2661488" y="0"/>
                  </a:lnTo>
                  <a:lnTo>
                    <a:pt x="2657209" y="0"/>
                  </a:lnTo>
                  <a:lnTo>
                    <a:pt x="2652930" y="0"/>
                  </a:lnTo>
                  <a:lnTo>
                    <a:pt x="2648651" y="0"/>
                  </a:lnTo>
                  <a:lnTo>
                    <a:pt x="2644372" y="0"/>
                  </a:lnTo>
                  <a:lnTo>
                    <a:pt x="2640093" y="0"/>
                  </a:lnTo>
                  <a:lnTo>
                    <a:pt x="2635814" y="0"/>
                  </a:lnTo>
                  <a:lnTo>
                    <a:pt x="2631535" y="0"/>
                  </a:lnTo>
                  <a:lnTo>
                    <a:pt x="2627256" y="0"/>
                  </a:lnTo>
                  <a:lnTo>
                    <a:pt x="2622977" y="0"/>
                  </a:lnTo>
                  <a:lnTo>
                    <a:pt x="2618699" y="0"/>
                  </a:lnTo>
                  <a:lnTo>
                    <a:pt x="2614420" y="0"/>
                  </a:lnTo>
                  <a:lnTo>
                    <a:pt x="2610141" y="0"/>
                  </a:lnTo>
                  <a:lnTo>
                    <a:pt x="2605862" y="0"/>
                  </a:lnTo>
                  <a:lnTo>
                    <a:pt x="2601583" y="0"/>
                  </a:lnTo>
                  <a:lnTo>
                    <a:pt x="2597304" y="0"/>
                  </a:lnTo>
                  <a:lnTo>
                    <a:pt x="2593025" y="0"/>
                  </a:lnTo>
                  <a:lnTo>
                    <a:pt x="2588746" y="0"/>
                  </a:lnTo>
                  <a:lnTo>
                    <a:pt x="2584467" y="0"/>
                  </a:lnTo>
                  <a:lnTo>
                    <a:pt x="2580188" y="0"/>
                  </a:lnTo>
                  <a:lnTo>
                    <a:pt x="2575909" y="0"/>
                  </a:lnTo>
                  <a:lnTo>
                    <a:pt x="2571630" y="0"/>
                  </a:lnTo>
                  <a:lnTo>
                    <a:pt x="2567351" y="0"/>
                  </a:lnTo>
                  <a:lnTo>
                    <a:pt x="2563073" y="0"/>
                  </a:lnTo>
                  <a:lnTo>
                    <a:pt x="2558794" y="0"/>
                  </a:lnTo>
                  <a:lnTo>
                    <a:pt x="2554515" y="0"/>
                  </a:lnTo>
                  <a:lnTo>
                    <a:pt x="2550236" y="0"/>
                  </a:lnTo>
                  <a:lnTo>
                    <a:pt x="2545957" y="0"/>
                  </a:lnTo>
                  <a:lnTo>
                    <a:pt x="2541678" y="0"/>
                  </a:lnTo>
                  <a:lnTo>
                    <a:pt x="2537399" y="0"/>
                  </a:lnTo>
                  <a:lnTo>
                    <a:pt x="2533120" y="0"/>
                  </a:lnTo>
                  <a:lnTo>
                    <a:pt x="2528841" y="0"/>
                  </a:lnTo>
                  <a:lnTo>
                    <a:pt x="2524562" y="0"/>
                  </a:lnTo>
                  <a:lnTo>
                    <a:pt x="2520283" y="0"/>
                  </a:lnTo>
                  <a:lnTo>
                    <a:pt x="2516004" y="0"/>
                  </a:lnTo>
                  <a:lnTo>
                    <a:pt x="2511726" y="0"/>
                  </a:lnTo>
                  <a:lnTo>
                    <a:pt x="2507447" y="0"/>
                  </a:lnTo>
                  <a:lnTo>
                    <a:pt x="2503168" y="0"/>
                  </a:lnTo>
                  <a:lnTo>
                    <a:pt x="2498889" y="0"/>
                  </a:lnTo>
                  <a:lnTo>
                    <a:pt x="2494610" y="0"/>
                  </a:lnTo>
                  <a:lnTo>
                    <a:pt x="2490331" y="0"/>
                  </a:lnTo>
                  <a:lnTo>
                    <a:pt x="2486052" y="0"/>
                  </a:lnTo>
                  <a:lnTo>
                    <a:pt x="2481773" y="0"/>
                  </a:lnTo>
                  <a:lnTo>
                    <a:pt x="2477494" y="0"/>
                  </a:lnTo>
                  <a:lnTo>
                    <a:pt x="2473215" y="0"/>
                  </a:lnTo>
                  <a:lnTo>
                    <a:pt x="2468936" y="0"/>
                  </a:lnTo>
                  <a:lnTo>
                    <a:pt x="2464657" y="0"/>
                  </a:lnTo>
                  <a:lnTo>
                    <a:pt x="2460378" y="0"/>
                  </a:lnTo>
                  <a:lnTo>
                    <a:pt x="2456100" y="0"/>
                  </a:lnTo>
                  <a:lnTo>
                    <a:pt x="2451821" y="0"/>
                  </a:lnTo>
                  <a:lnTo>
                    <a:pt x="2447542" y="0"/>
                  </a:lnTo>
                  <a:lnTo>
                    <a:pt x="2443263" y="0"/>
                  </a:lnTo>
                  <a:lnTo>
                    <a:pt x="2438984" y="0"/>
                  </a:lnTo>
                  <a:lnTo>
                    <a:pt x="2434705" y="0"/>
                  </a:lnTo>
                  <a:lnTo>
                    <a:pt x="2430426" y="0"/>
                  </a:lnTo>
                  <a:lnTo>
                    <a:pt x="2426147" y="0"/>
                  </a:lnTo>
                  <a:lnTo>
                    <a:pt x="2421868" y="0"/>
                  </a:lnTo>
                  <a:lnTo>
                    <a:pt x="2417589" y="0"/>
                  </a:lnTo>
                  <a:lnTo>
                    <a:pt x="2413310" y="0"/>
                  </a:lnTo>
                  <a:lnTo>
                    <a:pt x="2409031" y="0"/>
                  </a:lnTo>
                  <a:lnTo>
                    <a:pt x="2404753" y="0"/>
                  </a:lnTo>
                  <a:lnTo>
                    <a:pt x="2400474" y="0"/>
                  </a:lnTo>
                  <a:lnTo>
                    <a:pt x="2396195" y="0"/>
                  </a:lnTo>
                  <a:lnTo>
                    <a:pt x="2391916" y="0"/>
                  </a:lnTo>
                  <a:lnTo>
                    <a:pt x="2387637" y="0"/>
                  </a:lnTo>
                  <a:lnTo>
                    <a:pt x="2383358" y="0"/>
                  </a:lnTo>
                  <a:lnTo>
                    <a:pt x="2379079" y="0"/>
                  </a:lnTo>
                  <a:lnTo>
                    <a:pt x="2374800" y="0"/>
                  </a:lnTo>
                  <a:lnTo>
                    <a:pt x="2370521" y="0"/>
                  </a:lnTo>
                  <a:lnTo>
                    <a:pt x="2366242" y="0"/>
                  </a:lnTo>
                  <a:lnTo>
                    <a:pt x="2361963" y="0"/>
                  </a:lnTo>
                  <a:lnTo>
                    <a:pt x="2357684" y="0"/>
                  </a:lnTo>
                  <a:lnTo>
                    <a:pt x="2353405" y="0"/>
                  </a:lnTo>
                  <a:lnTo>
                    <a:pt x="2349127" y="0"/>
                  </a:lnTo>
                  <a:lnTo>
                    <a:pt x="2344848" y="0"/>
                  </a:lnTo>
                  <a:lnTo>
                    <a:pt x="2340569" y="0"/>
                  </a:lnTo>
                  <a:lnTo>
                    <a:pt x="2336290" y="0"/>
                  </a:lnTo>
                  <a:lnTo>
                    <a:pt x="2332011" y="0"/>
                  </a:lnTo>
                  <a:lnTo>
                    <a:pt x="2327732" y="0"/>
                  </a:lnTo>
                  <a:lnTo>
                    <a:pt x="2323453" y="0"/>
                  </a:lnTo>
                  <a:lnTo>
                    <a:pt x="2319174" y="0"/>
                  </a:lnTo>
                  <a:lnTo>
                    <a:pt x="2314895" y="0"/>
                  </a:lnTo>
                  <a:lnTo>
                    <a:pt x="2310616" y="0"/>
                  </a:lnTo>
                  <a:lnTo>
                    <a:pt x="2306337" y="0"/>
                  </a:lnTo>
                  <a:lnTo>
                    <a:pt x="2302058" y="0"/>
                  </a:lnTo>
                  <a:lnTo>
                    <a:pt x="2297780" y="0"/>
                  </a:lnTo>
                  <a:lnTo>
                    <a:pt x="2293501" y="0"/>
                  </a:lnTo>
                  <a:lnTo>
                    <a:pt x="2289222" y="0"/>
                  </a:lnTo>
                  <a:lnTo>
                    <a:pt x="2284943" y="0"/>
                  </a:lnTo>
                  <a:lnTo>
                    <a:pt x="2280664" y="0"/>
                  </a:lnTo>
                  <a:lnTo>
                    <a:pt x="2276385" y="0"/>
                  </a:lnTo>
                  <a:lnTo>
                    <a:pt x="2272106" y="0"/>
                  </a:lnTo>
                  <a:lnTo>
                    <a:pt x="2267827" y="0"/>
                  </a:lnTo>
                  <a:lnTo>
                    <a:pt x="2263548" y="0"/>
                  </a:lnTo>
                  <a:lnTo>
                    <a:pt x="2259269" y="0"/>
                  </a:lnTo>
                  <a:lnTo>
                    <a:pt x="2254990" y="0"/>
                  </a:lnTo>
                  <a:lnTo>
                    <a:pt x="2250711" y="0"/>
                  </a:lnTo>
                  <a:lnTo>
                    <a:pt x="2246432" y="0"/>
                  </a:lnTo>
                  <a:lnTo>
                    <a:pt x="2242154" y="0"/>
                  </a:lnTo>
                  <a:lnTo>
                    <a:pt x="2237875" y="0"/>
                  </a:lnTo>
                  <a:lnTo>
                    <a:pt x="2233596" y="0"/>
                  </a:lnTo>
                  <a:lnTo>
                    <a:pt x="2229317" y="0"/>
                  </a:lnTo>
                  <a:lnTo>
                    <a:pt x="2225038" y="0"/>
                  </a:lnTo>
                  <a:lnTo>
                    <a:pt x="2220759" y="0"/>
                  </a:lnTo>
                  <a:lnTo>
                    <a:pt x="2216480" y="0"/>
                  </a:lnTo>
                  <a:lnTo>
                    <a:pt x="2212201" y="0"/>
                  </a:lnTo>
                  <a:lnTo>
                    <a:pt x="2207922" y="0"/>
                  </a:lnTo>
                  <a:lnTo>
                    <a:pt x="2203643" y="0"/>
                  </a:lnTo>
                  <a:lnTo>
                    <a:pt x="2199364" y="0"/>
                  </a:lnTo>
                  <a:lnTo>
                    <a:pt x="2195085" y="0"/>
                  </a:lnTo>
                  <a:lnTo>
                    <a:pt x="2190807" y="0"/>
                  </a:lnTo>
                  <a:lnTo>
                    <a:pt x="2186528" y="0"/>
                  </a:lnTo>
                  <a:lnTo>
                    <a:pt x="2182249" y="0"/>
                  </a:lnTo>
                  <a:lnTo>
                    <a:pt x="2177970" y="0"/>
                  </a:lnTo>
                  <a:lnTo>
                    <a:pt x="2173691" y="0"/>
                  </a:lnTo>
                  <a:lnTo>
                    <a:pt x="2169412" y="0"/>
                  </a:lnTo>
                  <a:lnTo>
                    <a:pt x="2165133" y="0"/>
                  </a:lnTo>
                  <a:lnTo>
                    <a:pt x="2160854" y="0"/>
                  </a:lnTo>
                  <a:lnTo>
                    <a:pt x="2156575" y="0"/>
                  </a:lnTo>
                  <a:lnTo>
                    <a:pt x="2152296" y="0"/>
                  </a:lnTo>
                  <a:lnTo>
                    <a:pt x="2148017" y="0"/>
                  </a:lnTo>
                  <a:lnTo>
                    <a:pt x="2143738" y="0"/>
                  </a:lnTo>
                  <a:lnTo>
                    <a:pt x="2139459" y="0"/>
                  </a:lnTo>
                  <a:lnTo>
                    <a:pt x="2135181" y="0"/>
                  </a:lnTo>
                  <a:lnTo>
                    <a:pt x="2130902" y="0"/>
                  </a:lnTo>
                  <a:lnTo>
                    <a:pt x="2126623" y="0"/>
                  </a:lnTo>
                  <a:lnTo>
                    <a:pt x="2122344" y="0"/>
                  </a:lnTo>
                  <a:lnTo>
                    <a:pt x="2118065" y="0"/>
                  </a:lnTo>
                  <a:lnTo>
                    <a:pt x="2113786" y="0"/>
                  </a:lnTo>
                  <a:lnTo>
                    <a:pt x="2109507" y="0"/>
                  </a:lnTo>
                  <a:lnTo>
                    <a:pt x="2105228" y="0"/>
                  </a:lnTo>
                  <a:lnTo>
                    <a:pt x="2100949" y="0"/>
                  </a:lnTo>
                  <a:lnTo>
                    <a:pt x="2096670" y="0"/>
                  </a:lnTo>
                  <a:lnTo>
                    <a:pt x="2092391" y="0"/>
                  </a:lnTo>
                  <a:lnTo>
                    <a:pt x="2088112" y="0"/>
                  </a:lnTo>
                  <a:lnTo>
                    <a:pt x="2083834" y="0"/>
                  </a:lnTo>
                  <a:lnTo>
                    <a:pt x="2079555" y="0"/>
                  </a:lnTo>
                  <a:lnTo>
                    <a:pt x="2075276" y="0"/>
                  </a:lnTo>
                  <a:lnTo>
                    <a:pt x="2070997" y="0"/>
                  </a:lnTo>
                  <a:lnTo>
                    <a:pt x="2066718" y="0"/>
                  </a:lnTo>
                  <a:lnTo>
                    <a:pt x="2062439" y="0"/>
                  </a:lnTo>
                  <a:lnTo>
                    <a:pt x="2058160" y="0"/>
                  </a:lnTo>
                  <a:lnTo>
                    <a:pt x="2053881" y="0"/>
                  </a:lnTo>
                  <a:lnTo>
                    <a:pt x="2049602" y="0"/>
                  </a:lnTo>
                  <a:lnTo>
                    <a:pt x="2045323" y="0"/>
                  </a:lnTo>
                  <a:lnTo>
                    <a:pt x="2041044" y="0"/>
                  </a:lnTo>
                  <a:lnTo>
                    <a:pt x="2036765" y="0"/>
                  </a:lnTo>
                  <a:lnTo>
                    <a:pt x="2032486" y="0"/>
                  </a:lnTo>
                  <a:lnTo>
                    <a:pt x="2028208" y="0"/>
                  </a:lnTo>
                  <a:lnTo>
                    <a:pt x="2023929" y="0"/>
                  </a:lnTo>
                  <a:lnTo>
                    <a:pt x="2019650" y="0"/>
                  </a:lnTo>
                  <a:lnTo>
                    <a:pt x="2015371" y="0"/>
                  </a:lnTo>
                  <a:lnTo>
                    <a:pt x="2011092" y="0"/>
                  </a:lnTo>
                  <a:lnTo>
                    <a:pt x="2006813" y="0"/>
                  </a:lnTo>
                  <a:lnTo>
                    <a:pt x="2002534" y="0"/>
                  </a:lnTo>
                  <a:lnTo>
                    <a:pt x="1998255" y="0"/>
                  </a:lnTo>
                  <a:lnTo>
                    <a:pt x="1993976" y="0"/>
                  </a:lnTo>
                  <a:lnTo>
                    <a:pt x="1989697" y="0"/>
                  </a:lnTo>
                  <a:lnTo>
                    <a:pt x="1985418" y="0"/>
                  </a:lnTo>
                  <a:lnTo>
                    <a:pt x="1981139" y="0"/>
                  </a:lnTo>
                  <a:lnTo>
                    <a:pt x="1976861" y="0"/>
                  </a:lnTo>
                  <a:lnTo>
                    <a:pt x="1972582" y="0"/>
                  </a:lnTo>
                  <a:lnTo>
                    <a:pt x="1968303" y="0"/>
                  </a:lnTo>
                  <a:lnTo>
                    <a:pt x="1964024" y="0"/>
                  </a:lnTo>
                  <a:lnTo>
                    <a:pt x="1959745" y="0"/>
                  </a:lnTo>
                  <a:lnTo>
                    <a:pt x="1955466" y="0"/>
                  </a:lnTo>
                  <a:lnTo>
                    <a:pt x="1951187" y="0"/>
                  </a:lnTo>
                  <a:lnTo>
                    <a:pt x="1946908" y="0"/>
                  </a:lnTo>
                  <a:lnTo>
                    <a:pt x="1942629" y="0"/>
                  </a:lnTo>
                  <a:lnTo>
                    <a:pt x="1938350" y="0"/>
                  </a:lnTo>
                  <a:lnTo>
                    <a:pt x="1934071" y="0"/>
                  </a:lnTo>
                  <a:lnTo>
                    <a:pt x="1929792" y="0"/>
                  </a:lnTo>
                  <a:lnTo>
                    <a:pt x="1925513" y="0"/>
                  </a:lnTo>
                  <a:lnTo>
                    <a:pt x="1921235" y="0"/>
                  </a:lnTo>
                  <a:lnTo>
                    <a:pt x="1916956" y="0"/>
                  </a:lnTo>
                  <a:lnTo>
                    <a:pt x="1912677" y="0"/>
                  </a:lnTo>
                  <a:lnTo>
                    <a:pt x="1908398" y="0"/>
                  </a:lnTo>
                  <a:lnTo>
                    <a:pt x="1904119" y="0"/>
                  </a:lnTo>
                  <a:lnTo>
                    <a:pt x="1899840" y="0"/>
                  </a:lnTo>
                  <a:lnTo>
                    <a:pt x="1895561" y="0"/>
                  </a:lnTo>
                  <a:lnTo>
                    <a:pt x="1891282" y="0"/>
                  </a:lnTo>
                  <a:lnTo>
                    <a:pt x="1887003" y="0"/>
                  </a:lnTo>
                  <a:lnTo>
                    <a:pt x="1882724" y="0"/>
                  </a:lnTo>
                  <a:lnTo>
                    <a:pt x="1878445" y="0"/>
                  </a:lnTo>
                  <a:lnTo>
                    <a:pt x="1874166" y="0"/>
                  </a:lnTo>
                  <a:lnTo>
                    <a:pt x="1869888" y="0"/>
                  </a:lnTo>
                  <a:lnTo>
                    <a:pt x="1865609" y="0"/>
                  </a:lnTo>
                  <a:lnTo>
                    <a:pt x="1861330" y="0"/>
                  </a:lnTo>
                  <a:lnTo>
                    <a:pt x="1857051" y="0"/>
                  </a:lnTo>
                  <a:lnTo>
                    <a:pt x="1852772" y="0"/>
                  </a:lnTo>
                  <a:lnTo>
                    <a:pt x="1848493" y="0"/>
                  </a:lnTo>
                  <a:lnTo>
                    <a:pt x="1844214" y="0"/>
                  </a:lnTo>
                  <a:lnTo>
                    <a:pt x="1839935" y="0"/>
                  </a:lnTo>
                  <a:lnTo>
                    <a:pt x="1835656" y="0"/>
                  </a:lnTo>
                  <a:lnTo>
                    <a:pt x="1831377" y="0"/>
                  </a:lnTo>
                  <a:lnTo>
                    <a:pt x="1827098" y="0"/>
                  </a:lnTo>
                  <a:lnTo>
                    <a:pt x="1822819" y="0"/>
                  </a:lnTo>
                  <a:lnTo>
                    <a:pt x="1818540" y="0"/>
                  </a:lnTo>
                  <a:lnTo>
                    <a:pt x="1814262" y="0"/>
                  </a:lnTo>
                  <a:lnTo>
                    <a:pt x="1809983" y="0"/>
                  </a:lnTo>
                  <a:lnTo>
                    <a:pt x="1805704" y="0"/>
                  </a:lnTo>
                  <a:lnTo>
                    <a:pt x="1801425" y="0"/>
                  </a:lnTo>
                  <a:lnTo>
                    <a:pt x="1797146" y="0"/>
                  </a:lnTo>
                  <a:lnTo>
                    <a:pt x="1792867" y="0"/>
                  </a:lnTo>
                  <a:lnTo>
                    <a:pt x="1788588" y="0"/>
                  </a:lnTo>
                  <a:lnTo>
                    <a:pt x="1784309" y="0"/>
                  </a:lnTo>
                  <a:lnTo>
                    <a:pt x="1780030" y="0"/>
                  </a:lnTo>
                  <a:lnTo>
                    <a:pt x="1775751" y="0"/>
                  </a:lnTo>
                  <a:lnTo>
                    <a:pt x="1771472" y="0"/>
                  </a:lnTo>
                  <a:lnTo>
                    <a:pt x="1767193" y="0"/>
                  </a:lnTo>
                  <a:lnTo>
                    <a:pt x="1762915" y="0"/>
                  </a:lnTo>
                  <a:lnTo>
                    <a:pt x="1758636" y="0"/>
                  </a:lnTo>
                  <a:lnTo>
                    <a:pt x="1754357" y="0"/>
                  </a:lnTo>
                  <a:lnTo>
                    <a:pt x="1750078" y="0"/>
                  </a:lnTo>
                  <a:lnTo>
                    <a:pt x="1745799" y="0"/>
                  </a:lnTo>
                  <a:lnTo>
                    <a:pt x="1741520" y="0"/>
                  </a:lnTo>
                  <a:lnTo>
                    <a:pt x="1737241" y="0"/>
                  </a:lnTo>
                  <a:lnTo>
                    <a:pt x="1732962" y="0"/>
                  </a:lnTo>
                  <a:lnTo>
                    <a:pt x="1728683" y="0"/>
                  </a:lnTo>
                  <a:lnTo>
                    <a:pt x="1724404" y="0"/>
                  </a:lnTo>
                  <a:lnTo>
                    <a:pt x="1720125" y="0"/>
                  </a:lnTo>
                  <a:lnTo>
                    <a:pt x="1715846" y="0"/>
                  </a:lnTo>
                  <a:lnTo>
                    <a:pt x="1711567" y="0"/>
                  </a:lnTo>
                  <a:lnTo>
                    <a:pt x="1707289" y="0"/>
                  </a:lnTo>
                  <a:lnTo>
                    <a:pt x="1703010" y="0"/>
                  </a:lnTo>
                  <a:lnTo>
                    <a:pt x="1698731" y="0"/>
                  </a:lnTo>
                  <a:lnTo>
                    <a:pt x="1694452" y="0"/>
                  </a:lnTo>
                  <a:lnTo>
                    <a:pt x="1690173" y="0"/>
                  </a:lnTo>
                  <a:lnTo>
                    <a:pt x="1685894" y="0"/>
                  </a:lnTo>
                  <a:lnTo>
                    <a:pt x="1681615" y="0"/>
                  </a:lnTo>
                  <a:lnTo>
                    <a:pt x="1677336" y="0"/>
                  </a:lnTo>
                  <a:lnTo>
                    <a:pt x="1673057" y="0"/>
                  </a:lnTo>
                  <a:lnTo>
                    <a:pt x="1668778" y="0"/>
                  </a:lnTo>
                  <a:lnTo>
                    <a:pt x="1664499" y="0"/>
                  </a:lnTo>
                  <a:lnTo>
                    <a:pt x="1660220" y="0"/>
                  </a:lnTo>
                  <a:lnTo>
                    <a:pt x="1655942" y="0"/>
                  </a:lnTo>
                  <a:lnTo>
                    <a:pt x="1651663" y="0"/>
                  </a:lnTo>
                  <a:lnTo>
                    <a:pt x="1647384" y="0"/>
                  </a:lnTo>
                  <a:lnTo>
                    <a:pt x="1643105" y="0"/>
                  </a:lnTo>
                  <a:lnTo>
                    <a:pt x="1638826" y="0"/>
                  </a:lnTo>
                  <a:lnTo>
                    <a:pt x="1634547" y="0"/>
                  </a:lnTo>
                  <a:lnTo>
                    <a:pt x="1630268" y="0"/>
                  </a:lnTo>
                  <a:lnTo>
                    <a:pt x="1625989" y="0"/>
                  </a:lnTo>
                  <a:lnTo>
                    <a:pt x="1621710" y="0"/>
                  </a:lnTo>
                  <a:lnTo>
                    <a:pt x="1617431" y="0"/>
                  </a:lnTo>
                  <a:lnTo>
                    <a:pt x="1613152" y="0"/>
                  </a:lnTo>
                  <a:lnTo>
                    <a:pt x="1608873" y="0"/>
                  </a:lnTo>
                  <a:lnTo>
                    <a:pt x="1604594" y="0"/>
                  </a:lnTo>
                  <a:lnTo>
                    <a:pt x="1600316" y="0"/>
                  </a:lnTo>
                  <a:lnTo>
                    <a:pt x="1596037" y="0"/>
                  </a:lnTo>
                  <a:lnTo>
                    <a:pt x="1591758" y="0"/>
                  </a:lnTo>
                  <a:lnTo>
                    <a:pt x="1587479" y="0"/>
                  </a:lnTo>
                  <a:lnTo>
                    <a:pt x="1583200" y="0"/>
                  </a:lnTo>
                  <a:lnTo>
                    <a:pt x="1578921" y="0"/>
                  </a:lnTo>
                  <a:lnTo>
                    <a:pt x="1574642" y="0"/>
                  </a:lnTo>
                  <a:lnTo>
                    <a:pt x="1570363" y="0"/>
                  </a:lnTo>
                  <a:lnTo>
                    <a:pt x="1566084" y="0"/>
                  </a:lnTo>
                  <a:lnTo>
                    <a:pt x="1561805" y="0"/>
                  </a:lnTo>
                  <a:lnTo>
                    <a:pt x="1557526" y="0"/>
                  </a:lnTo>
                  <a:lnTo>
                    <a:pt x="1553247" y="0"/>
                  </a:lnTo>
                  <a:lnTo>
                    <a:pt x="1548969" y="0"/>
                  </a:lnTo>
                  <a:lnTo>
                    <a:pt x="1544690" y="0"/>
                  </a:lnTo>
                  <a:lnTo>
                    <a:pt x="1540411" y="0"/>
                  </a:lnTo>
                  <a:lnTo>
                    <a:pt x="1536132" y="0"/>
                  </a:lnTo>
                  <a:lnTo>
                    <a:pt x="1531853" y="0"/>
                  </a:lnTo>
                  <a:lnTo>
                    <a:pt x="1527574" y="0"/>
                  </a:lnTo>
                  <a:lnTo>
                    <a:pt x="1523295" y="0"/>
                  </a:lnTo>
                  <a:lnTo>
                    <a:pt x="1519016" y="0"/>
                  </a:lnTo>
                  <a:lnTo>
                    <a:pt x="1514737" y="0"/>
                  </a:lnTo>
                  <a:lnTo>
                    <a:pt x="1510458" y="0"/>
                  </a:lnTo>
                  <a:lnTo>
                    <a:pt x="1506179" y="0"/>
                  </a:lnTo>
                  <a:lnTo>
                    <a:pt x="1501900" y="0"/>
                  </a:lnTo>
                  <a:lnTo>
                    <a:pt x="1497621" y="0"/>
                  </a:lnTo>
                  <a:lnTo>
                    <a:pt x="1493343" y="0"/>
                  </a:lnTo>
                  <a:lnTo>
                    <a:pt x="1489064" y="0"/>
                  </a:lnTo>
                  <a:lnTo>
                    <a:pt x="1484785" y="0"/>
                  </a:lnTo>
                  <a:lnTo>
                    <a:pt x="1480506" y="0"/>
                  </a:lnTo>
                  <a:lnTo>
                    <a:pt x="1476227" y="0"/>
                  </a:lnTo>
                  <a:lnTo>
                    <a:pt x="1471948" y="0"/>
                  </a:lnTo>
                  <a:lnTo>
                    <a:pt x="1467669" y="0"/>
                  </a:lnTo>
                  <a:lnTo>
                    <a:pt x="1463390" y="0"/>
                  </a:lnTo>
                  <a:lnTo>
                    <a:pt x="1459111" y="0"/>
                  </a:lnTo>
                  <a:lnTo>
                    <a:pt x="1454832" y="0"/>
                  </a:lnTo>
                  <a:lnTo>
                    <a:pt x="1450553" y="0"/>
                  </a:lnTo>
                  <a:lnTo>
                    <a:pt x="1446274" y="0"/>
                  </a:lnTo>
                  <a:lnTo>
                    <a:pt x="1441996" y="0"/>
                  </a:lnTo>
                  <a:lnTo>
                    <a:pt x="1437717" y="0"/>
                  </a:lnTo>
                  <a:lnTo>
                    <a:pt x="1433438" y="0"/>
                  </a:lnTo>
                  <a:lnTo>
                    <a:pt x="1429159" y="0"/>
                  </a:lnTo>
                  <a:lnTo>
                    <a:pt x="1424880" y="0"/>
                  </a:lnTo>
                  <a:lnTo>
                    <a:pt x="1420601" y="0"/>
                  </a:lnTo>
                  <a:lnTo>
                    <a:pt x="1416322" y="0"/>
                  </a:lnTo>
                  <a:lnTo>
                    <a:pt x="1412043" y="0"/>
                  </a:lnTo>
                  <a:lnTo>
                    <a:pt x="1407764" y="0"/>
                  </a:lnTo>
                  <a:lnTo>
                    <a:pt x="1403485" y="0"/>
                  </a:lnTo>
                  <a:lnTo>
                    <a:pt x="1399206" y="0"/>
                  </a:lnTo>
                  <a:lnTo>
                    <a:pt x="1394927" y="0"/>
                  </a:lnTo>
                  <a:lnTo>
                    <a:pt x="1390648" y="0"/>
                  </a:lnTo>
                  <a:lnTo>
                    <a:pt x="1386370" y="0"/>
                  </a:lnTo>
                  <a:lnTo>
                    <a:pt x="1382091" y="0"/>
                  </a:lnTo>
                  <a:lnTo>
                    <a:pt x="1377812" y="0"/>
                  </a:lnTo>
                  <a:lnTo>
                    <a:pt x="1373533" y="0"/>
                  </a:lnTo>
                  <a:lnTo>
                    <a:pt x="1369254" y="0"/>
                  </a:lnTo>
                  <a:lnTo>
                    <a:pt x="1364975" y="0"/>
                  </a:lnTo>
                  <a:lnTo>
                    <a:pt x="1360696" y="0"/>
                  </a:lnTo>
                  <a:lnTo>
                    <a:pt x="1356417" y="0"/>
                  </a:lnTo>
                  <a:lnTo>
                    <a:pt x="1352138" y="0"/>
                  </a:lnTo>
                  <a:lnTo>
                    <a:pt x="1347859" y="0"/>
                  </a:lnTo>
                  <a:lnTo>
                    <a:pt x="1343580" y="0"/>
                  </a:lnTo>
                  <a:lnTo>
                    <a:pt x="1339301" y="0"/>
                  </a:lnTo>
                  <a:lnTo>
                    <a:pt x="1335023" y="0"/>
                  </a:lnTo>
                  <a:lnTo>
                    <a:pt x="1330744" y="0"/>
                  </a:lnTo>
                  <a:lnTo>
                    <a:pt x="1326465" y="0"/>
                  </a:lnTo>
                  <a:lnTo>
                    <a:pt x="1322186" y="0"/>
                  </a:lnTo>
                  <a:lnTo>
                    <a:pt x="1317907" y="0"/>
                  </a:lnTo>
                  <a:lnTo>
                    <a:pt x="1313628" y="0"/>
                  </a:lnTo>
                  <a:lnTo>
                    <a:pt x="1309349" y="0"/>
                  </a:lnTo>
                  <a:lnTo>
                    <a:pt x="1305070" y="0"/>
                  </a:lnTo>
                  <a:lnTo>
                    <a:pt x="1300791" y="0"/>
                  </a:lnTo>
                  <a:lnTo>
                    <a:pt x="1296512" y="0"/>
                  </a:lnTo>
                  <a:lnTo>
                    <a:pt x="1292233" y="0"/>
                  </a:lnTo>
                  <a:lnTo>
                    <a:pt x="1287954" y="0"/>
                  </a:lnTo>
                  <a:lnTo>
                    <a:pt x="1283675" y="0"/>
                  </a:lnTo>
                  <a:lnTo>
                    <a:pt x="1279397" y="0"/>
                  </a:lnTo>
                  <a:lnTo>
                    <a:pt x="1275118" y="0"/>
                  </a:lnTo>
                  <a:lnTo>
                    <a:pt x="1270839" y="0"/>
                  </a:lnTo>
                  <a:lnTo>
                    <a:pt x="1266560" y="0"/>
                  </a:lnTo>
                  <a:lnTo>
                    <a:pt x="1262281" y="0"/>
                  </a:lnTo>
                  <a:lnTo>
                    <a:pt x="1258002" y="0"/>
                  </a:lnTo>
                  <a:lnTo>
                    <a:pt x="1253723" y="0"/>
                  </a:lnTo>
                  <a:lnTo>
                    <a:pt x="1249444" y="0"/>
                  </a:lnTo>
                  <a:lnTo>
                    <a:pt x="1245165" y="0"/>
                  </a:lnTo>
                  <a:lnTo>
                    <a:pt x="1240886" y="0"/>
                  </a:lnTo>
                  <a:lnTo>
                    <a:pt x="1236607" y="0"/>
                  </a:lnTo>
                  <a:lnTo>
                    <a:pt x="1232328" y="0"/>
                  </a:lnTo>
                  <a:lnTo>
                    <a:pt x="1228050" y="0"/>
                  </a:lnTo>
                  <a:lnTo>
                    <a:pt x="1223771" y="0"/>
                  </a:lnTo>
                  <a:lnTo>
                    <a:pt x="1219492" y="0"/>
                  </a:lnTo>
                  <a:lnTo>
                    <a:pt x="1215213" y="0"/>
                  </a:lnTo>
                  <a:lnTo>
                    <a:pt x="1210934" y="0"/>
                  </a:lnTo>
                  <a:lnTo>
                    <a:pt x="1206655" y="0"/>
                  </a:lnTo>
                  <a:lnTo>
                    <a:pt x="1202376" y="0"/>
                  </a:lnTo>
                  <a:lnTo>
                    <a:pt x="1198097" y="0"/>
                  </a:lnTo>
                  <a:lnTo>
                    <a:pt x="1193818" y="0"/>
                  </a:lnTo>
                  <a:lnTo>
                    <a:pt x="1189539" y="0"/>
                  </a:lnTo>
                  <a:lnTo>
                    <a:pt x="1185260" y="0"/>
                  </a:lnTo>
                  <a:lnTo>
                    <a:pt x="1180981" y="0"/>
                  </a:lnTo>
                  <a:lnTo>
                    <a:pt x="1176702" y="0"/>
                  </a:lnTo>
                  <a:lnTo>
                    <a:pt x="1172424" y="0"/>
                  </a:lnTo>
                  <a:lnTo>
                    <a:pt x="1168145" y="0"/>
                  </a:lnTo>
                  <a:lnTo>
                    <a:pt x="1163866" y="0"/>
                  </a:lnTo>
                  <a:lnTo>
                    <a:pt x="1159587" y="0"/>
                  </a:lnTo>
                  <a:lnTo>
                    <a:pt x="1155308" y="0"/>
                  </a:lnTo>
                  <a:lnTo>
                    <a:pt x="1151029" y="0"/>
                  </a:lnTo>
                  <a:lnTo>
                    <a:pt x="1146750" y="0"/>
                  </a:lnTo>
                  <a:lnTo>
                    <a:pt x="1142471" y="0"/>
                  </a:lnTo>
                  <a:lnTo>
                    <a:pt x="1138192" y="0"/>
                  </a:lnTo>
                  <a:lnTo>
                    <a:pt x="1133913" y="0"/>
                  </a:lnTo>
                  <a:lnTo>
                    <a:pt x="1129634" y="0"/>
                  </a:lnTo>
                  <a:lnTo>
                    <a:pt x="1125355" y="0"/>
                  </a:lnTo>
                  <a:lnTo>
                    <a:pt x="1121077" y="0"/>
                  </a:lnTo>
                  <a:lnTo>
                    <a:pt x="1116798" y="0"/>
                  </a:lnTo>
                  <a:lnTo>
                    <a:pt x="1112519" y="0"/>
                  </a:lnTo>
                  <a:lnTo>
                    <a:pt x="1108240" y="0"/>
                  </a:lnTo>
                  <a:lnTo>
                    <a:pt x="1103961" y="0"/>
                  </a:lnTo>
                  <a:lnTo>
                    <a:pt x="1099682" y="0"/>
                  </a:lnTo>
                  <a:lnTo>
                    <a:pt x="1095403" y="0"/>
                  </a:lnTo>
                  <a:lnTo>
                    <a:pt x="1091124" y="0"/>
                  </a:lnTo>
                  <a:lnTo>
                    <a:pt x="1086845" y="0"/>
                  </a:lnTo>
                  <a:lnTo>
                    <a:pt x="1082566" y="0"/>
                  </a:lnTo>
                  <a:lnTo>
                    <a:pt x="1078287" y="0"/>
                  </a:lnTo>
                  <a:lnTo>
                    <a:pt x="1074008" y="0"/>
                  </a:lnTo>
                  <a:lnTo>
                    <a:pt x="1069729" y="0"/>
                  </a:lnTo>
                  <a:lnTo>
                    <a:pt x="1065451" y="0"/>
                  </a:lnTo>
                  <a:lnTo>
                    <a:pt x="1061172" y="0"/>
                  </a:lnTo>
                  <a:lnTo>
                    <a:pt x="1056893" y="0"/>
                  </a:lnTo>
                  <a:lnTo>
                    <a:pt x="1052614" y="0"/>
                  </a:lnTo>
                  <a:lnTo>
                    <a:pt x="1048335" y="0"/>
                  </a:lnTo>
                  <a:lnTo>
                    <a:pt x="1044056" y="0"/>
                  </a:lnTo>
                  <a:lnTo>
                    <a:pt x="1039777" y="0"/>
                  </a:lnTo>
                  <a:lnTo>
                    <a:pt x="1035498" y="0"/>
                  </a:lnTo>
                  <a:lnTo>
                    <a:pt x="1031219" y="0"/>
                  </a:lnTo>
                  <a:lnTo>
                    <a:pt x="1026940" y="0"/>
                  </a:lnTo>
                  <a:lnTo>
                    <a:pt x="1022661" y="0"/>
                  </a:lnTo>
                  <a:lnTo>
                    <a:pt x="1018382" y="0"/>
                  </a:lnTo>
                  <a:lnTo>
                    <a:pt x="1014104" y="0"/>
                  </a:lnTo>
                  <a:lnTo>
                    <a:pt x="1009825" y="0"/>
                  </a:lnTo>
                  <a:lnTo>
                    <a:pt x="1005546" y="0"/>
                  </a:lnTo>
                  <a:lnTo>
                    <a:pt x="1001267" y="0"/>
                  </a:lnTo>
                  <a:lnTo>
                    <a:pt x="996988" y="0"/>
                  </a:lnTo>
                  <a:lnTo>
                    <a:pt x="992709" y="0"/>
                  </a:lnTo>
                  <a:lnTo>
                    <a:pt x="988430" y="0"/>
                  </a:lnTo>
                  <a:lnTo>
                    <a:pt x="984151" y="0"/>
                  </a:lnTo>
                  <a:lnTo>
                    <a:pt x="979872" y="0"/>
                  </a:lnTo>
                  <a:lnTo>
                    <a:pt x="975593" y="0"/>
                  </a:lnTo>
                  <a:lnTo>
                    <a:pt x="971314" y="0"/>
                  </a:lnTo>
                  <a:lnTo>
                    <a:pt x="967035" y="0"/>
                  </a:lnTo>
                  <a:lnTo>
                    <a:pt x="962756" y="0"/>
                  </a:lnTo>
                  <a:lnTo>
                    <a:pt x="958478" y="0"/>
                  </a:lnTo>
                  <a:lnTo>
                    <a:pt x="954199" y="0"/>
                  </a:lnTo>
                  <a:lnTo>
                    <a:pt x="949920" y="0"/>
                  </a:lnTo>
                  <a:lnTo>
                    <a:pt x="945641" y="0"/>
                  </a:lnTo>
                  <a:lnTo>
                    <a:pt x="941362" y="0"/>
                  </a:lnTo>
                  <a:lnTo>
                    <a:pt x="937083" y="0"/>
                  </a:lnTo>
                  <a:lnTo>
                    <a:pt x="932804" y="0"/>
                  </a:lnTo>
                  <a:lnTo>
                    <a:pt x="928525" y="0"/>
                  </a:lnTo>
                  <a:lnTo>
                    <a:pt x="924246" y="0"/>
                  </a:lnTo>
                  <a:lnTo>
                    <a:pt x="919967" y="0"/>
                  </a:lnTo>
                  <a:lnTo>
                    <a:pt x="915688" y="0"/>
                  </a:lnTo>
                  <a:lnTo>
                    <a:pt x="911409" y="0"/>
                  </a:lnTo>
                  <a:lnTo>
                    <a:pt x="907131" y="0"/>
                  </a:lnTo>
                  <a:lnTo>
                    <a:pt x="902852" y="0"/>
                  </a:lnTo>
                  <a:lnTo>
                    <a:pt x="898573" y="0"/>
                  </a:lnTo>
                  <a:lnTo>
                    <a:pt x="894294" y="0"/>
                  </a:lnTo>
                  <a:lnTo>
                    <a:pt x="890015" y="0"/>
                  </a:lnTo>
                  <a:lnTo>
                    <a:pt x="885736" y="0"/>
                  </a:lnTo>
                  <a:lnTo>
                    <a:pt x="881457" y="0"/>
                  </a:lnTo>
                  <a:lnTo>
                    <a:pt x="877178" y="0"/>
                  </a:lnTo>
                  <a:lnTo>
                    <a:pt x="872899" y="0"/>
                  </a:lnTo>
                  <a:lnTo>
                    <a:pt x="868620" y="0"/>
                  </a:lnTo>
                  <a:lnTo>
                    <a:pt x="864341" y="0"/>
                  </a:lnTo>
                  <a:lnTo>
                    <a:pt x="860062" y="0"/>
                  </a:lnTo>
                  <a:lnTo>
                    <a:pt x="855783" y="0"/>
                  </a:lnTo>
                  <a:lnTo>
                    <a:pt x="851505" y="0"/>
                  </a:lnTo>
                  <a:lnTo>
                    <a:pt x="847226" y="0"/>
                  </a:lnTo>
                  <a:lnTo>
                    <a:pt x="842947" y="0"/>
                  </a:lnTo>
                  <a:lnTo>
                    <a:pt x="838668" y="0"/>
                  </a:lnTo>
                  <a:lnTo>
                    <a:pt x="834389" y="0"/>
                  </a:lnTo>
                  <a:lnTo>
                    <a:pt x="830110" y="0"/>
                  </a:lnTo>
                  <a:lnTo>
                    <a:pt x="825831" y="0"/>
                  </a:lnTo>
                  <a:lnTo>
                    <a:pt x="821552" y="0"/>
                  </a:lnTo>
                  <a:lnTo>
                    <a:pt x="817273" y="0"/>
                  </a:lnTo>
                  <a:lnTo>
                    <a:pt x="812994" y="0"/>
                  </a:lnTo>
                  <a:lnTo>
                    <a:pt x="808715" y="0"/>
                  </a:lnTo>
                  <a:lnTo>
                    <a:pt x="804436" y="0"/>
                  </a:lnTo>
                  <a:lnTo>
                    <a:pt x="800158" y="0"/>
                  </a:lnTo>
                  <a:lnTo>
                    <a:pt x="795879" y="0"/>
                  </a:lnTo>
                  <a:lnTo>
                    <a:pt x="791600" y="0"/>
                  </a:lnTo>
                  <a:lnTo>
                    <a:pt x="787321" y="0"/>
                  </a:lnTo>
                  <a:lnTo>
                    <a:pt x="783042" y="0"/>
                  </a:lnTo>
                  <a:lnTo>
                    <a:pt x="778763" y="0"/>
                  </a:lnTo>
                  <a:lnTo>
                    <a:pt x="774484" y="0"/>
                  </a:lnTo>
                  <a:lnTo>
                    <a:pt x="770205" y="0"/>
                  </a:lnTo>
                  <a:lnTo>
                    <a:pt x="765926" y="0"/>
                  </a:lnTo>
                  <a:lnTo>
                    <a:pt x="761647" y="0"/>
                  </a:lnTo>
                  <a:lnTo>
                    <a:pt x="757368" y="0"/>
                  </a:lnTo>
                  <a:lnTo>
                    <a:pt x="753089" y="0"/>
                  </a:lnTo>
                  <a:lnTo>
                    <a:pt x="748810" y="0"/>
                  </a:lnTo>
                  <a:lnTo>
                    <a:pt x="744532" y="0"/>
                  </a:lnTo>
                  <a:lnTo>
                    <a:pt x="740253" y="0"/>
                  </a:lnTo>
                  <a:lnTo>
                    <a:pt x="735974" y="0"/>
                  </a:lnTo>
                  <a:lnTo>
                    <a:pt x="731695" y="0"/>
                  </a:lnTo>
                  <a:lnTo>
                    <a:pt x="727416" y="0"/>
                  </a:lnTo>
                  <a:lnTo>
                    <a:pt x="723137" y="0"/>
                  </a:lnTo>
                  <a:lnTo>
                    <a:pt x="718858" y="0"/>
                  </a:lnTo>
                  <a:lnTo>
                    <a:pt x="714579" y="0"/>
                  </a:lnTo>
                  <a:lnTo>
                    <a:pt x="710300" y="0"/>
                  </a:lnTo>
                  <a:lnTo>
                    <a:pt x="706021" y="0"/>
                  </a:lnTo>
                  <a:lnTo>
                    <a:pt x="701742" y="0"/>
                  </a:lnTo>
                  <a:lnTo>
                    <a:pt x="697463" y="0"/>
                  </a:lnTo>
                  <a:lnTo>
                    <a:pt x="693185" y="0"/>
                  </a:lnTo>
                  <a:lnTo>
                    <a:pt x="688906" y="0"/>
                  </a:lnTo>
                  <a:lnTo>
                    <a:pt x="684627" y="0"/>
                  </a:lnTo>
                  <a:lnTo>
                    <a:pt x="680348" y="0"/>
                  </a:lnTo>
                  <a:lnTo>
                    <a:pt x="676069" y="0"/>
                  </a:lnTo>
                  <a:lnTo>
                    <a:pt x="671790" y="0"/>
                  </a:lnTo>
                  <a:lnTo>
                    <a:pt x="667511" y="0"/>
                  </a:lnTo>
                  <a:lnTo>
                    <a:pt x="663232" y="0"/>
                  </a:lnTo>
                  <a:lnTo>
                    <a:pt x="658953" y="0"/>
                  </a:lnTo>
                  <a:lnTo>
                    <a:pt x="654674" y="0"/>
                  </a:lnTo>
                  <a:lnTo>
                    <a:pt x="650395" y="0"/>
                  </a:lnTo>
                  <a:lnTo>
                    <a:pt x="646116" y="0"/>
                  </a:lnTo>
                  <a:lnTo>
                    <a:pt x="641837" y="0"/>
                  </a:lnTo>
                  <a:lnTo>
                    <a:pt x="637559" y="0"/>
                  </a:lnTo>
                  <a:lnTo>
                    <a:pt x="633280" y="0"/>
                  </a:lnTo>
                  <a:lnTo>
                    <a:pt x="629001" y="0"/>
                  </a:lnTo>
                  <a:lnTo>
                    <a:pt x="624722" y="0"/>
                  </a:lnTo>
                  <a:lnTo>
                    <a:pt x="620443" y="0"/>
                  </a:lnTo>
                  <a:lnTo>
                    <a:pt x="616164" y="0"/>
                  </a:lnTo>
                  <a:lnTo>
                    <a:pt x="611885" y="0"/>
                  </a:lnTo>
                  <a:lnTo>
                    <a:pt x="607606" y="0"/>
                  </a:lnTo>
                  <a:lnTo>
                    <a:pt x="603327" y="0"/>
                  </a:lnTo>
                  <a:lnTo>
                    <a:pt x="599048" y="0"/>
                  </a:lnTo>
                  <a:lnTo>
                    <a:pt x="594769" y="0"/>
                  </a:lnTo>
                  <a:lnTo>
                    <a:pt x="590490" y="0"/>
                  </a:lnTo>
                  <a:lnTo>
                    <a:pt x="586212" y="0"/>
                  </a:lnTo>
                  <a:lnTo>
                    <a:pt x="581933" y="0"/>
                  </a:lnTo>
                  <a:lnTo>
                    <a:pt x="577654" y="0"/>
                  </a:lnTo>
                  <a:lnTo>
                    <a:pt x="573375" y="0"/>
                  </a:lnTo>
                  <a:lnTo>
                    <a:pt x="569096" y="0"/>
                  </a:lnTo>
                  <a:lnTo>
                    <a:pt x="564817" y="0"/>
                  </a:lnTo>
                  <a:lnTo>
                    <a:pt x="560538" y="0"/>
                  </a:lnTo>
                  <a:lnTo>
                    <a:pt x="556259" y="0"/>
                  </a:lnTo>
                  <a:lnTo>
                    <a:pt x="551980" y="0"/>
                  </a:lnTo>
                  <a:lnTo>
                    <a:pt x="547701" y="0"/>
                  </a:lnTo>
                  <a:lnTo>
                    <a:pt x="543422" y="0"/>
                  </a:lnTo>
                  <a:lnTo>
                    <a:pt x="539143" y="0"/>
                  </a:lnTo>
                  <a:lnTo>
                    <a:pt x="534864" y="0"/>
                  </a:lnTo>
                  <a:lnTo>
                    <a:pt x="530586" y="0"/>
                  </a:lnTo>
                  <a:lnTo>
                    <a:pt x="526307" y="0"/>
                  </a:lnTo>
                  <a:lnTo>
                    <a:pt x="522028" y="0"/>
                  </a:lnTo>
                  <a:lnTo>
                    <a:pt x="517749" y="0"/>
                  </a:lnTo>
                  <a:lnTo>
                    <a:pt x="513470" y="0"/>
                  </a:lnTo>
                  <a:lnTo>
                    <a:pt x="509191" y="0"/>
                  </a:lnTo>
                  <a:lnTo>
                    <a:pt x="504912" y="0"/>
                  </a:lnTo>
                  <a:lnTo>
                    <a:pt x="500633" y="0"/>
                  </a:lnTo>
                  <a:lnTo>
                    <a:pt x="496354" y="0"/>
                  </a:lnTo>
                  <a:lnTo>
                    <a:pt x="492075" y="0"/>
                  </a:lnTo>
                  <a:lnTo>
                    <a:pt x="487796" y="0"/>
                  </a:lnTo>
                  <a:lnTo>
                    <a:pt x="483517" y="0"/>
                  </a:lnTo>
                  <a:lnTo>
                    <a:pt x="479239" y="0"/>
                  </a:lnTo>
                  <a:lnTo>
                    <a:pt x="474960" y="0"/>
                  </a:lnTo>
                  <a:lnTo>
                    <a:pt x="470681" y="0"/>
                  </a:lnTo>
                  <a:lnTo>
                    <a:pt x="466402" y="0"/>
                  </a:lnTo>
                  <a:lnTo>
                    <a:pt x="462123" y="0"/>
                  </a:lnTo>
                  <a:lnTo>
                    <a:pt x="457844" y="0"/>
                  </a:lnTo>
                  <a:lnTo>
                    <a:pt x="453565" y="0"/>
                  </a:lnTo>
                  <a:lnTo>
                    <a:pt x="449286" y="0"/>
                  </a:lnTo>
                  <a:lnTo>
                    <a:pt x="445007" y="0"/>
                  </a:lnTo>
                  <a:lnTo>
                    <a:pt x="440728" y="0"/>
                  </a:lnTo>
                  <a:lnTo>
                    <a:pt x="436449" y="0"/>
                  </a:lnTo>
                  <a:lnTo>
                    <a:pt x="432170" y="0"/>
                  </a:lnTo>
                  <a:lnTo>
                    <a:pt x="427891" y="0"/>
                  </a:lnTo>
                  <a:lnTo>
                    <a:pt x="423613" y="0"/>
                  </a:lnTo>
                  <a:lnTo>
                    <a:pt x="419334" y="0"/>
                  </a:lnTo>
                  <a:lnTo>
                    <a:pt x="415055" y="0"/>
                  </a:lnTo>
                  <a:lnTo>
                    <a:pt x="410776" y="0"/>
                  </a:lnTo>
                  <a:lnTo>
                    <a:pt x="406497" y="0"/>
                  </a:lnTo>
                  <a:lnTo>
                    <a:pt x="402218" y="0"/>
                  </a:lnTo>
                  <a:lnTo>
                    <a:pt x="397939" y="0"/>
                  </a:lnTo>
                  <a:lnTo>
                    <a:pt x="393660" y="0"/>
                  </a:lnTo>
                  <a:lnTo>
                    <a:pt x="389381" y="0"/>
                  </a:lnTo>
                  <a:lnTo>
                    <a:pt x="385102" y="0"/>
                  </a:lnTo>
                  <a:lnTo>
                    <a:pt x="380823" y="0"/>
                  </a:lnTo>
                  <a:lnTo>
                    <a:pt x="376544" y="0"/>
                  </a:lnTo>
                  <a:lnTo>
                    <a:pt x="372266" y="0"/>
                  </a:lnTo>
                  <a:lnTo>
                    <a:pt x="367987" y="0"/>
                  </a:lnTo>
                  <a:lnTo>
                    <a:pt x="363708" y="0"/>
                  </a:lnTo>
                  <a:lnTo>
                    <a:pt x="359429" y="0"/>
                  </a:lnTo>
                  <a:lnTo>
                    <a:pt x="355150" y="0"/>
                  </a:lnTo>
                  <a:lnTo>
                    <a:pt x="350871" y="0"/>
                  </a:lnTo>
                  <a:lnTo>
                    <a:pt x="346592" y="0"/>
                  </a:lnTo>
                  <a:lnTo>
                    <a:pt x="342313" y="0"/>
                  </a:lnTo>
                  <a:lnTo>
                    <a:pt x="338034" y="0"/>
                  </a:lnTo>
                  <a:lnTo>
                    <a:pt x="333755" y="0"/>
                  </a:lnTo>
                  <a:lnTo>
                    <a:pt x="329476" y="0"/>
                  </a:lnTo>
                  <a:lnTo>
                    <a:pt x="325197" y="0"/>
                  </a:lnTo>
                  <a:lnTo>
                    <a:pt x="320918" y="0"/>
                  </a:lnTo>
                  <a:lnTo>
                    <a:pt x="316640" y="0"/>
                  </a:lnTo>
                  <a:lnTo>
                    <a:pt x="312361" y="0"/>
                  </a:lnTo>
                  <a:lnTo>
                    <a:pt x="308082" y="0"/>
                  </a:lnTo>
                  <a:lnTo>
                    <a:pt x="303803" y="0"/>
                  </a:lnTo>
                  <a:lnTo>
                    <a:pt x="299524" y="0"/>
                  </a:lnTo>
                  <a:lnTo>
                    <a:pt x="295245" y="0"/>
                  </a:lnTo>
                  <a:lnTo>
                    <a:pt x="290966" y="0"/>
                  </a:lnTo>
                  <a:lnTo>
                    <a:pt x="286687" y="0"/>
                  </a:lnTo>
                  <a:lnTo>
                    <a:pt x="282408" y="0"/>
                  </a:lnTo>
                  <a:lnTo>
                    <a:pt x="278129" y="0"/>
                  </a:lnTo>
                  <a:lnTo>
                    <a:pt x="273850" y="0"/>
                  </a:lnTo>
                  <a:lnTo>
                    <a:pt x="269571" y="0"/>
                  </a:lnTo>
                  <a:lnTo>
                    <a:pt x="265293" y="0"/>
                  </a:lnTo>
                  <a:lnTo>
                    <a:pt x="261014" y="0"/>
                  </a:lnTo>
                  <a:lnTo>
                    <a:pt x="256735" y="0"/>
                  </a:lnTo>
                  <a:lnTo>
                    <a:pt x="252456" y="0"/>
                  </a:lnTo>
                  <a:lnTo>
                    <a:pt x="248177" y="0"/>
                  </a:lnTo>
                  <a:lnTo>
                    <a:pt x="243898" y="0"/>
                  </a:lnTo>
                  <a:lnTo>
                    <a:pt x="239619" y="0"/>
                  </a:lnTo>
                  <a:lnTo>
                    <a:pt x="235340" y="0"/>
                  </a:lnTo>
                  <a:lnTo>
                    <a:pt x="231061" y="0"/>
                  </a:lnTo>
                  <a:lnTo>
                    <a:pt x="226782" y="0"/>
                  </a:lnTo>
                  <a:lnTo>
                    <a:pt x="222503" y="0"/>
                  </a:lnTo>
                  <a:lnTo>
                    <a:pt x="218224" y="0"/>
                  </a:lnTo>
                  <a:lnTo>
                    <a:pt x="213945" y="0"/>
                  </a:lnTo>
                  <a:lnTo>
                    <a:pt x="209667" y="0"/>
                  </a:lnTo>
                  <a:lnTo>
                    <a:pt x="205388" y="0"/>
                  </a:lnTo>
                  <a:lnTo>
                    <a:pt x="201109" y="0"/>
                  </a:lnTo>
                  <a:lnTo>
                    <a:pt x="196830" y="0"/>
                  </a:lnTo>
                  <a:lnTo>
                    <a:pt x="192551" y="0"/>
                  </a:lnTo>
                  <a:lnTo>
                    <a:pt x="188272" y="0"/>
                  </a:lnTo>
                  <a:lnTo>
                    <a:pt x="183993" y="0"/>
                  </a:lnTo>
                  <a:lnTo>
                    <a:pt x="179714" y="0"/>
                  </a:lnTo>
                  <a:lnTo>
                    <a:pt x="175435" y="0"/>
                  </a:lnTo>
                  <a:lnTo>
                    <a:pt x="171156" y="0"/>
                  </a:lnTo>
                  <a:lnTo>
                    <a:pt x="166877" y="0"/>
                  </a:lnTo>
                  <a:lnTo>
                    <a:pt x="162598" y="0"/>
                  </a:lnTo>
                  <a:lnTo>
                    <a:pt x="158320" y="0"/>
                  </a:lnTo>
                  <a:lnTo>
                    <a:pt x="154041" y="0"/>
                  </a:lnTo>
                  <a:lnTo>
                    <a:pt x="149762" y="0"/>
                  </a:lnTo>
                  <a:lnTo>
                    <a:pt x="145483" y="0"/>
                  </a:lnTo>
                  <a:lnTo>
                    <a:pt x="141204" y="0"/>
                  </a:lnTo>
                  <a:lnTo>
                    <a:pt x="136925" y="0"/>
                  </a:lnTo>
                  <a:lnTo>
                    <a:pt x="132646" y="0"/>
                  </a:lnTo>
                  <a:lnTo>
                    <a:pt x="128367" y="0"/>
                  </a:lnTo>
                  <a:lnTo>
                    <a:pt x="124088" y="0"/>
                  </a:lnTo>
                  <a:lnTo>
                    <a:pt x="119809" y="0"/>
                  </a:lnTo>
                  <a:lnTo>
                    <a:pt x="115530" y="0"/>
                  </a:lnTo>
                  <a:lnTo>
                    <a:pt x="111251" y="0"/>
                  </a:lnTo>
                  <a:lnTo>
                    <a:pt x="106972" y="0"/>
                  </a:lnTo>
                  <a:lnTo>
                    <a:pt x="102694" y="0"/>
                  </a:lnTo>
                  <a:lnTo>
                    <a:pt x="98415" y="0"/>
                  </a:lnTo>
                  <a:lnTo>
                    <a:pt x="94136" y="0"/>
                  </a:lnTo>
                  <a:lnTo>
                    <a:pt x="89857" y="0"/>
                  </a:lnTo>
                  <a:lnTo>
                    <a:pt x="85578" y="0"/>
                  </a:lnTo>
                  <a:lnTo>
                    <a:pt x="81299" y="0"/>
                  </a:lnTo>
                  <a:lnTo>
                    <a:pt x="77020" y="0"/>
                  </a:lnTo>
                  <a:lnTo>
                    <a:pt x="72741" y="0"/>
                  </a:lnTo>
                  <a:lnTo>
                    <a:pt x="68462" y="0"/>
                  </a:lnTo>
                  <a:lnTo>
                    <a:pt x="64183" y="0"/>
                  </a:lnTo>
                  <a:lnTo>
                    <a:pt x="59904" y="0"/>
                  </a:lnTo>
                  <a:lnTo>
                    <a:pt x="55625" y="0"/>
                  </a:lnTo>
                  <a:lnTo>
                    <a:pt x="51347" y="0"/>
                  </a:lnTo>
                  <a:lnTo>
                    <a:pt x="47068" y="0"/>
                  </a:lnTo>
                  <a:lnTo>
                    <a:pt x="42789" y="0"/>
                  </a:lnTo>
                  <a:lnTo>
                    <a:pt x="38510" y="0"/>
                  </a:lnTo>
                  <a:lnTo>
                    <a:pt x="34231" y="0"/>
                  </a:lnTo>
                  <a:lnTo>
                    <a:pt x="29952" y="0"/>
                  </a:lnTo>
                  <a:lnTo>
                    <a:pt x="25673" y="0"/>
                  </a:lnTo>
                  <a:lnTo>
                    <a:pt x="21394" y="0"/>
                  </a:lnTo>
                  <a:lnTo>
                    <a:pt x="17115" y="0"/>
                  </a:lnTo>
                  <a:lnTo>
                    <a:pt x="12836" y="0"/>
                  </a:lnTo>
                  <a:lnTo>
                    <a:pt x="8557" y="0"/>
                  </a:lnTo>
                  <a:lnTo>
                    <a:pt x="4278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44934" y="1679223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311199" y="302506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11199" y="227323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11199" y="1525933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1199" y="77252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84" name="pl84"/>
            <p:cNvSpPr/>
            <p:nvPr/>
          </p:nvSpPr>
          <p:spPr>
            <a:xfrm>
              <a:off x="410140" y="30673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10140" y="2317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10140" y="1566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10140" y="8163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90" name="rc90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44934" y="6115754"/>
              <a:ext cx="191992" cy="263695"/>
            </a:xfrm>
            <a:custGeom>
              <a:avLst/>
              <a:pathLst>
                <a:path w="191992" h="263695">
                  <a:moveTo>
                    <a:pt x="0" y="104127"/>
                  </a:moveTo>
                  <a:lnTo>
                    <a:pt x="4278" y="83895"/>
                  </a:lnTo>
                  <a:lnTo>
                    <a:pt x="8557" y="57309"/>
                  </a:lnTo>
                  <a:lnTo>
                    <a:pt x="12836" y="51677"/>
                  </a:lnTo>
                  <a:lnTo>
                    <a:pt x="17115" y="79342"/>
                  </a:lnTo>
                  <a:lnTo>
                    <a:pt x="21394" y="0"/>
                  </a:lnTo>
                  <a:lnTo>
                    <a:pt x="25673" y="23830"/>
                  </a:lnTo>
                  <a:lnTo>
                    <a:pt x="29952" y="100321"/>
                  </a:lnTo>
                  <a:lnTo>
                    <a:pt x="34231" y="91694"/>
                  </a:lnTo>
                  <a:lnTo>
                    <a:pt x="38510" y="90490"/>
                  </a:lnTo>
                  <a:lnTo>
                    <a:pt x="42789" y="86861"/>
                  </a:lnTo>
                  <a:lnTo>
                    <a:pt x="47068" y="58413"/>
                  </a:lnTo>
                  <a:lnTo>
                    <a:pt x="51347" y="100530"/>
                  </a:lnTo>
                  <a:lnTo>
                    <a:pt x="55625" y="84283"/>
                  </a:lnTo>
                  <a:lnTo>
                    <a:pt x="59904" y="72140"/>
                  </a:lnTo>
                  <a:lnTo>
                    <a:pt x="64183" y="86521"/>
                  </a:lnTo>
                  <a:lnTo>
                    <a:pt x="68462" y="31731"/>
                  </a:lnTo>
                  <a:lnTo>
                    <a:pt x="72741" y="51999"/>
                  </a:lnTo>
                  <a:lnTo>
                    <a:pt x="77020" y="28186"/>
                  </a:lnTo>
                  <a:lnTo>
                    <a:pt x="81299" y="26692"/>
                  </a:lnTo>
                  <a:lnTo>
                    <a:pt x="85578" y="23935"/>
                  </a:lnTo>
                  <a:lnTo>
                    <a:pt x="89857" y="55018"/>
                  </a:lnTo>
                  <a:lnTo>
                    <a:pt x="94136" y="76947"/>
                  </a:lnTo>
                  <a:lnTo>
                    <a:pt x="98415" y="111258"/>
                  </a:lnTo>
                  <a:lnTo>
                    <a:pt x="102694" y="111988"/>
                  </a:lnTo>
                  <a:lnTo>
                    <a:pt x="106972" y="131398"/>
                  </a:lnTo>
                  <a:lnTo>
                    <a:pt x="111251" y="139115"/>
                  </a:lnTo>
                  <a:lnTo>
                    <a:pt x="115530" y="207790"/>
                  </a:lnTo>
                  <a:lnTo>
                    <a:pt x="119809" y="240420"/>
                  </a:lnTo>
                  <a:lnTo>
                    <a:pt x="124088" y="223260"/>
                  </a:lnTo>
                  <a:lnTo>
                    <a:pt x="128367" y="238280"/>
                  </a:lnTo>
                  <a:lnTo>
                    <a:pt x="132646" y="228313"/>
                  </a:lnTo>
                  <a:lnTo>
                    <a:pt x="136925" y="206346"/>
                  </a:lnTo>
                  <a:lnTo>
                    <a:pt x="141204" y="190282"/>
                  </a:lnTo>
                  <a:lnTo>
                    <a:pt x="145483" y="165006"/>
                  </a:lnTo>
                  <a:lnTo>
                    <a:pt x="149762" y="138016"/>
                  </a:lnTo>
                  <a:lnTo>
                    <a:pt x="154041" y="128704"/>
                  </a:lnTo>
                  <a:lnTo>
                    <a:pt x="158320" y="124827"/>
                  </a:lnTo>
                  <a:lnTo>
                    <a:pt x="162598" y="186548"/>
                  </a:lnTo>
                  <a:lnTo>
                    <a:pt x="166877" y="193677"/>
                  </a:lnTo>
                  <a:lnTo>
                    <a:pt x="171156" y="210443"/>
                  </a:lnTo>
                  <a:lnTo>
                    <a:pt x="175435" y="193032"/>
                  </a:lnTo>
                  <a:lnTo>
                    <a:pt x="179714" y="151667"/>
                  </a:lnTo>
                  <a:lnTo>
                    <a:pt x="183993" y="191491"/>
                  </a:lnTo>
                  <a:lnTo>
                    <a:pt x="188272" y="238596"/>
                  </a:lnTo>
                  <a:lnTo>
                    <a:pt x="191992" y="2636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38738" y="6345489"/>
              <a:ext cx="11151" cy="33960"/>
            </a:xfrm>
            <a:custGeom>
              <a:avLst/>
              <a:pathLst>
                <a:path w="11151" h="33960">
                  <a:moveTo>
                    <a:pt x="0" y="33960"/>
                  </a:moveTo>
                  <a:lnTo>
                    <a:pt x="3026" y="24851"/>
                  </a:lnTo>
                  <a:lnTo>
                    <a:pt x="7305" y="0"/>
                  </a:lnTo>
                  <a:lnTo>
                    <a:pt x="11151" y="339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62756" y="6375392"/>
              <a:ext cx="892" cy="4057"/>
            </a:xfrm>
            <a:custGeom>
              <a:avLst/>
              <a:pathLst>
                <a:path w="892" h="4057">
                  <a:moveTo>
                    <a:pt x="0" y="4057"/>
                  </a:moveTo>
                  <a:lnTo>
                    <a:pt x="403" y="0"/>
                  </a:lnTo>
                  <a:lnTo>
                    <a:pt x="892" y="40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98810" y="6208369"/>
              <a:ext cx="170395" cy="171080"/>
            </a:xfrm>
            <a:custGeom>
              <a:avLst/>
              <a:pathLst>
                <a:path w="170395" h="171080">
                  <a:moveTo>
                    <a:pt x="0" y="171080"/>
                  </a:moveTo>
                  <a:lnTo>
                    <a:pt x="2858" y="168340"/>
                  </a:lnTo>
                  <a:lnTo>
                    <a:pt x="7137" y="160954"/>
                  </a:lnTo>
                  <a:lnTo>
                    <a:pt x="11416" y="147050"/>
                  </a:lnTo>
                  <a:lnTo>
                    <a:pt x="15695" y="144388"/>
                  </a:lnTo>
                  <a:lnTo>
                    <a:pt x="19974" y="111994"/>
                  </a:lnTo>
                  <a:lnTo>
                    <a:pt x="24253" y="109180"/>
                  </a:lnTo>
                  <a:lnTo>
                    <a:pt x="28532" y="60209"/>
                  </a:lnTo>
                  <a:lnTo>
                    <a:pt x="32811" y="62954"/>
                  </a:lnTo>
                  <a:lnTo>
                    <a:pt x="37090" y="72735"/>
                  </a:lnTo>
                  <a:lnTo>
                    <a:pt x="41369" y="26327"/>
                  </a:lnTo>
                  <a:lnTo>
                    <a:pt x="45648" y="64074"/>
                  </a:lnTo>
                  <a:lnTo>
                    <a:pt x="49927" y="59675"/>
                  </a:lnTo>
                  <a:lnTo>
                    <a:pt x="54205" y="95972"/>
                  </a:lnTo>
                  <a:lnTo>
                    <a:pt x="58484" y="112245"/>
                  </a:lnTo>
                  <a:lnTo>
                    <a:pt x="62763" y="108420"/>
                  </a:lnTo>
                  <a:lnTo>
                    <a:pt x="67042" y="143964"/>
                  </a:lnTo>
                  <a:lnTo>
                    <a:pt x="71321" y="103976"/>
                  </a:lnTo>
                  <a:lnTo>
                    <a:pt x="75600" y="86835"/>
                  </a:lnTo>
                  <a:lnTo>
                    <a:pt x="79879" y="47836"/>
                  </a:lnTo>
                  <a:lnTo>
                    <a:pt x="84158" y="64053"/>
                  </a:lnTo>
                  <a:lnTo>
                    <a:pt x="88437" y="66182"/>
                  </a:lnTo>
                  <a:lnTo>
                    <a:pt x="92716" y="44983"/>
                  </a:lnTo>
                  <a:lnTo>
                    <a:pt x="96995" y="83857"/>
                  </a:lnTo>
                  <a:lnTo>
                    <a:pt x="101274" y="86372"/>
                  </a:lnTo>
                  <a:lnTo>
                    <a:pt x="105552" y="28548"/>
                  </a:lnTo>
                  <a:lnTo>
                    <a:pt x="109831" y="8888"/>
                  </a:lnTo>
                  <a:lnTo>
                    <a:pt x="114110" y="0"/>
                  </a:lnTo>
                  <a:lnTo>
                    <a:pt x="118389" y="62950"/>
                  </a:lnTo>
                  <a:lnTo>
                    <a:pt x="122668" y="97257"/>
                  </a:lnTo>
                  <a:lnTo>
                    <a:pt x="126947" y="115455"/>
                  </a:lnTo>
                  <a:lnTo>
                    <a:pt x="131226" y="110345"/>
                  </a:lnTo>
                  <a:lnTo>
                    <a:pt x="135505" y="100179"/>
                  </a:lnTo>
                  <a:lnTo>
                    <a:pt x="139784" y="79456"/>
                  </a:lnTo>
                  <a:lnTo>
                    <a:pt x="144063" y="94700"/>
                  </a:lnTo>
                  <a:lnTo>
                    <a:pt x="148342" y="57361"/>
                  </a:lnTo>
                  <a:lnTo>
                    <a:pt x="152621" y="79029"/>
                  </a:lnTo>
                  <a:lnTo>
                    <a:pt x="156900" y="94354"/>
                  </a:lnTo>
                  <a:lnTo>
                    <a:pt x="161178" y="87045"/>
                  </a:lnTo>
                  <a:lnTo>
                    <a:pt x="165457" y="123915"/>
                  </a:lnTo>
                  <a:lnTo>
                    <a:pt x="169736" y="166460"/>
                  </a:lnTo>
                  <a:lnTo>
                    <a:pt x="170395" y="1710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80466" y="6375472"/>
              <a:ext cx="1425" cy="3977"/>
            </a:xfrm>
            <a:custGeom>
              <a:avLst/>
              <a:pathLst>
                <a:path w="1425" h="3977">
                  <a:moveTo>
                    <a:pt x="0" y="3977"/>
                  </a:moveTo>
                  <a:lnTo>
                    <a:pt x="918" y="0"/>
                  </a:lnTo>
                  <a:lnTo>
                    <a:pt x="1425" y="39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91417" y="6365951"/>
              <a:ext cx="12490" cy="13498"/>
            </a:xfrm>
            <a:custGeom>
              <a:avLst/>
              <a:pathLst>
                <a:path w="12490" h="13498">
                  <a:moveTo>
                    <a:pt x="0" y="13498"/>
                  </a:moveTo>
                  <a:lnTo>
                    <a:pt x="2803" y="0"/>
                  </a:lnTo>
                  <a:lnTo>
                    <a:pt x="7082" y="7050"/>
                  </a:lnTo>
                  <a:lnTo>
                    <a:pt x="11361" y="8622"/>
                  </a:lnTo>
                  <a:lnTo>
                    <a:pt x="12490" y="134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914150" y="6374410"/>
              <a:ext cx="2344" cy="5039"/>
            </a:xfrm>
            <a:custGeom>
              <a:avLst/>
              <a:pathLst>
                <a:path w="2344" h="5039">
                  <a:moveTo>
                    <a:pt x="0" y="5039"/>
                  </a:moveTo>
                  <a:lnTo>
                    <a:pt x="1465" y="0"/>
                  </a:lnTo>
                  <a:lnTo>
                    <a:pt x="2344" y="50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33664" y="6362470"/>
              <a:ext cx="18004" cy="16979"/>
            </a:xfrm>
            <a:custGeom>
              <a:avLst/>
              <a:pathLst>
                <a:path w="18004" h="16979">
                  <a:moveTo>
                    <a:pt x="0" y="16979"/>
                  </a:moveTo>
                  <a:lnTo>
                    <a:pt x="3345" y="12445"/>
                  </a:lnTo>
                  <a:lnTo>
                    <a:pt x="7624" y="0"/>
                  </a:lnTo>
                  <a:lnTo>
                    <a:pt x="11903" y="9316"/>
                  </a:lnTo>
                  <a:lnTo>
                    <a:pt x="16182" y="9827"/>
                  </a:lnTo>
                  <a:lnTo>
                    <a:pt x="18004" y="1697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60900" y="6360872"/>
              <a:ext cx="5929" cy="18577"/>
            </a:xfrm>
            <a:custGeom>
              <a:avLst/>
              <a:pathLst>
                <a:path w="5929" h="18577">
                  <a:moveTo>
                    <a:pt x="0" y="18577"/>
                  </a:moveTo>
                  <a:lnTo>
                    <a:pt x="1783" y="0"/>
                  </a:lnTo>
                  <a:lnTo>
                    <a:pt x="5929" y="185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967154" y="6352359"/>
              <a:ext cx="17265" cy="27090"/>
            </a:xfrm>
            <a:custGeom>
              <a:avLst/>
              <a:pathLst>
                <a:path w="17265" h="27090">
                  <a:moveTo>
                    <a:pt x="0" y="27090"/>
                  </a:moveTo>
                  <a:lnTo>
                    <a:pt x="4087" y="14432"/>
                  </a:lnTo>
                  <a:lnTo>
                    <a:pt x="8366" y="1891"/>
                  </a:lnTo>
                  <a:lnTo>
                    <a:pt x="12645" y="0"/>
                  </a:lnTo>
                  <a:lnTo>
                    <a:pt x="16924" y="25154"/>
                  </a:lnTo>
                  <a:lnTo>
                    <a:pt x="17265" y="270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95107" y="6372280"/>
              <a:ext cx="3605" cy="7169"/>
            </a:xfrm>
            <a:custGeom>
              <a:avLst/>
              <a:pathLst>
                <a:path w="3605" h="7169">
                  <a:moveTo>
                    <a:pt x="0" y="7169"/>
                  </a:moveTo>
                  <a:lnTo>
                    <a:pt x="1808" y="0"/>
                  </a:lnTo>
                  <a:lnTo>
                    <a:pt x="3605" y="71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011554" y="6313395"/>
              <a:ext cx="31511" cy="66054"/>
            </a:xfrm>
            <a:custGeom>
              <a:avLst/>
              <a:pathLst>
                <a:path w="31511" h="66054">
                  <a:moveTo>
                    <a:pt x="0" y="66054"/>
                  </a:moveTo>
                  <a:lnTo>
                    <a:pt x="2476" y="47912"/>
                  </a:lnTo>
                  <a:lnTo>
                    <a:pt x="6755" y="8712"/>
                  </a:lnTo>
                  <a:lnTo>
                    <a:pt x="11034" y="12768"/>
                  </a:lnTo>
                  <a:lnTo>
                    <a:pt x="15313" y="25898"/>
                  </a:lnTo>
                  <a:lnTo>
                    <a:pt x="19592" y="0"/>
                  </a:lnTo>
                  <a:lnTo>
                    <a:pt x="23871" y="39666"/>
                  </a:lnTo>
                  <a:lnTo>
                    <a:pt x="28150" y="48526"/>
                  </a:lnTo>
                  <a:lnTo>
                    <a:pt x="31511" y="660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045326" y="6319511"/>
              <a:ext cx="105527" cy="59938"/>
            </a:xfrm>
            <a:custGeom>
              <a:avLst/>
              <a:pathLst>
                <a:path w="105527" h="59938">
                  <a:moveTo>
                    <a:pt x="0" y="59938"/>
                  </a:moveTo>
                  <a:lnTo>
                    <a:pt x="2935" y="49473"/>
                  </a:lnTo>
                  <a:lnTo>
                    <a:pt x="7214" y="34318"/>
                  </a:lnTo>
                  <a:lnTo>
                    <a:pt x="11493" y="29445"/>
                  </a:lnTo>
                  <a:lnTo>
                    <a:pt x="15772" y="14701"/>
                  </a:lnTo>
                  <a:lnTo>
                    <a:pt x="20051" y="12780"/>
                  </a:lnTo>
                  <a:lnTo>
                    <a:pt x="24330" y="0"/>
                  </a:lnTo>
                  <a:lnTo>
                    <a:pt x="28609" y="20916"/>
                  </a:lnTo>
                  <a:lnTo>
                    <a:pt x="32888" y="25866"/>
                  </a:lnTo>
                  <a:lnTo>
                    <a:pt x="37167" y="26423"/>
                  </a:lnTo>
                  <a:lnTo>
                    <a:pt x="41445" y="33510"/>
                  </a:lnTo>
                  <a:lnTo>
                    <a:pt x="45724" y="32252"/>
                  </a:lnTo>
                  <a:lnTo>
                    <a:pt x="50003" y="33015"/>
                  </a:lnTo>
                  <a:lnTo>
                    <a:pt x="54282" y="55607"/>
                  </a:lnTo>
                  <a:lnTo>
                    <a:pt x="58561" y="57889"/>
                  </a:lnTo>
                  <a:lnTo>
                    <a:pt x="62840" y="31354"/>
                  </a:lnTo>
                  <a:lnTo>
                    <a:pt x="67119" y="45345"/>
                  </a:lnTo>
                  <a:lnTo>
                    <a:pt x="71398" y="25589"/>
                  </a:lnTo>
                  <a:lnTo>
                    <a:pt x="75677" y="41789"/>
                  </a:lnTo>
                  <a:lnTo>
                    <a:pt x="79956" y="35311"/>
                  </a:lnTo>
                  <a:lnTo>
                    <a:pt x="84235" y="34154"/>
                  </a:lnTo>
                  <a:lnTo>
                    <a:pt x="88514" y="41937"/>
                  </a:lnTo>
                  <a:lnTo>
                    <a:pt x="92793" y="36261"/>
                  </a:lnTo>
                  <a:lnTo>
                    <a:pt x="97071" y="50706"/>
                  </a:lnTo>
                  <a:lnTo>
                    <a:pt x="101350" y="37298"/>
                  </a:lnTo>
                  <a:lnTo>
                    <a:pt x="105527" y="599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155259" y="6233119"/>
              <a:ext cx="165353" cy="146330"/>
            </a:xfrm>
            <a:custGeom>
              <a:avLst/>
              <a:pathLst>
                <a:path w="165353" h="146330">
                  <a:moveTo>
                    <a:pt x="0" y="146330"/>
                  </a:moveTo>
                  <a:lnTo>
                    <a:pt x="4254" y="115212"/>
                  </a:lnTo>
                  <a:lnTo>
                    <a:pt x="8533" y="113729"/>
                  </a:lnTo>
                  <a:lnTo>
                    <a:pt x="12812" y="114470"/>
                  </a:lnTo>
                  <a:lnTo>
                    <a:pt x="17091" y="115685"/>
                  </a:lnTo>
                  <a:lnTo>
                    <a:pt x="21370" y="95879"/>
                  </a:lnTo>
                  <a:lnTo>
                    <a:pt x="25649" y="74993"/>
                  </a:lnTo>
                  <a:lnTo>
                    <a:pt x="29928" y="46106"/>
                  </a:lnTo>
                  <a:lnTo>
                    <a:pt x="34207" y="29526"/>
                  </a:lnTo>
                  <a:lnTo>
                    <a:pt x="38486" y="40598"/>
                  </a:lnTo>
                  <a:lnTo>
                    <a:pt x="42765" y="15410"/>
                  </a:lnTo>
                  <a:lnTo>
                    <a:pt x="47043" y="51900"/>
                  </a:lnTo>
                  <a:lnTo>
                    <a:pt x="51322" y="29861"/>
                  </a:lnTo>
                  <a:lnTo>
                    <a:pt x="55601" y="0"/>
                  </a:lnTo>
                  <a:lnTo>
                    <a:pt x="59880" y="15768"/>
                  </a:lnTo>
                  <a:lnTo>
                    <a:pt x="64159" y="44084"/>
                  </a:lnTo>
                  <a:lnTo>
                    <a:pt x="68438" y="79642"/>
                  </a:lnTo>
                  <a:lnTo>
                    <a:pt x="72717" y="50412"/>
                  </a:lnTo>
                  <a:lnTo>
                    <a:pt x="76996" y="47144"/>
                  </a:lnTo>
                  <a:lnTo>
                    <a:pt x="81275" y="30880"/>
                  </a:lnTo>
                  <a:lnTo>
                    <a:pt x="85554" y="24000"/>
                  </a:lnTo>
                  <a:lnTo>
                    <a:pt x="89833" y="42553"/>
                  </a:lnTo>
                  <a:lnTo>
                    <a:pt x="94112" y="62056"/>
                  </a:lnTo>
                  <a:lnTo>
                    <a:pt x="98390" y="88713"/>
                  </a:lnTo>
                  <a:lnTo>
                    <a:pt x="102669" y="90132"/>
                  </a:lnTo>
                  <a:lnTo>
                    <a:pt x="106948" y="59006"/>
                  </a:lnTo>
                  <a:lnTo>
                    <a:pt x="111227" y="93051"/>
                  </a:lnTo>
                  <a:lnTo>
                    <a:pt x="115506" y="80167"/>
                  </a:lnTo>
                  <a:lnTo>
                    <a:pt x="119785" y="136477"/>
                  </a:lnTo>
                  <a:lnTo>
                    <a:pt x="124064" y="98177"/>
                  </a:lnTo>
                  <a:lnTo>
                    <a:pt x="128343" y="135286"/>
                  </a:lnTo>
                  <a:lnTo>
                    <a:pt x="132622" y="101725"/>
                  </a:lnTo>
                  <a:lnTo>
                    <a:pt x="136901" y="74082"/>
                  </a:lnTo>
                  <a:lnTo>
                    <a:pt x="141180" y="60738"/>
                  </a:lnTo>
                  <a:lnTo>
                    <a:pt x="145459" y="90274"/>
                  </a:lnTo>
                  <a:lnTo>
                    <a:pt x="149738" y="143692"/>
                  </a:lnTo>
                  <a:lnTo>
                    <a:pt x="154016" y="106986"/>
                  </a:lnTo>
                  <a:lnTo>
                    <a:pt x="158295" y="123369"/>
                  </a:lnTo>
                  <a:lnTo>
                    <a:pt x="162574" y="116214"/>
                  </a:lnTo>
                  <a:lnTo>
                    <a:pt x="165353" y="1463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323654" y="6272325"/>
              <a:ext cx="72051" cy="107124"/>
            </a:xfrm>
            <a:custGeom>
              <a:avLst/>
              <a:pathLst>
                <a:path w="72051" h="107124">
                  <a:moveTo>
                    <a:pt x="0" y="107124"/>
                  </a:moveTo>
                  <a:lnTo>
                    <a:pt x="2737" y="78247"/>
                  </a:lnTo>
                  <a:lnTo>
                    <a:pt x="7016" y="34438"/>
                  </a:lnTo>
                  <a:lnTo>
                    <a:pt x="11295" y="77924"/>
                  </a:lnTo>
                  <a:lnTo>
                    <a:pt x="15574" y="49468"/>
                  </a:lnTo>
                  <a:lnTo>
                    <a:pt x="19853" y="71941"/>
                  </a:lnTo>
                  <a:lnTo>
                    <a:pt x="24132" y="46045"/>
                  </a:lnTo>
                  <a:lnTo>
                    <a:pt x="28411" y="0"/>
                  </a:lnTo>
                  <a:lnTo>
                    <a:pt x="32690" y="47434"/>
                  </a:lnTo>
                  <a:lnTo>
                    <a:pt x="36969" y="54211"/>
                  </a:lnTo>
                  <a:lnTo>
                    <a:pt x="41247" y="70818"/>
                  </a:lnTo>
                  <a:lnTo>
                    <a:pt x="45526" y="75284"/>
                  </a:lnTo>
                  <a:lnTo>
                    <a:pt x="49805" y="26848"/>
                  </a:lnTo>
                  <a:lnTo>
                    <a:pt x="54084" y="39843"/>
                  </a:lnTo>
                  <a:lnTo>
                    <a:pt x="58363" y="64280"/>
                  </a:lnTo>
                  <a:lnTo>
                    <a:pt x="62642" y="57987"/>
                  </a:lnTo>
                  <a:lnTo>
                    <a:pt x="66921" y="99396"/>
                  </a:lnTo>
                  <a:lnTo>
                    <a:pt x="71200" y="81738"/>
                  </a:lnTo>
                  <a:lnTo>
                    <a:pt x="72051" y="1071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427413" y="6236985"/>
              <a:ext cx="287481" cy="142464"/>
            </a:xfrm>
            <a:custGeom>
              <a:avLst/>
              <a:pathLst>
                <a:path w="287481" h="142464">
                  <a:moveTo>
                    <a:pt x="0" y="142464"/>
                  </a:moveTo>
                  <a:lnTo>
                    <a:pt x="1672" y="125069"/>
                  </a:lnTo>
                  <a:lnTo>
                    <a:pt x="5951" y="125603"/>
                  </a:lnTo>
                  <a:lnTo>
                    <a:pt x="10230" y="81316"/>
                  </a:lnTo>
                  <a:lnTo>
                    <a:pt x="14509" y="44074"/>
                  </a:lnTo>
                  <a:lnTo>
                    <a:pt x="18788" y="67168"/>
                  </a:lnTo>
                  <a:lnTo>
                    <a:pt x="23067" y="53629"/>
                  </a:lnTo>
                  <a:lnTo>
                    <a:pt x="27346" y="69416"/>
                  </a:lnTo>
                  <a:lnTo>
                    <a:pt x="31625" y="66326"/>
                  </a:lnTo>
                  <a:lnTo>
                    <a:pt x="35904" y="72050"/>
                  </a:lnTo>
                  <a:lnTo>
                    <a:pt x="40183" y="83840"/>
                  </a:lnTo>
                  <a:lnTo>
                    <a:pt x="44461" y="81473"/>
                  </a:lnTo>
                  <a:lnTo>
                    <a:pt x="48740" y="67830"/>
                  </a:lnTo>
                  <a:lnTo>
                    <a:pt x="53019" y="66430"/>
                  </a:lnTo>
                  <a:lnTo>
                    <a:pt x="57298" y="90106"/>
                  </a:lnTo>
                  <a:lnTo>
                    <a:pt x="61577" y="82555"/>
                  </a:lnTo>
                  <a:lnTo>
                    <a:pt x="65856" y="85702"/>
                  </a:lnTo>
                  <a:lnTo>
                    <a:pt x="70135" y="97295"/>
                  </a:lnTo>
                  <a:lnTo>
                    <a:pt x="74414" y="57710"/>
                  </a:lnTo>
                  <a:lnTo>
                    <a:pt x="78693" y="61813"/>
                  </a:lnTo>
                  <a:lnTo>
                    <a:pt x="82972" y="62163"/>
                  </a:lnTo>
                  <a:lnTo>
                    <a:pt x="87251" y="37225"/>
                  </a:lnTo>
                  <a:lnTo>
                    <a:pt x="91530" y="45241"/>
                  </a:lnTo>
                  <a:lnTo>
                    <a:pt x="95808" y="46938"/>
                  </a:lnTo>
                  <a:lnTo>
                    <a:pt x="100087" y="44575"/>
                  </a:lnTo>
                  <a:lnTo>
                    <a:pt x="104366" y="42699"/>
                  </a:lnTo>
                  <a:lnTo>
                    <a:pt x="108645" y="23087"/>
                  </a:lnTo>
                  <a:lnTo>
                    <a:pt x="112924" y="35386"/>
                  </a:lnTo>
                  <a:lnTo>
                    <a:pt x="117203" y="69715"/>
                  </a:lnTo>
                  <a:lnTo>
                    <a:pt x="121482" y="71240"/>
                  </a:lnTo>
                  <a:lnTo>
                    <a:pt x="125761" y="49149"/>
                  </a:lnTo>
                  <a:lnTo>
                    <a:pt x="130040" y="71928"/>
                  </a:lnTo>
                  <a:lnTo>
                    <a:pt x="134319" y="67343"/>
                  </a:lnTo>
                  <a:lnTo>
                    <a:pt x="138598" y="74179"/>
                  </a:lnTo>
                  <a:lnTo>
                    <a:pt x="142877" y="87214"/>
                  </a:lnTo>
                  <a:lnTo>
                    <a:pt x="147156" y="65178"/>
                  </a:lnTo>
                  <a:lnTo>
                    <a:pt x="151434" y="89363"/>
                  </a:lnTo>
                  <a:lnTo>
                    <a:pt x="155713" y="49513"/>
                  </a:lnTo>
                  <a:lnTo>
                    <a:pt x="159992" y="20560"/>
                  </a:lnTo>
                  <a:lnTo>
                    <a:pt x="164271" y="31111"/>
                  </a:lnTo>
                  <a:lnTo>
                    <a:pt x="168550" y="32563"/>
                  </a:lnTo>
                  <a:lnTo>
                    <a:pt x="172829" y="36228"/>
                  </a:lnTo>
                  <a:lnTo>
                    <a:pt x="177108" y="56311"/>
                  </a:lnTo>
                  <a:lnTo>
                    <a:pt x="181387" y="42496"/>
                  </a:lnTo>
                  <a:lnTo>
                    <a:pt x="185666" y="26784"/>
                  </a:lnTo>
                  <a:lnTo>
                    <a:pt x="189945" y="0"/>
                  </a:lnTo>
                  <a:lnTo>
                    <a:pt x="194224" y="32802"/>
                  </a:lnTo>
                  <a:lnTo>
                    <a:pt x="198503" y="41998"/>
                  </a:lnTo>
                  <a:lnTo>
                    <a:pt x="202781" y="23622"/>
                  </a:lnTo>
                  <a:lnTo>
                    <a:pt x="207060" y="49381"/>
                  </a:lnTo>
                  <a:lnTo>
                    <a:pt x="211339" y="61418"/>
                  </a:lnTo>
                  <a:lnTo>
                    <a:pt x="215618" y="36994"/>
                  </a:lnTo>
                  <a:lnTo>
                    <a:pt x="219897" y="44351"/>
                  </a:lnTo>
                  <a:lnTo>
                    <a:pt x="224176" y="35341"/>
                  </a:lnTo>
                  <a:lnTo>
                    <a:pt x="228455" y="33942"/>
                  </a:lnTo>
                  <a:lnTo>
                    <a:pt x="232734" y="74970"/>
                  </a:lnTo>
                  <a:lnTo>
                    <a:pt x="237013" y="86363"/>
                  </a:lnTo>
                  <a:lnTo>
                    <a:pt x="241292" y="78608"/>
                  </a:lnTo>
                  <a:lnTo>
                    <a:pt x="245571" y="67668"/>
                  </a:lnTo>
                  <a:lnTo>
                    <a:pt x="249850" y="63012"/>
                  </a:lnTo>
                  <a:lnTo>
                    <a:pt x="254129" y="74481"/>
                  </a:lnTo>
                  <a:lnTo>
                    <a:pt x="258407" y="74764"/>
                  </a:lnTo>
                  <a:lnTo>
                    <a:pt x="262686" y="69226"/>
                  </a:lnTo>
                  <a:lnTo>
                    <a:pt x="266965" y="77033"/>
                  </a:lnTo>
                  <a:lnTo>
                    <a:pt x="271244" y="106528"/>
                  </a:lnTo>
                  <a:lnTo>
                    <a:pt x="275523" y="97637"/>
                  </a:lnTo>
                  <a:lnTo>
                    <a:pt x="279802" y="102328"/>
                  </a:lnTo>
                  <a:lnTo>
                    <a:pt x="284081" y="84082"/>
                  </a:lnTo>
                  <a:lnTo>
                    <a:pt x="287481" y="1424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743887" y="6360408"/>
              <a:ext cx="5080" cy="19041"/>
            </a:xfrm>
            <a:custGeom>
              <a:avLst/>
              <a:pathLst>
                <a:path w="5080" h="19041">
                  <a:moveTo>
                    <a:pt x="0" y="19041"/>
                  </a:moveTo>
                  <a:lnTo>
                    <a:pt x="1839" y="0"/>
                  </a:lnTo>
                  <a:lnTo>
                    <a:pt x="5080" y="190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750726" y="6349418"/>
              <a:ext cx="23813" cy="30031"/>
            </a:xfrm>
            <a:custGeom>
              <a:avLst/>
              <a:pathLst>
                <a:path w="23813" h="30031">
                  <a:moveTo>
                    <a:pt x="0" y="30031"/>
                  </a:moveTo>
                  <a:lnTo>
                    <a:pt x="3557" y="0"/>
                  </a:lnTo>
                  <a:lnTo>
                    <a:pt x="7836" y="17701"/>
                  </a:lnTo>
                  <a:lnTo>
                    <a:pt x="12115" y="15528"/>
                  </a:lnTo>
                  <a:lnTo>
                    <a:pt x="16394" y="666"/>
                  </a:lnTo>
                  <a:lnTo>
                    <a:pt x="20672" y="6464"/>
                  </a:lnTo>
                  <a:lnTo>
                    <a:pt x="23813" y="300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780938" y="6255678"/>
              <a:ext cx="135402" cy="123771"/>
            </a:xfrm>
            <a:custGeom>
              <a:avLst/>
              <a:pathLst>
                <a:path w="135402" h="123771">
                  <a:moveTo>
                    <a:pt x="0" y="123771"/>
                  </a:moveTo>
                  <a:lnTo>
                    <a:pt x="3298" y="98621"/>
                  </a:lnTo>
                  <a:lnTo>
                    <a:pt x="7577" y="62708"/>
                  </a:lnTo>
                  <a:lnTo>
                    <a:pt x="11856" y="61364"/>
                  </a:lnTo>
                  <a:lnTo>
                    <a:pt x="16135" y="87723"/>
                  </a:lnTo>
                  <a:lnTo>
                    <a:pt x="20414" y="108390"/>
                  </a:lnTo>
                  <a:lnTo>
                    <a:pt x="24693" y="75340"/>
                  </a:lnTo>
                  <a:lnTo>
                    <a:pt x="28971" y="68757"/>
                  </a:lnTo>
                  <a:lnTo>
                    <a:pt x="33250" y="75665"/>
                  </a:lnTo>
                  <a:lnTo>
                    <a:pt x="37529" y="36245"/>
                  </a:lnTo>
                  <a:lnTo>
                    <a:pt x="41808" y="44806"/>
                  </a:lnTo>
                  <a:lnTo>
                    <a:pt x="46087" y="12704"/>
                  </a:lnTo>
                  <a:lnTo>
                    <a:pt x="50366" y="53506"/>
                  </a:lnTo>
                  <a:lnTo>
                    <a:pt x="54645" y="47147"/>
                  </a:lnTo>
                  <a:lnTo>
                    <a:pt x="58924" y="84342"/>
                  </a:lnTo>
                  <a:lnTo>
                    <a:pt x="63203" y="91555"/>
                  </a:lnTo>
                  <a:lnTo>
                    <a:pt x="67482" y="38162"/>
                  </a:lnTo>
                  <a:lnTo>
                    <a:pt x="71761" y="10317"/>
                  </a:lnTo>
                  <a:lnTo>
                    <a:pt x="76040" y="21391"/>
                  </a:lnTo>
                  <a:lnTo>
                    <a:pt x="80319" y="0"/>
                  </a:lnTo>
                  <a:lnTo>
                    <a:pt x="84597" y="13435"/>
                  </a:lnTo>
                  <a:lnTo>
                    <a:pt x="88876" y="16089"/>
                  </a:lnTo>
                  <a:lnTo>
                    <a:pt x="93155" y="11113"/>
                  </a:lnTo>
                  <a:lnTo>
                    <a:pt x="97434" y="31353"/>
                  </a:lnTo>
                  <a:lnTo>
                    <a:pt x="101713" y="76591"/>
                  </a:lnTo>
                  <a:lnTo>
                    <a:pt x="105992" y="83887"/>
                  </a:lnTo>
                  <a:lnTo>
                    <a:pt x="110271" y="61154"/>
                  </a:lnTo>
                  <a:lnTo>
                    <a:pt x="114550" y="111156"/>
                  </a:lnTo>
                  <a:lnTo>
                    <a:pt x="118829" y="77973"/>
                  </a:lnTo>
                  <a:lnTo>
                    <a:pt x="123108" y="99791"/>
                  </a:lnTo>
                  <a:lnTo>
                    <a:pt x="127387" y="112057"/>
                  </a:lnTo>
                  <a:lnTo>
                    <a:pt x="131666" y="83247"/>
                  </a:lnTo>
                  <a:lnTo>
                    <a:pt x="135402" y="1237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922700" y="6298970"/>
              <a:ext cx="88023" cy="80479"/>
            </a:xfrm>
            <a:custGeom>
              <a:avLst/>
              <a:pathLst>
                <a:path w="88023" h="80479">
                  <a:moveTo>
                    <a:pt x="0" y="80479"/>
                  </a:moveTo>
                  <a:lnTo>
                    <a:pt x="2740" y="58993"/>
                  </a:lnTo>
                  <a:lnTo>
                    <a:pt x="7019" y="32913"/>
                  </a:lnTo>
                  <a:lnTo>
                    <a:pt x="11298" y="7846"/>
                  </a:lnTo>
                  <a:lnTo>
                    <a:pt x="15577" y="23380"/>
                  </a:lnTo>
                  <a:lnTo>
                    <a:pt x="19856" y="5422"/>
                  </a:lnTo>
                  <a:lnTo>
                    <a:pt x="24135" y="11388"/>
                  </a:lnTo>
                  <a:lnTo>
                    <a:pt x="28414" y="13389"/>
                  </a:lnTo>
                  <a:lnTo>
                    <a:pt x="32693" y="19481"/>
                  </a:lnTo>
                  <a:lnTo>
                    <a:pt x="36972" y="52669"/>
                  </a:lnTo>
                  <a:lnTo>
                    <a:pt x="41251" y="43425"/>
                  </a:lnTo>
                  <a:lnTo>
                    <a:pt x="45530" y="0"/>
                  </a:lnTo>
                  <a:lnTo>
                    <a:pt x="49809" y="46457"/>
                  </a:lnTo>
                  <a:lnTo>
                    <a:pt x="54087" y="43115"/>
                  </a:lnTo>
                  <a:lnTo>
                    <a:pt x="58366" y="12295"/>
                  </a:lnTo>
                  <a:lnTo>
                    <a:pt x="62645" y="12324"/>
                  </a:lnTo>
                  <a:lnTo>
                    <a:pt x="66924" y="12506"/>
                  </a:lnTo>
                  <a:lnTo>
                    <a:pt x="71203" y="63705"/>
                  </a:lnTo>
                  <a:lnTo>
                    <a:pt x="75482" y="46524"/>
                  </a:lnTo>
                  <a:lnTo>
                    <a:pt x="79761" y="49130"/>
                  </a:lnTo>
                  <a:lnTo>
                    <a:pt x="84040" y="47477"/>
                  </a:lnTo>
                  <a:lnTo>
                    <a:pt x="88023" y="8047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031364" y="6370732"/>
              <a:ext cx="1759" cy="8717"/>
            </a:xfrm>
            <a:custGeom>
              <a:avLst/>
              <a:pathLst>
                <a:path w="1759" h="8717">
                  <a:moveTo>
                    <a:pt x="0" y="8717"/>
                  </a:moveTo>
                  <a:lnTo>
                    <a:pt x="1049" y="0"/>
                  </a:lnTo>
                  <a:lnTo>
                    <a:pt x="1759" y="87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073157" y="6257330"/>
              <a:ext cx="126009" cy="122119"/>
            </a:xfrm>
            <a:custGeom>
              <a:avLst/>
              <a:pathLst>
                <a:path w="126009" h="122119">
                  <a:moveTo>
                    <a:pt x="0" y="122119"/>
                  </a:moveTo>
                  <a:lnTo>
                    <a:pt x="2046" y="102185"/>
                  </a:lnTo>
                  <a:lnTo>
                    <a:pt x="6325" y="56651"/>
                  </a:lnTo>
                  <a:lnTo>
                    <a:pt x="10603" y="86536"/>
                  </a:lnTo>
                  <a:lnTo>
                    <a:pt x="14882" y="55579"/>
                  </a:lnTo>
                  <a:lnTo>
                    <a:pt x="19161" y="91821"/>
                  </a:lnTo>
                  <a:lnTo>
                    <a:pt x="23440" y="11988"/>
                  </a:lnTo>
                  <a:lnTo>
                    <a:pt x="27719" y="0"/>
                  </a:lnTo>
                  <a:lnTo>
                    <a:pt x="31998" y="29014"/>
                  </a:lnTo>
                  <a:lnTo>
                    <a:pt x="36277" y="46570"/>
                  </a:lnTo>
                  <a:lnTo>
                    <a:pt x="40556" y="60206"/>
                  </a:lnTo>
                  <a:lnTo>
                    <a:pt x="44835" y="73325"/>
                  </a:lnTo>
                  <a:lnTo>
                    <a:pt x="49114" y="69661"/>
                  </a:lnTo>
                  <a:lnTo>
                    <a:pt x="53393" y="73754"/>
                  </a:lnTo>
                  <a:lnTo>
                    <a:pt x="57672" y="98701"/>
                  </a:lnTo>
                  <a:lnTo>
                    <a:pt x="61950" y="70034"/>
                  </a:lnTo>
                  <a:lnTo>
                    <a:pt x="66229" y="48218"/>
                  </a:lnTo>
                  <a:lnTo>
                    <a:pt x="70508" y="43268"/>
                  </a:lnTo>
                  <a:lnTo>
                    <a:pt x="74787" y="44469"/>
                  </a:lnTo>
                  <a:lnTo>
                    <a:pt x="79066" y="73745"/>
                  </a:lnTo>
                  <a:lnTo>
                    <a:pt x="83345" y="55423"/>
                  </a:lnTo>
                  <a:lnTo>
                    <a:pt x="87624" y="49446"/>
                  </a:lnTo>
                  <a:lnTo>
                    <a:pt x="91903" y="30910"/>
                  </a:lnTo>
                  <a:lnTo>
                    <a:pt x="96182" y="37451"/>
                  </a:lnTo>
                  <a:lnTo>
                    <a:pt x="100461" y="71185"/>
                  </a:lnTo>
                  <a:lnTo>
                    <a:pt x="104740" y="52058"/>
                  </a:lnTo>
                  <a:lnTo>
                    <a:pt x="109019" y="98500"/>
                  </a:lnTo>
                  <a:lnTo>
                    <a:pt x="113298" y="78467"/>
                  </a:lnTo>
                  <a:lnTo>
                    <a:pt x="117576" y="75950"/>
                  </a:lnTo>
                  <a:lnTo>
                    <a:pt x="121855" y="106043"/>
                  </a:lnTo>
                  <a:lnTo>
                    <a:pt x="126009" y="1221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213836" y="6337640"/>
              <a:ext cx="23618" cy="41809"/>
            </a:xfrm>
            <a:custGeom>
              <a:avLst/>
              <a:pathLst>
                <a:path w="23618" h="41809">
                  <a:moveTo>
                    <a:pt x="0" y="41809"/>
                  </a:moveTo>
                  <a:lnTo>
                    <a:pt x="2571" y="32135"/>
                  </a:lnTo>
                  <a:lnTo>
                    <a:pt x="6850" y="4034"/>
                  </a:lnTo>
                  <a:lnTo>
                    <a:pt x="11129" y="0"/>
                  </a:lnTo>
                  <a:lnTo>
                    <a:pt x="15408" y="19968"/>
                  </a:lnTo>
                  <a:lnTo>
                    <a:pt x="19687" y="11905"/>
                  </a:lnTo>
                  <a:lnTo>
                    <a:pt x="23618" y="418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278867" y="6280096"/>
              <a:ext cx="178528" cy="99353"/>
            </a:xfrm>
            <a:custGeom>
              <a:avLst/>
              <a:pathLst>
                <a:path w="178528" h="99353">
                  <a:moveTo>
                    <a:pt x="0" y="99353"/>
                  </a:moveTo>
                  <a:lnTo>
                    <a:pt x="1723" y="72217"/>
                  </a:lnTo>
                  <a:lnTo>
                    <a:pt x="6002" y="37184"/>
                  </a:lnTo>
                  <a:lnTo>
                    <a:pt x="10281" y="653"/>
                  </a:lnTo>
                  <a:lnTo>
                    <a:pt x="14560" y="7930"/>
                  </a:lnTo>
                  <a:lnTo>
                    <a:pt x="18839" y="41391"/>
                  </a:lnTo>
                  <a:lnTo>
                    <a:pt x="23118" y="49292"/>
                  </a:lnTo>
                  <a:lnTo>
                    <a:pt x="27397" y="47379"/>
                  </a:lnTo>
                  <a:lnTo>
                    <a:pt x="31676" y="51694"/>
                  </a:lnTo>
                  <a:lnTo>
                    <a:pt x="35955" y="61436"/>
                  </a:lnTo>
                  <a:lnTo>
                    <a:pt x="40234" y="88239"/>
                  </a:lnTo>
                  <a:lnTo>
                    <a:pt x="44512" y="61151"/>
                  </a:lnTo>
                  <a:lnTo>
                    <a:pt x="48791" y="58714"/>
                  </a:lnTo>
                  <a:lnTo>
                    <a:pt x="53070" y="53456"/>
                  </a:lnTo>
                  <a:lnTo>
                    <a:pt x="57349" y="35274"/>
                  </a:lnTo>
                  <a:lnTo>
                    <a:pt x="61628" y="30986"/>
                  </a:lnTo>
                  <a:lnTo>
                    <a:pt x="65907" y="25495"/>
                  </a:lnTo>
                  <a:lnTo>
                    <a:pt x="70186" y="29498"/>
                  </a:lnTo>
                  <a:lnTo>
                    <a:pt x="74465" y="83854"/>
                  </a:lnTo>
                  <a:lnTo>
                    <a:pt x="78744" y="70285"/>
                  </a:lnTo>
                  <a:lnTo>
                    <a:pt x="83023" y="32356"/>
                  </a:lnTo>
                  <a:lnTo>
                    <a:pt x="87302" y="33601"/>
                  </a:lnTo>
                  <a:lnTo>
                    <a:pt x="91581" y="56309"/>
                  </a:lnTo>
                  <a:lnTo>
                    <a:pt x="95860" y="54583"/>
                  </a:lnTo>
                  <a:lnTo>
                    <a:pt x="100138" y="74416"/>
                  </a:lnTo>
                  <a:lnTo>
                    <a:pt x="104417" y="39574"/>
                  </a:lnTo>
                  <a:lnTo>
                    <a:pt x="108696" y="64934"/>
                  </a:lnTo>
                  <a:lnTo>
                    <a:pt x="112975" y="14480"/>
                  </a:lnTo>
                  <a:lnTo>
                    <a:pt x="117254" y="6987"/>
                  </a:lnTo>
                  <a:lnTo>
                    <a:pt x="121533" y="24332"/>
                  </a:lnTo>
                  <a:lnTo>
                    <a:pt x="125812" y="0"/>
                  </a:lnTo>
                  <a:lnTo>
                    <a:pt x="130091" y="28706"/>
                  </a:lnTo>
                  <a:lnTo>
                    <a:pt x="134370" y="21330"/>
                  </a:lnTo>
                  <a:lnTo>
                    <a:pt x="138649" y="47514"/>
                  </a:lnTo>
                  <a:lnTo>
                    <a:pt x="142928" y="17979"/>
                  </a:lnTo>
                  <a:lnTo>
                    <a:pt x="147207" y="34781"/>
                  </a:lnTo>
                  <a:lnTo>
                    <a:pt x="151485" y="21496"/>
                  </a:lnTo>
                  <a:lnTo>
                    <a:pt x="155764" y="23746"/>
                  </a:lnTo>
                  <a:lnTo>
                    <a:pt x="160043" y="21085"/>
                  </a:lnTo>
                  <a:lnTo>
                    <a:pt x="164322" y="22806"/>
                  </a:lnTo>
                  <a:lnTo>
                    <a:pt x="168601" y="82531"/>
                  </a:lnTo>
                  <a:lnTo>
                    <a:pt x="172880" y="89829"/>
                  </a:lnTo>
                  <a:lnTo>
                    <a:pt x="177159" y="93308"/>
                  </a:lnTo>
                  <a:lnTo>
                    <a:pt x="178528" y="993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490027" y="6356973"/>
              <a:ext cx="10431" cy="22476"/>
            </a:xfrm>
            <a:custGeom>
              <a:avLst/>
              <a:pathLst>
                <a:path w="10431" h="22476">
                  <a:moveTo>
                    <a:pt x="0" y="22476"/>
                  </a:moveTo>
                  <a:lnTo>
                    <a:pt x="230" y="20872"/>
                  </a:lnTo>
                  <a:lnTo>
                    <a:pt x="4509" y="0"/>
                  </a:lnTo>
                  <a:lnTo>
                    <a:pt x="8788" y="21635"/>
                  </a:lnTo>
                  <a:lnTo>
                    <a:pt x="10431" y="224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503174" y="3843593"/>
              <a:ext cx="6495321" cy="2535856"/>
            </a:xfrm>
            <a:custGeom>
              <a:avLst/>
              <a:pathLst>
                <a:path w="6495321" h="2535856">
                  <a:moveTo>
                    <a:pt x="0" y="2535856"/>
                  </a:moveTo>
                  <a:lnTo>
                    <a:pt x="4199" y="2464071"/>
                  </a:lnTo>
                  <a:lnTo>
                    <a:pt x="8478" y="2455903"/>
                  </a:lnTo>
                  <a:lnTo>
                    <a:pt x="12757" y="2416200"/>
                  </a:lnTo>
                  <a:lnTo>
                    <a:pt x="17036" y="2316667"/>
                  </a:lnTo>
                  <a:lnTo>
                    <a:pt x="21315" y="2284097"/>
                  </a:lnTo>
                  <a:lnTo>
                    <a:pt x="25594" y="2295316"/>
                  </a:lnTo>
                  <a:lnTo>
                    <a:pt x="29873" y="2383513"/>
                  </a:lnTo>
                  <a:lnTo>
                    <a:pt x="34152" y="2432062"/>
                  </a:lnTo>
                  <a:lnTo>
                    <a:pt x="38431" y="2359759"/>
                  </a:lnTo>
                  <a:lnTo>
                    <a:pt x="42710" y="2360180"/>
                  </a:lnTo>
                  <a:lnTo>
                    <a:pt x="46989" y="2289370"/>
                  </a:lnTo>
                  <a:lnTo>
                    <a:pt x="51268" y="2218885"/>
                  </a:lnTo>
                  <a:lnTo>
                    <a:pt x="55546" y="2157980"/>
                  </a:lnTo>
                  <a:lnTo>
                    <a:pt x="59825" y="2201431"/>
                  </a:lnTo>
                  <a:lnTo>
                    <a:pt x="64104" y="2339959"/>
                  </a:lnTo>
                  <a:lnTo>
                    <a:pt x="68383" y="2317922"/>
                  </a:lnTo>
                  <a:lnTo>
                    <a:pt x="72662" y="2280204"/>
                  </a:lnTo>
                  <a:lnTo>
                    <a:pt x="76941" y="2356209"/>
                  </a:lnTo>
                  <a:lnTo>
                    <a:pt x="81220" y="2349626"/>
                  </a:lnTo>
                  <a:lnTo>
                    <a:pt x="85499" y="2369805"/>
                  </a:lnTo>
                  <a:lnTo>
                    <a:pt x="89778" y="2253690"/>
                  </a:lnTo>
                  <a:lnTo>
                    <a:pt x="94057" y="2243754"/>
                  </a:lnTo>
                  <a:lnTo>
                    <a:pt x="98336" y="2253941"/>
                  </a:lnTo>
                  <a:lnTo>
                    <a:pt x="102615" y="2208737"/>
                  </a:lnTo>
                  <a:lnTo>
                    <a:pt x="106893" y="2210931"/>
                  </a:lnTo>
                  <a:lnTo>
                    <a:pt x="111172" y="2230500"/>
                  </a:lnTo>
                  <a:lnTo>
                    <a:pt x="115451" y="2185343"/>
                  </a:lnTo>
                  <a:lnTo>
                    <a:pt x="119730" y="2155738"/>
                  </a:lnTo>
                  <a:lnTo>
                    <a:pt x="124009" y="2138345"/>
                  </a:lnTo>
                  <a:lnTo>
                    <a:pt x="128288" y="2114826"/>
                  </a:lnTo>
                  <a:lnTo>
                    <a:pt x="132567" y="2134880"/>
                  </a:lnTo>
                  <a:lnTo>
                    <a:pt x="136846" y="2111885"/>
                  </a:lnTo>
                  <a:lnTo>
                    <a:pt x="141125" y="2125195"/>
                  </a:lnTo>
                  <a:lnTo>
                    <a:pt x="145404" y="2161745"/>
                  </a:lnTo>
                  <a:lnTo>
                    <a:pt x="149683" y="2156658"/>
                  </a:lnTo>
                  <a:lnTo>
                    <a:pt x="153962" y="2135020"/>
                  </a:lnTo>
                  <a:lnTo>
                    <a:pt x="158241" y="2129390"/>
                  </a:lnTo>
                  <a:lnTo>
                    <a:pt x="162519" y="2188271"/>
                  </a:lnTo>
                  <a:lnTo>
                    <a:pt x="166798" y="2280456"/>
                  </a:lnTo>
                  <a:lnTo>
                    <a:pt x="171077" y="2188199"/>
                  </a:lnTo>
                  <a:lnTo>
                    <a:pt x="175356" y="2064680"/>
                  </a:lnTo>
                  <a:lnTo>
                    <a:pt x="179635" y="2021590"/>
                  </a:lnTo>
                  <a:lnTo>
                    <a:pt x="183914" y="2012830"/>
                  </a:lnTo>
                  <a:lnTo>
                    <a:pt x="188193" y="2109318"/>
                  </a:lnTo>
                  <a:lnTo>
                    <a:pt x="192472" y="2238331"/>
                  </a:lnTo>
                  <a:lnTo>
                    <a:pt x="196751" y="2204827"/>
                  </a:lnTo>
                  <a:lnTo>
                    <a:pt x="201030" y="2220431"/>
                  </a:lnTo>
                  <a:lnTo>
                    <a:pt x="205309" y="2041681"/>
                  </a:lnTo>
                  <a:lnTo>
                    <a:pt x="209588" y="2032430"/>
                  </a:lnTo>
                  <a:lnTo>
                    <a:pt x="213866" y="2068186"/>
                  </a:lnTo>
                  <a:lnTo>
                    <a:pt x="218145" y="2028077"/>
                  </a:lnTo>
                  <a:lnTo>
                    <a:pt x="222424" y="2102238"/>
                  </a:lnTo>
                  <a:lnTo>
                    <a:pt x="226703" y="2083396"/>
                  </a:lnTo>
                  <a:lnTo>
                    <a:pt x="230982" y="2103303"/>
                  </a:lnTo>
                  <a:lnTo>
                    <a:pt x="235261" y="2053176"/>
                  </a:lnTo>
                  <a:lnTo>
                    <a:pt x="239540" y="2087230"/>
                  </a:lnTo>
                  <a:lnTo>
                    <a:pt x="243819" y="2072400"/>
                  </a:lnTo>
                  <a:lnTo>
                    <a:pt x="248098" y="2099332"/>
                  </a:lnTo>
                  <a:lnTo>
                    <a:pt x="252377" y="2085127"/>
                  </a:lnTo>
                  <a:lnTo>
                    <a:pt x="256656" y="2065364"/>
                  </a:lnTo>
                  <a:lnTo>
                    <a:pt x="260935" y="2053077"/>
                  </a:lnTo>
                  <a:lnTo>
                    <a:pt x="265214" y="2065823"/>
                  </a:lnTo>
                  <a:lnTo>
                    <a:pt x="269492" y="2055429"/>
                  </a:lnTo>
                  <a:lnTo>
                    <a:pt x="273771" y="2055136"/>
                  </a:lnTo>
                  <a:lnTo>
                    <a:pt x="278050" y="2064610"/>
                  </a:lnTo>
                  <a:lnTo>
                    <a:pt x="282329" y="2045012"/>
                  </a:lnTo>
                  <a:lnTo>
                    <a:pt x="286608" y="2103380"/>
                  </a:lnTo>
                  <a:lnTo>
                    <a:pt x="290887" y="2085277"/>
                  </a:lnTo>
                  <a:lnTo>
                    <a:pt x="295166" y="2128055"/>
                  </a:lnTo>
                  <a:lnTo>
                    <a:pt x="299445" y="2123115"/>
                  </a:lnTo>
                  <a:lnTo>
                    <a:pt x="303724" y="2173077"/>
                  </a:lnTo>
                  <a:lnTo>
                    <a:pt x="308003" y="2218943"/>
                  </a:lnTo>
                  <a:lnTo>
                    <a:pt x="312282" y="2239880"/>
                  </a:lnTo>
                  <a:lnTo>
                    <a:pt x="316561" y="2318501"/>
                  </a:lnTo>
                  <a:lnTo>
                    <a:pt x="320839" y="2393940"/>
                  </a:lnTo>
                  <a:lnTo>
                    <a:pt x="325118" y="2443249"/>
                  </a:lnTo>
                  <a:lnTo>
                    <a:pt x="329397" y="2449862"/>
                  </a:lnTo>
                  <a:lnTo>
                    <a:pt x="333676" y="2374204"/>
                  </a:lnTo>
                  <a:lnTo>
                    <a:pt x="337955" y="2331306"/>
                  </a:lnTo>
                  <a:lnTo>
                    <a:pt x="342234" y="2216863"/>
                  </a:lnTo>
                  <a:lnTo>
                    <a:pt x="346513" y="2226548"/>
                  </a:lnTo>
                  <a:lnTo>
                    <a:pt x="350792" y="2168742"/>
                  </a:lnTo>
                  <a:lnTo>
                    <a:pt x="355071" y="2148596"/>
                  </a:lnTo>
                  <a:lnTo>
                    <a:pt x="359350" y="2101183"/>
                  </a:lnTo>
                  <a:lnTo>
                    <a:pt x="363629" y="2063610"/>
                  </a:lnTo>
                  <a:lnTo>
                    <a:pt x="367908" y="2082638"/>
                  </a:lnTo>
                  <a:lnTo>
                    <a:pt x="372187" y="2042588"/>
                  </a:lnTo>
                  <a:lnTo>
                    <a:pt x="376465" y="2056939"/>
                  </a:lnTo>
                  <a:lnTo>
                    <a:pt x="380744" y="2024716"/>
                  </a:lnTo>
                  <a:lnTo>
                    <a:pt x="385023" y="2067947"/>
                  </a:lnTo>
                  <a:lnTo>
                    <a:pt x="389302" y="2121035"/>
                  </a:lnTo>
                  <a:lnTo>
                    <a:pt x="393581" y="2137014"/>
                  </a:lnTo>
                  <a:lnTo>
                    <a:pt x="397860" y="2174946"/>
                  </a:lnTo>
                  <a:lnTo>
                    <a:pt x="402139" y="2263708"/>
                  </a:lnTo>
                  <a:lnTo>
                    <a:pt x="406418" y="2342463"/>
                  </a:lnTo>
                  <a:lnTo>
                    <a:pt x="410697" y="2445868"/>
                  </a:lnTo>
                  <a:lnTo>
                    <a:pt x="414976" y="2327852"/>
                  </a:lnTo>
                  <a:lnTo>
                    <a:pt x="419255" y="2226793"/>
                  </a:lnTo>
                  <a:lnTo>
                    <a:pt x="423534" y="2218024"/>
                  </a:lnTo>
                  <a:lnTo>
                    <a:pt x="427812" y="2165016"/>
                  </a:lnTo>
                  <a:lnTo>
                    <a:pt x="432091" y="2218413"/>
                  </a:lnTo>
                  <a:lnTo>
                    <a:pt x="436370" y="2213807"/>
                  </a:lnTo>
                  <a:lnTo>
                    <a:pt x="440649" y="2222761"/>
                  </a:lnTo>
                  <a:lnTo>
                    <a:pt x="444928" y="2279591"/>
                  </a:lnTo>
                  <a:lnTo>
                    <a:pt x="449207" y="2256343"/>
                  </a:lnTo>
                  <a:lnTo>
                    <a:pt x="453486" y="2296830"/>
                  </a:lnTo>
                  <a:lnTo>
                    <a:pt x="457765" y="2299137"/>
                  </a:lnTo>
                  <a:lnTo>
                    <a:pt x="462044" y="2392405"/>
                  </a:lnTo>
                  <a:lnTo>
                    <a:pt x="466323" y="2437995"/>
                  </a:lnTo>
                  <a:lnTo>
                    <a:pt x="470602" y="2501899"/>
                  </a:lnTo>
                  <a:lnTo>
                    <a:pt x="474881" y="2480252"/>
                  </a:lnTo>
                  <a:lnTo>
                    <a:pt x="479160" y="2522264"/>
                  </a:lnTo>
                  <a:lnTo>
                    <a:pt x="483438" y="2511491"/>
                  </a:lnTo>
                  <a:lnTo>
                    <a:pt x="487717" y="2458655"/>
                  </a:lnTo>
                  <a:lnTo>
                    <a:pt x="491996" y="2406483"/>
                  </a:lnTo>
                  <a:lnTo>
                    <a:pt x="496275" y="2314613"/>
                  </a:lnTo>
                  <a:lnTo>
                    <a:pt x="500554" y="2265414"/>
                  </a:lnTo>
                  <a:lnTo>
                    <a:pt x="504833" y="2266223"/>
                  </a:lnTo>
                  <a:lnTo>
                    <a:pt x="509112" y="2266710"/>
                  </a:lnTo>
                  <a:lnTo>
                    <a:pt x="513391" y="2280862"/>
                  </a:lnTo>
                  <a:lnTo>
                    <a:pt x="517670" y="2249832"/>
                  </a:lnTo>
                  <a:lnTo>
                    <a:pt x="521949" y="2226643"/>
                  </a:lnTo>
                  <a:lnTo>
                    <a:pt x="526228" y="2227090"/>
                  </a:lnTo>
                  <a:lnTo>
                    <a:pt x="530507" y="2222517"/>
                  </a:lnTo>
                  <a:lnTo>
                    <a:pt x="534785" y="2212981"/>
                  </a:lnTo>
                  <a:lnTo>
                    <a:pt x="539064" y="2184976"/>
                  </a:lnTo>
                  <a:lnTo>
                    <a:pt x="543343" y="2196360"/>
                  </a:lnTo>
                  <a:lnTo>
                    <a:pt x="547622" y="2216578"/>
                  </a:lnTo>
                  <a:lnTo>
                    <a:pt x="551901" y="2170993"/>
                  </a:lnTo>
                  <a:lnTo>
                    <a:pt x="556180" y="2159633"/>
                  </a:lnTo>
                  <a:lnTo>
                    <a:pt x="560459" y="2232826"/>
                  </a:lnTo>
                  <a:lnTo>
                    <a:pt x="564738" y="2291620"/>
                  </a:lnTo>
                  <a:lnTo>
                    <a:pt x="569017" y="2363522"/>
                  </a:lnTo>
                  <a:lnTo>
                    <a:pt x="573296" y="2385883"/>
                  </a:lnTo>
                  <a:lnTo>
                    <a:pt x="577575" y="2342614"/>
                  </a:lnTo>
                  <a:lnTo>
                    <a:pt x="581854" y="2312336"/>
                  </a:lnTo>
                  <a:lnTo>
                    <a:pt x="586133" y="2287118"/>
                  </a:lnTo>
                  <a:lnTo>
                    <a:pt x="590411" y="2204981"/>
                  </a:lnTo>
                  <a:lnTo>
                    <a:pt x="594690" y="2257169"/>
                  </a:lnTo>
                  <a:lnTo>
                    <a:pt x="598969" y="2201472"/>
                  </a:lnTo>
                  <a:lnTo>
                    <a:pt x="603248" y="2224761"/>
                  </a:lnTo>
                  <a:lnTo>
                    <a:pt x="607527" y="2204329"/>
                  </a:lnTo>
                  <a:lnTo>
                    <a:pt x="611806" y="2213822"/>
                  </a:lnTo>
                  <a:lnTo>
                    <a:pt x="616085" y="2211154"/>
                  </a:lnTo>
                  <a:lnTo>
                    <a:pt x="620364" y="2225781"/>
                  </a:lnTo>
                  <a:lnTo>
                    <a:pt x="624643" y="2221716"/>
                  </a:lnTo>
                  <a:lnTo>
                    <a:pt x="628922" y="2214606"/>
                  </a:lnTo>
                  <a:lnTo>
                    <a:pt x="633201" y="2265326"/>
                  </a:lnTo>
                  <a:lnTo>
                    <a:pt x="637480" y="2193375"/>
                  </a:lnTo>
                  <a:lnTo>
                    <a:pt x="641758" y="2204142"/>
                  </a:lnTo>
                  <a:lnTo>
                    <a:pt x="646037" y="2173230"/>
                  </a:lnTo>
                  <a:lnTo>
                    <a:pt x="650316" y="2139124"/>
                  </a:lnTo>
                  <a:lnTo>
                    <a:pt x="654595" y="2135848"/>
                  </a:lnTo>
                  <a:lnTo>
                    <a:pt x="658874" y="2110539"/>
                  </a:lnTo>
                  <a:lnTo>
                    <a:pt x="663153" y="2128898"/>
                  </a:lnTo>
                  <a:lnTo>
                    <a:pt x="667432" y="2107164"/>
                  </a:lnTo>
                  <a:lnTo>
                    <a:pt x="671711" y="2101785"/>
                  </a:lnTo>
                  <a:lnTo>
                    <a:pt x="675990" y="2167957"/>
                  </a:lnTo>
                  <a:lnTo>
                    <a:pt x="680269" y="2286358"/>
                  </a:lnTo>
                  <a:lnTo>
                    <a:pt x="684548" y="2268611"/>
                  </a:lnTo>
                  <a:lnTo>
                    <a:pt x="688827" y="2236326"/>
                  </a:lnTo>
                  <a:lnTo>
                    <a:pt x="693106" y="2269605"/>
                  </a:lnTo>
                  <a:lnTo>
                    <a:pt x="697384" y="2321776"/>
                  </a:lnTo>
                  <a:lnTo>
                    <a:pt x="701663" y="2354126"/>
                  </a:lnTo>
                  <a:lnTo>
                    <a:pt x="705942" y="2327776"/>
                  </a:lnTo>
                  <a:lnTo>
                    <a:pt x="710221" y="2302268"/>
                  </a:lnTo>
                  <a:lnTo>
                    <a:pt x="714500" y="2233764"/>
                  </a:lnTo>
                  <a:lnTo>
                    <a:pt x="718779" y="2213807"/>
                  </a:lnTo>
                  <a:lnTo>
                    <a:pt x="723058" y="2140932"/>
                  </a:lnTo>
                  <a:lnTo>
                    <a:pt x="727337" y="2102924"/>
                  </a:lnTo>
                  <a:lnTo>
                    <a:pt x="731616" y="2130531"/>
                  </a:lnTo>
                  <a:lnTo>
                    <a:pt x="735895" y="2194354"/>
                  </a:lnTo>
                  <a:lnTo>
                    <a:pt x="740174" y="2260172"/>
                  </a:lnTo>
                  <a:lnTo>
                    <a:pt x="744453" y="2295166"/>
                  </a:lnTo>
                  <a:lnTo>
                    <a:pt x="748731" y="2284141"/>
                  </a:lnTo>
                  <a:lnTo>
                    <a:pt x="753010" y="2200925"/>
                  </a:lnTo>
                  <a:lnTo>
                    <a:pt x="757289" y="2116530"/>
                  </a:lnTo>
                  <a:lnTo>
                    <a:pt x="761568" y="2037165"/>
                  </a:lnTo>
                  <a:lnTo>
                    <a:pt x="765847" y="1991625"/>
                  </a:lnTo>
                  <a:lnTo>
                    <a:pt x="770126" y="2074531"/>
                  </a:lnTo>
                  <a:lnTo>
                    <a:pt x="774405" y="1995251"/>
                  </a:lnTo>
                  <a:lnTo>
                    <a:pt x="778684" y="2020153"/>
                  </a:lnTo>
                  <a:lnTo>
                    <a:pt x="782963" y="2023478"/>
                  </a:lnTo>
                  <a:lnTo>
                    <a:pt x="787242" y="2017904"/>
                  </a:lnTo>
                  <a:lnTo>
                    <a:pt x="791521" y="2068846"/>
                  </a:lnTo>
                  <a:lnTo>
                    <a:pt x="795800" y="2047741"/>
                  </a:lnTo>
                  <a:lnTo>
                    <a:pt x="800079" y="2058952"/>
                  </a:lnTo>
                  <a:lnTo>
                    <a:pt x="804357" y="2073279"/>
                  </a:lnTo>
                  <a:lnTo>
                    <a:pt x="808636" y="2056813"/>
                  </a:lnTo>
                  <a:lnTo>
                    <a:pt x="812915" y="2016092"/>
                  </a:lnTo>
                  <a:lnTo>
                    <a:pt x="817194" y="2093659"/>
                  </a:lnTo>
                  <a:lnTo>
                    <a:pt x="821473" y="2078758"/>
                  </a:lnTo>
                  <a:lnTo>
                    <a:pt x="825752" y="2106297"/>
                  </a:lnTo>
                  <a:lnTo>
                    <a:pt x="830031" y="2166512"/>
                  </a:lnTo>
                  <a:lnTo>
                    <a:pt x="834310" y="2177953"/>
                  </a:lnTo>
                  <a:lnTo>
                    <a:pt x="838589" y="2259439"/>
                  </a:lnTo>
                  <a:lnTo>
                    <a:pt x="842868" y="2234782"/>
                  </a:lnTo>
                  <a:lnTo>
                    <a:pt x="847147" y="2164984"/>
                  </a:lnTo>
                  <a:lnTo>
                    <a:pt x="851426" y="2111114"/>
                  </a:lnTo>
                  <a:lnTo>
                    <a:pt x="855704" y="2103008"/>
                  </a:lnTo>
                  <a:lnTo>
                    <a:pt x="859983" y="2095923"/>
                  </a:lnTo>
                  <a:lnTo>
                    <a:pt x="864262" y="2088157"/>
                  </a:lnTo>
                  <a:lnTo>
                    <a:pt x="868541" y="2080452"/>
                  </a:lnTo>
                  <a:lnTo>
                    <a:pt x="872820" y="2090746"/>
                  </a:lnTo>
                  <a:lnTo>
                    <a:pt x="877099" y="2107097"/>
                  </a:lnTo>
                  <a:lnTo>
                    <a:pt x="881378" y="2088611"/>
                  </a:lnTo>
                  <a:lnTo>
                    <a:pt x="885657" y="2053294"/>
                  </a:lnTo>
                  <a:lnTo>
                    <a:pt x="889936" y="2003679"/>
                  </a:lnTo>
                  <a:lnTo>
                    <a:pt x="894215" y="1960181"/>
                  </a:lnTo>
                  <a:lnTo>
                    <a:pt x="898494" y="1943754"/>
                  </a:lnTo>
                  <a:lnTo>
                    <a:pt x="902773" y="1946395"/>
                  </a:lnTo>
                  <a:lnTo>
                    <a:pt x="907052" y="2009429"/>
                  </a:lnTo>
                  <a:lnTo>
                    <a:pt x="911330" y="2036904"/>
                  </a:lnTo>
                  <a:lnTo>
                    <a:pt x="915609" y="2086403"/>
                  </a:lnTo>
                  <a:lnTo>
                    <a:pt x="919888" y="2119118"/>
                  </a:lnTo>
                  <a:lnTo>
                    <a:pt x="924167" y="2068470"/>
                  </a:lnTo>
                  <a:lnTo>
                    <a:pt x="928446" y="2076027"/>
                  </a:lnTo>
                  <a:lnTo>
                    <a:pt x="932725" y="2042633"/>
                  </a:lnTo>
                  <a:lnTo>
                    <a:pt x="937004" y="2030300"/>
                  </a:lnTo>
                  <a:lnTo>
                    <a:pt x="941283" y="2006826"/>
                  </a:lnTo>
                  <a:lnTo>
                    <a:pt x="945562" y="2047716"/>
                  </a:lnTo>
                  <a:lnTo>
                    <a:pt x="949841" y="2018711"/>
                  </a:lnTo>
                  <a:lnTo>
                    <a:pt x="954120" y="2032433"/>
                  </a:lnTo>
                  <a:lnTo>
                    <a:pt x="958399" y="2098073"/>
                  </a:lnTo>
                  <a:lnTo>
                    <a:pt x="962677" y="2108598"/>
                  </a:lnTo>
                  <a:lnTo>
                    <a:pt x="966956" y="2152569"/>
                  </a:lnTo>
                  <a:lnTo>
                    <a:pt x="971235" y="2225566"/>
                  </a:lnTo>
                  <a:lnTo>
                    <a:pt x="975514" y="2252314"/>
                  </a:lnTo>
                  <a:lnTo>
                    <a:pt x="979793" y="2287789"/>
                  </a:lnTo>
                  <a:lnTo>
                    <a:pt x="984072" y="2256714"/>
                  </a:lnTo>
                  <a:lnTo>
                    <a:pt x="988351" y="2200942"/>
                  </a:lnTo>
                  <a:lnTo>
                    <a:pt x="992630" y="2210230"/>
                  </a:lnTo>
                  <a:lnTo>
                    <a:pt x="996909" y="2255842"/>
                  </a:lnTo>
                  <a:lnTo>
                    <a:pt x="1001188" y="2297706"/>
                  </a:lnTo>
                  <a:lnTo>
                    <a:pt x="1005467" y="2309639"/>
                  </a:lnTo>
                  <a:lnTo>
                    <a:pt x="1009746" y="2318705"/>
                  </a:lnTo>
                  <a:lnTo>
                    <a:pt x="1014025" y="2342829"/>
                  </a:lnTo>
                  <a:lnTo>
                    <a:pt x="1018303" y="2393481"/>
                  </a:lnTo>
                  <a:lnTo>
                    <a:pt x="1022582" y="2406358"/>
                  </a:lnTo>
                  <a:lnTo>
                    <a:pt x="1026861" y="2388328"/>
                  </a:lnTo>
                  <a:lnTo>
                    <a:pt x="1031140" y="2362335"/>
                  </a:lnTo>
                  <a:lnTo>
                    <a:pt x="1035419" y="2293222"/>
                  </a:lnTo>
                  <a:lnTo>
                    <a:pt x="1039698" y="2233078"/>
                  </a:lnTo>
                  <a:lnTo>
                    <a:pt x="1043977" y="2165024"/>
                  </a:lnTo>
                  <a:lnTo>
                    <a:pt x="1048256" y="2123707"/>
                  </a:lnTo>
                  <a:lnTo>
                    <a:pt x="1052535" y="2230402"/>
                  </a:lnTo>
                  <a:lnTo>
                    <a:pt x="1056814" y="2253613"/>
                  </a:lnTo>
                  <a:lnTo>
                    <a:pt x="1061093" y="2258357"/>
                  </a:lnTo>
                  <a:lnTo>
                    <a:pt x="1065372" y="2086303"/>
                  </a:lnTo>
                  <a:lnTo>
                    <a:pt x="1069650" y="2105122"/>
                  </a:lnTo>
                  <a:lnTo>
                    <a:pt x="1073929" y="2172822"/>
                  </a:lnTo>
                  <a:lnTo>
                    <a:pt x="1078208" y="2225404"/>
                  </a:lnTo>
                  <a:lnTo>
                    <a:pt x="1082487" y="2180501"/>
                  </a:lnTo>
                  <a:lnTo>
                    <a:pt x="1086766" y="2078249"/>
                  </a:lnTo>
                  <a:lnTo>
                    <a:pt x="1091045" y="2104389"/>
                  </a:lnTo>
                  <a:lnTo>
                    <a:pt x="1095324" y="2093120"/>
                  </a:lnTo>
                  <a:lnTo>
                    <a:pt x="1099603" y="2040353"/>
                  </a:lnTo>
                  <a:lnTo>
                    <a:pt x="1103882" y="2013847"/>
                  </a:lnTo>
                  <a:lnTo>
                    <a:pt x="1108161" y="1904398"/>
                  </a:lnTo>
                  <a:lnTo>
                    <a:pt x="1112440" y="1912674"/>
                  </a:lnTo>
                  <a:lnTo>
                    <a:pt x="1116719" y="1933085"/>
                  </a:lnTo>
                  <a:lnTo>
                    <a:pt x="1120998" y="1922524"/>
                  </a:lnTo>
                  <a:lnTo>
                    <a:pt x="1125276" y="1836090"/>
                  </a:lnTo>
                  <a:lnTo>
                    <a:pt x="1129555" y="1749211"/>
                  </a:lnTo>
                  <a:lnTo>
                    <a:pt x="1133834" y="1815757"/>
                  </a:lnTo>
                  <a:lnTo>
                    <a:pt x="1138113" y="1797747"/>
                  </a:lnTo>
                  <a:lnTo>
                    <a:pt x="1142392" y="1769237"/>
                  </a:lnTo>
                  <a:lnTo>
                    <a:pt x="1146671" y="1752155"/>
                  </a:lnTo>
                  <a:lnTo>
                    <a:pt x="1150950" y="1772320"/>
                  </a:lnTo>
                  <a:lnTo>
                    <a:pt x="1155229" y="1787983"/>
                  </a:lnTo>
                  <a:lnTo>
                    <a:pt x="1159508" y="1760206"/>
                  </a:lnTo>
                  <a:lnTo>
                    <a:pt x="1163787" y="1774075"/>
                  </a:lnTo>
                  <a:lnTo>
                    <a:pt x="1168066" y="1830645"/>
                  </a:lnTo>
                  <a:lnTo>
                    <a:pt x="1172345" y="1848823"/>
                  </a:lnTo>
                  <a:lnTo>
                    <a:pt x="1176623" y="1850658"/>
                  </a:lnTo>
                  <a:lnTo>
                    <a:pt x="1180902" y="1899718"/>
                  </a:lnTo>
                  <a:lnTo>
                    <a:pt x="1185181" y="1985004"/>
                  </a:lnTo>
                  <a:lnTo>
                    <a:pt x="1189460" y="1990632"/>
                  </a:lnTo>
                  <a:lnTo>
                    <a:pt x="1193739" y="1973635"/>
                  </a:lnTo>
                  <a:lnTo>
                    <a:pt x="1198018" y="1931497"/>
                  </a:lnTo>
                  <a:lnTo>
                    <a:pt x="1202297" y="1883088"/>
                  </a:lnTo>
                  <a:lnTo>
                    <a:pt x="1206576" y="1996100"/>
                  </a:lnTo>
                  <a:lnTo>
                    <a:pt x="1210855" y="1963594"/>
                  </a:lnTo>
                  <a:lnTo>
                    <a:pt x="1215134" y="1993257"/>
                  </a:lnTo>
                  <a:lnTo>
                    <a:pt x="1219413" y="2044479"/>
                  </a:lnTo>
                  <a:lnTo>
                    <a:pt x="1223692" y="2126727"/>
                  </a:lnTo>
                  <a:lnTo>
                    <a:pt x="1227971" y="2177773"/>
                  </a:lnTo>
                  <a:lnTo>
                    <a:pt x="1232249" y="2216779"/>
                  </a:lnTo>
                  <a:lnTo>
                    <a:pt x="1236528" y="2162635"/>
                  </a:lnTo>
                  <a:lnTo>
                    <a:pt x="1240807" y="1987793"/>
                  </a:lnTo>
                  <a:lnTo>
                    <a:pt x="1245086" y="1995352"/>
                  </a:lnTo>
                  <a:lnTo>
                    <a:pt x="1249365" y="2108359"/>
                  </a:lnTo>
                  <a:lnTo>
                    <a:pt x="1253644" y="2118820"/>
                  </a:lnTo>
                  <a:lnTo>
                    <a:pt x="1257923" y="2141328"/>
                  </a:lnTo>
                  <a:lnTo>
                    <a:pt x="1262202" y="2137600"/>
                  </a:lnTo>
                  <a:lnTo>
                    <a:pt x="1266481" y="2180218"/>
                  </a:lnTo>
                  <a:lnTo>
                    <a:pt x="1270760" y="2197136"/>
                  </a:lnTo>
                  <a:lnTo>
                    <a:pt x="1275039" y="2152343"/>
                  </a:lnTo>
                  <a:lnTo>
                    <a:pt x="1279318" y="2221924"/>
                  </a:lnTo>
                  <a:lnTo>
                    <a:pt x="1283596" y="2240489"/>
                  </a:lnTo>
                  <a:lnTo>
                    <a:pt x="1287875" y="2283802"/>
                  </a:lnTo>
                  <a:lnTo>
                    <a:pt x="1292154" y="2208645"/>
                  </a:lnTo>
                  <a:lnTo>
                    <a:pt x="1296433" y="2249057"/>
                  </a:lnTo>
                  <a:lnTo>
                    <a:pt x="1300712" y="2224950"/>
                  </a:lnTo>
                  <a:lnTo>
                    <a:pt x="1304991" y="2233024"/>
                  </a:lnTo>
                  <a:lnTo>
                    <a:pt x="1309270" y="2317171"/>
                  </a:lnTo>
                  <a:lnTo>
                    <a:pt x="1313549" y="2236052"/>
                  </a:lnTo>
                  <a:lnTo>
                    <a:pt x="1317828" y="2203205"/>
                  </a:lnTo>
                  <a:lnTo>
                    <a:pt x="1322107" y="2184887"/>
                  </a:lnTo>
                  <a:lnTo>
                    <a:pt x="1326386" y="2130759"/>
                  </a:lnTo>
                  <a:lnTo>
                    <a:pt x="1330665" y="2064881"/>
                  </a:lnTo>
                  <a:lnTo>
                    <a:pt x="1334943" y="1979359"/>
                  </a:lnTo>
                  <a:lnTo>
                    <a:pt x="1339222" y="1900826"/>
                  </a:lnTo>
                  <a:lnTo>
                    <a:pt x="1343501" y="1948379"/>
                  </a:lnTo>
                  <a:lnTo>
                    <a:pt x="1347780" y="1993027"/>
                  </a:lnTo>
                  <a:lnTo>
                    <a:pt x="1352059" y="2046140"/>
                  </a:lnTo>
                  <a:lnTo>
                    <a:pt x="1356338" y="2141601"/>
                  </a:lnTo>
                  <a:lnTo>
                    <a:pt x="1360617" y="2220206"/>
                  </a:lnTo>
                  <a:lnTo>
                    <a:pt x="1364896" y="2250837"/>
                  </a:lnTo>
                  <a:lnTo>
                    <a:pt x="1369175" y="2220780"/>
                  </a:lnTo>
                  <a:lnTo>
                    <a:pt x="1373454" y="2217720"/>
                  </a:lnTo>
                  <a:lnTo>
                    <a:pt x="1377733" y="2256230"/>
                  </a:lnTo>
                  <a:lnTo>
                    <a:pt x="1382012" y="2224554"/>
                  </a:lnTo>
                  <a:lnTo>
                    <a:pt x="1386291" y="2167374"/>
                  </a:lnTo>
                  <a:lnTo>
                    <a:pt x="1390569" y="2153188"/>
                  </a:lnTo>
                  <a:lnTo>
                    <a:pt x="1394848" y="2085683"/>
                  </a:lnTo>
                  <a:lnTo>
                    <a:pt x="1399127" y="2008552"/>
                  </a:lnTo>
                  <a:lnTo>
                    <a:pt x="1403406" y="2009895"/>
                  </a:lnTo>
                  <a:lnTo>
                    <a:pt x="1407685" y="2022931"/>
                  </a:lnTo>
                  <a:lnTo>
                    <a:pt x="1411964" y="2172060"/>
                  </a:lnTo>
                  <a:lnTo>
                    <a:pt x="1416243" y="2278599"/>
                  </a:lnTo>
                  <a:lnTo>
                    <a:pt x="1420522" y="2264821"/>
                  </a:lnTo>
                  <a:lnTo>
                    <a:pt x="1424801" y="2257311"/>
                  </a:lnTo>
                  <a:lnTo>
                    <a:pt x="1429080" y="2260363"/>
                  </a:lnTo>
                  <a:lnTo>
                    <a:pt x="1433359" y="2258153"/>
                  </a:lnTo>
                  <a:lnTo>
                    <a:pt x="1437638" y="2187170"/>
                  </a:lnTo>
                  <a:lnTo>
                    <a:pt x="1441916" y="2034814"/>
                  </a:lnTo>
                  <a:lnTo>
                    <a:pt x="1446195" y="1896715"/>
                  </a:lnTo>
                  <a:lnTo>
                    <a:pt x="1450474" y="1971774"/>
                  </a:lnTo>
                  <a:lnTo>
                    <a:pt x="1454753" y="2051263"/>
                  </a:lnTo>
                  <a:lnTo>
                    <a:pt x="1459032" y="1976686"/>
                  </a:lnTo>
                  <a:lnTo>
                    <a:pt x="1463311" y="1969425"/>
                  </a:lnTo>
                  <a:lnTo>
                    <a:pt x="1467590" y="2010381"/>
                  </a:lnTo>
                  <a:lnTo>
                    <a:pt x="1471869" y="2150242"/>
                  </a:lnTo>
                  <a:lnTo>
                    <a:pt x="1476148" y="2123236"/>
                  </a:lnTo>
                  <a:lnTo>
                    <a:pt x="1480427" y="2007161"/>
                  </a:lnTo>
                  <a:lnTo>
                    <a:pt x="1484706" y="1944248"/>
                  </a:lnTo>
                  <a:lnTo>
                    <a:pt x="1488985" y="1943677"/>
                  </a:lnTo>
                  <a:lnTo>
                    <a:pt x="1493264" y="1922275"/>
                  </a:lnTo>
                  <a:lnTo>
                    <a:pt x="1497542" y="1859610"/>
                  </a:lnTo>
                  <a:lnTo>
                    <a:pt x="1501821" y="1876085"/>
                  </a:lnTo>
                  <a:lnTo>
                    <a:pt x="1506100" y="1884361"/>
                  </a:lnTo>
                  <a:lnTo>
                    <a:pt x="1510379" y="1913608"/>
                  </a:lnTo>
                  <a:lnTo>
                    <a:pt x="1514658" y="1981204"/>
                  </a:lnTo>
                  <a:lnTo>
                    <a:pt x="1518937" y="1951978"/>
                  </a:lnTo>
                  <a:lnTo>
                    <a:pt x="1523216" y="1908105"/>
                  </a:lnTo>
                  <a:lnTo>
                    <a:pt x="1527495" y="1916629"/>
                  </a:lnTo>
                  <a:lnTo>
                    <a:pt x="1531774" y="1911822"/>
                  </a:lnTo>
                  <a:lnTo>
                    <a:pt x="1536053" y="1887267"/>
                  </a:lnTo>
                  <a:lnTo>
                    <a:pt x="1540332" y="1833792"/>
                  </a:lnTo>
                  <a:lnTo>
                    <a:pt x="1544611" y="1825453"/>
                  </a:lnTo>
                  <a:lnTo>
                    <a:pt x="1548889" y="1839458"/>
                  </a:lnTo>
                  <a:lnTo>
                    <a:pt x="1553168" y="1928350"/>
                  </a:lnTo>
                  <a:lnTo>
                    <a:pt x="1557447" y="2034595"/>
                  </a:lnTo>
                  <a:lnTo>
                    <a:pt x="1561726" y="2011933"/>
                  </a:lnTo>
                  <a:lnTo>
                    <a:pt x="1566005" y="2055462"/>
                  </a:lnTo>
                  <a:lnTo>
                    <a:pt x="1570284" y="2036399"/>
                  </a:lnTo>
                  <a:lnTo>
                    <a:pt x="1574563" y="1994909"/>
                  </a:lnTo>
                  <a:lnTo>
                    <a:pt x="1578842" y="1950135"/>
                  </a:lnTo>
                  <a:lnTo>
                    <a:pt x="1583121" y="1937473"/>
                  </a:lnTo>
                  <a:lnTo>
                    <a:pt x="1587400" y="2100056"/>
                  </a:lnTo>
                  <a:lnTo>
                    <a:pt x="1591679" y="2188159"/>
                  </a:lnTo>
                  <a:lnTo>
                    <a:pt x="1595958" y="2188647"/>
                  </a:lnTo>
                  <a:lnTo>
                    <a:pt x="1600237" y="2181072"/>
                  </a:lnTo>
                  <a:lnTo>
                    <a:pt x="1604515" y="2171582"/>
                  </a:lnTo>
                  <a:lnTo>
                    <a:pt x="1608794" y="2158284"/>
                  </a:lnTo>
                  <a:lnTo>
                    <a:pt x="1613073" y="2142335"/>
                  </a:lnTo>
                  <a:lnTo>
                    <a:pt x="1617352" y="2138025"/>
                  </a:lnTo>
                  <a:lnTo>
                    <a:pt x="1621631" y="2132506"/>
                  </a:lnTo>
                  <a:lnTo>
                    <a:pt x="1625910" y="2104667"/>
                  </a:lnTo>
                  <a:lnTo>
                    <a:pt x="1630189" y="2013287"/>
                  </a:lnTo>
                  <a:lnTo>
                    <a:pt x="1634468" y="1898078"/>
                  </a:lnTo>
                  <a:lnTo>
                    <a:pt x="1638747" y="1842900"/>
                  </a:lnTo>
                  <a:lnTo>
                    <a:pt x="1643026" y="1825676"/>
                  </a:lnTo>
                  <a:lnTo>
                    <a:pt x="1647305" y="1803431"/>
                  </a:lnTo>
                  <a:lnTo>
                    <a:pt x="1651584" y="1845084"/>
                  </a:lnTo>
                  <a:lnTo>
                    <a:pt x="1655862" y="1873773"/>
                  </a:lnTo>
                  <a:lnTo>
                    <a:pt x="1660141" y="2008027"/>
                  </a:lnTo>
                  <a:lnTo>
                    <a:pt x="1664420" y="2127631"/>
                  </a:lnTo>
                  <a:lnTo>
                    <a:pt x="1668699" y="2097319"/>
                  </a:lnTo>
                  <a:lnTo>
                    <a:pt x="1672978" y="2135252"/>
                  </a:lnTo>
                  <a:lnTo>
                    <a:pt x="1677257" y="2121647"/>
                  </a:lnTo>
                  <a:lnTo>
                    <a:pt x="1681536" y="2094699"/>
                  </a:lnTo>
                  <a:lnTo>
                    <a:pt x="1685815" y="2163322"/>
                  </a:lnTo>
                  <a:lnTo>
                    <a:pt x="1690094" y="2171105"/>
                  </a:lnTo>
                  <a:lnTo>
                    <a:pt x="1694373" y="2225890"/>
                  </a:lnTo>
                  <a:lnTo>
                    <a:pt x="1698652" y="2226825"/>
                  </a:lnTo>
                  <a:lnTo>
                    <a:pt x="1702931" y="2254840"/>
                  </a:lnTo>
                  <a:lnTo>
                    <a:pt x="1707210" y="2232456"/>
                  </a:lnTo>
                  <a:lnTo>
                    <a:pt x="1711488" y="2104519"/>
                  </a:lnTo>
                  <a:lnTo>
                    <a:pt x="1715767" y="1971818"/>
                  </a:lnTo>
                  <a:lnTo>
                    <a:pt x="1720046" y="1913620"/>
                  </a:lnTo>
                  <a:lnTo>
                    <a:pt x="1724325" y="2011649"/>
                  </a:lnTo>
                  <a:lnTo>
                    <a:pt x="1728604" y="2148429"/>
                  </a:lnTo>
                  <a:lnTo>
                    <a:pt x="1732883" y="2135932"/>
                  </a:lnTo>
                  <a:lnTo>
                    <a:pt x="1737162" y="2199482"/>
                  </a:lnTo>
                  <a:lnTo>
                    <a:pt x="1741441" y="2198743"/>
                  </a:lnTo>
                  <a:lnTo>
                    <a:pt x="1745720" y="2144126"/>
                  </a:lnTo>
                  <a:lnTo>
                    <a:pt x="1749999" y="2042662"/>
                  </a:lnTo>
                  <a:lnTo>
                    <a:pt x="1754278" y="2041412"/>
                  </a:lnTo>
                  <a:lnTo>
                    <a:pt x="1758557" y="2010788"/>
                  </a:lnTo>
                  <a:lnTo>
                    <a:pt x="1762835" y="2026527"/>
                  </a:lnTo>
                  <a:lnTo>
                    <a:pt x="1767114" y="1988284"/>
                  </a:lnTo>
                  <a:lnTo>
                    <a:pt x="1771393" y="1947803"/>
                  </a:lnTo>
                  <a:lnTo>
                    <a:pt x="1775672" y="1901363"/>
                  </a:lnTo>
                  <a:lnTo>
                    <a:pt x="1779951" y="1852093"/>
                  </a:lnTo>
                  <a:lnTo>
                    <a:pt x="1784230" y="1925634"/>
                  </a:lnTo>
                  <a:lnTo>
                    <a:pt x="1788509" y="1929235"/>
                  </a:lnTo>
                  <a:lnTo>
                    <a:pt x="1792788" y="1982353"/>
                  </a:lnTo>
                  <a:lnTo>
                    <a:pt x="1797067" y="1976038"/>
                  </a:lnTo>
                  <a:lnTo>
                    <a:pt x="1801346" y="1964879"/>
                  </a:lnTo>
                  <a:lnTo>
                    <a:pt x="1805625" y="1871609"/>
                  </a:lnTo>
                  <a:lnTo>
                    <a:pt x="1809904" y="1833290"/>
                  </a:lnTo>
                  <a:lnTo>
                    <a:pt x="1814183" y="1823139"/>
                  </a:lnTo>
                  <a:lnTo>
                    <a:pt x="1818461" y="1758369"/>
                  </a:lnTo>
                  <a:lnTo>
                    <a:pt x="1822740" y="1719471"/>
                  </a:lnTo>
                  <a:lnTo>
                    <a:pt x="1827019" y="1808665"/>
                  </a:lnTo>
                  <a:lnTo>
                    <a:pt x="1831298" y="1780477"/>
                  </a:lnTo>
                  <a:lnTo>
                    <a:pt x="1835577" y="1783669"/>
                  </a:lnTo>
                  <a:lnTo>
                    <a:pt x="1839856" y="1749329"/>
                  </a:lnTo>
                  <a:lnTo>
                    <a:pt x="1844135" y="1676077"/>
                  </a:lnTo>
                  <a:lnTo>
                    <a:pt x="1848414" y="1679800"/>
                  </a:lnTo>
                  <a:lnTo>
                    <a:pt x="1852693" y="1635940"/>
                  </a:lnTo>
                  <a:lnTo>
                    <a:pt x="1856972" y="1572663"/>
                  </a:lnTo>
                  <a:lnTo>
                    <a:pt x="1861251" y="1637703"/>
                  </a:lnTo>
                  <a:lnTo>
                    <a:pt x="1865530" y="1711973"/>
                  </a:lnTo>
                  <a:lnTo>
                    <a:pt x="1869808" y="1714968"/>
                  </a:lnTo>
                  <a:lnTo>
                    <a:pt x="1874087" y="1673584"/>
                  </a:lnTo>
                  <a:lnTo>
                    <a:pt x="1878366" y="1584753"/>
                  </a:lnTo>
                  <a:lnTo>
                    <a:pt x="1882645" y="1525971"/>
                  </a:lnTo>
                  <a:lnTo>
                    <a:pt x="1886924" y="1351926"/>
                  </a:lnTo>
                  <a:lnTo>
                    <a:pt x="1891203" y="1350027"/>
                  </a:lnTo>
                  <a:lnTo>
                    <a:pt x="1895482" y="1277998"/>
                  </a:lnTo>
                  <a:lnTo>
                    <a:pt x="1899761" y="1230871"/>
                  </a:lnTo>
                  <a:lnTo>
                    <a:pt x="1904040" y="1354202"/>
                  </a:lnTo>
                  <a:lnTo>
                    <a:pt x="1908319" y="1427772"/>
                  </a:lnTo>
                  <a:lnTo>
                    <a:pt x="1912598" y="1516779"/>
                  </a:lnTo>
                  <a:lnTo>
                    <a:pt x="1916877" y="1379324"/>
                  </a:lnTo>
                  <a:lnTo>
                    <a:pt x="1921156" y="1250958"/>
                  </a:lnTo>
                  <a:lnTo>
                    <a:pt x="1925434" y="1105920"/>
                  </a:lnTo>
                  <a:lnTo>
                    <a:pt x="1929713" y="928881"/>
                  </a:lnTo>
                  <a:lnTo>
                    <a:pt x="1933992" y="822769"/>
                  </a:lnTo>
                  <a:lnTo>
                    <a:pt x="1938271" y="763206"/>
                  </a:lnTo>
                  <a:lnTo>
                    <a:pt x="1942550" y="687569"/>
                  </a:lnTo>
                  <a:lnTo>
                    <a:pt x="1946829" y="622971"/>
                  </a:lnTo>
                  <a:lnTo>
                    <a:pt x="1951108" y="540296"/>
                  </a:lnTo>
                  <a:lnTo>
                    <a:pt x="1955387" y="550016"/>
                  </a:lnTo>
                  <a:lnTo>
                    <a:pt x="1959666" y="443071"/>
                  </a:lnTo>
                  <a:lnTo>
                    <a:pt x="1963945" y="345067"/>
                  </a:lnTo>
                  <a:lnTo>
                    <a:pt x="1968224" y="249902"/>
                  </a:lnTo>
                  <a:lnTo>
                    <a:pt x="1972503" y="385032"/>
                  </a:lnTo>
                  <a:lnTo>
                    <a:pt x="1976781" y="249722"/>
                  </a:lnTo>
                  <a:lnTo>
                    <a:pt x="1981060" y="194312"/>
                  </a:lnTo>
                  <a:lnTo>
                    <a:pt x="1985339" y="332186"/>
                  </a:lnTo>
                  <a:lnTo>
                    <a:pt x="1989618" y="323171"/>
                  </a:lnTo>
                  <a:lnTo>
                    <a:pt x="1993897" y="397057"/>
                  </a:lnTo>
                  <a:lnTo>
                    <a:pt x="1998176" y="471605"/>
                  </a:lnTo>
                  <a:lnTo>
                    <a:pt x="2002455" y="541163"/>
                  </a:lnTo>
                  <a:lnTo>
                    <a:pt x="2006734" y="539614"/>
                  </a:lnTo>
                  <a:lnTo>
                    <a:pt x="2011013" y="564122"/>
                  </a:lnTo>
                  <a:lnTo>
                    <a:pt x="2015292" y="527486"/>
                  </a:lnTo>
                  <a:lnTo>
                    <a:pt x="2019571" y="497009"/>
                  </a:lnTo>
                  <a:lnTo>
                    <a:pt x="2023850" y="417780"/>
                  </a:lnTo>
                  <a:lnTo>
                    <a:pt x="2028129" y="419994"/>
                  </a:lnTo>
                  <a:lnTo>
                    <a:pt x="2032407" y="282349"/>
                  </a:lnTo>
                  <a:lnTo>
                    <a:pt x="2036686" y="366039"/>
                  </a:lnTo>
                  <a:lnTo>
                    <a:pt x="2040965" y="234147"/>
                  </a:lnTo>
                  <a:lnTo>
                    <a:pt x="2045244" y="209715"/>
                  </a:lnTo>
                  <a:lnTo>
                    <a:pt x="2049523" y="182442"/>
                  </a:lnTo>
                  <a:lnTo>
                    <a:pt x="2053802" y="127764"/>
                  </a:lnTo>
                  <a:lnTo>
                    <a:pt x="2058081" y="74420"/>
                  </a:lnTo>
                  <a:lnTo>
                    <a:pt x="2062360" y="64982"/>
                  </a:lnTo>
                  <a:lnTo>
                    <a:pt x="2066639" y="238396"/>
                  </a:lnTo>
                  <a:lnTo>
                    <a:pt x="2070918" y="166468"/>
                  </a:lnTo>
                  <a:lnTo>
                    <a:pt x="2075197" y="180906"/>
                  </a:lnTo>
                  <a:lnTo>
                    <a:pt x="2079476" y="226206"/>
                  </a:lnTo>
                  <a:lnTo>
                    <a:pt x="2083754" y="329489"/>
                  </a:lnTo>
                  <a:lnTo>
                    <a:pt x="2088033" y="340971"/>
                  </a:lnTo>
                  <a:lnTo>
                    <a:pt x="2092312" y="356491"/>
                  </a:lnTo>
                  <a:lnTo>
                    <a:pt x="2096591" y="381723"/>
                  </a:lnTo>
                  <a:lnTo>
                    <a:pt x="2100870" y="370487"/>
                  </a:lnTo>
                  <a:lnTo>
                    <a:pt x="2105149" y="387621"/>
                  </a:lnTo>
                  <a:lnTo>
                    <a:pt x="2109428" y="350376"/>
                  </a:lnTo>
                  <a:lnTo>
                    <a:pt x="2113707" y="347458"/>
                  </a:lnTo>
                  <a:lnTo>
                    <a:pt x="2117986" y="210620"/>
                  </a:lnTo>
                  <a:lnTo>
                    <a:pt x="2122265" y="77246"/>
                  </a:lnTo>
                  <a:lnTo>
                    <a:pt x="2126544" y="28875"/>
                  </a:lnTo>
                  <a:lnTo>
                    <a:pt x="2130823" y="0"/>
                  </a:lnTo>
                  <a:lnTo>
                    <a:pt x="2135102" y="70303"/>
                  </a:lnTo>
                  <a:lnTo>
                    <a:pt x="2139380" y="212962"/>
                  </a:lnTo>
                  <a:lnTo>
                    <a:pt x="2143659" y="328700"/>
                  </a:lnTo>
                  <a:lnTo>
                    <a:pt x="2147938" y="370729"/>
                  </a:lnTo>
                  <a:lnTo>
                    <a:pt x="2152217" y="487505"/>
                  </a:lnTo>
                  <a:lnTo>
                    <a:pt x="2156496" y="495380"/>
                  </a:lnTo>
                  <a:lnTo>
                    <a:pt x="2160775" y="472972"/>
                  </a:lnTo>
                  <a:lnTo>
                    <a:pt x="2165054" y="449070"/>
                  </a:lnTo>
                  <a:lnTo>
                    <a:pt x="2169333" y="447142"/>
                  </a:lnTo>
                  <a:lnTo>
                    <a:pt x="2173612" y="446520"/>
                  </a:lnTo>
                  <a:lnTo>
                    <a:pt x="2177891" y="196847"/>
                  </a:lnTo>
                  <a:lnTo>
                    <a:pt x="2182170" y="196847"/>
                  </a:lnTo>
                  <a:lnTo>
                    <a:pt x="2186449" y="131914"/>
                  </a:lnTo>
                  <a:lnTo>
                    <a:pt x="2190727" y="189555"/>
                  </a:lnTo>
                  <a:lnTo>
                    <a:pt x="2195006" y="244127"/>
                  </a:lnTo>
                  <a:lnTo>
                    <a:pt x="2199285" y="236208"/>
                  </a:lnTo>
                  <a:lnTo>
                    <a:pt x="2203564" y="140934"/>
                  </a:lnTo>
                  <a:lnTo>
                    <a:pt x="2207843" y="71039"/>
                  </a:lnTo>
                  <a:lnTo>
                    <a:pt x="2212122" y="136434"/>
                  </a:lnTo>
                  <a:lnTo>
                    <a:pt x="2216401" y="144539"/>
                  </a:lnTo>
                  <a:lnTo>
                    <a:pt x="2220680" y="144173"/>
                  </a:lnTo>
                  <a:lnTo>
                    <a:pt x="2224959" y="30335"/>
                  </a:lnTo>
                  <a:lnTo>
                    <a:pt x="2229238" y="149384"/>
                  </a:lnTo>
                  <a:lnTo>
                    <a:pt x="2233517" y="247249"/>
                  </a:lnTo>
                  <a:lnTo>
                    <a:pt x="2237796" y="269285"/>
                  </a:lnTo>
                  <a:lnTo>
                    <a:pt x="2242075" y="254098"/>
                  </a:lnTo>
                  <a:lnTo>
                    <a:pt x="2246353" y="196753"/>
                  </a:lnTo>
                  <a:lnTo>
                    <a:pt x="2250632" y="161782"/>
                  </a:lnTo>
                  <a:lnTo>
                    <a:pt x="2254911" y="171381"/>
                  </a:lnTo>
                  <a:lnTo>
                    <a:pt x="2259190" y="192136"/>
                  </a:lnTo>
                  <a:lnTo>
                    <a:pt x="2263469" y="202307"/>
                  </a:lnTo>
                  <a:lnTo>
                    <a:pt x="2267748" y="285569"/>
                  </a:lnTo>
                  <a:lnTo>
                    <a:pt x="2272027" y="266215"/>
                  </a:lnTo>
                  <a:lnTo>
                    <a:pt x="2276306" y="323598"/>
                  </a:lnTo>
                  <a:lnTo>
                    <a:pt x="2280585" y="411875"/>
                  </a:lnTo>
                  <a:lnTo>
                    <a:pt x="2284864" y="444120"/>
                  </a:lnTo>
                  <a:lnTo>
                    <a:pt x="2289143" y="500547"/>
                  </a:lnTo>
                  <a:lnTo>
                    <a:pt x="2293422" y="543171"/>
                  </a:lnTo>
                  <a:lnTo>
                    <a:pt x="2297700" y="627462"/>
                  </a:lnTo>
                  <a:lnTo>
                    <a:pt x="2301979" y="582459"/>
                  </a:lnTo>
                  <a:lnTo>
                    <a:pt x="2306258" y="662607"/>
                  </a:lnTo>
                  <a:lnTo>
                    <a:pt x="2310537" y="699225"/>
                  </a:lnTo>
                  <a:lnTo>
                    <a:pt x="2314816" y="684812"/>
                  </a:lnTo>
                  <a:lnTo>
                    <a:pt x="2319095" y="745277"/>
                  </a:lnTo>
                  <a:lnTo>
                    <a:pt x="2323374" y="760393"/>
                  </a:lnTo>
                  <a:lnTo>
                    <a:pt x="2327653" y="798690"/>
                  </a:lnTo>
                  <a:lnTo>
                    <a:pt x="2331932" y="786319"/>
                  </a:lnTo>
                  <a:lnTo>
                    <a:pt x="2336211" y="776732"/>
                  </a:lnTo>
                  <a:lnTo>
                    <a:pt x="2340490" y="791570"/>
                  </a:lnTo>
                  <a:lnTo>
                    <a:pt x="2344769" y="919258"/>
                  </a:lnTo>
                  <a:lnTo>
                    <a:pt x="2349048" y="903706"/>
                  </a:lnTo>
                  <a:lnTo>
                    <a:pt x="2353326" y="991577"/>
                  </a:lnTo>
                  <a:lnTo>
                    <a:pt x="2357605" y="987360"/>
                  </a:lnTo>
                  <a:lnTo>
                    <a:pt x="2361884" y="1070616"/>
                  </a:lnTo>
                  <a:lnTo>
                    <a:pt x="2366163" y="1072132"/>
                  </a:lnTo>
                  <a:lnTo>
                    <a:pt x="2370442" y="1148264"/>
                  </a:lnTo>
                  <a:lnTo>
                    <a:pt x="2374721" y="1190685"/>
                  </a:lnTo>
                  <a:lnTo>
                    <a:pt x="2379000" y="1255654"/>
                  </a:lnTo>
                  <a:lnTo>
                    <a:pt x="2383279" y="1170528"/>
                  </a:lnTo>
                  <a:lnTo>
                    <a:pt x="2387558" y="1207248"/>
                  </a:lnTo>
                  <a:lnTo>
                    <a:pt x="2391837" y="1209123"/>
                  </a:lnTo>
                  <a:lnTo>
                    <a:pt x="2396116" y="1178803"/>
                  </a:lnTo>
                  <a:lnTo>
                    <a:pt x="2400395" y="1151985"/>
                  </a:lnTo>
                  <a:lnTo>
                    <a:pt x="2404673" y="1159510"/>
                  </a:lnTo>
                  <a:lnTo>
                    <a:pt x="2408952" y="1192331"/>
                  </a:lnTo>
                  <a:lnTo>
                    <a:pt x="2413231" y="1323057"/>
                  </a:lnTo>
                  <a:lnTo>
                    <a:pt x="2417510" y="1401107"/>
                  </a:lnTo>
                  <a:lnTo>
                    <a:pt x="2421789" y="1401093"/>
                  </a:lnTo>
                  <a:lnTo>
                    <a:pt x="2426068" y="1305439"/>
                  </a:lnTo>
                  <a:lnTo>
                    <a:pt x="2430347" y="1233974"/>
                  </a:lnTo>
                  <a:lnTo>
                    <a:pt x="2434626" y="1285894"/>
                  </a:lnTo>
                  <a:lnTo>
                    <a:pt x="2438905" y="1289834"/>
                  </a:lnTo>
                  <a:lnTo>
                    <a:pt x="2443184" y="1373823"/>
                  </a:lnTo>
                  <a:lnTo>
                    <a:pt x="2447463" y="1555788"/>
                  </a:lnTo>
                  <a:lnTo>
                    <a:pt x="2451742" y="1714680"/>
                  </a:lnTo>
                  <a:lnTo>
                    <a:pt x="2456021" y="1888760"/>
                  </a:lnTo>
                  <a:lnTo>
                    <a:pt x="2460299" y="1836574"/>
                  </a:lnTo>
                  <a:lnTo>
                    <a:pt x="2464578" y="1771687"/>
                  </a:lnTo>
                  <a:lnTo>
                    <a:pt x="2468857" y="1725190"/>
                  </a:lnTo>
                  <a:lnTo>
                    <a:pt x="2473136" y="1706331"/>
                  </a:lnTo>
                  <a:lnTo>
                    <a:pt x="2477415" y="1780676"/>
                  </a:lnTo>
                  <a:lnTo>
                    <a:pt x="2481694" y="1768004"/>
                  </a:lnTo>
                  <a:lnTo>
                    <a:pt x="2485973" y="1828895"/>
                  </a:lnTo>
                  <a:lnTo>
                    <a:pt x="2490252" y="1808757"/>
                  </a:lnTo>
                  <a:lnTo>
                    <a:pt x="2494531" y="1771020"/>
                  </a:lnTo>
                  <a:lnTo>
                    <a:pt x="2498810" y="1631272"/>
                  </a:lnTo>
                  <a:lnTo>
                    <a:pt x="2503089" y="1652661"/>
                  </a:lnTo>
                  <a:lnTo>
                    <a:pt x="2507368" y="1847977"/>
                  </a:lnTo>
                  <a:lnTo>
                    <a:pt x="2511646" y="1772301"/>
                  </a:lnTo>
                  <a:lnTo>
                    <a:pt x="2515925" y="1703532"/>
                  </a:lnTo>
                  <a:lnTo>
                    <a:pt x="2520204" y="1826523"/>
                  </a:lnTo>
                  <a:lnTo>
                    <a:pt x="2524483" y="1815308"/>
                  </a:lnTo>
                  <a:lnTo>
                    <a:pt x="2528762" y="1835325"/>
                  </a:lnTo>
                  <a:lnTo>
                    <a:pt x="2533041" y="1777656"/>
                  </a:lnTo>
                  <a:lnTo>
                    <a:pt x="2537320" y="1650446"/>
                  </a:lnTo>
                  <a:lnTo>
                    <a:pt x="2541599" y="1676238"/>
                  </a:lnTo>
                  <a:lnTo>
                    <a:pt x="2545878" y="1705600"/>
                  </a:lnTo>
                  <a:lnTo>
                    <a:pt x="2550157" y="1657662"/>
                  </a:lnTo>
                  <a:lnTo>
                    <a:pt x="2554436" y="1499193"/>
                  </a:lnTo>
                  <a:lnTo>
                    <a:pt x="2558715" y="1470979"/>
                  </a:lnTo>
                  <a:lnTo>
                    <a:pt x="2562994" y="1445987"/>
                  </a:lnTo>
                  <a:lnTo>
                    <a:pt x="2567272" y="1491157"/>
                  </a:lnTo>
                  <a:lnTo>
                    <a:pt x="2571551" y="1487232"/>
                  </a:lnTo>
                  <a:lnTo>
                    <a:pt x="2575830" y="1407317"/>
                  </a:lnTo>
                  <a:lnTo>
                    <a:pt x="2580109" y="1507351"/>
                  </a:lnTo>
                  <a:lnTo>
                    <a:pt x="2584388" y="1596111"/>
                  </a:lnTo>
                  <a:lnTo>
                    <a:pt x="2588667" y="1764900"/>
                  </a:lnTo>
                  <a:lnTo>
                    <a:pt x="2592946" y="1858735"/>
                  </a:lnTo>
                  <a:lnTo>
                    <a:pt x="2597225" y="1846121"/>
                  </a:lnTo>
                  <a:lnTo>
                    <a:pt x="2601504" y="1920241"/>
                  </a:lnTo>
                  <a:lnTo>
                    <a:pt x="2605783" y="1933805"/>
                  </a:lnTo>
                  <a:lnTo>
                    <a:pt x="2610062" y="1715176"/>
                  </a:lnTo>
                  <a:lnTo>
                    <a:pt x="2614341" y="1533156"/>
                  </a:lnTo>
                  <a:lnTo>
                    <a:pt x="2618619" y="1418327"/>
                  </a:lnTo>
                  <a:lnTo>
                    <a:pt x="2622898" y="1294064"/>
                  </a:lnTo>
                  <a:lnTo>
                    <a:pt x="2627177" y="1281366"/>
                  </a:lnTo>
                  <a:lnTo>
                    <a:pt x="2631456" y="1232570"/>
                  </a:lnTo>
                  <a:lnTo>
                    <a:pt x="2635735" y="1196478"/>
                  </a:lnTo>
                  <a:lnTo>
                    <a:pt x="2640014" y="1246824"/>
                  </a:lnTo>
                  <a:lnTo>
                    <a:pt x="2644293" y="1214742"/>
                  </a:lnTo>
                  <a:lnTo>
                    <a:pt x="2648572" y="1221184"/>
                  </a:lnTo>
                  <a:lnTo>
                    <a:pt x="2652851" y="1213800"/>
                  </a:lnTo>
                  <a:lnTo>
                    <a:pt x="2657130" y="1287975"/>
                  </a:lnTo>
                  <a:lnTo>
                    <a:pt x="2661409" y="1317780"/>
                  </a:lnTo>
                  <a:lnTo>
                    <a:pt x="2665688" y="1281595"/>
                  </a:lnTo>
                  <a:lnTo>
                    <a:pt x="2669967" y="1314321"/>
                  </a:lnTo>
                  <a:lnTo>
                    <a:pt x="2674245" y="1363321"/>
                  </a:lnTo>
                  <a:lnTo>
                    <a:pt x="2678524" y="1368508"/>
                  </a:lnTo>
                  <a:lnTo>
                    <a:pt x="2682803" y="1413131"/>
                  </a:lnTo>
                  <a:lnTo>
                    <a:pt x="2687082" y="1407133"/>
                  </a:lnTo>
                  <a:lnTo>
                    <a:pt x="2691361" y="1436179"/>
                  </a:lnTo>
                  <a:lnTo>
                    <a:pt x="2695640" y="1448858"/>
                  </a:lnTo>
                  <a:lnTo>
                    <a:pt x="2699919" y="1447275"/>
                  </a:lnTo>
                  <a:lnTo>
                    <a:pt x="2704198" y="1439878"/>
                  </a:lnTo>
                  <a:lnTo>
                    <a:pt x="2708477" y="1407051"/>
                  </a:lnTo>
                  <a:lnTo>
                    <a:pt x="2712756" y="1426816"/>
                  </a:lnTo>
                  <a:lnTo>
                    <a:pt x="2717035" y="1387009"/>
                  </a:lnTo>
                  <a:lnTo>
                    <a:pt x="2721314" y="1360039"/>
                  </a:lnTo>
                  <a:lnTo>
                    <a:pt x="2725592" y="1333555"/>
                  </a:lnTo>
                  <a:lnTo>
                    <a:pt x="2729871" y="1306892"/>
                  </a:lnTo>
                  <a:lnTo>
                    <a:pt x="2734150" y="1321912"/>
                  </a:lnTo>
                  <a:lnTo>
                    <a:pt x="2738429" y="1261369"/>
                  </a:lnTo>
                  <a:lnTo>
                    <a:pt x="2742708" y="1270155"/>
                  </a:lnTo>
                  <a:lnTo>
                    <a:pt x="2746987" y="1310177"/>
                  </a:lnTo>
                  <a:lnTo>
                    <a:pt x="2751266" y="1285038"/>
                  </a:lnTo>
                  <a:lnTo>
                    <a:pt x="2755545" y="1288658"/>
                  </a:lnTo>
                  <a:lnTo>
                    <a:pt x="2759824" y="1289912"/>
                  </a:lnTo>
                  <a:lnTo>
                    <a:pt x="2764103" y="1266332"/>
                  </a:lnTo>
                  <a:lnTo>
                    <a:pt x="2768382" y="1309534"/>
                  </a:lnTo>
                  <a:lnTo>
                    <a:pt x="2772661" y="1321576"/>
                  </a:lnTo>
                  <a:lnTo>
                    <a:pt x="2776940" y="1352151"/>
                  </a:lnTo>
                  <a:lnTo>
                    <a:pt x="2781218" y="1357344"/>
                  </a:lnTo>
                  <a:lnTo>
                    <a:pt x="2785497" y="1292525"/>
                  </a:lnTo>
                  <a:lnTo>
                    <a:pt x="2789776" y="1288857"/>
                  </a:lnTo>
                  <a:lnTo>
                    <a:pt x="2794055" y="1246373"/>
                  </a:lnTo>
                  <a:lnTo>
                    <a:pt x="2798334" y="1291098"/>
                  </a:lnTo>
                  <a:lnTo>
                    <a:pt x="2802613" y="1314726"/>
                  </a:lnTo>
                  <a:lnTo>
                    <a:pt x="2806892" y="1343766"/>
                  </a:lnTo>
                  <a:lnTo>
                    <a:pt x="2811171" y="1416363"/>
                  </a:lnTo>
                  <a:lnTo>
                    <a:pt x="2815450" y="1382222"/>
                  </a:lnTo>
                  <a:lnTo>
                    <a:pt x="2819729" y="1439232"/>
                  </a:lnTo>
                  <a:lnTo>
                    <a:pt x="2824008" y="1391585"/>
                  </a:lnTo>
                  <a:lnTo>
                    <a:pt x="2828287" y="1397433"/>
                  </a:lnTo>
                  <a:lnTo>
                    <a:pt x="2832565" y="1410370"/>
                  </a:lnTo>
                  <a:lnTo>
                    <a:pt x="2836844" y="1380666"/>
                  </a:lnTo>
                  <a:lnTo>
                    <a:pt x="2841123" y="1463669"/>
                  </a:lnTo>
                  <a:lnTo>
                    <a:pt x="2845402" y="1398546"/>
                  </a:lnTo>
                  <a:lnTo>
                    <a:pt x="2849681" y="1441849"/>
                  </a:lnTo>
                  <a:lnTo>
                    <a:pt x="2853960" y="1475730"/>
                  </a:lnTo>
                  <a:lnTo>
                    <a:pt x="2858239" y="1486828"/>
                  </a:lnTo>
                  <a:lnTo>
                    <a:pt x="2862518" y="1560723"/>
                  </a:lnTo>
                  <a:lnTo>
                    <a:pt x="2866797" y="1503556"/>
                  </a:lnTo>
                  <a:lnTo>
                    <a:pt x="2871076" y="1557708"/>
                  </a:lnTo>
                  <a:lnTo>
                    <a:pt x="2875355" y="1613492"/>
                  </a:lnTo>
                  <a:lnTo>
                    <a:pt x="2879634" y="1634176"/>
                  </a:lnTo>
                  <a:lnTo>
                    <a:pt x="2883913" y="1709202"/>
                  </a:lnTo>
                  <a:lnTo>
                    <a:pt x="2888191" y="1578389"/>
                  </a:lnTo>
                  <a:lnTo>
                    <a:pt x="2892470" y="1586851"/>
                  </a:lnTo>
                  <a:lnTo>
                    <a:pt x="2896749" y="1488490"/>
                  </a:lnTo>
                  <a:lnTo>
                    <a:pt x="2901028" y="1460849"/>
                  </a:lnTo>
                  <a:lnTo>
                    <a:pt x="2905307" y="1450093"/>
                  </a:lnTo>
                  <a:lnTo>
                    <a:pt x="2909586" y="1467205"/>
                  </a:lnTo>
                  <a:lnTo>
                    <a:pt x="2913865" y="1548824"/>
                  </a:lnTo>
                  <a:lnTo>
                    <a:pt x="2918144" y="1524908"/>
                  </a:lnTo>
                  <a:lnTo>
                    <a:pt x="2922423" y="1475712"/>
                  </a:lnTo>
                  <a:lnTo>
                    <a:pt x="2926702" y="1446093"/>
                  </a:lnTo>
                  <a:lnTo>
                    <a:pt x="2930981" y="1443425"/>
                  </a:lnTo>
                  <a:lnTo>
                    <a:pt x="2935260" y="1446303"/>
                  </a:lnTo>
                  <a:lnTo>
                    <a:pt x="2939538" y="1445967"/>
                  </a:lnTo>
                  <a:lnTo>
                    <a:pt x="2943817" y="1405368"/>
                  </a:lnTo>
                  <a:lnTo>
                    <a:pt x="2948096" y="1452365"/>
                  </a:lnTo>
                  <a:lnTo>
                    <a:pt x="2952375" y="1445537"/>
                  </a:lnTo>
                  <a:lnTo>
                    <a:pt x="2956654" y="1439397"/>
                  </a:lnTo>
                  <a:lnTo>
                    <a:pt x="2960933" y="1593153"/>
                  </a:lnTo>
                  <a:lnTo>
                    <a:pt x="2965212" y="1752352"/>
                  </a:lnTo>
                  <a:lnTo>
                    <a:pt x="2969491" y="1763184"/>
                  </a:lnTo>
                  <a:lnTo>
                    <a:pt x="2973770" y="1645539"/>
                  </a:lnTo>
                  <a:lnTo>
                    <a:pt x="2978049" y="1532243"/>
                  </a:lnTo>
                  <a:lnTo>
                    <a:pt x="2982328" y="1543243"/>
                  </a:lnTo>
                  <a:lnTo>
                    <a:pt x="2986607" y="1587030"/>
                  </a:lnTo>
                  <a:lnTo>
                    <a:pt x="2990886" y="1572153"/>
                  </a:lnTo>
                  <a:lnTo>
                    <a:pt x="2995164" y="1522786"/>
                  </a:lnTo>
                  <a:lnTo>
                    <a:pt x="2999443" y="1542578"/>
                  </a:lnTo>
                  <a:lnTo>
                    <a:pt x="3003722" y="1538690"/>
                  </a:lnTo>
                  <a:lnTo>
                    <a:pt x="3008001" y="1562445"/>
                  </a:lnTo>
                  <a:lnTo>
                    <a:pt x="3012280" y="1579008"/>
                  </a:lnTo>
                  <a:lnTo>
                    <a:pt x="3016559" y="1513416"/>
                  </a:lnTo>
                  <a:lnTo>
                    <a:pt x="3020838" y="1539096"/>
                  </a:lnTo>
                  <a:lnTo>
                    <a:pt x="3025117" y="1541266"/>
                  </a:lnTo>
                  <a:lnTo>
                    <a:pt x="3029396" y="1680973"/>
                  </a:lnTo>
                  <a:lnTo>
                    <a:pt x="3033675" y="1647011"/>
                  </a:lnTo>
                  <a:lnTo>
                    <a:pt x="3037954" y="1499389"/>
                  </a:lnTo>
                  <a:lnTo>
                    <a:pt x="3042233" y="1569531"/>
                  </a:lnTo>
                  <a:lnTo>
                    <a:pt x="3046511" y="1517009"/>
                  </a:lnTo>
                  <a:lnTo>
                    <a:pt x="3050790" y="1553010"/>
                  </a:lnTo>
                  <a:lnTo>
                    <a:pt x="3055069" y="1508129"/>
                  </a:lnTo>
                  <a:lnTo>
                    <a:pt x="3059348" y="1460294"/>
                  </a:lnTo>
                  <a:lnTo>
                    <a:pt x="3063627" y="1538785"/>
                  </a:lnTo>
                  <a:lnTo>
                    <a:pt x="3067906" y="1595555"/>
                  </a:lnTo>
                  <a:lnTo>
                    <a:pt x="3072185" y="1603308"/>
                  </a:lnTo>
                  <a:lnTo>
                    <a:pt x="3076464" y="1517593"/>
                  </a:lnTo>
                  <a:lnTo>
                    <a:pt x="3080743" y="1468992"/>
                  </a:lnTo>
                  <a:lnTo>
                    <a:pt x="3085022" y="1540811"/>
                  </a:lnTo>
                  <a:lnTo>
                    <a:pt x="3089301" y="1515562"/>
                  </a:lnTo>
                  <a:lnTo>
                    <a:pt x="3093580" y="1513855"/>
                  </a:lnTo>
                  <a:lnTo>
                    <a:pt x="3097859" y="1498788"/>
                  </a:lnTo>
                  <a:lnTo>
                    <a:pt x="3102137" y="1493312"/>
                  </a:lnTo>
                  <a:lnTo>
                    <a:pt x="3106416" y="1472993"/>
                  </a:lnTo>
                  <a:lnTo>
                    <a:pt x="3110695" y="1582217"/>
                  </a:lnTo>
                  <a:lnTo>
                    <a:pt x="3114974" y="1564573"/>
                  </a:lnTo>
                  <a:lnTo>
                    <a:pt x="3119253" y="1509425"/>
                  </a:lnTo>
                  <a:lnTo>
                    <a:pt x="3123532" y="1530246"/>
                  </a:lnTo>
                  <a:lnTo>
                    <a:pt x="3127811" y="1602230"/>
                  </a:lnTo>
                  <a:lnTo>
                    <a:pt x="3132090" y="1589508"/>
                  </a:lnTo>
                  <a:lnTo>
                    <a:pt x="3136369" y="1567319"/>
                  </a:lnTo>
                  <a:lnTo>
                    <a:pt x="3140648" y="1567437"/>
                  </a:lnTo>
                  <a:lnTo>
                    <a:pt x="3144927" y="1467822"/>
                  </a:lnTo>
                  <a:lnTo>
                    <a:pt x="3149206" y="1570177"/>
                  </a:lnTo>
                  <a:lnTo>
                    <a:pt x="3153484" y="1561340"/>
                  </a:lnTo>
                  <a:lnTo>
                    <a:pt x="3157763" y="1606579"/>
                  </a:lnTo>
                  <a:lnTo>
                    <a:pt x="3162042" y="1777815"/>
                  </a:lnTo>
                  <a:lnTo>
                    <a:pt x="3166321" y="1853514"/>
                  </a:lnTo>
                  <a:lnTo>
                    <a:pt x="3170600" y="1911235"/>
                  </a:lnTo>
                  <a:lnTo>
                    <a:pt x="3174879" y="1878110"/>
                  </a:lnTo>
                  <a:lnTo>
                    <a:pt x="3179158" y="1771654"/>
                  </a:lnTo>
                  <a:lnTo>
                    <a:pt x="3183437" y="1690017"/>
                  </a:lnTo>
                  <a:lnTo>
                    <a:pt x="3187716" y="1589812"/>
                  </a:lnTo>
                  <a:lnTo>
                    <a:pt x="3191995" y="1554486"/>
                  </a:lnTo>
                  <a:lnTo>
                    <a:pt x="3196274" y="1454059"/>
                  </a:lnTo>
                  <a:lnTo>
                    <a:pt x="3200553" y="1431790"/>
                  </a:lnTo>
                  <a:lnTo>
                    <a:pt x="3204832" y="1402057"/>
                  </a:lnTo>
                  <a:lnTo>
                    <a:pt x="3209110" y="1408767"/>
                  </a:lnTo>
                  <a:lnTo>
                    <a:pt x="3213389" y="1393020"/>
                  </a:lnTo>
                  <a:lnTo>
                    <a:pt x="3217668" y="1418635"/>
                  </a:lnTo>
                  <a:lnTo>
                    <a:pt x="3221947" y="1383749"/>
                  </a:lnTo>
                  <a:lnTo>
                    <a:pt x="3226226" y="1445682"/>
                  </a:lnTo>
                  <a:lnTo>
                    <a:pt x="3230505" y="1486526"/>
                  </a:lnTo>
                  <a:lnTo>
                    <a:pt x="3234784" y="1463053"/>
                  </a:lnTo>
                  <a:lnTo>
                    <a:pt x="3239063" y="1635847"/>
                  </a:lnTo>
                  <a:lnTo>
                    <a:pt x="3243342" y="1613448"/>
                  </a:lnTo>
                  <a:lnTo>
                    <a:pt x="3247621" y="1586137"/>
                  </a:lnTo>
                  <a:lnTo>
                    <a:pt x="3251900" y="1562547"/>
                  </a:lnTo>
                  <a:lnTo>
                    <a:pt x="3256179" y="1427814"/>
                  </a:lnTo>
                  <a:lnTo>
                    <a:pt x="3260457" y="1511024"/>
                  </a:lnTo>
                  <a:lnTo>
                    <a:pt x="3264736" y="1487575"/>
                  </a:lnTo>
                  <a:lnTo>
                    <a:pt x="3269015" y="1389925"/>
                  </a:lnTo>
                  <a:lnTo>
                    <a:pt x="3273294" y="1420512"/>
                  </a:lnTo>
                  <a:lnTo>
                    <a:pt x="3277573" y="1394084"/>
                  </a:lnTo>
                  <a:lnTo>
                    <a:pt x="3281852" y="1403607"/>
                  </a:lnTo>
                  <a:lnTo>
                    <a:pt x="3286131" y="1439581"/>
                  </a:lnTo>
                  <a:lnTo>
                    <a:pt x="3290410" y="1438079"/>
                  </a:lnTo>
                  <a:lnTo>
                    <a:pt x="3294689" y="1461309"/>
                  </a:lnTo>
                  <a:lnTo>
                    <a:pt x="3298968" y="1658563"/>
                  </a:lnTo>
                  <a:lnTo>
                    <a:pt x="3303247" y="1685581"/>
                  </a:lnTo>
                  <a:lnTo>
                    <a:pt x="3307526" y="1670172"/>
                  </a:lnTo>
                  <a:lnTo>
                    <a:pt x="3311805" y="1598438"/>
                  </a:lnTo>
                  <a:lnTo>
                    <a:pt x="3316083" y="1482271"/>
                  </a:lnTo>
                  <a:lnTo>
                    <a:pt x="3320362" y="1590740"/>
                  </a:lnTo>
                  <a:lnTo>
                    <a:pt x="3324641" y="1530066"/>
                  </a:lnTo>
                  <a:lnTo>
                    <a:pt x="3328920" y="1499063"/>
                  </a:lnTo>
                  <a:lnTo>
                    <a:pt x="3333199" y="1538557"/>
                  </a:lnTo>
                  <a:lnTo>
                    <a:pt x="3337478" y="1498677"/>
                  </a:lnTo>
                  <a:lnTo>
                    <a:pt x="3341757" y="1519951"/>
                  </a:lnTo>
                  <a:lnTo>
                    <a:pt x="3346036" y="1583727"/>
                  </a:lnTo>
                  <a:lnTo>
                    <a:pt x="3350315" y="1543622"/>
                  </a:lnTo>
                  <a:lnTo>
                    <a:pt x="3354594" y="1538493"/>
                  </a:lnTo>
                  <a:lnTo>
                    <a:pt x="3358873" y="1573333"/>
                  </a:lnTo>
                  <a:lnTo>
                    <a:pt x="3363152" y="1516161"/>
                  </a:lnTo>
                  <a:lnTo>
                    <a:pt x="3367430" y="1574449"/>
                  </a:lnTo>
                  <a:lnTo>
                    <a:pt x="3371709" y="1561461"/>
                  </a:lnTo>
                  <a:lnTo>
                    <a:pt x="3375988" y="1527516"/>
                  </a:lnTo>
                  <a:lnTo>
                    <a:pt x="3380267" y="1550485"/>
                  </a:lnTo>
                  <a:lnTo>
                    <a:pt x="3384546" y="1522369"/>
                  </a:lnTo>
                  <a:lnTo>
                    <a:pt x="3388825" y="1520088"/>
                  </a:lnTo>
                  <a:lnTo>
                    <a:pt x="3393104" y="1488153"/>
                  </a:lnTo>
                  <a:lnTo>
                    <a:pt x="3397383" y="1484862"/>
                  </a:lnTo>
                  <a:lnTo>
                    <a:pt x="3401662" y="1486938"/>
                  </a:lnTo>
                  <a:lnTo>
                    <a:pt x="3405941" y="1512140"/>
                  </a:lnTo>
                  <a:lnTo>
                    <a:pt x="3410220" y="1565843"/>
                  </a:lnTo>
                  <a:lnTo>
                    <a:pt x="3414499" y="1575630"/>
                  </a:lnTo>
                  <a:lnTo>
                    <a:pt x="3418778" y="1575109"/>
                  </a:lnTo>
                  <a:lnTo>
                    <a:pt x="3423056" y="1584178"/>
                  </a:lnTo>
                  <a:lnTo>
                    <a:pt x="3427335" y="1575694"/>
                  </a:lnTo>
                  <a:lnTo>
                    <a:pt x="3431614" y="1584835"/>
                  </a:lnTo>
                  <a:lnTo>
                    <a:pt x="3435893" y="1583745"/>
                  </a:lnTo>
                  <a:lnTo>
                    <a:pt x="3440172" y="1605405"/>
                  </a:lnTo>
                  <a:lnTo>
                    <a:pt x="3444451" y="1653580"/>
                  </a:lnTo>
                  <a:lnTo>
                    <a:pt x="3448730" y="1716448"/>
                  </a:lnTo>
                  <a:lnTo>
                    <a:pt x="3453009" y="1736887"/>
                  </a:lnTo>
                  <a:lnTo>
                    <a:pt x="3457288" y="1728879"/>
                  </a:lnTo>
                  <a:lnTo>
                    <a:pt x="3461567" y="1720002"/>
                  </a:lnTo>
                  <a:lnTo>
                    <a:pt x="3465846" y="1753612"/>
                  </a:lnTo>
                  <a:lnTo>
                    <a:pt x="3470125" y="1789399"/>
                  </a:lnTo>
                  <a:lnTo>
                    <a:pt x="3474403" y="1824935"/>
                  </a:lnTo>
                  <a:lnTo>
                    <a:pt x="3478682" y="1862251"/>
                  </a:lnTo>
                  <a:lnTo>
                    <a:pt x="3482961" y="1914110"/>
                  </a:lnTo>
                  <a:lnTo>
                    <a:pt x="3487240" y="2022753"/>
                  </a:lnTo>
                  <a:lnTo>
                    <a:pt x="3491519" y="1992616"/>
                  </a:lnTo>
                  <a:lnTo>
                    <a:pt x="3495798" y="1920134"/>
                  </a:lnTo>
                  <a:lnTo>
                    <a:pt x="3500077" y="1839252"/>
                  </a:lnTo>
                  <a:lnTo>
                    <a:pt x="3504356" y="1786836"/>
                  </a:lnTo>
                  <a:lnTo>
                    <a:pt x="3508635" y="1793308"/>
                  </a:lnTo>
                  <a:lnTo>
                    <a:pt x="3512914" y="1687231"/>
                  </a:lnTo>
                  <a:lnTo>
                    <a:pt x="3517193" y="1730488"/>
                  </a:lnTo>
                  <a:lnTo>
                    <a:pt x="3521472" y="1756388"/>
                  </a:lnTo>
                  <a:lnTo>
                    <a:pt x="3525751" y="1800760"/>
                  </a:lnTo>
                  <a:lnTo>
                    <a:pt x="3530029" y="1786795"/>
                  </a:lnTo>
                  <a:lnTo>
                    <a:pt x="3534308" y="1773637"/>
                  </a:lnTo>
                  <a:lnTo>
                    <a:pt x="3538587" y="1852280"/>
                  </a:lnTo>
                  <a:lnTo>
                    <a:pt x="3542866" y="1992814"/>
                  </a:lnTo>
                  <a:lnTo>
                    <a:pt x="3547145" y="2006406"/>
                  </a:lnTo>
                  <a:lnTo>
                    <a:pt x="3551424" y="1879042"/>
                  </a:lnTo>
                  <a:lnTo>
                    <a:pt x="3555703" y="1811347"/>
                  </a:lnTo>
                  <a:lnTo>
                    <a:pt x="3559982" y="1831909"/>
                  </a:lnTo>
                  <a:lnTo>
                    <a:pt x="3564261" y="1872884"/>
                  </a:lnTo>
                  <a:lnTo>
                    <a:pt x="3568540" y="1826831"/>
                  </a:lnTo>
                  <a:lnTo>
                    <a:pt x="3572819" y="1852706"/>
                  </a:lnTo>
                  <a:lnTo>
                    <a:pt x="3577098" y="1914863"/>
                  </a:lnTo>
                  <a:lnTo>
                    <a:pt x="3581376" y="2008961"/>
                  </a:lnTo>
                  <a:lnTo>
                    <a:pt x="3585655" y="2024246"/>
                  </a:lnTo>
                  <a:lnTo>
                    <a:pt x="3589934" y="1877218"/>
                  </a:lnTo>
                  <a:lnTo>
                    <a:pt x="3594213" y="1835528"/>
                  </a:lnTo>
                  <a:lnTo>
                    <a:pt x="3598492" y="1771806"/>
                  </a:lnTo>
                  <a:lnTo>
                    <a:pt x="3602771" y="1823836"/>
                  </a:lnTo>
                  <a:lnTo>
                    <a:pt x="3607050" y="1734879"/>
                  </a:lnTo>
                  <a:lnTo>
                    <a:pt x="3611329" y="1787685"/>
                  </a:lnTo>
                  <a:lnTo>
                    <a:pt x="3615608" y="1855318"/>
                  </a:lnTo>
                  <a:lnTo>
                    <a:pt x="3619887" y="1875533"/>
                  </a:lnTo>
                  <a:lnTo>
                    <a:pt x="3624166" y="1982660"/>
                  </a:lnTo>
                  <a:lnTo>
                    <a:pt x="3628445" y="2146815"/>
                  </a:lnTo>
                  <a:lnTo>
                    <a:pt x="3632724" y="2180834"/>
                  </a:lnTo>
                  <a:lnTo>
                    <a:pt x="3637002" y="2136136"/>
                  </a:lnTo>
                  <a:lnTo>
                    <a:pt x="3641281" y="2116772"/>
                  </a:lnTo>
                  <a:lnTo>
                    <a:pt x="3645560" y="2088813"/>
                  </a:lnTo>
                  <a:lnTo>
                    <a:pt x="3649839" y="2117684"/>
                  </a:lnTo>
                  <a:lnTo>
                    <a:pt x="3654118" y="2117456"/>
                  </a:lnTo>
                  <a:lnTo>
                    <a:pt x="3658397" y="1998564"/>
                  </a:lnTo>
                  <a:lnTo>
                    <a:pt x="3662676" y="2018453"/>
                  </a:lnTo>
                  <a:lnTo>
                    <a:pt x="3666955" y="1918162"/>
                  </a:lnTo>
                  <a:lnTo>
                    <a:pt x="3671234" y="1876291"/>
                  </a:lnTo>
                  <a:lnTo>
                    <a:pt x="3675513" y="1928101"/>
                  </a:lnTo>
                  <a:lnTo>
                    <a:pt x="3679792" y="1842993"/>
                  </a:lnTo>
                  <a:lnTo>
                    <a:pt x="3684071" y="1926509"/>
                  </a:lnTo>
                  <a:lnTo>
                    <a:pt x="3688349" y="1899594"/>
                  </a:lnTo>
                  <a:lnTo>
                    <a:pt x="3692628" y="1939229"/>
                  </a:lnTo>
                  <a:lnTo>
                    <a:pt x="3696907" y="1930125"/>
                  </a:lnTo>
                  <a:lnTo>
                    <a:pt x="3701186" y="1943092"/>
                  </a:lnTo>
                  <a:lnTo>
                    <a:pt x="3705465" y="2014095"/>
                  </a:lnTo>
                  <a:lnTo>
                    <a:pt x="3709744" y="1868355"/>
                  </a:lnTo>
                  <a:lnTo>
                    <a:pt x="3714023" y="1887146"/>
                  </a:lnTo>
                  <a:lnTo>
                    <a:pt x="3718302" y="1896648"/>
                  </a:lnTo>
                  <a:lnTo>
                    <a:pt x="3722581" y="1858924"/>
                  </a:lnTo>
                  <a:lnTo>
                    <a:pt x="3726860" y="1864233"/>
                  </a:lnTo>
                  <a:lnTo>
                    <a:pt x="3731139" y="1792015"/>
                  </a:lnTo>
                  <a:lnTo>
                    <a:pt x="3735418" y="1796411"/>
                  </a:lnTo>
                  <a:lnTo>
                    <a:pt x="3739697" y="1785618"/>
                  </a:lnTo>
                  <a:lnTo>
                    <a:pt x="3743975" y="1721420"/>
                  </a:lnTo>
                  <a:lnTo>
                    <a:pt x="3748254" y="1837413"/>
                  </a:lnTo>
                  <a:lnTo>
                    <a:pt x="3752533" y="1830394"/>
                  </a:lnTo>
                  <a:lnTo>
                    <a:pt x="3756812" y="1914646"/>
                  </a:lnTo>
                  <a:lnTo>
                    <a:pt x="3761091" y="1864627"/>
                  </a:lnTo>
                  <a:lnTo>
                    <a:pt x="3765370" y="1805340"/>
                  </a:lnTo>
                  <a:lnTo>
                    <a:pt x="3769649" y="1877133"/>
                  </a:lnTo>
                  <a:lnTo>
                    <a:pt x="3773928" y="1803679"/>
                  </a:lnTo>
                  <a:lnTo>
                    <a:pt x="3778207" y="1925073"/>
                  </a:lnTo>
                  <a:lnTo>
                    <a:pt x="3782486" y="1887682"/>
                  </a:lnTo>
                  <a:lnTo>
                    <a:pt x="3786765" y="1954217"/>
                  </a:lnTo>
                  <a:lnTo>
                    <a:pt x="3791044" y="2060674"/>
                  </a:lnTo>
                  <a:lnTo>
                    <a:pt x="3795322" y="2122330"/>
                  </a:lnTo>
                  <a:lnTo>
                    <a:pt x="3799601" y="2155324"/>
                  </a:lnTo>
                  <a:lnTo>
                    <a:pt x="3803880" y="2196454"/>
                  </a:lnTo>
                  <a:lnTo>
                    <a:pt x="3808159" y="2169203"/>
                  </a:lnTo>
                  <a:lnTo>
                    <a:pt x="3812438" y="2076995"/>
                  </a:lnTo>
                  <a:lnTo>
                    <a:pt x="3816717" y="2094294"/>
                  </a:lnTo>
                  <a:lnTo>
                    <a:pt x="3820996" y="2097228"/>
                  </a:lnTo>
                  <a:lnTo>
                    <a:pt x="3825275" y="2168386"/>
                  </a:lnTo>
                  <a:lnTo>
                    <a:pt x="3829554" y="2123547"/>
                  </a:lnTo>
                  <a:lnTo>
                    <a:pt x="3833833" y="2018677"/>
                  </a:lnTo>
                  <a:lnTo>
                    <a:pt x="3838112" y="2006499"/>
                  </a:lnTo>
                  <a:lnTo>
                    <a:pt x="3842391" y="1849186"/>
                  </a:lnTo>
                  <a:lnTo>
                    <a:pt x="3846670" y="1899450"/>
                  </a:lnTo>
                  <a:lnTo>
                    <a:pt x="3850948" y="1813830"/>
                  </a:lnTo>
                  <a:lnTo>
                    <a:pt x="3855227" y="1890830"/>
                  </a:lnTo>
                  <a:lnTo>
                    <a:pt x="3859506" y="1835746"/>
                  </a:lnTo>
                  <a:lnTo>
                    <a:pt x="3863785" y="1776694"/>
                  </a:lnTo>
                  <a:lnTo>
                    <a:pt x="3868064" y="1875479"/>
                  </a:lnTo>
                  <a:lnTo>
                    <a:pt x="3872343" y="1849853"/>
                  </a:lnTo>
                  <a:lnTo>
                    <a:pt x="3876622" y="1844555"/>
                  </a:lnTo>
                  <a:lnTo>
                    <a:pt x="3880901" y="1785374"/>
                  </a:lnTo>
                  <a:lnTo>
                    <a:pt x="3885180" y="1777922"/>
                  </a:lnTo>
                  <a:lnTo>
                    <a:pt x="3889459" y="1784204"/>
                  </a:lnTo>
                  <a:lnTo>
                    <a:pt x="3893738" y="1854529"/>
                  </a:lnTo>
                  <a:lnTo>
                    <a:pt x="3898017" y="1832055"/>
                  </a:lnTo>
                  <a:lnTo>
                    <a:pt x="3902295" y="1809945"/>
                  </a:lnTo>
                  <a:lnTo>
                    <a:pt x="3906574" y="1859828"/>
                  </a:lnTo>
                  <a:lnTo>
                    <a:pt x="3910853" y="1922624"/>
                  </a:lnTo>
                  <a:lnTo>
                    <a:pt x="3915132" y="1921618"/>
                  </a:lnTo>
                  <a:lnTo>
                    <a:pt x="3919411" y="1844749"/>
                  </a:lnTo>
                  <a:lnTo>
                    <a:pt x="3923690" y="1826769"/>
                  </a:lnTo>
                  <a:lnTo>
                    <a:pt x="3927969" y="1904191"/>
                  </a:lnTo>
                  <a:lnTo>
                    <a:pt x="3932248" y="1905119"/>
                  </a:lnTo>
                  <a:lnTo>
                    <a:pt x="3936527" y="1882253"/>
                  </a:lnTo>
                  <a:lnTo>
                    <a:pt x="3940806" y="1909512"/>
                  </a:lnTo>
                  <a:lnTo>
                    <a:pt x="3945085" y="1982540"/>
                  </a:lnTo>
                  <a:lnTo>
                    <a:pt x="3949364" y="1946368"/>
                  </a:lnTo>
                  <a:lnTo>
                    <a:pt x="3953643" y="1979363"/>
                  </a:lnTo>
                  <a:lnTo>
                    <a:pt x="3957921" y="1957454"/>
                  </a:lnTo>
                  <a:lnTo>
                    <a:pt x="3962200" y="1944603"/>
                  </a:lnTo>
                  <a:lnTo>
                    <a:pt x="3966479" y="1919913"/>
                  </a:lnTo>
                  <a:lnTo>
                    <a:pt x="3970758" y="1870633"/>
                  </a:lnTo>
                  <a:lnTo>
                    <a:pt x="3975037" y="1911931"/>
                  </a:lnTo>
                  <a:lnTo>
                    <a:pt x="3979316" y="1942319"/>
                  </a:lnTo>
                  <a:lnTo>
                    <a:pt x="3983595" y="1924375"/>
                  </a:lnTo>
                  <a:lnTo>
                    <a:pt x="3987874" y="2004647"/>
                  </a:lnTo>
                  <a:lnTo>
                    <a:pt x="3992153" y="2110814"/>
                  </a:lnTo>
                  <a:lnTo>
                    <a:pt x="3996432" y="2111476"/>
                  </a:lnTo>
                  <a:lnTo>
                    <a:pt x="4000711" y="2160130"/>
                  </a:lnTo>
                  <a:lnTo>
                    <a:pt x="4004990" y="2095859"/>
                  </a:lnTo>
                  <a:lnTo>
                    <a:pt x="4009268" y="2035607"/>
                  </a:lnTo>
                  <a:lnTo>
                    <a:pt x="4013547" y="2007918"/>
                  </a:lnTo>
                  <a:lnTo>
                    <a:pt x="4017826" y="2085811"/>
                  </a:lnTo>
                  <a:lnTo>
                    <a:pt x="4022105" y="2091076"/>
                  </a:lnTo>
                  <a:lnTo>
                    <a:pt x="4026384" y="2065687"/>
                  </a:lnTo>
                  <a:lnTo>
                    <a:pt x="4030663" y="2027609"/>
                  </a:lnTo>
                  <a:lnTo>
                    <a:pt x="4034942" y="2092674"/>
                  </a:lnTo>
                  <a:lnTo>
                    <a:pt x="4039221" y="2193728"/>
                  </a:lnTo>
                  <a:lnTo>
                    <a:pt x="4043500" y="2150357"/>
                  </a:lnTo>
                  <a:lnTo>
                    <a:pt x="4047779" y="2114295"/>
                  </a:lnTo>
                  <a:lnTo>
                    <a:pt x="4052058" y="2154439"/>
                  </a:lnTo>
                  <a:lnTo>
                    <a:pt x="4056337" y="2221684"/>
                  </a:lnTo>
                  <a:lnTo>
                    <a:pt x="4060616" y="2236317"/>
                  </a:lnTo>
                  <a:lnTo>
                    <a:pt x="4064894" y="2255280"/>
                  </a:lnTo>
                  <a:lnTo>
                    <a:pt x="4069173" y="2231545"/>
                  </a:lnTo>
                  <a:lnTo>
                    <a:pt x="4073452" y="2314964"/>
                  </a:lnTo>
                  <a:lnTo>
                    <a:pt x="4077731" y="2394724"/>
                  </a:lnTo>
                  <a:lnTo>
                    <a:pt x="4082010" y="2414954"/>
                  </a:lnTo>
                  <a:lnTo>
                    <a:pt x="4086289" y="2413405"/>
                  </a:lnTo>
                  <a:lnTo>
                    <a:pt x="4090568" y="2441780"/>
                  </a:lnTo>
                  <a:lnTo>
                    <a:pt x="4094847" y="2447755"/>
                  </a:lnTo>
                  <a:lnTo>
                    <a:pt x="4099126" y="2457163"/>
                  </a:lnTo>
                  <a:lnTo>
                    <a:pt x="4103405" y="2425456"/>
                  </a:lnTo>
                  <a:lnTo>
                    <a:pt x="4107684" y="2417999"/>
                  </a:lnTo>
                  <a:lnTo>
                    <a:pt x="4111963" y="2393332"/>
                  </a:lnTo>
                  <a:lnTo>
                    <a:pt x="4116241" y="2377936"/>
                  </a:lnTo>
                  <a:lnTo>
                    <a:pt x="4120520" y="2298707"/>
                  </a:lnTo>
                  <a:lnTo>
                    <a:pt x="4124799" y="2200254"/>
                  </a:lnTo>
                  <a:lnTo>
                    <a:pt x="4129078" y="2079419"/>
                  </a:lnTo>
                  <a:lnTo>
                    <a:pt x="4133357" y="2086186"/>
                  </a:lnTo>
                  <a:lnTo>
                    <a:pt x="4137636" y="2033951"/>
                  </a:lnTo>
                  <a:lnTo>
                    <a:pt x="4141915" y="1911393"/>
                  </a:lnTo>
                  <a:lnTo>
                    <a:pt x="4146194" y="1867348"/>
                  </a:lnTo>
                  <a:lnTo>
                    <a:pt x="4150473" y="1783389"/>
                  </a:lnTo>
                  <a:lnTo>
                    <a:pt x="4154752" y="1760913"/>
                  </a:lnTo>
                  <a:lnTo>
                    <a:pt x="4159031" y="1722523"/>
                  </a:lnTo>
                  <a:lnTo>
                    <a:pt x="4163310" y="1735665"/>
                  </a:lnTo>
                  <a:lnTo>
                    <a:pt x="4167589" y="1728682"/>
                  </a:lnTo>
                  <a:lnTo>
                    <a:pt x="4171867" y="1722893"/>
                  </a:lnTo>
                  <a:lnTo>
                    <a:pt x="4176146" y="1733065"/>
                  </a:lnTo>
                  <a:lnTo>
                    <a:pt x="4180425" y="1681415"/>
                  </a:lnTo>
                  <a:lnTo>
                    <a:pt x="4184704" y="1712815"/>
                  </a:lnTo>
                  <a:lnTo>
                    <a:pt x="4188983" y="1664411"/>
                  </a:lnTo>
                  <a:lnTo>
                    <a:pt x="4193262" y="1659085"/>
                  </a:lnTo>
                  <a:lnTo>
                    <a:pt x="4197541" y="1661983"/>
                  </a:lnTo>
                  <a:lnTo>
                    <a:pt x="4201820" y="1668957"/>
                  </a:lnTo>
                  <a:lnTo>
                    <a:pt x="4206099" y="1770977"/>
                  </a:lnTo>
                  <a:lnTo>
                    <a:pt x="4210378" y="1784562"/>
                  </a:lnTo>
                  <a:lnTo>
                    <a:pt x="4214657" y="1863110"/>
                  </a:lnTo>
                  <a:lnTo>
                    <a:pt x="4218936" y="2006052"/>
                  </a:lnTo>
                  <a:lnTo>
                    <a:pt x="4223214" y="2134892"/>
                  </a:lnTo>
                  <a:lnTo>
                    <a:pt x="4227493" y="2204709"/>
                  </a:lnTo>
                  <a:lnTo>
                    <a:pt x="4231772" y="2246146"/>
                  </a:lnTo>
                  <a:lnTo>
                    <a:pt x="4236051" y="2298552"/>
                  </a:lnTo>
                  <a:lnTo>
                    <a:pt x="4240330" y="2342991"/>
                  </a:lnTo>
                  <a:lnTo>
                    <a:pt x="4244609" y="2344844"/>
                  </a:lnTo>
                  <a:lnTo>
                    <a:pt x="4248888" y="2386985"/>
                  </a:lnTo>
                  <a:lnTo>
                    <a:pt x="4253167" y="2355257"/>
                  </a:lnTo>
                  <a:lnTo>
                    <a:pt x="4257446" y="2354472"/>
                  </a:lnTo>
                  <a:lnTo>
                    <a:pt x="4261725" y="2345784"/>
                  </a:lnTo>
                  <a:lnTo>
                    <a:pt x="4266004" y="2273964"/>
                  </a:lnTo>
                  <a:lnTo>
                    <a:pt x="4270283" y="2223201"/>
                  </a:lnTo>
                  <a:lnTo>
                    <a:pt x="4274562" y="2201160"/>
                  </a:lnTo>
                  <a:lnTo>
                    <a:pt x="4278840" y="2145051"/>
                  </a:lnTo>
                  <a:lnTo>
                    <a:pt x="4283119" y="2137021"/>
                  </a:lnTo>
                  <a:lnTo>
                    <a:pt x="4287398" y="2082619"/>
                  </a:lnTo>
                  <a:lnTo>
                    <a:pt x="4291677" y="1928836"/>
                  </a:lnTo>
                  <a:lnTo>
                    <a:pt x="4295956" y="1932810"/>
                  </a:lnTo>
                  <a:lnTo>
                    <a:pt x="4300235" y="1867969"/>
                  </a:lnTo>
                  <a:lnTo>
                    <a:pt x="4304514" y="1823181"/>
                  </a:lnTo>
                  <a:lnTo>
                    <a:pt x="4308793" y="1872699"/>
                  </a:lnTo>
                  <a:lnTo>
                    <a:pt x="4313072" y="1779681"/>
                  </a:lnTo>
                  <a:lnTo>
                    <a:pt x="4317351" y="1854881"/>
                  </a:lnTo>
                  <a:lnTo>
                    <a:pt x="4321630" y="1855726"/>
                  </a:lnTo>
                  <a:lnTo>
                    <a:pt x="4325909" y="1858638"/>
                  </a:lnTo>
                  <a:lnTo>
                    <a:pt x="4330187" y="1942387"/>
                  </a:lnTo>
                  <a:lnTo>
                    <a:pt x="4334466" y="2041802"/>
                  </a:lnTo>
                  <a:lnTo>
                    <a:pt x="4338745" y="2060717"/>
                  </a:lnTo>
                  <a:lnTo>
                    <a:pt x="4343024" y="2015183"/>
                  </a:lnTo>
                  <a:lnTo>
                    <a:pt x="4347303" y="1931587"/>
                  </a:lnTo>
                  <a:lnTo>
                    <a:pt x="4351582" y="1919436"/>
                  </a:lnTo>
                  <a:lnTo>
                    <a:pt x="4355861" y="1899436"/>
                  </a:lnTo>
                  <a:lnTo>
                    <a:pt x="4360140" y="1925272"/>
                  </a:lnTo>
                  <a:lnTo>
                    <a:pt x="4364419" y="1937010"/>
                  </a:lnTo>
                  <a:lnTo>
                    <a:pt x="4368698" y="1974014"/>
                  </a:lnTo>
                  <a:lnTo>
                    <a:pt x="4372977" y="1961786"/>
                  </a:lnTo>
                  <a:lnTo>
                    <a:pt x="4377256" y="1996344"/>
                  </a:lnTo>
                  <a:lnTo>
                    <a:pt x="4381535" y="2001362"/>
                  </a:lnTo>
                  <a:lnTo>
                    <a:pt x="4385813" y="2043325"/>
                  </a:lnTo>
                  <a:lnTo>
                    <a:pt x="4390092" y="2005085"/>
                  </a:lnTo>
                  <a:lnTo>
                    <a:pt x="4394371" y="2047570"/>
                  </a:lnTo>
                  <a:lnTo>
                    <a:pt x="4398650" y="2045051"/>
                  </a:lnTo>
                  <a:lnTo>
                    <a:pt x="4402929" y="2071091"/>
                  </a:lnTo>
                  <a:lnTo>
                    <a:pt x="4407208" y="2154486"/>
                  </a:lnTo>
                  <a:lnTo>
                    <a:pt x="4411487" y="2122172"/>
                  </a:lnTo>
                  <a:lnTo>
                    <a:pt x="4415766" y="2146006"/>
                  </a:lnTo>
                  <a:lnTo>
                    <a:pt x="4420045" y="2122526"/>
                  </a:lnTo>
                  <a:lnTo>
                    <a:pt x="4424324" y="2239747"/>
                  </a:lnTo>
                  <a:lnTo>
                    <a:pt x="4428603" y="2258870"/>
                  </a:lnTo>
                  <a:lnTo>
                    <a:pt x="4432882" y="2213014"/>
                  </a:lnTo>
                  <a:lnTo>
                    <a:pt x="4437160" y="2270716"/>
                  </a:lnTo>
                  <a:lnTo>
                    <a:pt x="4441439" y="2303659"/>
                  </a:lnTo>
                  <a:lnTo>
                    <a:pt x="4445718" y="2331595"/>
                  </a:lnTo>
                  <a:lnTo>
                    <a:pt x="4449997" y="2326941"/>
                  </a:lnTo>
                  <a:lnTo>
                    <a:pt x="4454276" y="2296569"/>
                  </a:lnTo>
                  <a:lnTo>
                    <a:pt x="4458555" y="2331515"/>
                  </a:lnTo>
                  <a:lnTo>
                    <a:pt x="4462834" y="2352063"/>
                  </a:lnTo>
                  <a:lnTo>
                    <a:pt x="4467113" y="2332464"/>
                  </a:lnTo>
                  <a:lnTo>
                    <a:pt x="4471392" y="2361487"/>
                  </a:lnTo>
                  <a:lnTo>
                    <a:pt x="4475671" y="2359669"/>
                  </a:lnTo>
                  <a:lnTo>
                    <a:pt x="4479950" y="2325104"/>
                  </a:lnTo>
                  <a:lnTo>
                    <a:pt x="4484229" y="2282668"/>
                  </a:lnTo>
                  <a:lnTo>
                    <a:pt x="4488507" y="2189257"/>
                  </a:lnTo>
                  <a:lnTo>
                    <a:pt x="4492786" y="2198761"/>
                  </a:lnTo>
                  <a:lnTo>
                    <a:pt x="4497065" y="2131554"/>
                  </a:lnTo>
                  <a:lnTo>
                    <a:pt x="4501344" y="2057635"/>
                  </a:lnTo>
                  <a:lnTo>
                    <a:pt x="4505623" y="2042494"/>
                  </a:lnTo>
                  <a:lnTo>
                    <a:pt x="4509902" y="2092644"/>
                  </a:lnTo>
                  <a:lnTo>
                    <a:pt x="4514181" y="2058088"/>
                  </a:lnTo>
                  <a:lnTo>
                    <a:pt x="4518460" y="2016457"/>
                  </a:lnTo>
                  <a:lnTo>
                    <a:pt x="4522739" y="1961788"/>
                  </a:lnTo>
                  <a:lnTo>
                    <a:pt x="4527018" y="2000111"/>
                  </a:lnTo>
                  <a:lnTo>
                    <a:pt x="4531297" y="2097203"/>
                  </a:lnTo>
                  <a:lnTo>
                    <a:pt x="4535576" y="2163192"/>
                  </a:lnTo>
                  <a:lnTo>
                    <a:pt x="4539855" y="2199426"/>
                  </a:lnTo>
                  <a:lnTo>
                    <a:pt x="4544133" y="2236327"/>
                  </a:lnTo>
                  <a:lnTo>
                    <a:pt x="4548412" y="2216056"/>
                  </a:lnTo>
                  <a:lnTo>
                    <a:pt x="4552691" y="2171125"/>
                  </a:lnTo>
                  <a:lnTo>
                    <a:pt x="4556970" y="2171712"/>
                  </a:lnTo>
                  <a:lnTo>
                    <a:pt x="4561249" y="2133668"/>
                  </a:lnTo>
                  <a:lnTo>
                    <a:pt x="4565528" y="2061618"/>
                  </a:lnTo>
                  <a:lnTo>
                    <a:pt x="4569807" y="1971798"/>
                  </a:lnTo>
                  <a:lnTo>
                    <a:pt x="4574086" y="1912599"/>
                  </a:lnTo>
                  <a:lnTo>
                    <a:pt x="4578365" y="1968948"/>
                  </a:lnTo>
                  <a:lnTo>
                    <a:pt x="4582644" y="1934629"/>
                  </a:lnTo>
                  <a:lnTo>
                    <a:pt x="4586923" y="2000026"/>
                  </a:lnTo>
                  <a:lnTo>
                    <a:pt x="4591202" y="2088798"/>
                  </a:lnTo>
                  <a:lnTo>
                    <a:pt x="4595480" y="2128256"/>
                  </a:lnTo>
                  <a:lnTo>
                    <a:pt x="4599759" y="2203123"/>
                  </a:lnTo>
                  <a:lnTo>
                    <a:pt x="4604038" y="2199874"/>
                  </a:lnTo>
                  <a:lnTo>
                    <a:pt x="4608317" y="2198065"/>
                  </a:lnTo>
                  <a:lnTo>
                    <a:pt x="4612596" y="2155019"/>
                  </a:lnTo>
                  <a:lnTo>
                    <a:pt x="4616875" y="2120208"/>
                  </a:lnTo>
                  <a:lnTo>
                    <a:pt x="4621154" y="2089651"/>
                  </a:lnTo>
                  <a:lnTo>
                    <a:pt x="4625433" y="2071634"/>
                  </a:lnTo>
                  <a:lnTo>
                    <a:pt x="4629712" y="2149626"/>
                  </a:lnTo>
                  <a:lnTo>
                    <a:pt x="4633991" y="2102916"/>
                  </a:lnTo>
                  <a:lnTo>
                    <a:pt x="4638270" y="2079298"/>
                  </a:lnTo>
                  <a:lnTo>
                    <a:pt x="4642549" y="2112647"/>
                  </a:lnTo>
                  <a:lnTo>
                    <a:pt x="4646828" y="2048370"/>
                  </a:lnTo>
                  <a:lnTo>
                    <a:pt x="4651106" y="2102994"/>
                  </a:lnTo>
                  <a:lnTo>
                    <a:pt x="4655385" y="2119709"/>
                  </a:lnTo>
                  <a:lnTo>
                    <a:pt x="4659664" y="2142833"/>
                  </a:lnTo>
                  <a:lnTo>
                    <a:pt x="4663943" y="2130000"/>
                  </a:lnTo>
                  <a:lnTo>
                    <a:pt x="4668222" y="2140480"/>
                  </a:lnTo>
                  <a:lnTo>
                    <a:pt x="4672501" y="2258079"/>
                  </a:lnTo>
                  <a:lnTo>
                    <a:pt x="4676780" y="2264807"/>
                  </a:lnTo>
                  <a:lnTo>
                    <a:pt x="4681059" y="2253377"/>
                  </a:lnTo>
                  <a:lnTo>
                    <a:pt x="4685338" y="2219249"/>
                  </a:lnTo>
                  <a:lnTo>
                    <a:pt x="4689617" y="2184965"/>
                  </a:lnTo>
                  <a:lnTo>
                    <a:pt x="4693896" y="2103648"/>
                  </a:lnTo>
                  <a:lnTo>
                    <a:pt x="4698175" y="2105832"/>
                  </a:lnTo>
                  <a:lnTo>
                    <a:pt x="4702453" y="2074136"/>
                  </a:lnTo>
                  <a:lnTo>
                    <a:pt x="4706732" y="2072019"/>
                  </a:lnTo>
                  <a:lnTo>
                    <a:pt x="4711011" y="1992214"/>
                  </a:lnTo>
                  <a:lnTo>
                    <a:pt x="4715290" y="2059141"/>
                  </a:lnTo>
                  <a:lnTo>
                    <a:pt x="4719569" y="2089738"/>
                  </a:lnTo>
                  <a:lnTo>
                    <a:pt x="4723848" y="2117421"/>
                  </a:lnTo>
                  <a:lnTo>
                    <a:pt x="4728127" y="2042811"/>
                  </a:lnTo>
                  <a:lnTo>
                    <a:pt x="4732406" y="2064066"/>
                  </a:lnTo>
                  <a:lnTo>
                    <a:pt x="4736685" y="2060007"/>
                  </a:lnTo>
                  <a:lnTo>
                    <a:pt x="4740964" y="2053252"/>
                  </a:lnTo>
                  <a:lnTo>
                    <a:pt x="4745243" y="2044309"/>
                  </a:lnTo>
                  <a:lnTo>
                    <a:pt x="4749522" y="2022653"/>
                  </a:lnTo>
                  <a:lnTo>
                    <a:pt x="4753801" y="2015297"/>
                  </a:lnTo>
                  <a:lnTo>
                    <a:pt x="4758079" y="2078316"/>
                  </a:lnTo>
                  <a:lnTo>
                    <a:pt x="4762358" y="2084149"/>
                  </a:lnTo>
                  <a:lnTo>
                    <a:pt x="4766637" y="2093089"/>
                  </a:lnTo>
                  <a:lnTo>
                    <a:pt x="4770916" y="2130376"/>
                  </a:lnTo>
                  <a:lnTo>
                    <a:pt x="4775195" y="2176793"/>
                  </a:lnTo>
                  <a:lnTo>
                    <a:pt x="4779474" y="2100859"/>
                  </a:lnTo>
                  <a:lnTo>
                    <a:pt x="4783753" y="2011712"/>
                  </a:lnTo>
                  <a:lnTo>
                    <a:pt x="4788032" y="2016432"/>
                  </a:lnTo>
                  <a:lnTo>
                    <a:pt x="4792311" y="2066577"/>
                  </a:lnTo>
                  <a:lnTo>
                    <a:pt x="4796590" y="2044827"/>
                  </a:lnTo>
                  <a:lnTo>
                    <a:pt x="4800869" y="2043138"/>
                  </a:lnTo>
                  <a:lnTo>
                    <a:pt x="4805148" y="2072677"/>
                  </a:lnTo>
                  <a:lnTo>
                    <a:pt x="4809426" y="2059573"/>
                  </a:lnTo>
                  <a:lnTo>
                    <a:pt x="4813705" y="2083431"/>
                  </a:lnTo>
                  <a:lnTo>
                    <a:pt x="4817984" y="2007135"/>
                  </a:lnTo>
                  <a:lnTo>
                    <a:pt x="4822263" y="2020027"/>
                  </a:lnTo>
                  <a:lnTo>
                    <a:pt x="4826542" y="2030473"/>
                  </a:lnTo>
                  <a:lnTo>
                    <a:pt x="4830821" y="2069657"/>
                  </a:lnTo>
                  <a:lnTo>
                    <a:pt x="4835100" y="2125180"/>
                  </a:lnTo>
                  <a:lnTo>
                    <a:pt x="4839379" y="2180627"/>
                  </a:lnTo>
                  <a:lnTo>
                    <a:pt x="4843658" y="2267538"/>
                  </a:lnTo>
                  <a:lnTo>
                    <a:pt x="4847937" y="2250013"/>
                  </a:lnTo>
                  <a:lnTo>
                    <a:pt x="4852216" y="2297360"/>
                  </a:lnTo>
                  <a:lnTo>
                    <a:pt x="4856495" y="2369232"/>
                  </a:lnTo>
                  <a:lnTo>
                    <a:pt x="4860774" y="2411955"/>
                  </a:lnTo>
                  <a:lnTo>
                    <a:pt x="4865052" y="2430162"/>
                  </a:lnTo>
                  <a:lnTo>
                    <a:pt x="4869331" y="2449713"/>
                  </a:lnTo>
                  <a:lnTo>
                    <a:pt x="4873610" y="2462731"/>
                  </a:lnTo>
                  <a:lnTo>
                    <a:pt x="4877889" y="2471385"/>
                  </a:lnTo>
                  <a:lnTo>
                    <a:pt x="4882168" y="2429201"/>
                  </a:lnTo>
                  <a:lnTo>
                    <a:pt x="4886447" y="2418572"/>
                  </a:lnTo>
                  <a:lnTo>
                    <a:pt x="4890726" y="2420653"/>
                  </a:lnTo>
                  <a:lnTo>
                    <a:pt x="4895005" y="2418501"/>
                  </a:lnTo>
                  <a:lnTo>
                    <a:pt x="4899284" y="2432008"/>
                  </a:lnTo>
                  <a:lnTo>
                    <a:pt x="4903563" y="2371787"/>
                  </a:lnTo>
                  <a:lnTo>
                    <a:pt x="4907842" y="2352131"/>
                  </a:lnTo>
                  <a:lnTo>
                    <a:pt x="4912121" y="2347276"/>
                  </a:lnTo>
                  <a:lnTo>
                    <a:pt x="4916399" y="2343866"/>
                  </a:lnTo>
                  <a:lnTo>
                    <a:pt x="4920678" y="2338270"/>
                  </a:lnTo>
                  <a:lnTo>
                    <a:pt x="4924957" y="2337238"/>
                  </a:lnTo>
                  <a:lnTo>
                    <a:pt x="4929236" y="2365642"/>
                  </a:lnTo>
                  <a:lnTo>
                    <a:pt x="4933515" y="2360509"/>
                  </a:lnTo>
                  <a:lnTo>
                    <a:pt x="4937794" y="2375407"/>
                  </a:lnTo>
                  <a:lnTo>
                    <a:pt x="4942073" y="2347881"/>
                  </a:lnTo>
                  <a:lnTo>
                    <a:pt x="4946352" y="2363620"/>
                  </a:lnTo>
                  <a:lnTo>
                    <a:pt x="4950631" y="2339708"/>
                  </a:lnTo>
                  <a:lnTo>
                    <a:pt x="4954910" y="2317465"/>
                  </a:lnTo>
                  <a:lnTo>
                    <a:pt x="4959189" y="2365261"/>
                  </a:lnTo>
                  <a:lnTo>
                    <a:pt x="4963468" y="2334525"/>
                  </a:lnTo>
                  <a:lnTo>
                    <a:pt x="4967747" y="2369318"/>
                  </a:lnTo>
                  <a:lnTo>
                    <a:pt x="4972025" y="2333055"/>
                  </a:lnTo>
                  <a:lnTo>
                    <a:pt x="4976304" y="2290017"/>
                  </a:lnTo>
                  <a:lnTo>
                    <a:pt x="4980583" y="2283136"/>
                  </a:lnTo>
                  <a:lnTo>
                    <a:pt x="4984862" y="2264953"/>
                  </a:lnTo>
                  <a:lnTo>
                    <a:pt x="4989141" y="2237917"/>
                  </a:lnTo>
                  <a:lnTo>
                    <a:pt x="4993420" y="2279561"/>
                  </a:lnTo>
                  <a:lnTo>
                    <a:pt x="4997699" y="2298481"/>
                  </a:lnTo>
                  <a:lnTo>
                    <a:pt x="5001978" y="2316787"/>
                  </a:lnTo>
                  <a:lnTo>
                    <a:pt x="5006257" y="2304462"/>
                  </a:lnTo>
                  <a:lnTo>
                    <a:pt x="5010536" y="2355419"/>
                  </a:lnTo>
                  <a:lnTo>
                    <a:pt x="5014815" y="2411526"/>
                  </a:lnTo>
                  <a:lnTo>
                    <a:pt x="5019094" y="2445145"/>
                  </a:lnTo>
                  <a:lnTo>
                    <a:pt x="5023372" y="2439904"/>
                  </a:lnTo>
                  <a:lnTo>
                    <a:pt x="5027651" y="2502150"/>
                  </a:lnTo>
                  <a:lnTo>
                    <a:pt x="5031930" y="2506923"/>
                  </a:lnTo>
                  <a:lnTo>
                    <a:pt x="5036209" y="2515700"/>
                  </a:lnTo>
                  <a:lnTo>
                    <a:pt x="5040488" y="2516332"/>
                  </a:lnTo>
                  <a:lnTo>
                    <a:pt x="5044767" y="2499773"/>
                  </a:lnTo>
                  <a:lnTo>
                    <a:pt x="5049046" y="2465757"/>
                  </a:lnTo>
                  <a:lnTo>
                    <a:pt x="5053325" y="2485898"/>
                  </a:lnTo>
                  <a:lnTo>
                    <a:pt x="5057604" y="2437708"/>
                  </a:lnTo>
                  <a:lnTo>
                    <a:pt x="5061883" y="2405264"/>
                  </a:lnTo>
                  <a:lnTo>
                    <a:pt x="5066162" y="2406201"/>
                  </a:lnTo>
                  <a:lnTo>
                    <a:pt x="5070441" y="2401638"/>
                  </a:lnTo>
                  <a:lnTo>
                    <a:pt x="5074720" y="2435293"/>
                  </a:lnTo>
                  <a:lnTo>
                    <a:pt x="5078998" y="2376993"/>
                  </a:lnTo>
                  <a:lnTo>
                    <a:pt x="5083277" y="2380966"/>
                  </a:lnTo>
                  <a:lnTo>
                    <a:pt x="5087556" y="2373118"/>
                  </a:lnTo>
                  <a:lnTo>
                    <a:pt x="5091835" y="2351409"/>
                  </a:lnTo>
                  <a:lnTo>
                    <a:pt x="5096114" y="2358136"/>
                  </a:lnTo>
                  <a:lnTo>
                    <a:pt x="5100393" y="2338177"/>
                  </a:lnTo>
                  <a:lnTo>
                    <a:pt x="5104672" y="2353576"/>
                  </a:lnTo>
                  <a:lnTo>
                    <a:pt x="5108951" y="2382518"/>
                  </a:lnTo>
                  <a:lnTo>
                    <a:pt x="5113230" y="2366186"/>
                  </a:lnTo>
                  <a:lnTo>
                    <a:pt x="5117509" y="2330804"/>
                  </a:lnTo>
                  <a:lnTo>
                    <a:pt x="5121788" y="2323730"/>
                  </a:lnTo>
                  <a:lnTo>
                    <a:pt x="5126067" y="2349974"/>
                  </a:lnTo>
                  <a:lnTo>
                    <a:pt x="5130345" y="2310910"/>
                  </a:lnTo>
                  <a:lnTo>
                    <a:pt x="5134624" y="2302129"/>
                  </a:lnTo>
                  <a:lnTo>
                    <a:pt x="5138903" y="2296081"/>
                  </a:lnTo>
                  <a:lnTo>
                    <a:pt x="5143182" y="2384037"/>
                  </a:lnTo>
                  <a:lnTo>
                    <a:pt x="5147461" y="2388299"/>
                  </a:lnTo>
                  <a:lnTo>
                    <a:pt x="5151740" y="2400833"/>
                  </a:lnTo>
                  <a:lnTo>
                    <a:pt x="5156019" y="2413655"/>
                  </a:lnTo>
                  <a:lnTo>
                    <a:pt x="5160298" y="2404091"/>
                  </a:lnTo>
                  <a:lnTo>
                    <a:pt x="5164577" y="2412220"/>
                  </a:lnTo>
                  <a:lnTo>
                    <a:pt x="5168856" y="2361569"/>
                  </a:lnTo>
                  <a:lnTo>
                    <a:pt x="5173135" y="2358324"/>
                  </a:lnTo>
                  <a:lnTo>
                    <a:pt x="5177414" y="2347314"/>
                  </a:lnTo>
                  <a:lnTo>
                    <a:pt x="5181693" y="2310199"/>
                  </a:lnTo>
                  <a:lnTo>
                    <a:pt x="5185971" y="2264682"/>
                  </a:lnTo>
                  <a:lnTo>
                    <a:pt x="5190250" y="2246978"/>
                  </a:lnTo>
                  <a:lnTo>
                    <a:pt x="5194529" y="2221426"/>
                  </a:lnTo>
                  <a:lnTo>
                    <a:pt x="5198808" y="2255245"/>
                  </a:lnTo>
                  <a:lnTo>
                    <a:pt x="5203087" y="2213073"/>
                  </a:lnTo>
                  <a:lnTo>
                    <a:pt x="5207366" y="2230111"/>
                  </a:lnTo>
                  <a:lnTo>
                    <a:pt x="5211645" y="2154866"/>
                  </a:lnTo>
                  <a:lnTo>
                    <a:pt x="5215924" y="2145586"/>
                  </a:lnTo>
                  <a:lnTo>
                    <a:pt x="5220203" y="2167970"/>
                  </a:lnTo>
                  <a:lnTo>
                    <a:pt x="5224482" y="2137731"/>
                  </a:lnTo>
                  <a:lnTo>
                    <a:pt x="5228761" y="2112415"/>
                  </a:lnTo>
                  <a:lnTo>
                    <a:pt x="5233040" y="2137591"/>
                  </a:lnTo>
                  <a:lnTo>
                    <a:pt x="5237318" y="2153119"/>
                  </a:lnTo>
                  <a:lnTo>
                    <a:pt x="5241597" y="2143540"/>
                  </a:lnTo>
                  <a:lnTo>
                    <a:pt x="5245876" y="2096226"/>
                  </a:lnTo>
                  <a:lnTo>
                    <a:pt x="5250155" y="2103238"/>
                  </a:lnTo>
                  <a:lnTo>
                    <a:pt x="5254434" y="2120464"/>
                  </a:lnTo>
                  <a:lnTo>
                    <a:pt x="5258713" y="2147653"/>
                  </a:lnTo>
                  <a:lnTo>
                    <a:pt x="5262992" y="2157458"/>
                  </a:lnTo>
                  <a:lnTo>
                    <a:pt x="5267271" y="2096405"/>
                  </a:lnTo>
                  <a:lnTo>
                    <a:pt x="5271550" y="2141528"/>
                  </a:lnTo>
                  <a:lnTo>
                    <a:pt x="5275829" y="2083820"/>
                  </a:lnTo>
                  <a:lnTo>
                    <a:pt x="5280108" y="2101439"/>
                  </a:lnTo>
                  <a:lnTo>
                    <a:pt x="5284387" y="2097073"/>
                  </a:lnTo>
                  <a:lnTo>
                    <a:pt x="5288666" y="2060147"/>
                  </a:lnTo>
                  <a:lnTo>
                    <a:pt x="5292944" y="2181267"/>
                  </a:lnTo>
                  <a:lnTo>
                    <a:pt x="5297223" y="2076345"/>
                  </a:lnTo>
                  <a:lnTo>
                    <a:pt x="5301502" y="2141675"/>
                  </a:lnTo>
                  <a:lnTo>
                    <a:pt x="5305781" y="2169358"/>
                  </a:lnTo>
                  <a:lnTo>
                    <a:pt x="5310060" y="2179667"/>
                  </a:lnTo>
                  <a:lnTo>
                    <a:pt x="5314339" y="2213632"/>
                  </a:lnTo>
                  <a:lnTo>
                    <a:pt x="5318618" y="2198421"/>
                  </a:lnTo>
                  <a:lnTo>
                    <a:pt x="5322897" y="2286222"/>
                  </a:lnTo>
                  <a:lnTo>
                    <a:pt x="5327176" y="2290807"/>
                  </a:lnTo>
                  <a:lnTo>
                    <a:pt x="5331455" y="2230646"/>
                  </a:lnTo>
                  <a:lnTo>
                    <a:pt x="5335734" y="2228227"/>
                  </a:lnTo>
                  <a:lnTo>
                    <a:pt x="5340013" y="2223961"/>
                  </a:lnTo>
                  <a:lnTo>
                    <a:pt x="5344291" y="2278402"/>
                  </a:lnTo>
                  <a:lnTo>
                    <a:pt x="5348570" y="2236517"/>
                  </a:lnTo>
                  <a:lnTo>
                    <a:pt x="5352849" y="2155104"/>
                  </a:lnTo>
                  <a:lnTo>
                    <a:pt x="5357128" y="2154262"/>
                  </a:lnTo>
                  <a:lnTo>
                    <a:pt x="5361407" y="2086160"/>
                  </a:lnTo>
                  <a:lnTo>
                    <a:pt x="5365686" y="2075508"/>
                  </a:lnTo>
                  <a:lnTo>
                    <a:pt x="5369965" y="2075600"/>
                  </a:lnTo>
                  <a:lnTo>
                    <a:pt x="5374244" y="2073665"/>
                  </a:lnTo>
                  <a:lnTo>
                    <a:pt x="5378523" y="2103473"/>
                  </a:lnTo>
                  <a:lnTo>
                    <a:pt x="5382802" y="2112656"/>
                  </a:lnTo>
                  <a:lnTo>
                    <a:pt x="5387081" y="2111372"/>
                  </a:lnTo>
                  <a:lnTo>
                    <a:pt x="5391360" y="2092366"/>
                  </a:lnTo>
                  <a:lnTo>
                    <a:pt x="5395639" y="2080758"/>
                  </a:lnTo>
                  <a:lnTo>
                    <a:pt x="5399917" y="2073864"/>
                  </a:lnTo>
                  <a:lnTo>
                    <a:pt x="5404196" y="2115460"/>
                  </a:lnTo>
                  <a:lnTo>
                    <a:pt x="5408475" y="2145612"/>
                  </a:lnTo>
                  <a:lnTo>
                    <a:pt x="5412754" y="2152867"/>
                  </a:lnTo>
                  <a:lnTo>
                    <a:pt x="5417033" y="2183378"/>
                  </a:lnTo>
                  <a:lnTo>
                    <a:pt x="5421312" y="2203947"/>
                  </a:lnTo>
                  <a:lnTo>
                    <a:pt x="5425591" y="2188509"/>
                  </a:lnTo>
                  <a:lnTo>
                    <a:pt x="5429870" y="2207019"/>
                  </a:lnTo>
                  <a:lnTo>
                    <a:pt x="5434149" y="2203058"/>
                  </a:lnTo>
                  <a:lnTo>
                    <a:pt x="5438428" y="2184367"/>
                  </a:lnTo>
                  <a:lnTo>
                    <a:pt x="5442707" y="2241979"/>
                  </a:lnTo>
                  <a:lnTo>
                    <a:pt x="5446986" y="2230475"/>
                  </a:lnTo>
                  <a:lnTo>
                    <a:pt x="5451264" y="2281664"/>
                  </a:lnTo>
                  <a:lnTo>
                    <a:pt x="5455543" y="2239214"/>
                  </a:lnTo>
                  <a:lnTo>
                    <a:pt x="5459822" y="2255945"/>
                  </a:lnTo>
                  <a:lnTo>
                    <a:pt x="5464101" y="2273089"/>
                  </a:lnTo>
                  <a:lnTo>
                    <a:pt x="5468380" y="2268272"/>
                  </a:lnTo>
                  <a:lnTo>
                    <a:pt x="5472659" y="2272748"/>
                  </a:lnTo>
                  <a:lnTo>
                    <a:pt x="5476938" y="2275962"/>
                  </a:lnTo>
                  <a:lnTo>
                    <a:pt x="5481217" y="2280731"/>
                  </a:lnTo>
                  <a:lnTo>
                    <a:pt x="5485496" y="2225943"/>
                  </a:lnTo>
                  <a:lnTo>
                    <a:pt x="5489775" y="2204973"/>
                  </a:lnTo>
                  <a:lnTo>
                    <a:pt x="5494054" y="2188437"/>
                  </a:lnTo>
                  <a:lnTo>
                    <a:pt x="5498333" y="2201287"/>
                  </a:lnTo>
                  <a:lnTo>
                    <a:pt x="5502612" y="2235474"/>
                  </a:lnTo>
                  <a:lnTo>
                    <a:pt x="5506890" y="2210741"/>
                  </a:lnTo>
                  <a:lnTo>
                    <a:pt x="5511169" y="2155396"/>
                  </a:lnTo>
                  <a:lnTo>
                    <a:pt x="5515448" y="2225781"/>
                  </a:lnTo>
                  <a:lnTo>
                    <a:pt x="5519727" y="2286699"/>
                  </a:lnTo>
                  <a:lnTo>
                    <a:pt x="5524006" y="2255619"/>
                  </a:lnTo>
                  <a:lnTo>
                    <a:pt x="5528285" y="2218104"/>
                  </a:lnTo>
                  <a:lnTo>
                    <a:pt x="5532564" y="2218859"/>
                  </a:lnTo>
                  <a:lnTo>
                    <a:pt x="5536843" y="2225288"/>
                  </a:lnTo>
                  <a:lnTo>
                    <a:pt x="5541122" y="2211899"/>
                  </a:lnTo>
                  <a:lnTo>
                    <a:pt x="5545401" y="2163104"/>
                  </a:lnTo>
                  <a:lnTo>
                    <a:pt x="5549680" y="2156051"/>
                  </a:lnTo>
                  <a:lnTo>
                    <a:pt x="5553959" y="2135319"/>
                  </a:lnTo>
                  <a:lnTo>
                    <a:pt x="5558237" y="2091836"/>
                  </a:lnTo>
                  <a:lnTo>
                    <a:pt x="5562516" y="2146143"/>
                  </a:lnTo>
                  <a:lnTo>
                    <a:pt x="5566795" y="2140916"/>
                  </a:lnTo>
                  <a:lnTo>
                    <a:pt x="5571074" y="2207599"/>
                  </a:lnTo>
                  <a:lnTo>
                    <a:pt x="5575353" y="2247228"/>
                  </a:lnTo>
                  <a:lnTo>
                    <a:pt x="5579632" y="2203168"/>
                  </a:lnTo>
                  <a:lnTo>
                    <a:pt x="5583911" y="2183475"/>
                  </a:lnTo>
                  <a:lnTo>
                    <a:pt x="5588190" y="2179141"/>
                  </a:lnTo>
                  <a:lnTo>
                    <a:pt x="5592469" y="2182234"/>
                  </a:lnTo>
                  <a:lnTo>
                    <a:pt x="5596748" y="2146980"/>
                  </a:lnTo>
                  <a:lnTo>
                    <a:pt x="5601027" y="2140251"/>
                  </a:lnTo>
                  <a:lnTo>
                    <a:pt x="5605306" y="2146063"/>
                  </a:lnTo>
                  <a:lnTo>
                    <a:pt x="5609585" y="2157127"/>
                  </a:lnTo>
                  <a:lnTo>
                    <a:pt x="5613863" y="2165497"/>
                  </a:lnTo>
                  <a:lnTo>
                    <a:pt x="5618142" y="2207832"/>
                  </a:lnTo>
                  <a:lnTo>
                    <a:pt x="5622421" y="2264674"/>
                  </a:lnTo>
                  <a:lnTo>
                    <a:pt x="5626700" y="2304690"/>
                  </a:lnTo>
                  <a:lnTo>
                    <a:pt x="5630979" y="2361986"/>
                  </a:lnTo>
                  <a:lnTo>
                    <a:pt x="5635258" y="2324837"/>
                  </a:lnTo>
                  <a:lnTo>
                    <a:pt x="5639537" y="2343817"/>
                  </a:lnTo>
                  <a:lnTo>
                    <a:pt x="5643816" y="2352803"/>
                  </a:lnTo>
                  <a:lnTo>
                    <a:pt x="5648095" y="2370020"/>
                  </a:lnTo>
                  <a:lnTo>
                    <a:pt x="5652374" y="2384150"/>
                  </a:lnTo>
                  <a:lnTo>
                    <a:pt x="5656653" y="2365250"/>
                  </a:lnTo>
                  <a:lnTo>
                    <a:pt x="5660932" y="2352150"/>
                  </a:lnTo>
                  <a:lnTo>
                    <a:pt x="5665210" y="2357334"/>
                  </a:lnTo>
                  <a:lnTo>
                    <a:pt x="5669489" y="2340205"/>
                  </a:lnTo>
                  <a:lnTo>
                    <a:pt x="5673768" y="2340011"/>
                  </a:lnTo>
                  <a:lnTo>
                    <a:pt x="5678047" y="2338073"/>
                  </a:lnTo>
                  <a:lnTo>
                    <a:pt x="5682326" y="2367674"/>
                  </a:lnTo>
                  <a:lnTo>
                    <a:pt x="5686605" y="2360895"/>
                  </a:lnTo>
                  <a:lnTo>
                    <a:pt x="5690884" y="2336774"/>
                  </a:lnTo>
                  <a:lnTo>
                    <a:pt x="5695163" y="2344651"/>
                  </a:lnTo>
                  <a:lnTo>
                    <a:pt x="5699442" y="2387832"/>
                  </a:lnTo>
                  <a:lnTo>
                    <a:pt x="5703721" y="2328798"/>
                  </a:lnTo>
                  <a:lnTo>
                    <a:pt x="5708000" y="2306773"/>
                  </a:lnTo>
                  <a:lnTo>
                    <a:pt x="5712279" y="2312092"/>
                  </a:lnTo>
                  <a:lnTo>
                    <a:pt x="5716558" y="2364465"/>
                  </a:lnTo>
                  <a:lnTo>
                    <a:pt x="5720836" y="2382581"/>
                  </a:lnTo>
                  <a:lnTo>
                    <a:pt x="5725115" y="2390561"/>
                  </a:lnTo>
                  <a:lnTo>
                    <a:pt x="5729394" y="2387771"/>
                  </a:lnTo>
                  <a:lnTo>
                    <a:pt x="5733673" y="2380307"/>
                  </a:lnTo>
                  <a:lnTo>
                    <a:pt x="5737952" y="2421582"/>
                  </a:lnTo>
                  <a:lnTo>
                    <a:pt x="5742231" y="2410880"/>
                  </a:lnTo>
                  <a:lnTo>
                    <a:pt x="5746510" y="2424303"/>
                  </a:lnTo>
                  <a:lnTo>
                    <a:pt x="5750789" y="2455721"/>
                  </a:lnTo>
                  <a:lnTo>
                    <a:pt x="5755068" y="2466446"/>
                  </a:lnTo>
                  <a:lnTo>
                    <a:pt x="5759347" y="2465121"/>
                  </a:lnTo>
                  <a:lnTo>
                    <a:pt x="5763626" y="2467089"/>
                  </a:lnTo>
                  <a:lnTo>
                    <a:pt x="5767905" y="2490665"/>
                  </a:lnTo>
                  <a:lnTo>
                    <a:pt x="5772183" y="2473185"/>
                  </a:lnTo>
                  <a:lnTo>
                    <a:pt x="5776462" y="2494277"/>
                  </a:lnTo>
                  <a:lnTo>
                    <a:pt x="5780741" y="2478596"/>
                  </a:lnTo>
                  <a:lnTo>
                    <a:pt x="5785020" y="2426973"/>
                  </a:lnTo>
                  <a:lnTo>
                    <a:pt x="5789299" y="2410273"/>
                  </a:lnTo>
                  <a:lnTo>
                    <a:pt x="5793578" y="2367767"/>
                  </a:lnTo>
                  <a:lnTo>
                    <a:pt x="5797857" y="2371439"/>
                  </a:lnTo>
                  <a:lnTo>
                    <a:pt x="5802136" y="2377692"/>
                  </a:lnTo>
                  <a:lnTo>
                    <a:pt x="5806415" y="2292515"/>
                  </a:lnTo>
                  <a:lnTo>
                    <a:pt x="5810694" y="2309339"/>
                  </a:lnTo>
                  <a:lnTo>
                    <a:pt x="5814973" y="2262143"/>
                  </a:lnTo>
                  <a:lnTo>
                    <a:pt x="5819252" y="2259279"/>
                  </a:lnTo>
                  <a:lnTo>
                    <a:pt x="5823531" y="2266070"/>
                  </a:lnTo>
                  <a:lnTo>
                    <a:pt x="5827809" y="2192488"/>
                  </a:lnTo>
                  <a:lnTo>
                    <a:pt x="5832088" y="2200197"/>
                  </a:lnTo>
                  <a:lnTo>
                    <a:pt x="5836367" y="2228312"/>
                  </a:lnTo>
                  <a:lnTo>
                    <a:pt x="5840646" y="2179985"/>
                  </a:lnTo>
                  <a:lnTo>
                    <a:pt x="5844925" y="2255719"/>
                  </a:lnTo>
                  <a:lnTo>
                    <a:pt x="5849204" y="2206170"/>
                  </a:lnTo>
                  <a:lnTo>
                    <a:pt x="5853483" y="2212458"/>
                  </a:lnTo>
                  <a:lnTo>
                    <a:pt x="5857762" y="2265196"/>
                  </a:lnTo>
                  <a:lnTo>
                    <a:pt x="5862041" y="2290760"/>
                  </a:lnTo>
                  <a:lnTo>
                    <a:pt x="5866320" y="2331098"/>
                  </a:lnTo>
                  <a:lnTo>
                    <a:pt x="5870599" y="2351350"/>
                  </a:lnTo>
                  <a:lnTo>
                    <a:pt x="5874878" y="2360136"/>
                  </a:lnTo>
                  <a:lnTo>
                    <a:pt x="5879156" y="2388496"/>
                  </a:lnTo>
                  <a:lnTo>
                    <a:pt x="5883435" y="2457588"/>
                  </a:lnTo>
                  <a:lnTo>
                    <a:pt x="5887714" y="2408739"/>
                  </a:lnTo>
                  <a:lnTo>
                    <a:pt x="5891993" y="2430066"/>
                  </a:lnTo>
                  <a:lnTo>
                    <a:pt x="5896272" y="2425171"/>
                  </a:lnTo>
                  <a:lnTo>
                    <a:pt x="5900551" y="2437364"/>
                  </a:lnTo>
                  <a:lnTo>
                    <a:pt x="5904830" y="2435687"/>
                  </a:lnTo>
                  <a:lnTo>
                    <a:pt x="5909109" y="2406896"/>
                  </a:lnTo>
                  <a:lnTo>
                    <a:pt x="5913388" y="2402914"/>
                  </a:lnTo>
                  <a:lnTo>
                    <a:pt x="5917667" y="2405376"/>
                  </a:lnTo>
                  <a:lnTo>
                    <a:pt x="5921946" y="2408503"/>
                  </a:lnTo>
                  <a:lnTo>
                    <a:pt x="5926225" y="2405323"/>
                  </a:lnTo>
                  <a:lnTo>
                    <a:pt x="5930504" y="2349265"/>
                  </a:lnTo>
                  <a:lnTo>
                    <a:pt x="5934782" y="2358921"/>
                  </a:lnTo>
                  <a:lnTo>
                    <a:pt x="5939061" y="2399886"/>
                  </a:lnTo>
                  <a:lnTo>
                    <a:pt x="5943340" y="2433965"/>
                  </a:lnTo>
                  <a:lnTo>
                    <a:pt x="5947619" y="2447248"/>
                  </a:lnTo>
                  <a:lnTo>
                    <a:pt x="5951898" y="2422268"/>
                  </a:lnTo>
                  <a:lnTo>
                    <a:pt x="5956177" y="2402661"/>
                  </a:lnTo>
                  <a:lnTo>
                    <a:pt x="5960456" y="2386076"/>
                  </a:lnTo>
                  <a:lnTo>
                    <a:pt x="5964735" y="2368031"/>
                  </a:lnTo>
                  <a:lnTo>
                    <a:pt x="5969014" y="2315559"/>
                  </a:lnTo>
                  <a:lnTo>
                    <a:pt x="5973293" y="2261730"/>
                  </a:lnTo>
                  <a:lnTo>
                    <a:pt x="5977572" y="2270610"/>
                  </a:lnTo>
                  <a:lnTo>
                    <a:pt x="5981851" y="2278867"/>
                  </a:lnTo>
                  <a:lnTo>
                    <a:pt x="5986129" y="2250439"/>
                  </a:lnTo>
                  <a:lnTo>
                    <a:pt x="5990408" y="2208163"/>
                  </a:lnTo>
                  <a:lnTo>
                    <a:pt x="5994687" y="2254821"/>
                  </a:lnTo>
                  <a:lnTo>
                    <a:pt x="5998966" y="2241890"/>
                  </a:lnTo>
                  <a:lnTo>
                    <a:pt x="6003245" y="2277720"/>
                  </a:lnTo>
                  <a:lnTo>
                    <a:pt x="6007524" y="2325347"/>
                  </a:lnTo>
                  <a:lnTo>
                    <a:pt x="6011803" y="2292094"/>
                  </a:lnTo>
                  <a:lnTo>
                    <a:pt x="6016082" y="2318458"/>
                  </a:lnTo>
                  <a:lnTo>
                    <a:pt x="6020361" y="2303178"/>
                  </a:lnTo>
                  <a:lnTo>
                    <a:pt x="6024640" y="2323259"/>
                  </a:lnTo>
                  <a:lnTo>
                    <a:pt x="6028919" y="2350077"/>
                  </a:lnTo>
                  <a:lnTo>
                    <a:pt x="6033198" y="2385315"/>
                  </a:lnTo>
                  <a:lnTo>
                    <a:pt x="6037477" y="2384207"/>
                  </a:lnTo>
                  <a:lnTo>
                    <a:pt x="6041755" y="2382548"/>
                  </a:lnTo>
                  <a:lnTo>
                    <a:pt x="6046034" y="2378524"/>
                  </a:lnTo>
                  <a:lnTo>
                    <a:pt x="6050313" y="2339593"/>
                  </a:lnTo>
                  <a:lnTo>
                    <a:pt x="6054592" y="2309713"/>
                  </a:lnTo>
                  <a:lnTo>
                    <a:pt x="6058871" y="2292816"/>
                  </a:lnTo>
                  <a:lnTo>
                    <a:pt x="6063150" y="2294179"/>
                  </a:lnTo>
                  <a:lnTo>
                    <a:pt x="6067429" y="2280442"/>
                  </a:lnTo>
                  <a:lnTo>
                    <a:pt x="6071708" y="2293130"/>
                  </a:lnTo>
                  <a:lnTo>
                    <a:pt x="6075987" y="2335072"/>
                  </a:lnTo>
                  <a:lnTo>
                    <a:pt x="6080266" y="2337116"/>
                  </a:lnTo>
                  <a:lnTo>
                    <a:pt x="6084545" y="2390474"/>
                  </a:lnTo>
                  <a:lnTo>
                    <a:pt x="6088824" y="2357542"/>
                  </a:lnTo>
                  <a:lnTo>
                    <a:pt x="6093102" y="2360540"/>
                  </a:lnTo>
                  <a:lnTo>
                    <a:pt x="6097381" y="2333800"/>
                  </a:lnTo>
                  <a:lnTo>
                    <a:pt x="6101660" y="2305890"/>
                  </a:lnTo>
                  <a:lnTo>
                    <a:pt x="6105939" y="2339134"/>
                  </a:lnTo>
                  <a:lnTo>
                    <a:pt x="6110218" y="2331386"/>
                  </a:lnTo>
                  <a:lnTo>
                    <a:pt x="6114497" y="2354790"/>
                  </a:lnTo>
                  <a:lnTo>
                    <a:pt x="6118776" y="2352339"/>
                  </a:lnTo>
                  <a:lnTo>
                    <a:pt x="6123055" y="2384713"/>
                  </a:lnTo>
                  <a:lnTo>
                    <a:pt x="6127334" y="2395458"/>
                  </a:lnTo>
                  <a:lnTo>
                    <a:pt x="6131613" y="2395826"/>
                  </a:lnTo>
                  <a:lnTo>
                    <a:pt x="6135892" y="2403560"/>
                  </a:lnTo>
                  <a:lnTo>
                    <a:pt x="6140171" y="2407144"/>
                  </a:lnTo>
                  <a:lnTo>
                    <a:pt x="6144450" y="2399137"/>
                  </a:lnTo>
                  <a:lnTo>
                    <a:pt x="6148728" y="2358876"/>
                  </a:lnTo>
                  <a:lnTo>
                    <a:pt x="6153007" y="2314285"/>
                  </a:lnTo>
                  <a:lnTo>
                    <a:pt x="6157286" y="2324488"/>
                  </a:lnTo>
                  <a:lnTo>
                    <a:pt x="6161565" y="2340598"/>
                  </a:lnTo>
                  <a:lnTo>
                    <a:pt x="6165844" y="2298995"/>
                  </a:lnTo>
                  <a:lnTo>
                    <a:pt x="6170123" y="2302052"/>
                  </a:lnTo>
                  <a:lnTo>
                    <a:pt x="6174402" y="2293121"/>
                  </a:lnTo>
                  <a:lnTo>
                    <a:pt x="6178681" y="2354620"/>
                  </a:lnTo>
                  <a:lnTo>
                    <a:pt x="6182960" y="2342097"/>
                  </a:lnTo>
                  <a:lnTo>
                    <a:pt x="6187239" y="2310825"/>
                  </a:lnTo>
                  <a:lnTo>
                    <a:pt x="6191518" y="2256574"/>
                  </a:lnTo>
                  <a:lnTo>
                    <a:pt x="6195797" y="2237361"/>
                  </a:lnTo>
                  <a:lnTo>
                    <a:pt x="6200075" y="2267520"/>
                  </a:lnTo>
                  <a:lnTo>
                    <a:pt x="6204354" y="2251733"/>
                  </a:lnTo>
                  <a:lnTo>
                    <a:pt x="6208633" y="2189195"/>
                  </a:lnTo>
                  <a:lnTo>
                    <a:pt x="6212912" y="2187732"/>
                  </a:lnTo>
                  <a:lnTo>
                    <a:pt x="6217191" y="2204577"/>
                  </a:lnTo>
                  <a:lnTo>
                    <a:pt x="6221470" y="2235521"/>
                  </a:lnTo>
                  <a:lnTo>
                    <a:pt x="6225749" y="2154328"/>
                  </a:lnTo>
                  <a:lnTo>
                    <a:pt x="6230028" y="2092709"/>
                  </a:lnTo>
                  <a:lnTo>
                    <a:pt x="6234307" y="2159836"/>
                  </a:lnTo>
                  <a:lnTo>
                    <a:pt x="6238586" y="2168842"/>
                  </a:lnTo>
                  <a:lnTo>
                    <a:pt x="6242865" y="2106107"/>
                  </a:lnTo>
                  <a:lnTo>
                    <a:pt x="6247144" y="2089899"/>
                  </a:lnTo>
                  <a:lnTo>
                    <a:pt x="6251423" y="2088515"/>
                  </a:lnTo>
                  <a:lnTo>
                    <a:pt x="6255701" y="2099205"/>
                  </a:lnTo>
                  <a:lnTo>
                    <a:pt x="6259980" y="2112130"/>
                  </a:lnTo>
                  <a:lnTo>
                    <a:pt x="6264259" y="2082421"/>
                  </a:lnTo>
                  <a:lnTo>
                    <a:pt x="6268538" y="2145079"/>
                  </a:lnTo>
                  <a:lnTo>
                    <a:pt x="6272817" y="2167672"/>
                  </a:lnTo>
                  <a:lnTo>
                    <a:pt x="6277096" y="2184838"/>
                  </a:lnTo>
                  <a:lnTo>
                    <a:pt x="6281375" y="2205388"/>
                  </a:lnTo>
                  <a:lnTo>
                    <a:pt x="6285654" y="2250227"/>
                  </a:lnTo>
                  <a:lnTo>
                    <a:pt x="6289933" y="2289373"/>
                  </a:lnTo>
                  <a:lnTo>
                    <a:pt x="6294212" y="2291866"/>
                  </a:lnTo>
                  <a:lnTo>
                    <a:pt x="6298491" y="2332679"/>
                  </a:lnTo>
                  <a:lnTo>
                    <a:pt x="6302770" y="2355006"/>
                  </a:lnTo>
                  <a:lnTo>
                    <a:pt x="6307048" y="2362503"/>
                  </a:lnTo>
                  <a:lnTo>
                    <a:pt x="6311327" y="2382641"/>
                  </a:lnTo>
                  <a:lnTo>
                    <a:pt x="6315606" y="2399945"/>
                  </a:lnTo>
                  <a:lnTo>
                    <a:pt x="6319885" y="2435053"/>
                  </a:lnTo>
                  <a:lnTo>
                    <a:pt x="6324164" y="2380932"/>
                  </a:lnTo>
                  <a:lnTo>
                    <a:pt x="6328443" y="2390033"/>
                  </a:lnTo>
                  <a:lnTo>
                    <a:pt x="6332722" y="2351437"/>
                  </a:lnTo>
                  <a:lnTo>
                    <a:pt x="6337001" y="2335771"/>
                  </a:lnTo>
                  <a:lnTo>
                    <a:pt x="6341280" y="2336018"/>
                  </a:lnTo>
                  <a:lnTo>
                    <a:pt x="6345559" y="2327802"/>
                  </a:lnTo>
                  <a:lnTo>
                    <a:pt x="6349838" y="2327136"/>
                  </a:lnTo>
                  <a:lnTo>
                    <a:pt x="6354117" y="2327527"/>
                  </a:lnTo>
                  <a:lnTo>
                    <a:pt x="6358396" y="2311537"/>
                  </a:lnTo>
                  <a:lnTo>
                    <a:pt x="6362674" y="2334640"/>
                  </a:lnTo>
                  <a:lnTo>
                    <a:pt x="6366953" y="2285722"/>
                  </a:lnTo>
                  <a:lnTo>
                    <a:pt x="6371232" y="2256976"/>
                  </a:lnTo>
                  <a:lnTo>
                    <a:pt x="6375511" y="2247154"/>
                  </a:lnTo>
                  <a:lnTo>
                    <a:pt x="6379790" y="2265630"/>
                  </a:lnTo>
                  <a:lnTo>
                    <a:pt x="6384069" y="2309892"/>
                  </a:lnTo>
                  <a:lnTo>
                    <a:pt x="6388348" y="2333922"/>
                  </a:lnTo>
                  <a:lnTo>
                    <a:pt x="6392627" y="2279536"/>
                  </a:lnTo>
                  <a:lnTo>
                    <a:pt x="6396906" y="2269890"/>
                  </a:lnTo>
                  <a:lnTo>
                    <a:pt x="6401185" y="2264248"/>
                  </a:lnTo>
                  <a:lnTo>
                    <a:pt x="6405464" y="2260257"/>
                  </a:lnTo>
                  <a:lnTo>
                    <a:pt x="6409743" y="2284772"/>
                  </a:lnTo>
                  <a:lnTo>
                    <a:pt x="6414021" y="2313592"/>
                  </a:lnTo>
                  <a:lnTo>
                    <a:pt x="6418300" y="2341386"/>
                  </a:lnTo>
                  <a:lnTo>
                    <a:pt x="6422579" y="2344584"/>
                  </a:lnTo>
                  <a:lnTo>
                    <a:pt x="6426858" y="2377527"/>
                  </a:lnTo>
                  <a:lnTo>
                    <a:pt x="6431137" y="2374733"/>
                  </a:lnTo>
                  <a:lnTo>
                    <a:pt x="6435416" y="2372361"/>
                  </a:lnTo>
                  <a:lnTo>
                    <a:pt x="6439695" y="2413941"/>
                  </a:lnTo>
                  <a:lnTo>
                    <a:pt x="6443974" y="2436192"/>
                  </a:lnTo>
                  <a:lnTo>
                    <a:pt x="6448253" y="2470650"/>
                  </a:lnTo>
                  <a:lnTo>
                    <a:pt x="6452532" y="2440163"/>
                  </a:lnTo>
                  <a:lnTo>
                    <a:pt x="6456811" y="2470166"/>
                  </a:lnTo>
                  <a:lnTo>
                    <a:pt x="6461090" y="2502495"/>
                  </a:lnTo>
                  <a:lnTo>
                    <a:pt x="6465369" y="2469214"/>
                  </a:lnTo>
                  <a:lnTo>
                    <a:pt x="6469647" y="2492201"/>
                  </a:lnTo>
                  <a:lnTo>
                    <a:pt x="6473926" y="2424825"/>
                  </a:lnTo>
                  <a:lnTo>
                    <a:pt x="6478205" y="2420473"/>
                  </a:lnTo>
                  <a:lnTo>
                    <a:pt x="6482484" y="2335555"/>
                  </a:lnTo>
                  <a:lnTo>
                    <a:pt x="6486763" y="2324618"/>
                  </a:lnTo>
                  <a:lnTo>
                    <a:pt x="6491042" y="2360081"/>
                  </a:lnTo>
                  <a:lnTo>
                    <a:pt x="6495321" y="2362918"/>
                  </a:lnTo>
                  <a:lnTo>
                    <a:pt x="6495321" y="23629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444934" y="3843593"/>
              <a:ext cx="8553560" cy="2535856"/>
            </a:xfrm>
            <a:custGeom>
              <a:avLst/>
              <a:pathLst>
                <a:path w="8553560" h="2535856">
                  <a:moveTo>
                    <a:pt x="0" y="2376289"/>
                  </a:moveTo>
                  <a:lnTo>
                    <a:pt x="4278" y="2356057"/>
                  </a:lnTo>
                  <a:lnTo>
                    <a:pt x="8557" y="2329471"/>
                  </a:lnTo>
                  <a:lnTo>
                    <a:pt x="12836" y="2323838"/>
                  </a:lnTo>
                  <a:lnTo>
                    <a:pt x="17115" y="2351504"/>
                  </a:lnTo>
                  <a:lnTo>
                    <a:pt x="21394" y="2272161"/>
                  </a:lnTo>
                  <a:lnTo>
                    <a:pt x="25673" y="2295991"/>
                  </a:lnTo>
                  <a:lnTo>
                    <a:pt x="29952" y="2372483"/>
                  </a:lnTo>
                  <a:lnTo>
                    <a:pt x="34231" y="2363855"/>
                  </a:lnTo>
                  <a:lnTo>
                    <a:pt x="38510" y="2362652"/>
                  </a:lnTo>
                  <a:lnTo>
                    <a:pt x="42789" y="2359023"/>
                  </a:lnTo>
                  <a:lnTo>
                    <a:pt x="47068" y="2330575"/>
                  </a:lnTo>
                  <a:lnTo>
                    <a:pt x="51347" y="2372692"/>
                  </a:lnTo>
                  <a:lnTo>
                    <a:pt x="55625" y="2356445"/>
                  </a:lnTo>
                  <a:lnTo>
                    <a:pt x="59904" y="2344302"/>
                  </a:lnTo>
                  <a:lnTo>
                    <a:pt x="64183" y="2358682"/>
                  </a:lnTo>
                  <a:lnTo>
                    <a:pt x="68462" y="2303892"/>
                  </a:lnTo>
                  <a:lnTo>
                    <a:pt x="72741" y="2324161"/>
                  </a:lnTo>
                  <a:lnTo>
                    <a:pt x="77020" y="2300348"/>
                  </a:lnTo>
                  <a:lnTo>
                    <a:pt x="81299" y="2298854"/>
                  </a:lnTo>
                  <a:lnTo>
                    <a:pt x="85578" y="2296097"/>
                  </a:lnTo>
                  <a:lnTo>
                    <a:pt x="89857" y="2327179"/>
                  </a:lnTo>
                  <a:lnTo>
                    <a:pt x="94136" y="2349109"/>
                  </a:lnTo>
                  <a:lnTo>
                    <a:pt x="98415" y="2383420"/>
                  </a:lnTo>
                  <a:lnTo>
                    <a:pt x="102694" y="2384150"/>
                  </a:lnTo>
                  <a:lnTo>
                    <a:pt x="106972" y="2403560"/>
                  </a:lnTo>
                  <a:lnTo>
                    <a:pt x="111251" y="2411276"/>
                  </a:lnTo>
                  <a:lnTo>
                    <a:pt x="115530" y="2479951"/>
                  </a:lnTo>
                  <a:lnTo>
                    <a:pt x="119809" y="2512582"/>
                  </a:lnTo>
                  <a:lnTo>
                    <a:pt x="124088" y="2495421"/>
                  </a:lnTo>
                  <a:lnTo>
                    <a:pt x="128367" y="2510441"/>
                  </a:lnTo>
                  <a:lnTo>
                    <a:pt x="132646" y="2500475"/>
                  </a:lnTo>
                  <a:lnTo>
                    <a:pt x="136925" y="2478508"/>
                  </a:lnTo>
                  <a:lnTo>
                    <a:pt x="141204" y="2462444"/>
                  </a:lnTo>
                  <a:lnTo>
                    <a:pt x="145483" y="2437167"/>
                  </a:lnTo>
                  <a:lnTo>
                    <a:pt x="149762" y="2410177"/>
                  </a:lnTo>
                  <a:lnTo>
                    <a:pt x="154041" y="2400865"/>
                  </a:lnTo>
                  <a:lnTo>
                    <a:pt x="158320" y="2396988"/>
                  </a:lnTo>
                  <a:lnTo>
                    <a:pt x="162598" y="2458709"/>
                  </a:lnTo>
                  <a:lnTo>
                    <a:pt x="166877" y="2465838"/>
                  </a:lnTo>
                  <a:lnTo>
                    <a:pt x="171156" y="2482605"/>
                  </a:lnTo>
                  <a:lnTo>
                    <a:pt x="175435" y="2465193"/>
                  </a:lnTo>
                  <a:lnTo>
                    <a:pt x="179714" y="2423828"/>
                  </a:lnTo>
                  <a:lnTo>
                    <a:pt x="183993" y="2463653"/>
                  </a:lnTo>
                  <a:lnTo>
                    <a:pt x="188272" y="2510757"/>
                  </a:lnTo>
                  <a:lnTo>
                    <a:pt x="192551" y="2535856"/>
                  </a:lnTo>
                  <a:lnTo>
                    <a:pt x="196830" y="2526747"/>
                  </a:lnTo>
                  <a:lnTo>
                    <a:pt x="201109" y="2501896"/>
                  </a:lnTo>
                  <a:lnTo>
                    <a:pt x="205388" y="2535856"/>
                  </a:lnTo>
                  <a:lnTo>
                    <a:pt x="209667" y="2535856"/>
                  </a:lnTo>
                  <a:lnTo>
                    <a:pt x="213945" y="2535856"/>
                  </a:lnTo>
                  <a:lnTo>
                    <a:pt x="218224" y="2531799"/>
                  </a:lnTo>
                  <a:lnTo>
                    <a:pt x="222503" y="2535856"/>
                  </a:lnTo>
                  <a:lnTo>
                    <a:pt x="226782" y="2535856"/>
                  </a:lnTo>
                  <a:lnTo>
                    <a:pt x="231061" y="2535856"/>
                  </a:lnTo>
                  <a:lnTo>
                    <a:pt x="235340" y="2535856"/>
                  </a:lnTo>
                  <a:lnTo>
                    <a:pt x="239619" y="2535856"/>
                  </a:lnTo>
                  <a:lnTo>
                    <a:pt x="243898" y="2535856"/>
                  </a:lnTo>
                  <a:lnTo>
                    <a:pt x="248177" y="2535856"/>
                  </a:lnTo>
                  <a:lnTo>
                    <a:pt x="252456" y="2535856"/>
                  </a:lnTo>
                  <a:lnTo>
                    <a:pt x="256735" y="2533116"/>
                  </a:lnTo>
                  <a:lnTo>
                    <a:pt x="261014" y="2525730"/>
                  </a:lnTo>
                  <a:lnTo>
                    <a:pt x="265293" y="2511826"/>
                  </a:lnTo>
                  <a:lnTo>
                    <a:pt x="269571" y="2509164"/>
                  </a:lnTo>
                  <a:lnTo>
                    <a:pt x="273850" y="2476770"/>
                  </a:lnTo>
                  <a:lnTo>
                    <a:pt x="278129" y="2473956"/>
                  </a:lnTo>
                  <a:lnTo>
                    <a:pt x="282408" y="2424985"/>
                  </a:lnTo>
                  <a:lnTo>
                    <a:pt x="286687" y="2427730"/>
                  </a:lnTo>
                  <a:lnTo>
                    <a:pt x="290966" y="2437511"/>
                  </a:lnTo>
                  <a:lnTo>
                    <a:pt x="295245" y="2391103"/>
                  </a:lnTo>
                  <a:lnTo>
                    <a:pt x="299524" y="2428850"/>
                  </a:lnTo>
                  <a:lnTo>
                    <a:pt x="303803" y="2424451"/>
                  </a:lnTo>
                  <a:lnTo>
                    <a:pt x="308082" y="2460748"/>
                  </a:lnTo>
                  <a:lnTo>
                    <a:pt x="312361" y="2477021"/>
                  </a:lnTo>
                  <a:lnTo>
                    <a:pt x="316640" y="2473197"/>
                  </a:lnTo>
                  <a:lnTo>
                    <a:pt x="320918" y="2508741"/>
                  </a:lnTo>
                  <a:lnTo>
                    <a:pt x="325197" y="2468752"/>
                  </a:lnTo>
                  <a:lnTo>
                    <a:pt x="329476" y="2451611"/>
                  </a:lnTo>
                  <a:lnTo>
                    <a:pt x="333755" y="2412612"/>
                  </a:lnTo>
                  <a:lnTo>
                    <a:pt x="338034" y="2428829"/>
                  </a:lnTo>
                  <a:lnTo>
                    <a:pt x="342313" y="2430958"/>
                  </a:lnTo>
                  <a:lnTo>
                    <a:pt x="346592" y="2409759"/>
                  </a:lnTo>
                  <a:lnTo>
                    <a:pt x="350871" y="2448634"/>
                  </a:lnTo>
                  <a:lnTo>
                    <a:pt x="355150" y="2451148"/>
                  </a:lnTo>
                  <a:lnTo>
                    <a:pt x="359429" y="2393324"/>
                  </a:lnTo>
                  <a:lnTo>
                    <a:pt x="363708" y="2373665"/>
                  </a:lnTo>
                  <a:lnTo>
                    <a:pt x="367987" y="2364776"/>
                  </a:lnTo>
                  <a:lnTo>
                    <a:pt x="372266" y="2427727"/>
                  </a:lnTo>
                  <a:lnTo>
                    <a:pt x="376544" y="2462034"/>
                  </a:lnTo>
                  <a:lnTo>
                    <a:pt x="380823" y="2480231"/>
                  </a:lnTo>
                  <a:lnTo>
                    <a:pt x="385102" y="2475121"/>
                  </a:lnTo>
                  <a:lnTo>
                    <a:pt x="389381" y="2464955"/>
                  </a:lnTo>
                  <a:lnTo>
                    <a:pt x="393660" y="2444232"/>
                  </a:lnTo>
                  <a:lnTo>
                    <a:pt x="397939" y="2459476"/>
                  </a:lnTo>
                  <a:lnTo>
                    <a:pt x="402218" y="2422137"/>
                  </a:lnTo>
                  <a:lnTo>
                    <a:pt x="406497" y="2443805"/>
                  </a:lnTo>
                  <a:lnTo>
                    <a:pt x="410776" y="2459131"/>
                  </a:lnTo>
                  <a:lnTo>
                    <a:pt x="415055" y="2451822"/>
                  </a:lnTo>
                  <a:lnTo>
                    <a:pt x="419334" y="2488691"/>
                  </a:lnTo>
                  <a:lnTo>
                    <a:pt x="423613" y="2531236"/>
                  </a:lnTo>
                  <a:lnTo>
                    <a:pt x="427891" y="2535856"/>
                  </a:lnTo>
                  <a:lnTo>
                    <a:pt x="432170" y="2535856"/>
                  </a:lnTo>
                  <a:lnTo>
                    <a:pt x="436449" y="2531879"/>
                  </a:lnTo>
                  <a:lnTo>
                    <a:pt x="440728" y="2535856"/>
                  </a:lnTo>
                  <a:lnTo>
                    <a:pt x="445007" y="2535856"/>
                  </a:lnTo>
                  <a:lnTo>
                    <a:pt x="449286" y="2522358"/>
                  </a:lnTo>
                  <a:lnTo>
                    <a:pt x="453565" y="2529408"/>
                  </a:lnTo>
                  <a:lnTo>
                    <a:pt x="457844" y="2530981"/>
                  </a:lnTo>
                  <a:lnTo>
                    <a:pt x="462123" y="2535856"/>
                  </a:lnTo>
                  <a:lnTo>
                    <a:pt x="466402" y="2535856"/>
                  </a:lnTo>
                  <a:lnTo>
                    <a:pt x="470681" y="2530817"/>
                  </a:lnTo>
                  <a:lnTo>
                    <a:pt x="474960" y="2535856"/>
                  </a:lnTo>
                  <a:lnTo>
                    <a:pt x="479239" y="2535856"/>
                  </a:lnTo>
                  <a:lnTo>
                    <a:pt x="483517" y="2535856"/>
                  </a:lnTo>
                  <a:lnTo>
                    <a:pt x="487796" y="2535856"/>
                  </a:lnTo>
                  <a:lnTo>
                    <a:pt x="492075" y="2531322"/>
                  </a:lnTo>
                  <a:lnTo>
                    <a:pt x="496354" y="2518877"/>
                  </a:lnTo>
                  <a:lnTo>
                    <a:pt x="500633" y="2528193"/>
                  </a:lnTo>
                  <a:lnTo>
                    <a:pt x="504912" y="2528704"/>
                  </a:lnTo>
                  <a:lnTo>
                    <a:pt x="509191" y="2535856"/>
                  </a:lnTo>
                  <a:lnTo>
                    <a:pt x="513470" y="2535856"/>
                  </a:lnTo>
                  <a:lnTo>
                    <a:pt x="517749" y="2517279"/>
                  </a:lnTo>
                  <a:lnTo>
                    <a:pt x="522028" y="2535856"/>
                  </a:lnTo>
                  <a:lnTo>
                    <a:pt x="526307" y="2523199"/>
                  </a:lnTo>
                  <a:lnTo>
                    <a:pt x="530586" y="2510658"/>
                  </a:lnTo>
                  <a:lnTo>
                    <a:pt x="534864" y="2508766"/>
                  </a:lnTo>
                  <a:lnTo>
                    <a:pt x="539143" y="2533920"/>
                  </a:lnTo>
                  <a:lnTo>
                    <a:pt x="543422" y="2535856"/>
                  </a:lnTo>
                  <a:lnTo>
                    <a:pt x="547701" y="2535856"/>
                  </a:lnTo>
                  <a:lnTo>
                    <a:pt x="551980" y="2528687"/>
                  </a:lnTo>
                  <a:lnTo>
                    <a:pt x="556259" y="2535856"/>
                  </a:lnTo>
                  <a:lnTo>
                    <a:pt x="560538" y="2535856"/>
                  </a:lnTo>
                  <a:lnTo>
                    <a:pt x="564817" y="2535856"/>
                  </a:lnTo>
                  <a:lnTo>
                    <a:pt x="569096" y="2517714"/>
                  </a:lnTo>
                  <a:lnTo>
                    <a:pt x="573375" y="2478515"/>
                  </a:lnTo>
                  <a:lnTo>
                    <a:pt x="577654" y="2482571"/>
                  </a:lnTo>
                  <a:lnTo>
                    <a:pt x="581933" y="2495701"/>
                  </a:lnTo>
                  <a:lnTo>
                    <a:pt x="586212" y="2469802"/>
                  </a:lnTo>
                  <a:lnTo>
                    <a:pt x="590490" y="2509469"/>
                  </a:lnTo>
                  <a:lnTo>
                    <a:pt x="594769" y="2518329"/>
                  </a:lnTo>
                  <a:lnTo>
                    <a:pt x="599048" y="2535856"/>
                  </a:lnTo>
                  <a:lnTo>
                    <a:pt x="603327" y="2525391"/>
                  </a:lnTo>
                  <a:lnTo>
                    <a:pt x="607606" y="2510237"/>
                  </a:lnTo>
                  <a:lnTo>
                    <a:pt x="611885" y="2505363"/>
                  </a:lnTo>
                  <a:lnTo>
                    <a:pt x="616164" y="2490620"/>
                  </a:lnTo>
                  <a:lnTo>
                    <a:pt x="620443" y="2488699"/>
                  </a:lnTo>
                  <a:lnTo>
                    <a:pt x="624722" y="2475918"/>
                  </a:lnTo>
                  <a:lnTo>
                    <a:pt x="629001" y="2496835"/>
                  </a:lnTo>
                  <a:lnTo>
                    <a:pt x="633280" y="2501784"/>
                  </a:lnTo>
                  <a:lnTo>
                    <a:pt x="637559" y="2502342"/>
                  </a:lnTo>
                  <a:lnTo>
                    <a:pt x="641837" y="2509429"/>
                  </a:lnTo>
                  <a:lnTo>
                    <a:pt x="646116" y="2508171"/>
                  </a:lnTo>
                  <a:lnTo>
                    <a:pt x="650395" y="2508934"/>
                  </a:lnTo>
                  <a:lnTo>
                    <a:pt x="654674" y="2531526"/>
                  </a:lnTo>
                  <a:lnTo>
                    <a:pt x="658953" y="2533808"/>
                  </a:lnTo>
                  <a:lnTo>
                    <a:pt x="663232" y="2507272"/>
                  </a:lnTo>
                  <a:lnTo>
                    <a:pt x="667511" y="2521263"/>
                  </a:lnTo>
                  <a:lnTo>
                    <a:pt x="671790" y="2501507"/>
                  </a:lnTo>
                  <a:lnTo>
                    <a:pt x="676069" y="2517707"/>
                  </a:lnTo>
                  <a:lnTo>
                    <a:pt x="680348" y="2511229"/>
                  </a:lnTo>
                  <a:lnTo>
                    <a:pt x="684627" y="2510072"/>
                  </a:lnTo>
                  <a:lnTo>
                    <a:pt x="688906" y="2517856"/>
                  </a:lnTo>
                  <a:lnTo>
                    <a:pt x="693185" y="2512179"/>
                  </a:lnTo>
                  <a:lnTo>
                    <a:pt x="697463" y="2526625"/>
                  </a:lnTo>
                  <a:lnTo>
                    <a:pt x="701742" y="2513217"/>
                  </a:lnTo>
                  <a:lnTo>
                    <a:pt x="706021" y="2535856"/>
                  </a:lnTo>
                  <a:lnTo>
                    <a:pt x="710300" y="2535856"/>
                  </a:lnTo>
                  <a:lnTo>
                    <a:pt x="714579" y="2504739"/>
                  </a:lnTo>
                  <a:lnTo>
                    <a:pt x="718858" y="2503255"/>
                  </a:lnTo>
                  <a:lnTo>
                    <a:pt x="723137" y="2503997"/>
                  </a:lnTo>
                  <a:lnTo>
                    <a:pt x="727416" y="2505211"/>
                  </a:lnTo>
                  <a:lnTo>
                    <a:pt x="731695" y="2485405"/>
                  </a:lnTo>
                  <a:lnTo>
                    <a:pt x="735974" y="2464519"/>
                  </a:lnTo>
                  <a:lnTo>
                    <a:pt x="740253" y="2435632"/>
                  </a:lnTo>
                  <a:lnTo>
                    <a:pt x="744532" y="2419052"/>
                  </a:lnTo>
                  <a:lnTo>
                    <a:pt x="748810" y="2430124"/>
                  </a:lnTo>
                  <a:lnTo>
                    <a:pt x="753089" y="2404936"/>
                  </a:lnTo>
                  <a:lnTo>
                    <a:pt x="757368" y="2441426"/>
                  </a:lnTo>
                  <a:lnTo>
                    <a:pt x="761647" y="2419387"/>
                  </a:lnTo>
                  <a:lnTo>
                    <a:pt x="765926" y="2389526"/>
                  </a:lnTo>
                  <a:lnTo>
                    <a:pt x="770205" y="2405294"/>
                  </a:lnTo>
                  <a:lnTo>
                    <a:pt x="774484" y="2433610"/>
                  </a:lnTo>
                  <a:lnTo>
                    <a:pt x="778763" y="2469168"/>
                  </a:lnTo>
                  <a:lnTo>
                    <a:pt x="783042" y="2439938"/>
                  </a:lnTo>
                  <a:lnTo>
                    <a:pt x="787321" y="2436670"/>
                  </a:lnTo>
                  <a:lnTo>
                    <a:pt x="791600" y="2420406"/>
                  </a:lnTo>
                  <a:lnTo>
                    <a:pt x="795879" y="2413526"/>
                  </a:lnTo>
                  <a:lnTo>
                    <a:pt x="800158" y="2432080"/>
                  </a:lnTo>
                  <a:lnTo>
                    <a:pt x="804436" y="2451582"/>
                  </a:lnTo>
                  <a:lnTo>
                    <a:pt x="808715" y="2478239"/>
                  </a:lnTo>
                  <a:lnTo>
                    <a:pt x="812994" y="2479659"/>
                  </a:lnTo>
                  <a:lnTo>
                    <a:pt x="817273" y="2448532"/>
                  </a:lnTo>
                  <a:lnTo>
                    <a:pt x="821552" y="2482577"/>
                  </a:lnTo>
                  <a:lnTo>
                    <a:pt x="825831" y="2469693"/>
                  </a:lnTo>
                  <a:lnTo>
                    <a:pt x="830110" y="2526004"/>
                  </a:lnTo>
                  <a:lnTo>
                    <a:pt x="834389" y="2487703"/>
                  </a:lnTo>
                  <a:lnTo>
                    <a:pt x="838668" y="2524812"/>
                  </a:lnTo>
                  <a:lnTo>
                    <a:pt x="842947" y="2491252"/>
                  </a:lnTo>
                  <a:lnTo>
                    <a:pt x="847226" y="2463608"/>
                  </a:lnTo>
                  <a:lnTo>
                    <a:pt x="851505" y="2450264"/>
                  </a:lnTo>
                  <a:lnTo>
                    <a:pt x="855783" y="2479800"/>
                  </a:lnTo>
                  <a:lnTo>
                    <a:pt x="860062" y="2533218"/>
                  </a:lnTo>
                  <a:lnTo>
                    <a:pt x="864341" y="2496512"/>
                  </a:lnTo>
                  <a:lnTo>
                    <a:pt x="868620" y="2512895"/>
                  </a:lnTo>
                  <a:lnTo>
                    <a:pt x="872899" y="2505740"/>
                  </a:lnTo>
                  <a:lnTo>
                    <a:pt x="877178" y="2535856"/>
                  </a:lnTo>
                  <a:lnTo>
                    <a:pt x="881457" y="2506979"/>
                  </a:lnTo>
                  <a:lnTo>
                    <a:pt x="885736" y="2463170"/>
                  </a:lnTo>
                  <a:lnTo>
                    <a:pt x="890015" y="2506656"/>
                  </a:lnTo>
                  <a:lnTo>
                    <a:pt x="894294" y="2478200"/>
                  </a:lnTo>
                  <a:lnTo>
                    <a:pt x="898573" y="2500673"/>
                  </a:lnTo>
                  <a:lnTo>
                    <a:pt x="902852" y="2474777"/>
                  </a:lnTo>
                  <a:lnTo>
                    <a:pt x="907131" y="2428731"/>
                  </a:lnTo>
                  <a:lnTo>
                    <a:pt x="911409" y="2476166"/>
                  </a:lnTo>
                  <a:lnTo>
                    <a:pt x="915688" y="2482943"/>
                  </a:lnTo>
                  <a:lnTo>
                    <a:pt x="919967" y="2499550"/>
                  </a:lnTo>
                  <a:lnTo>
                    <a:pt x="924246" y="2504016"/>
                  </a:lnTo>
                  <a:lnTo>
                    <a:pt x="928525" y="2455580"/>
                  </a:lnTo>
                  <a:lnTo>
                    <a:pt x="932804" y="2468575"/>
                  </a:lnTo>
                  <a:lnTo>
                    <a:pt x="937083" y="2493011"/>
                  </a:lnTo>
                  <a:lnTo>
                    <a:pt x="941362" y="2486719"/>
                  </a:lnTo>
                  <a:lnTo>
                    <a:pt x="945641" y="2528128"/>
                  </a:lnTo>
                  <a:lnTo>
                    <a:pt x="949920" y="2510470"/>
                  </a:lnTo>
                  <a:lnTo>
                    <a:pt x="954199" y="2535856"/>
                  </a:lnTo>
                  <a:lnTo>
                    <a:pt x="958478" y="2535856"/>
                  </a:lnTo>
                  <a:lnTo>
                    <a:pt x="962756" y="2535856"/>
                  </a:lnTo>
                  <a:lnTo>
                    <a:pt x="967035" y="2535856"/>
                  </a:lnTo>
                  <a:lnTo>
                    <a:pt x="971314" y="2535856"/>
                  </a:lnTo>
                  <a:lnTo>
                    <a:pt x="975593" y="2535856"/>
                  </a:lnTo>
                  <a:lnTo>
                    <a:pt x="979872" y="2535856"/>
                  </a:lnTo>
                  <a:lnTo>
                    <a:pt x="984151" y="2518461"/>
                  </a:lnTo>
                  <a:lnTo>
                    <a:pt x="988430" y="2518995"/>
                  </a:lnTo>
                  <a:lnTo>
                    <a:pt x="992709" y="2474708"/>
                  </a:lnTo>
                  <a:lnTo>
                    <a:pt x="996988" y="2437467"/>
                  </a:lnTo>
                  <a:lnTo>
                    <a:pt x="1001267" y="2460561"/>
                  </a:lnTo>
                  <a:lnTo>
                    <a:pt x="1005546" y="2447021"/>
                  </a:lnTo>
                  <a:lnTo>
                    <a:pt x="1009825" y="2462809"/>
                  </a:lnTo>
                  <a:lnTo>
                    <a:pt x="1014104" y="2459718"/>
                  </a:lnTo>
                  <a:lnTo>
                    <a:pt x="1018382" y="2465442"/>
                  </a:lnTo>
                  <a:lnTo>
                    <a:pt x="1022661" y="2477232"/>
                  </a:lnTo>
                  <a:lnTo>
                    <a:pt x="1026940" y="2474865"/>
                  </a:lnTo>
                  <a:lnTo>
                    <a:pt x="1031219" y="2461222"/>
                  </a:lnTo>
                  <a:lnTo>
                    <a:pt x="1035498" y="2459822"/>
                  </a:lnTo>
                  <a:lnTo>
                    <a:pt x="1039777" y="2483498"/>
                  </a:lnTo>
                  <a:lnTo>
                    <a:pt x="1044056" y="2475947"/>
                  </a:lnTo>
                  <a:lnTo>
                    <a:pt x="1048335" y="2479095"/>
                  </a:lnTo>
                  <a:lnTo>
                    <a:pt x="1052614" y="2490687"/>
                  </a:lnTo>
                  <a:lnTo>
                    <a:pt x="1056893" y="2451102"/>
                  </a:lnTo>
                  <a:lnTo>
                    <a:pt x="1061172" y="2455205"/>
                  </a:lnTo>
                  <a:lnTo>
                    <a:pt x="1065451" y="2455556"/>
                  </a:lnTo>
                  <a:lnTo>
                    <a:pt x="1069729" y="2430617"/>
                  </a:lnTo>
                  <a:lnTo>
                    <a:pt x="1074008" y="2438633"/>
                  </a:lnTo>
                  <a:lnTo>
                    <a:pt x="1078287" y="2440330"/>
                  </a:lnTo>
                  <a:lnTo>
                    <a:pt x="1082566" y="2437967"/>
                  </a:lnTo>
                  <a:lnTo>
                    <a:pt x="1086845" y="2436092"/>
                  </a:lnTo>
                  <a:lnTo>
                    <a:pt x="1091124" y="2416479"/>
                  </a:lnTo>
                  <a:lnTo>
                    <a:pt x="1095403" y="2428778"/>
                  </a:lnTo>
                  <a:lnTo>
                    <a:pt x="1099682" y="2463107"/>
                  </a:lnTo>
                  <a:lnTo>
                    <a:pt x="1103961" y="2464632"/>
                  </a:lnTo>
                  <a:lnTo>
                    <a:pt x="1108240" y="2442541"/>
                  </a:lnTo>
                  <a:lnTo>
                    <a:pt x="1112519" y="2465320"/>
                  </a:lnTo>
                  <a:lnTo>
                    <a:pt x="1116798" y="2460735"/>
                  </a:lnTo>
                  <a:lnTo>
                    <a:pt x="1121077" y="2467571"/>
                  </a:lnTo>
                  <a:lnTo>
                    <a:pt x="1125355" y="2480606"/>
                  </a:lnTo>
                  <a:lnTo>
                    <a:pt x="1129634" y="2458571"/>
                  </a:lnTo>
                  <a:lnTo>
                    <a:pt x="1133913" y="2482755"/>
                  </a:lnTo>
                  <a:lnTo>
                    <a:pt x="1138192" y="2442905"/>
                  </a:lnTo>
                  <a:lnTo>
                    <a:pt x="1142471" y="2413953"/>
                  </a:lnTo>
                  <a:lnTo>
                    <a:pt x="1146750" y="2424503"/>
                  </a:lnTo>
                  <a:lnTo>
                    <a:pt x="1151029" y="2425956"/>
                  </a:lnTo>
                  <a:lnTo>
                    <a:pt x="1155308" y="2429620"/>
                  </a:lnTo>
                  <a:lnTo>
                    <a:pt x="1159587" y="2449703"/>
                  </a:lnTo>
                  <a:lnTo>
                    <a:pt x="1163866" y="2435889"/>
                  </a:lnTo>
                  <a:lnTo>
                    <a:pt x="1168145" y="2420176"/>
                  </a:lnTo>
                  <a:lnTo>
                    <a:pt x="1172424" y="2393392"/>
                  </a:lnTo>
                  <a:lnTo>
                    <a:pt x="1176702" y="2426194"/>
                  </a:lnTo>
                  <a:lnTo>
                    <a:pt x="1180981" y="2435390"/>
                  </a:lnTo>
                  <a:lnTo>
                    <a:pt x="1185260" y="2417014"/>
                  </a:lnTo>
                  <a:lnTo>
                    <a:pt x="1189539" y="2442774"/>
                  </a:lnTo>
                  <a:lnTo>
                    <a:pt x="1193818" y="2454810"/>
                  </a:lnTo>
                  <a:lnTo>
                    <a:pt x="1198097" y="2430387"/>
                  </a:lnTo>
                  <a:lnTo>
                    <a:pt x="1202376" y="2437743"/>
                  </a:lnTo>
                  <a:lnTo>
                    <a:pt x="1206655" y="2428734"/>
                  </a:lnTo>
                  <a:lnTo>
                    <a:pt x="1210934" y="2427334"/>
                  </a:lnTo>
                  <a:lnTo>
                    <a:pt x="1215213" y="2468362"/>
                  </a:lnTo>
                  <a:lnTo>
                    <a:pt x="1219492" y="2479755"/>
                  </a:lnTo>
                  <a:lnTo>
                    <a:pt x="1223771" y="2472000"/>
                  </a:lnTo>
                  <a:lnTo>
                    <a:pt x="1228050" y="2461060"/>
                  </a:lnTo>
                  <a:lnTo>
                    <a:pt x="1232328" y="2456404"/>
                  </a:lnTo>
                  <a:lnTo>
                    <a:pt x="1236607" y="2467873"/>
                  </a:lnTo>
                  <a:lnTo>
                    <a:pt x="1240886" y="2468156"/>
                  </a:lnTo>
                  <a:lnTo>
                    <a:pt x="1245165" y="2462618"/>
                  </a:lnTo>
                  <a:lnTo>
                    <a:pt x="1249444" y="2470425"/>
                  </a:lnTo>
                  <a:lnTo>
                    <a:pt x="1253723" y="2499920"/>
                  </a:lnTo>
                  <a:lnTo>
                    <a:pt x="1258002" y="2491030"/>
                  </a:lnTo>
                  <a:lnTo>
                    <a:pt x="1262281" y="2495720"/>
                  </a:lnTo>
                  <a:lnTo>
                    <a:pt x="1266560" y="2477474"/>
                  </a:lnTo>
                  <a:lnTo>
                    <a:pt x="1270839" y="2535856"/>
                  </a:lnTo>
                  <a:lnTo>
                    <a:pt x="1275118" y="2535856"/>
                  </a:lnTo>
                  <a:lnTo>
                    <a:pt x="1279397" y="2535856"/>
                  </a:lnTo>
                  <a:lnTo>
                    <a:pt x="1283675" y="2535856"/>
                  </a:lnTo>
                  <a:lnTo>
                    <a:pt x="1287954" y="2535856"/>
                  </a:lnTo>
                  <a:lnTo>
                    <a:pt x="1292233" y="2535856"/>
                  </a:lnTo>
                  <a:lnTo>
                    <a:pt x="1296512" y="2535856"/>
                  </a:lnTo>
                  <a:lnTo>
                    <a:pt x="1300791" y="2516815"/>
                  </a:lnTo>
                  <a:lnTo>
                    <a:pt x="1305070" y="2535856"/>
                  </a:lnTo>
                  <a:lnTo>
                    <a:pt x="1309349" y="2505824"/>
                  </a:lnTo>
                  <a:lnTo>
                    <a:pt x="1313628" y="2523526"/>
                  </a:lnTo>
                  <a:lnTo>
                    <a:pt x="1317907" y="2521353"/>
                  </a:lnTo>
                  <a:lnTo>
                    <a:pt x="1322186" y="2506491"/>
                  </a:lnTo>
                  <a:lnTo>
                    <a:pt x="1326465" y="2512289"/>
                  </a:lnTo>
                  <a:lnTo>
                    <a:pt x="1330744" y="2535856"/>
                  </a:lnTo>
                  <a:lnTo>
                    <a:pt x="1335023" y="2535856"/>
                  </a:lnTo>
                  <a:lnTo>
                    <a:pt x="1339301" y="2510706"/>
                  </a:lnTo>
                  <a:lnTo>
                    <a:pt x="1343580" y="2474793"/>
                  </a:lnTo>
                  <a:lnTo>
                    <a:pt x="1347859" y="2473449"/>
                  </a:lnTo>
                  <a:lnTo>
                    <a:pt x="1352138" y="2499808"/>
                  </a:lnTo>
                  <a:lnTo>
                    <a:pt x="1356417" y="2520475"/>
                  </a:lnTo>
                  <a:lnTo>
                    <a:pt x="1360696" y="2487425"/>
                  </a:lnTo>
                  <a:lnTo>
                    <a:pt x="1364975" y="2480842"/>
                  </a:lnTo>
                  <a:lnTo>
                    <a:pt x="1369254" y="2487750"/>
                  </a:lnTo>
                  <a:lnTo>
                    <a:pt x="1373533" y="2448330"/>
                  </a:lnTo>
                  <a:lnTo>
                    <a:pt x="1377812" y="2456890"/>
                  </a:lnTo>
                  <a:lnTo>
                    <a:pt x="1382091" y="2424789"/>
                  </a:lnTo>
                  <a:lnTo>
                    <a:pt x="1386370" y="2465591"/>
                  </a:lnTo>
                  <a:lnTo>
                    <a:pt x="1390648" y="2459231"/>
                  </a:lnTo>
                  <a:lnTo>
                    <a:pt x="1394927" y="2496427"/>
                  </a:lnTo>
                  <a:lnTo>
                    <a:pt x="1399206" y="2503640"/>
                  </a:lnTo>
                  <a:lnTo>
                    <a:pt x="1403485" y="2450247"/>
                  </a:lnTo>
                  <a:lnTo>
                    <a:pt x="1407764" y="2422401"/>
                  </a:lnTo>
                  <a:lnTo>
                    <a:pt x="1412043" y="2433476"/>
                  </a:lnTo>
                  <a:lnTo>
                    <a:pt x="1416322" y="2412084"/>
                  </a:lnTo>
                  <a:lnTo>
                    <a:pt x="1420601" y="2425520"/>
                  </a:lnTo>
                  <a:lnTo>
                    <a:pt x="1424880" y="2428174"/>
                  </a:lnTo>
                  <a:lnTo>
                    <a:pt x="1429159" y="2423198"/>
                  </a:lnTo>
                  <a:lnTo>
                    <a:pt x="1433438" y="2443438"/>
                  </a:lnTo>
                  <a:lnTo>
                    <a:pt x="1437717" y="2488676"/>
                  </a:lnTo>
                  <a:lnTo>
                    <a:pt x="1441996" y="2495972"/>
                  </a:lnTo>
                  <a:lnTo>
                    <a:pt x="1446274" y="2473239"/>
                  </a:lnTo>
                  <a:lnTo>
                    <a:pt x="1450553" y="2523240"/>
                  </a:lnTo>
                  <a:lnTo>
                    <a:pt x="1454832" y="2490058"/>
                  </a:lnTo>
                  <a:lnTo>
                    <a:pt x="1459111" y="2511876"/>
                  </a:lnTo>
                  <a:lnTo>
                    <a:pt x="1463390" y="2524142"/>
                  </a:lnTo>
                  <a:lnTo>
                    <a:pt x="1467669" y="2495332"/>
                  </a:lnTo>
                  <a:lnTo>
                    <a:pt x="1471948" y="2535856"/>
                  </a:lnTo>
                  <a:lnTo>
                    <a:pt x="1476227" y="2535856"/>
                  </a:lnTo>
                  <a:lnTo>
                    <a:pt x="1480506" y="2514371"/>
                  </a:lnTo>
                  <a:lnTo>
                    <a:pt x="1484785" y="2488290"/>
                  </a:lnTo>
                  <a:lnTo>
                    <a:pt x="1489064" y="2463224"/>
                  </a:lnTo>
                  <a:lnTo>
                    <a:pt x="1493343" y="2478758"/>
                  </a:lnTo>
                  <a:lnTo>
                    <a:pt x="1497621" y="2460800"/>
                  </a:lnTo>
                  <a:lnTo>
                    <a:pt x="1501900" y="2466766"/>
                  </a:lnTo>
                  <a:lnTo>
                    <a:pt x="1506179" y="2468767"/>
                  </a:lnTo>
                  <a:lnTo>
                    <a:pt x="1510458" y="2474858"/>
                  </a:lnTo>
                  <a:lnTo>
                    <a:pt x="1514737" y="2508047"/>
                  </a:lnTo>
                  <a:lnTo>
                    <a:pt x="1519016" y="2498803"/>
                  </a:lnTo>
                  <a:lnTo>
                    <a:pt x="1523295" y="2455377"/>
                  </a:lnTo>
                  <a:lnTo>
                    <a:pt x="1527574" y="2501835"/>
                  </a:lnTo>
                  <a:lnTo>
                    <a:pt x="1531853" y="2498493"/>
                  </a:lnTo>
                  <a:lnTo>
                    <a:pt x="1536132" y="2467673"/>
                  </a:lnTo>
                  <a:lnTo>
                    <a:pt x="1540411" y="2467702"/>
                  </a:lnTo>
                  <a:lnTo>
                    <a:pt x="1544690" y="2467884"/>
                  </a:lnTo>
                  <a:lnTo>
                    <a:pt x="1548969" y="2519082"/>
                  </a:lnTo>
                  <a:lnTo>
                    <a:pt x="1553247" y="2501902"/>
                  </a:lnTo>
                  <a:lnTo>
                    <a:pt x="1557526" y="2504507"/>
                  </a:lnTo>
                  <a:lnTo>
                    <a:pt x="1561805" y="2502854"/>
                  </a:lnTo>
                  <a:lnTo>
                    <a:pt x="1566084" y="2535856"/>
                  </a:lnTo>
                  <a:lnTo>
                    <a:pt x="1570363" y="2535856"/>
                  </a:lnTo>
                  <a:lnTo>
                    <a:pt x="1574642" y="2535856"/>
                  </a:lnTo>
                  <a:lnTo>
                    <a:pt x="1578921" y="2535856"/>
                  </a:lnTo>
                  <a:lnTo>
                    <a:pt x="1583200" y="2535856"/>
                  </a:lnTo>
                  <a:lnTo>
                    <a:pt x="1587479" y="2527139"/>
                  </a:lnTo>
                  <a:lnTo>
                    <a:pt x="1591758" y="2535856"/>
                  </a:lnTo>
                  <a:lnTo>
                    <a:pt x="1596037" y="2535856"/>
                  </a:lnTo>
                  <a:lnTo>
                    <a:pt x="1600316" y="2535856"/>
                  </a:lnTo>
                  <a:lnTo>
                    <a:pt x="1604594" y="2535856"/>
                  </a:lnTo>
                  <a:lnTo>
                    <a:pt x="1608873" y="2535856"/>
                  </a:lnTo>
                  <a:lnTo>
                    <a:pt x="1613152" y="2535856"/>
                  </a:lnTo>
                  <a:lnTo>
                    <a:pt x="1617431" y="2535856"/>
                  </a:lnTo>
                  <a:lnTo>
                    <a:pt x="1621710" y="2535856"/>
                  </a:lnTo>
                  <a:lnTo>
                    <a:pt x="1625989" y="2535856"/>
                  </a:lnTo>
                  <a:lnTo>
                    <a:pt x="1630268" y="2515923"/>
                  </a:lnTo>
                  <a:lnTo>
                    <a:pt x="1634547" y="2470389"/>
                  </a:lnTo>
                  <a:lnTo>
                    <a:pt x="1638826" y="2500273"/>
                  </a:lnTo>
                  <a:lnTo>
                    <a:pt x="1643105" y="2469317"/>
                  </a:lnTo>
                  <a:lnTo>
                    <a:pt x="1647384" y="2505558"/>
                  </a:lnTo>
                  <a:lnTo>
                    <a:pt x="1651663" y="2425725"/>
                  </a:lnTo>
                  <a:lnTo>
                    <a:pt x="1655942" y="2413737"/>
                  </a:lnTo>
                  <a:lnTo>
                    <a:pt x="1660220" y="2442751"/>
                  </a:lnTo>
                  <a:lnTo>
                    <a:pt x="1664499" y="2460307"/>
                  </a:lnTo>
                  <a:lnTo>
                    <a:pt x="1668778" y="2473943"/>
                  </a:lnTo>
                  <a:lnTo>
                    <a:pt x="1673057" y="2487062"/>
                  </a:lnTo>
                  <a:lnTo>
                    <a:pt x="1677336" y="2483398"/>
                  </a:lnTo>
                  <a:lnTo>
                    <a:pt x="1681615" y="2487491"/>
                  </a:lnTo>
                  <a:lnTo>
                    <a:pt x="1685894" y="2512439"/>
                  </a:lnTo>
                  <a:lnTo>
                    <a:pt x="1690173" y="2483771"/>
                  </a:lnTo>
                  <a:lnTo>
                    <a:pt x="1694452" y="2461956"/>
                  </a:lnTo>
                  <a:lnTo>
                    <a:pt x="1698731" y="2457006"/>
                  </a:lnTo>
                  <a:lnTo>
                    <a:pt x="1703010" y="2458206"/>
                  </a:lnTo>
                  <a:lnTo>
                    <a:pt x="1707289" y="2487482"/>
                  </a:lnTo>
                  <a:lnTo>
                    <a:pt x="1711567" y="2469160"/>
                  </a:lnTo>
                  <a:lnTo>
                    <a:pt x="1715846" y="2463183"/>
                  </a:lnTo>
                  <a:lnTo>
                    <a:pt x="1720125" y="2444647"/>
                  </a:lnTo>
                  <a:lnTo>
                    <a:pt x="1724404" y="2451189"/>
                  </a:lnTo>
                  <a:lnTo>
                    <a:pt x="1728683" y="2484922"/>
                  </a:lnTo>
                  <a:lnTo>
                    <a:pt x="1732962" y="2465795"/>
                  </a:lnTo>
                  <a:lnTo>
                    <a:pt x="1737241" y="2512237"/>
                  </a:lnTo>
                  <a:lnTo>
                    <a:pt x="1741520" y="2492204"/>
                  </a:lnTo>
                  <a:lnTo>
                    <a:pt x="1745799" y="2489687"/>
                  </a:lnTo>
                  <a:lnTo>
                    <a:pt x="1750078" y="2519780"/>
                  </a:lnTo>
                  <a:lnTo>
                    <a:pt x="1754357" y="2535856"/>
                  </a:lnTo>
                  <a:lnTo>
                    <a:pt x="1758636" y="2535856"/>
                  </a:lnTo>
                  <a:lnTo>
                    <a:pt x="1762915" y="2535856"/>
                  </a:lnTo>
                  <a:lnTo>
                    <a:pt x="1767193" y="2535856"/>
                  </a:lnTo>
                  <a:lnTo>
                    <a:pt x="1771472" y="2526183"/>
                  </a:lnTo>
                  <a:lnTo>
                    <a:pt x="1775751" y="2498082"/>
                  </a:lnTo>
                  <a:lnTo>
                    <a:pt x="1780030" y="2494047"/>
                  </a:lnTo>
                  <a:lnTo>
                    <a:pt x="1784309" y="2514016"/>
                  </a:lnTo>
                  <a:lnTo>
                    <a:pt x="1788588" y="2505952"/>
                  </a:lnTo>
                  <a:lnTo>
                    <a:pt x="1792867" y="2535856"/>
                  </a:lnTo>
                  <a:lnTo>
                    <a:pt x="1797146" y="2535856"/>
                  </a:lnTo>
                  <a:lnTo>
                    <a:pt x="1801425" y="2535856"/>
                  </a:lnTo>
                  <a:lnTo>
                    <a:pt x="1805704" y="2535856"/>
                  </a:lnTo>
                  <a:lnTo>
                    <a:pt x="1809983" y="2535856"/>
                  </a:lnTo>
                  <a:lnTo>
                    <a:pt x="1814262" y="2535856"/>
                  </a:lnTo>
                  <a:lnTo>
                    <a:pt x="1818540" y="2535856"/>
                  </a:lnTo>
                  <a:lnTo>
                    <a:pt x="1822819" y="2535856"/>
                  </a:lnTo>
                  <a:lnTo>
                    <a:pt x="1827098" y="2535856"/>
                  </a:lnTo>
                  <a:lnTo>
                    <a:pt x="1831377" y="2535856"/>
                  </a:lnTo>
                  <a:lnTo>
                    <a:pt x="1835656" y="2508720"/>
                  </a:lnTo>
                  <a:lnTo>
                    <a:pt x="1839935" y="2473687"/>
                  </a:lnTo>
                  <a:lnTo>
                    <a:pt x="1844214" y="2437157"/>
                  </a:lnTo>
                  <a:lnTo>
                    <a:pt x="1848493" y="2444434"/>
                  </a:lnTo>
                  <a:lnTo>
                    <a:pt x="1852772" y="2477895"/>
                  </a:lnTo>
                  <a:lnTo>
                    <a:pt x="1857051" y="2485795"/>
                  </a:lnTo>
                  <a:lnTo>
                    <a:pt x="1861330" y="2483883"/>
                  </a:lnTo>
                  <a:lnTo>
                    <a:pt x="1865609" y="2488197"/>
                  </a:lnTo>
                  <a:lnTo>
                    <a:pt x="1869888" y="2497939"/>
                  </a:lnTo>
                  <a:lnTo>
                    <a:pt x="1874166" y="2524742"/>
                  </a:lnTo>
                  <a:lnTo>
                    <a:pt x="1878445" y="2497655"/>
                  </a:lnTo>
                  <a:lnTo>
                    <a:pt x="1882724" y="2495217"/>
                  </a:lnTo>
                  <a:lnTo>
                    <a:pt x="1887003" y="2489960"/>
                  </a:lnTo>
                  <a:lnTo>
                    <a:pt x="1891282" y="2471778"/>
                  </a:lnTo>
                  <a:lnTo>
                    <a:pt x="1895561" y="2467490"/>
                  </a:lnTo>
                  <a:lnTo>
                    <a:pt x="1899840" y="2461999"/>
                  </a:lnTo>
                  <a:lnTo>
                    <a:pt x="1904119" y="2466002"/>
                  </a:lnTo>
                  <a:lnTo>
                    <a:pt x="1908398" y="2520357"/>
                  </a:lnTo>
                  <a:lnTo>
                    <a:pt x="1912677" y="2506788"/>
                  </a:lnTo>
                  <a:lnTo>
                    <a:pt x="1916956" y="2468859"/>
                  </a:lnTo>
                  <a:lnTo>
                    <a:pt x="1921235" y="2470104"/>
                  </a:lnTo>
                  <a:lnTo>
                    <a:pt x="1925513" y="2492812"/>
                  </a:lnTo>
                  <a:lnTo>
                    <a:pt x="1929792" y="2491087"/>
                  </a:lnTo>
                  <a:lnTo>
                    <a:pt x="1934071" y="2510920"/>
                  </a:lnTo>
                  <a:lnTo>
                    <a:pt x="1938350" y="2476077"/>
                  </a:lnTo>
                  <a:lnTo>
                    <a:pt x="1942629" y="2501438"/>
                  </a:lnTo>
                  <a:lnTo>
                    <a:pt x="1946908" y="2450983"/>
                  </a:lnTo>
                  <a:lnTo>
                    <a:pt x="1951187" y="2443491"/>
                  </a:lnTo>
                  <a:lnTo>
                    <a:pt x="1955466" y="2460836"/>
                  </a:lnTo>
                  <a:lnTo>
                    <a:pt x="1959745" y="2436503"/>
                  </a:lnTo>
                  <a:lnTo>
                    <a:pt x="1964024" y="2465209"/>
                  </a:lnTo>
                  <a:lnTo>
                    <a:pt x="1968303" y="2457834"/>
                  </a:lnTo>
                  <a:lnTo>
                    <a:pt x="1972582" y="2484018"/>
                  </a:lnTo>
                  <a:lnTo>
                    <a:pt x="1976861" y="2454483"/>
                  </a:lnTo>
                  <a:lnTo>
                    <a:pt x="1981139" y="2471284"/>
                  </a:lnTo>
                  <a:lnTo>
                    <a:pt x="1985418" y="2457999"/>
                  </a:lnTo>
                  <a:lnTo>
                    <a:pt x="1989697" y="2460249"/>
                  </a:lnTo>
                  <a:lnTo>
                    <a:pt x="1993976" y="2457589"/>
                  </a:lnTo>
                  <a:lnTo>
                    <a:pt x="1998255" y="2459310"/>
                  </a:lnTo>
                  <a:lnTo>
                    <a:pt x="2002534" y="2519035"/>
                  </a:lnTo>
                  <a:lnTo>
                    <a:pt x="2006813" y="2526333"/>
                  </a:lnTo>
                  <a:lnTo>
                    <a:pt x="2011092" y="2529811"/>
                  </a:lnTo>
                  <a:lnTo>
                    <a:pt x="2015371" y="2535856"/>
                  </a:lnTo>
                  <a:lnTo>
                    <a:pt x="2019650" y="2535856"/>
                  </a:lnTo>
                  <a:lnTo>
                    <a:pt x="2023929" y="2535856"/>
                  </a:lnTo>
                  <a:lnTo>
                    <a:pt x="2028208" y="2535856"/>
                  </a:lnTo>
                  <a:lnTo>
                    <a:pt x="2032486" y="2535856"/>
                  </a:lnTo>
                  <a:lnTo>
                    <a:pt x="2036765" y="2535856"/>
                  </a:lnTo>
                  <a:lnTo>
                    <a:pt x="2041044" y="2535856"/>
                  </a:lnTo>
                  <a:lnTo>
                    <a:pt x="2045323" y="2534252"/>
                  </a:lnTo>
                  <a:lnTo>
                    <a:pt x="2049602" y="2513380"/>
                  </a:lnTo>
                  <a:lnTo>
                    <a:pt x="2053881" y="2535015"/>
                  </a:lnTo>
                  <a:lnTo>
                    <a:pt x="2058160" y="2535856"/>
                  </a:lnTo>
                  <a:lnTo>
                    <a:pt x="2062439" y="2464071"/>
                  </a:lnTo>
                  <a:lnTo>
                    <a:pt x="2066718" y="2455903"/>
                  </a:lnTo>
                  <a:lnTo>
                    <a:pt x="2070997" y="2416200"/>
                  </a:lnTo>
                  <a:lnTo>
                    <a:pt x="2075276" y="2316667"/>
                  </a:lnTo>
                  <a:lnTo>
                    <a:pt x="2079555" y="2284097"/>
                  </a:lnTo>
                  <a:lnTo>
                    <a:pt x="2083834" y="2295316"/>
                  </a:lnTo>
                  <a:lnTo>
                    <a:pt x="2088112" y="2383513"/>
                  </a:lnTo>
                  <a:lnTo>
                    <a:pt x="2092391" y="2432062"/>
                  </a:lnTo>
                  <a:lnTo>
                    <a:pt x="2096670" y="2359759"/>
                  </a:lnTo>
                  <a:lnTo>
                    <a:pt x="2100949" y="2360180"/>
                  </a:lnTo>
                  <a:lnTo>
                    <a:pt x="2105228" y="2289370"/>
                  </a:lnTo>
                  <a:lnTo>
                    <a:pt x="2109507" y="2218885"/>
                  </a:lnTo>
                  <a:lnTo>
                    <a:pt x="2113786" y="2157980"/>
                  </a:lnTo>
                  <a:lnTo>
                    <a:pt x="2118065" y="2201431"/>
                  </a:lnTo>
                  <a:lnTo>
                    <a:pt x="2122344" y="2339959"/>
                  </a:lnTo>
                  <a:lnTo>
                    <a:pt x="2126623" y="2317922"/>
                  </a:lnTo>
                  <a:lnTo>
                    <a:pt x="2130902" y="2280204"/>
                  </a:lnTo>
                  <a:lnTo>
                    <a:pt x="2135181" y="2356209"/>
                  </a:lnTo>
                  <a:lnTo>
                    <a:pt x="2139459" y="2349626"/>
                  </a:lnTo>
                  <a:lnTo>
                    <a:pt x="2143738" y="2369805"/>
                  </a:lnTo>
                  <a:lnTo>
                    <a:pt x="2148017" y="2253690"/>
                  </a:lnTo>
                  <a:lnTo>
                    <a:pt x="2152296" y="2243754"/>
                  </a:lnTo>
                  <a:lnTo>
                    <a:pt x="2156575" y="2253941"/>
                  </a:lnTo>
                  <a:lnTo>
                    <a:pt x="2160854" y="2208737"/>
                  </a:lnTo>
                  <a:lnTo>
                    <a:pt x="2165133" y="2210931"/>
                  </a:lnTo>
                  <a:lnTo>
                    <a:pt x="2169412" y="2230500"/>
                  </a:lnTo>
                  <a:lnTo>
                    <a:pt x="2173691" y="2185343"/>
                  </a:lnTo>
                  <a:lnTo>
                    <a:pt x="2177970" y="2155738"/>
                  </a:lnTo>
                  <a:lnTo>
                    <a:pt x="2182249" y="2138345"/>
                  </a:lnTo>
                  <a:lnTo>
                    <a:pt x="2186528" y="2114826"/>
                  </a:lnTo>
                  <a:lnTo>
                    <a:pt x="2190807" y="2134880"/>
                  </a:lnTo>
                  <a:lnTo>
                    <a:pt x="2195085" y="2111885"/>
                  </a:lnTo>
                  <a:lnTo>
                    <a:pt x="2199364" y="2125195"/>
                  </a:lnTo>
                  <a:lnTo>
                    <a:pt x="2203643" y="2161745"/>
                  </a:lnTo>
                  <a:lnTo>
                    <a:pt x="2207922" y="2156658"/>
                  </a:lnTo>
                  <a:lnTo>
                    <a:pt x="2212201" y="2135020"/>
                  </a:lnTo>
                  <a:lnTo>
                    <a:pt x="2216480" y="2129390"/>
                  </a:lnTo>
                  <a:lnTo>
                    <a:pt x="2220759" y="2188271"/>
                  </a:lnTo>
                  <a:lnTo>
                    <a:pt x="2225038" y="2280456"/>
                  </a:lnTo>
                  <a:lnTo>
                    <a:pt x="2229317" y="2188199"/>
                  </a:lnTo>
                  <a:lnTo>
                    <a:pt x="2233596" y="2064680"/>
                  </a:lnTo>
                  <a:lnTo>
                    <a:pt x="2237875" y="2021590"/>
                  </a:lnTo>
                  <a:lnTo>
                    <a:pt x="2242154" y="2012830"/>
                  </a:lnTo>
                  <a:lnTo>
                    <a:pt x="2246432" y="2109318"/>
                  </a:lnTo>
                  <a:lnTo>
                    <a:pt x="2250711" y="2238331"/>
                  </a:lnTo>
                  <a:lnTo>
                    <a:pt x="2254990" y="2204827"/>
                  </a:lnTo>
                  <a:lnTo>
                    <a:pt x="2259269" y="2220431"/>
                  </a:lnTo>
                  <a:lnTo>
                    <a:pt x="2263548" y="2041681"/>
                  </a:lnTo>
                  <a:lnTo>
                    <a:pt x="2267827" y="2032430"/>
                  </a:lnTo>
                  <a:lnTo>
                    <a:pt x="2272106" y="2068186"/>
                  </a:lnTo>
                  <a:lnTo>
                    <a:pt x="2276385" y="2028077"/>
                  </a:lnTo>
                  <a:lnTo>
                    <a:pt x="2280664" y="2102238"/>
                  </a:lnTo>
                  <a:lnTo>
                    <a:pt x="2284943" y="2083396"/>
                  </a:lnTo>
                  <a:lnTo>
                    <a:pt x="2289222" y="2103303"/>
                  </a:lnTo>
                  <a:lnTo>
                    <a:pt x="2293501" y="2053176"/>
                  </a:lnTo>
                  <a:lnTo>
                    <a:pt x="2297780" y="2087230"/>
                  </a:lnTo>
                  <a:lnTo>
                    <a:pt x="2302058" y="2072400"/>
                  </a:lnTo>
                  <a:lnTo>
                    <a:pt x="2306337" y="2099332"/>
                  </a:lnTo>
                  <a:lnTo>
                    <a:pt x="2310616" y="2085127"/>
                  </a:lnTo>
                  <a:lnTo>
                    <a:pt x="2314895" y="2065364"/>
                  </a:lnTo>
                  <a:lnTo>
                    <a:pt x="2319174" y="2053077"/>
                  </a:lnTo>
                  <a:lnTo>
                    <a:pt x="2323453" y="2065823"/>
                  </a:lnTo>
                  <a:lnTo>
                    <a:pt x="2327732" y="2055429"/>
                  </a:lnTo>
                  <a:lnTo>
                    <a:pt x="2332011" y="2055136"/>
                  </a:lnTo>
                  <a:lnTo>
                    <a:pt x="2336290" y="2064610"/>
                  </a:lnTo>
                  <a:lnTo>
                    <a:pt x="2340569" y="2045012"/>
                  </a:lnTo>
                  <a:lnTo>
                    <a:pt x="2344848" y="2103380"/>
                  </a:lnTo>
                  <a:lnTo>
                    <a:pt x="2349127" y="2085277"/>
                  </a:lnTo>
                  <a:lnTo>
                    <a:pt x="2353405" y="2128055"/>
                  </a:lnTo>
                  <a:lnTo>
                    <a:pt x="2357684" y="2123115"/>
                  </a:lnTo>
                  <a:lnTo>
                    <a:pt x="2361963" y="2173077"/>
                  </a:lnTo>
                  <a:lnTo>
                    <a:pt x="2366242" y="2218943"/>
                  </a:lnTo>
                  <a:lnTo>
                    <a:pt x="2370521" y="2239880"/>
                  </a:lnTo>
                  <a:lnTo>
                    <a:pt x="2374800" y="2318501"/>
                  </a:lnTo>
                  <a:lnTo>
                    <a:pt x="2379079" y="2393940"/>
                  </a:lnTo>
                  <a:lnTo>
                    <a:pt x="2383358" y="2443249"/>
                  </a:lnTo>
                  <a:lnTo>
                    <a:pt x="2387637" y="2449862"/>
                  </a:lnTo>
                  <a:lnTo>
                    <a:pt x="2391916" y="2374204"/>
                  </a:lnTo>
                  <a:lnTo>
                    <a:pt x="2396195" y="2331306"/>
                  </a:lnTo>
                  <a:lnTo>
                    <a:pt x="2400474" y="2216863"/>
                  </a:lnTo>
                  <a:lnTo>
                    <a:pt x="2404753" y="2226548"/>
                  </a:lnTo>
                  <a:lnTo>
                    <a:pt x="2409031" y="2168742"/>
                  </a:lnTo>
                  <a:lnTo>
                    <a:pt x="2413310" y="2148596"/>
                  </a:lnTo>
                  <a:lnTo>
                    <a:pt x="2417589" y="2101183"/>
                  </a:lnTo>
                  <a:lnTo>
                    <a:pt x="2421868" y="2063610"/>
                  </a:lnTo>
                  <a:lnTo>
                    <a:pt x="2426147" y="2082638"/>
                  </a:lnTo>
                  <a:lnTo>
                    <a:pt x="2430426" y="2042588"/>
                  </a:lnTo>
                  <a:lnTo>
                    <a:pt x="2434705" y="2056939"/>
                  </a:lnTo>
                  <a:lnTo>
                    <a:pt x="2438984" y="2024716"/>
                  </a:lnTo>
                  <a:lnTo>
                    <a:pt x="2443263" y="2067947"/>
                  </a:lnTo>
                  <a:lnTo>
                    <a:pt x="2447542" y="2121035"/>
                  </a:lnTo>
                  <a:lnTo>
                    <a:pt x="2451821" y="2137014"/>
                  </a:lnTo>
                  <a:lnTo>
                    <a:pt x="2456100" y="2174946"/>
                  </a:lnTo>
                  <a:lnTo>
                    <a:pt x="2460378" y="2263708"/>
                  </a:lnTo>
                  <a:lnTo>
                    <a:pt x="2464657" y="2342463"/>
                  </a:lnTo>
                  <a:lnTo>
                    <a:pt x="2468936" y="2445868"/>
                  </a:lnTo>
                  <a:lnTo>
                    <a:pt x="2473215" y="2327852"/>
                  </a:lnTo>
                  <a:lnTo>
                    <a:pt x="2477494" y="2226793"/>
                  </a:lnTo>
                  <a:lnTo>
                    <a:pt x="2481773" y="2218024"/>
                  </a:lnTo>
                  <a:lnTo>
                    <a:pt x="2486052" y="2165016"/>
                  </a:lnTo>
                  <a:lnTo>
                    <a:pt x="2490331" y="2218413"/>
                  </a:lnTo>
                  <a:lnTo>
                    <a:pt x="2494610" y="2213807"/>
                  </a:lnTo>
                  <a:lnTo>
                    <a:pt x="2498889" y="2222761"/>
                  </a:lnTo>
                  <a:lnTo>
                    <a:pt x="2503168" y="2279591"/>
                  </a:lnTo>
                  <a:lnTo>
                    <a:pt x="2507447" y="2256343"/>
                  </a:lnTo>
                  <a:lnTo>
                    <a:pt x="2511726" y="2296830"/>
                  </a:lnTo>
                  <a:lnTo>
                    <a:pt x="2516004" y="2299137"/>
                  </a:lnTo>
                  <a:lnTo>
                    <a:pt x="2520283" y="2392405"/>
                  </a:lnTo>
                  <a:lnTo>
                    <a:pt x="2524562" y="2437995"/>
                  </a:lnTo>
                  <a:lnTo>
                    <a:pt x="2528841" y="2501899"/>
                  </a:lnTo>
                  <a:lnTo>
                    <a:pt x="2533120" y="2480252"/>
                  </a:lnTo>
                  <a:lnTo>
                    <a:pt x="2537399" y="2522264"/>
                  </a:lnTo>
                  <a:lnTo>
                    <a:pt x="2541678" y="2511491"/>
                  </a:lnTo>
                  <a:lnTo>
                    <a:pt x="2545957" y="2458655"/>
                  </a:lnTo>
                  <a:lnTo>
                    <a:pt x="2550236" y="2406483"/>
                  </a:lnTo>
                  <a:lnTo>
                    <a:pt x="2554515" y="2314613"/>
                  </a:lnTo>
                  <a:lnTo>
                    <a:pt x="2558794" y="2265414"/>
                  </a:lnTo>
                  <a:lnTo>
                    <a:pt x="2563073" y="2266223"/>
                  </a:lnTo>
                  <a:lnTo>
                    <a:pt x="2567351" y="2266710"/>
                  </a:lnTo>
                  <a:lnTo>
                    <a:pt x="2571630" y="2280862"/>
                  </a:lnTo>
                  <a:lnTo>
                    <a:pt x="2575909" y="2249832"/>
                  </a:lnTo>
                  <a:lnTo>
                    <a:pt x="2580188" y="2226643"/>
                  </a:lnTo>
                  <a:lnTo>
                    <a:pt x="2584467" y="2227090"/>
                  </a:lnTo>
                  <a:lnTo>
                    <a:pt x="2588746" y="2222517"/>
                  </a:lnTo>
                  <a:lnTo>
                    <a:pt x="2593025" y="2212981"/>
                  </a:lnTo>
                  <a:lnTo>
                    <a:pt x="2597304" y="2184976"/>
                  </a:lnTo>
                  <a:lnTo>
                    <a:pt x="2601583" y="2196360"/>
                  </a:lnTo>
                  <a:lnTo>
                    <a:pt x="2605862" y="2216578"/>
                  </a:lnTo>
                  <a:lnTo>
                    <a:pt x="2610141" y="2170993"/>
                  </a:lnTo>
                  <a:lnTo>
                    <a:pt x="2614420" y="2159633"/>
                  </a:lnTo>
                  <a:lnTo>
                    <a:pt x="2618699" y="2232826"/>
                  </a:lnTo>
                  <a:lnTo>
                    <a:pt x="2622977" y="2291620"/>
                  </a:lnTo>
                  <a:lnTo>
                    <a:pt x="2627256" y="2363522"/>
                  </a:lnTo>
                  <a:lnTo>
                    <a:pt x="2631535" y="2385883"/>
                  </a:lnTo>
                  <a:lnTo>
                    <a:pt x="2635814" y="2342614"/>
                  </a:lnTo>
                  <a:lnTo>
                    <a:pt x="2640093" y="2312336"/>
                  </a:lnTo>
                  <a:lnTo>
                    <a:pt x="2644372" y="2287118"/>
                  </a:lnTo>
                  <a:lnTo>
                    <a:pt x="2648651" y="2204981"/>
                  </a:lnTo>
                  <a:lnTo>
                    <a:pt x="2652930" y="2257169"/>
                  </a:lnTo>
                  <a:lnTo>
                    <a:pt x="2657209" y="2201472"/>
                  </a:lnTo>
                  <a:lnTo>
                    <a:pt x="2661488" y="2224761"/>
                  </a:lnTo>
                  <a:lnTo>
                    <a:pt x="2665767" y="2204329"/>
                  </a:lnTo>
                  <a:lnTo>
                    <a:pt x="2670046" y="2213822"/>
                  </a:lnTo>
                  <a:lnTo>
                    <a:pt x="2674324" y="2211154"/>
                  </a:lnTo>
                  <a:lnTo>
                    <a:pt x="2678603" y="2225781"/>
                  </a:lnTo>
                  <a:lnTo>
                    <a:pt x="2682882" y="2221716"/>
                  </a:lnTo>
                  <a:lnTo>
                    <a:pt x="2687161" y="2214606"/>
                  </a:lnTo>
                  <a:lnTo>
                    <a:pt x="2691440" y="2265326"/>
                  </a:lnTo>
                  <a:lnTo>
                    <a:pt x="2695719" y="2193375"/>
                  </a:lnTo>
                  <a:lnTo>
                    <a:pt x="2699998" y="2204142"/>
                  </a:lnTo>
                  <a:lnTo>
                    <a:pt x="2704277" y="2173230"/>
                  </a:lnTo>
                  <a:lnTo>
                    <a:pt x="2708556" y="2139124"/>
                  </a:lnTo>
                  <a:lnTo>
                    <a:pt x="2712835" y="2135848"/>
                  </a:lnTo>
                  <a:lnTo>
                    <a:pt x="2717114" y="2110539"/>
                  </a:lnTo>
                  <a:lnTo>
                    <a:pt x="2721393" y="2128898"/>
                  </a:lnTo>
                  <a:lnTo>
                    <a:pt x="2725672" y="2107164"/>
                  </a:lnTo>
                  <a:lnTo>
                    <a:pt x="2729950" y="2101785"/>
                  </a:lnTo>
                  <a:lnTo>
                    <a:pt x="2734229" y="2167957"/>
                  </a:lnTo>
                  <a:lnTo>
                    <a:pt x="2738508" y="2286358"/>
                  </a:lnTo>
                  <a:lnTo>
                    <a:pt x="2742787" y="2268611"/>
                  </a:lnTo>
                  <a:lnTo>
                    <a:pt x="2747066" y="2236326"/>
                  </a:lnTo>
                  <a:lnTo>
                    <a:pt x="2751345" y="2269605"/>
                  </a:lnTo>
                  <a:lnTo>
                    <a:pt x="2755624" y="2321776"/>
                  </a:lnTo>
                  <a:lnTo>
                    <a:pt x="2759903" y="2354126"/>
                  </a:lnTo>
                  <a:lnTo>
                    <a:pt x="2764182" y="2327776"/>
                  </a:lnTo>
                  <a:lnTo>
                    <a:pt x="2768461" y="2302268"/>
                  </a:lnTo>
                  <a:lnTo>
                    <a:pt x="2772740" y="2233764"/>
                  </a:lnTo>
                  <a:lnTo>
                    <a:pt x="2777019" y="2213807"/>
                  </a:lnTo>
                  <a:lnTo>
                    <a:pt x="2781297" y="2140932"/>
                  </a:lnTo>
                  <a:lnTo>
                    <a:pt x="2785576" y="2102924"/>
                  </a:lnTo>
                  <a:lnTo>
                    <a:pt x="2789855" y="2130531"/>
                  </a:lnTo>
                  <a:lnTo>
                    <a:pt x="2794134" y="2194354"/>
                  </a:lnTo>
                  <a:lnTo>
                    <a:pt x="2798413" y="2260172"/>
                  </a:lnTo>
                  <a:lnTo>
                    <a:pt x="2802692" y="2295166"/>
                  </a:lnTo>
                  <a:lnTo>
                    <a:pt x="2806971" y="2284141"/>
                  </a:lnTo>
                  <a:lnTo>
                    <a:pt x="2811250" y="2200925"/>
                  </a:lnTo>
                  <a:lnTo>
                    <a:pt x="2815529" y="2116530"/>
                  </a:lnTo>
                  <a:lnTo>
                    <a:pt x="2819808" y="2037165"/>
                  </a:lnTo>
                  <a:lnTo>
                    <a:pt x="2824087" y="1991625"/>
                  </a:lnTo>
                  <a:lnTo>
                    <a:pt x="2828366" y="2074531"/>
                  </a:lnTo>
                  <a:lnTo>
                    <a:pt x="2832645" y="1995251"/>
                  </a:lnTo>
                  <a:lnTo>
                    <a:pt x="2836923" y="2020153"/>
                  </a:lnTo>
                  <a:lnTo>
                    <a:pt x="2841202" y="2023478"/>
                  </a:lnTo>
                  <a:lnTo>
                    <a:pt x="2845481" y="2017904"/>
                  </a:lnTo>
                  <a:lnTo>
                    <a:pt x="2849760" y="2068846"/>
                  </a:lnTo>
                  <a:lnTo>
                    <a:pt x="2854039" y="2047741"/>
                  </a:lnTo>
                  <a:lnTo>
                    <a:pt x="2858318" y="2058952"/>
                  </a:lnTo>
                  <a:lnTo>
                    <a:pt x="2862597" y="2073279"/>
                  </a:lnTo>
                  <a:lnTo>
                    <a:pt x="2866876" y="2056813"/>
                  </a:lnTo>
                  <a:lnTo>
                    <a:pt x="2871155" y="2016092"/>
                  </a:lnTo>
                  <a:lnTo>
                    <a:pt x="2875434" y="2093659"/>
                  </a:lnTo>
                  <a:lnTo>
                    <a:pt x="2879713" y="2078758"/>
                  </a:lnTo>
                  <a:lnTo>
                    <a:pt x="2883992" y="2106297"/>
                  </a:lnTo>
                  <a:lnTo>
                    <a:pt x="2888270" y="2166512"/>
                  </a:lnTo>
                  <a:lnTo>
                    <a:pt x="2892549" y="2177953"/>
                  </a:lnTo>
                  <a:lnTo>
                    <a:pt x="2896828" y="2259439"/>
                  </a:lnTo>
                  <a:lnTo>
                    <a:pt x="2901107" y="2234782"/>
                  </a:lnTo>
                  <a:lnTo>
                    <a:pt x="2905386" y="2164984"/>
                  </a:lnTo>
                  <a:lnTo>
                    <a:pt x="2909665" y="2111114"/>
                  </a:lnTo>
                  <a:lnTo>
                    <a:pt x="2913944" y="2103008"/>
                  </a:lnTo>
                  <a:lnTo>
                    <a:pt x="2918223" y="2095923"/>
                  </a:lnTo>
                  <a:lnTo>
                    <a:pt x="2922502" y="2088157"/>
                  </a:lnTo>
                  <a:lnTo>
                    <a:pt x="2926781" y="2080452"/>
                  </a:lnTo>
                  <a:lnTo>
                    <a:pt x="2931060" y="2090746"/>
                  </a:lnTo>
                  <a:lnTo>
                    <a:pt x="2935339" y="2107097"/>
                  </a:lnTo>
                  <a:lnTo>
                    <a:pt x="2939618" y="2088611"/>
                  </a:lnTo>
                  <a:lnTo>
                    <a:pt x="2943896" y="2053294"/>
                  </a:lnTo>
                  <a:lnTo>
                    <a:pt x="2948175" y="2003679"/>
                  </a:lnTo>
                  <a:lnTo>
                    <a:pt x="2952454" y="1960181"/>
                  </a:lnTo>
                  <a:lnTo>
                    <a:pt x="2956733" y="1943754"/>
                  </a:lnTo>
                  <a:lnTo>
                    <a:pt x="2961012" y="1946395"/>
                  </a:lnTo>
                  <a:lnTo>
                    <a:pt x="2965291" y="2009429"/>
                  </a:lnTo>
                  <a:lnTo>
                    <a:pt x="2969570" y="2036904"/>
                  </a:lnTo>
                  <a:lnTo>
                    <a:pt x="2973849" y="2086403"/>
                  </a:lnTo>
                  <a:lnTo>
                    <a:pt x="2978128" y="2119118"/>
                  </a:lnTo>
                  <a:lnTo>
                    <a:pt x="2982407" y="2068470"/>
                  </a:lnTo>
                  <a:lnTo>
                    <a:pt x="2986686" y="2076027"/>
                  </a:lnTo>
                  <a:lnTo>
                    <a:pt x="2990965" y="2042633"/>
                  </a:lnTo>
                  <a:lnTo>
                    <a:pt x="2995243" y="2030300"/>
                  </a:lnTo>
                  <a:lnTo>
                    <a:pt x="2999522" y="2006826"/>
                  </a:lnTo>
                  <a:lnTo>
                    <a:pt x="3003801" y="2047716"/>
                  </a:lnTo>
                  <a:lnTo>
                    <a:pt x="3008080" y="2018711"/>
                  </a:lnTo>
                  <a:lnTo>
                    <a:pt x="3012359" y="2032433"/>
                  </a:lnTo>
                  <a:lnTo>
                    <a:pt x="3016638" y="2098073"/>
                  </a:lnTo>
                  <a:lnTo>
                    <a:pt x="3020917" y="2108598"/>
                  </a:lnTo>
                  <a:lnTo>
                    <a:pt x="3025196" y="2152569"/>
                  </a:lnTo>
                  <a:lnTo>
                    <a:pt x="3029475" y="2225566"/>
                  </a:lnTo>
                  <a:lnTo>
                    <a:pt x="3033754" y="2252314"/>
                  </a:lnTo>
                  <a:lnTo>
                    <a:pt x="3038033" y="2287789"/>
                  </a:lnTo>
                  <a:lnTo>
                    <a:pt x="3042312" y="2256714"/>
                  </a:lnTo>
                  <a:lnTo>
                    <a:pt x="3046591" y="2200942"/>
                  </a:lnTo>
                  <a:lnTo>
                    <a:pt x="3050869" y="2210230"/>
                  </a:lnTo>
                  <a:lnTo>
                    <a:pt x="3055148" y="2255842"/>
                  </a:lnTo>
                  <a:lnTo>
                    <a:pt x="3059427" y="2297706"/>
                  </a:lnTo>
                  <a:lnTo>
                    <a:pt x="3063706" y="2309639"/>
                  </a:lnTo>
                  <a:lnTo>
                    <a:pt x="3067985" y="2318705"/>
                  </a:lnTo>
                  <a:lnTo>
                    <a:pt x="3072264" y="2342829"/>
                  </a:lnTo>
                  <a:lnTo>
                    <a:pt x="3076543" y="2393481"/>
                  </a:lnTo>
                  <a:lnTo>
                    <a:pt x="3080822" y="2406358"/>
                  </a:lnTo>
                  <a:lnTo>
                    <a:pt x="3085101" y="2388328"/>
                  </a:lnTo>
                  <a:lnTo>
                    <a:pt x="3089380" y="2362335"/>
                  </a:lnTo>
                  <a:lnTo>
                    <a:pt x="3093659" y="2293222"/>
                  </a:lnTo>
                  <a:lnTo>
                    <a:pt x="3097938" y="2233078"/>
                  </a:lnTo>
                  <a:lnTo>
                    <a:pt x="3102216" y="2165024"/>
                  </a:lnTo>
                  <a:lnTo>
                    <a:pt x="3106495" y="2123707"/>
                  </a:lnTo>
                  <a:lnTo>
                    <a:pt x="3110774" y="2230402"/>
                  </a:lnTo>
                  <a:lnTo>
                    <a:pt x="3115053" y="2253613"/>
                  </a:lnTo>
                  <a:lnTo>
                    <a:pt x="3119332" y="2258357"/>
                  </a:lnTo>
                  <a:lnTo>
                    <a:pt x="3123611" y="2086303"/>
                  </a:lnTo>
                  <a:lnTo>
                    <a:pt x="3127890" y="2105122"/>
                  </a:lnTo>
                  <a:lnTo>
                    <a:pt x="3132169" y="2172822"/>
                  </a:lnTo>
                  <a:lnTo>
                    <a:pt x="3136448" y="2225404"/>
                  </a:lnTo>
                  <a:lnTo>
                    <a:pt x="3140727" y="2180501"/>
                  </a:lnTo>
                  <a:lnTo>
                    <a:pt x="3145006" y="2078249"/>
                  </a:lnTo>
                  <a:lnTo>
                    <a:pt x="3149285" y="2104389"/>
                  </a:lnTo>
                  <a:lnTo>
                    <a:pt x="3153563" y="2093120"/>
                  </a:lnTo>
                  <a:lnTo>
                    <a:pt x="3157842" y="2040353"/>
                  </a:lnTo>
                  <a:lnTo>
                    <a:pt x="3162121" y="2013847"/>
                  </a:lnTo>
                  <a:lnTo>
                    <a:pt x="3166400" y="1904398"/>
                  </a:lnTo>
                  <a:lnTo>
                    <a:pt x="3170679" y="1912674"/>
                  </a:lnTo>
                  <a:lnTo>
                    <a:pt x="3174958" y="1933085"/>
                  </a:lnTo>
                  <a:lnTo>
                    <a:pt x="3179237" y="1922524"/>
                  </a:lnTo>
                  <a:lnTo>
                    <a:pt x="3183516" y="1836090"/>
                  </a:lnTo>
                  <a:lnTo>
                    <a:pt x="3187795" y="1749211"/>
                  </a:lnTo>
                  <a:lnTo>
                    <a:pt x="3192074" y="1815757"/>
                  </a:lnTo>
                  <a:lnTo>
                    <a:pt x="3196353" y="1797747"/>
                  </a:lnTo>
                  <a:lnTo>
                    <a:pt x="3200632" y="1769237"/>
                  </a:lnTo>
                  <a:lnTo>
                    <a:pt x="3204911" y="1752155"/>
                  </a:lnTo>
                  <a:lnTo>
                    <a:pt x="3209189" y="1772320"/>
                  </a:lnTo>
                  <a:lnTo>
                    <a:pt x="3213468" y="1787983"/>
                  </a:lnTo>
                  <a:lnTo>
                    <a:pt x="3217747" y="1760206"/>
                  </a:lnTo>
                  <a:lnTo>
                    <a:pt x="3222026" y="1774075"/>
                  </a:lnTo>
                  <a:lnTo>
                    <a:pt x="3226305" y="1830645"/>
                  </a:lnTo>
                  <a:lnTo>
                    <a:pt x="3230584" y="1848823"/>
                  </a:lnTo>
                  <a:lnTo>
                    <a:pt x="3234863" y="1850658"/>
                  </a:lnTo>
                  <a:lnTo>
                    <a:pt x="3239142" y="1899718"/>
                  </a:lnTo>
                  <a:lnTo>
                    <a:pt x="3243421" y="1985004"/>
                  </a:lnTo>
                  <a:lnTo>
                    <a:pt x="3247700" y="1990632"/>
                  </a:lnTo>
                  <a:lnTo>
                    <a:pt x="3251979" y="1973635"/>
                  </a:lnTo>
                  <a:lnTo>
                    <a:pt x="3256258" y="1931497"/>
                  </a:lnTo>
                  <a:lnTo>
                    <a:pt x="3260536" y="1883088"/>
                  </a:lnTo>
                  <a:lnTo>
                    <a:pt x="3264815" y="1996100"/>
                  </a:lnTo>
                  <a:lnTo>
                    <a:pt x="3269094" y="1963594"/>
                  </a:lnTo>
                  <a:lnTo>
                    <a:pt x="3273373" y="1993257"/>
                  </a:lnTo>
                  <a:lnTo>
                    <a:pt x="3277652" y="2044479"/>
                  </a:lnTo>
                  <a:lnTo>
                    <a:pt x="3281931" y="2126727"/>
                  </a:lnTo>
                  <a:lnTo>
                    <a:pt x="3286210" y="2177773"/>
                  </a:lnTo>
                  <a:lnTo>
                    <a:pt x="3290489" y="2216779"/>
                  </a:lnTo>
                  <a:lnTo>
                    <a:pt x="3294768" y="2162635"/>
                  </a:lnTo>
                  <a:lnTo>
                    <a:pt x="3299047" y="1987793"/>
                  </a:lnTo>
                  <a:lnTo>
                    <a:pt x="3303326" y="1995352"/>
                  </a:lnTo>
                  <a:lnTo>
                    <a:pt x="3307605" y="2108359"/>
                  </a:lnTo>
                  <a:lnTo>
                    <a:pt x="3311884" y="2118820"/>
                  </a:lnTo>
                  <a:lnTo>
                    <a:pt x="3316162" y="2141328"/>
                  </a:lnTo>
                  <a:lnTo>
                    <a:pt x="3320441" y="2137600"/>
                  </a:lnTo>
                  <a:lnTo>
                    <a:pt x="3324720" y="2180218"/>
                  </a:lnTo>
                  <a:lnTo>
                    <a:pt x="3328999" y="2197136"/>
                  </a:lnTo>
                  <a:lnTo>
                    <a:pt x="3333278" y="2152343"/>
                  </a:lnTo>
                  <a:lnTo>
                    <a:pt x="3337557" y="2221924"/>
                  </a:lnTo>
                  <a:lnTo>
                    <a:pt x="3341836" y="2240489"/>
                  </a:lnTo>
                  <a:lnTo>
                    <a:pt x="3346115" y="2283802"/>
                  </a:lnTo>
                  <a:lnTo>
                    <a:pt x="3350394" y="2208645"/>
                  </a:lnTo>
                  <a:lnTo>
                    <a:pt x="3354673" y="2249057"/>
                  </a:lnTo>
                  <a:lnTo>
                    <a:pt x="3358952" y="2224950"/>
                  </a:lnTo>
                  <a:lnTo>
                    <a:pt x="3363231" y="2233024"/>
                  </a:lnTo>
                  <a:lnTo>
                    <a:pt x="3367509" y="2317171"/>
                  </a:lnTo>
                  <a:lnTo>
                    <a:pt x="3371788" y="2236052"/>
                  </a:lnTo>
                  <a:lnTo>
                    <a:pt x="3376067" y="2203205"/>
                  </a:lnTo>
                  <a:lnTo>
                    <a:pt x="3380346" y="2184887"/>
                  </a:lnTo>
                  <a:lnTo>
                    <a:pt x="3384625" y="2130759"/>
                  </a:lnTo>
                  <a:lnTo>
                    <a:pt x="3388904" y="2064881"/>
                  </a:lnTo>
                  <a:lnTo>
                    <a:pt x="3393183" y="1979359"/>
                  </a:lnTo>
                  <a:lnTo>
                    <a:pt x="3397462" y="1900826"/>
                  </a:lnTo>
                  <a:lnTo>
                    <a:pt x="3401741" y="1948379"/>
                  </a:lnTo>
                  <a:lnTo>
                    <a:pt x="3406020" y="1993027"/>
                  </a:lnTo>
                  <a:lnTo>
                    <a:pt x="3410299" y="2046140"/>
                  </a:lnTo>
                  <a:lnTo>
                    <a:pt x="3414578" y="2141601"/>
                  </a:lnTo>
                  <a:lnTo>
                    <a:pt x="3418857" y="2220206"/>
                  </a:lnTo>
                  <a:lnTo>
                    <a:pt x="3423135" y="2250837"/>
                  </a:lnTo>
                  <a:lnTo>
                    <a:pt x="3427414" y="2220780"/>
                  </a:lnTo>
                  <a:lnTo>
                    <a:pt x="3431693" y="2217720"/>
                  </a:lnTo>
                  <a:lnTo>
                    <a:pt x="3435972" y="2256230"/>
                  </a:lnTo>
                  <a:lnTo>
                    <a:pt x="3440251" y="2224554"/>
                  </a:lnTo>
                  <a:lnTo>
                    <a:pt x="3444530" y="2167374"/>
                  </a:lnTo>
                  <a:lnTo>
                    <a:pt x="3448809" y="2153188"/>
                  </a:lnTo>
                  <a:lnTo>
                    <a:pt x="3453088" y="2085683"/>
                  </a:lnTo>
                  <a:lnTo>
                    <a:pt x="3457367" y="2008552"/>
                  </a:lnTo>
                  <a:lnTo>
                    <a:pt x="3461646" y="2009895"/>
                  </a:lnTo>
                  <a:lnTo>
                    <a:pt x="3465925" y="2022931"/>
                  </a:lnTo>
                  <a:lnTo>
                    <a:pt x="3470204" y="2172060"/>
                  </a:lnTo>
                  <a:lnTo>
                    <a:pt x="3474482" y="2278599"/>
                  </a:lnTo>
                  <a:lnTo>
                    <a:pt x="3478761" y="2264821"/>
                  </a:lnTo>
                  <a:lnTo>
                    <a:pt x="3483040" y="2257311"/>
                  </a:lnTo>
                  <a:lnTo>
                    <a:pt x="3487319" y="2260363"/>
                  </a:lnTo>
                  <a:lnTo>
                    <a:pt x="3491598" y="2258153"/>
                  </a:lnTo>
                  <a:lnTo>
                    <a:pt x="3495877" y="2187170"/>
                  </a:lnTo>
                  <a:lnTo>
                    <a:pt x="3500156" y="2034814"/>
                  </a:lnTo>
                  <a:lnTo>
                    <a:pt x="3504435" y="1896715"/>
                  </a:lnTo>
                  <a:lnTo>
                    <a:pt x="3508714" y="1971774"/>
                  </a:lnTo>
                  <a:lnTo>
                    <a:pt x="3512993" y="2051263"/>
                  </a:lnTo>
                  <a:lnTo>
                    <a:pt x="3517272" y="1976686"/>
                  </a:lnTo>
                  <a:lnTo>
                    <a:pt x="3521551" y="1969425"/>
                  </a:lnTo>
                  <a:lnTo>
                    <a:pt x="3525830" y="2010381"/>
                  </a:lnTo>
                  <a:lnTo>
                    <a:pt x="3530108" y="2150242"/>
                  </a:lnTo>
                  <a:lnTo>
                    <a:pt x="3534387" y="2123236"/>
                  </a:lnTo>
                  <a:lnTo>
                    <a:pt x="3538666" y="2007161"/>
                  </a:lnTo>
                  <a:lnTo>
                    <a:pt x="3542945" y="1944248"/>
                  </a:lnTo>
                  <a:lnTo>
                    <a:pt x="3547224" y="1943677"/>
                  </a:lnTo>
                  <a:lnTo>
                    <a:pt x="3551503" y="1922275"/>
                  </a:lnTo>
                  <a:lnTo>
                    <a:pt x="3555782" y="1859610"/>
                  </a:lnTo>
                  <a:lnTo>
                    <a:pt x="3560061" y="1876085"/>
                  </a:lnTo>
                  <a:lnTo>
                    <a:pt x="3564340" y="1884361"/>
                  </a:lnTo>
                  <a:lnTo>
                    <a:pt x="3568619" y="1913608"/>
                  </a:lnTo>
                  <a:lnTo>
                    <a:pt x="3572898" y="1981204"/>
                  </a:lnTo>
                  <a:lnTo>
                    <a:pt x="3577177" y="1951978"/>
                  </a:lnTo>
                  <a:lnTo>
                    <a:pt x="3581455" y="1908105"/>
                  </a:lnTo>
                  <a:lnTo>
                    <a:pt x="3585734" y="1916629"/>
                  </a:lnTo>
                  <a:lnTo>
                    <a:pt x="3590013" y="1911822"/>
                  </a:lnTo>
                  <a:lnTo>
                    <a:pt x="3594292" y="1887267"/>
                  </a:lnTo>
                  <a:lnTo>
                    <a:pt x="3598571" y="1833792"/>
                  </a:lnTo>
                  <a:lnTo>
                    <a:pt x="3602850" y="1825453"/>
                  </a:lnTo>
                  <a:lnTo>
                    <a:pt x="3607129" y="1839458"/>
                  </a:lnTo>
                  <a:lnTo>
                    <a:pt x="3611408" y="1928350"/>
                  </a:lnTo>
                  <a:lnTo>
                    <a:pt x="3615687" y="2034595"/>
                  </a:lnTo>
                  <a:lnTo>
                    <a:pt x="3619966" y="2011933"/>
                  </a:lnTo>
                  <a:lnTo>
                    <a:pt x="3624245" y="2055462"/>
                  </a:lnTo>
                  <a:lnTo>
                    <a:pt x="3628524" y="2036399"/>
                  </a:lnTo>
                  <a:lnTo>
                    <a:pt x="3632803" y="1994909"/>
                  </a:lnTo>
                  <a:lnTo>
                    <a:pt x="3637081" y="1950135"/>
                  </a:lnTo>
                  <a:lnTo>
                    <a:pt x="3641360" y="1937473"/>
                  </a:lnTo>
                  <a:lnTo>
                    <a:pt x="3645639" y="2100056"/>
                  </a:lnTo>
                  <a:lnTo>
                    <a:pt x="3649918" y="2188159"/>
                  </a:lnTo>
                  <a:lnTo>
                    <a:pt x="3654197" y="2188647"/>
                  </a:lnTo>
                  <a:lnTo>
                    <a:pt x="3658476" y="2181072"/>
                  </a:lnTo>
                  <a:lnTo>
                    <a:pt x="3662755" y="2171582"/>
                  </a:lnTo>
                  <a:lnTo>
                    <a:pt x="3667034" y="2158284"/>
                  </a:lnTo>
                  <a:lnTo>
                    <a:pt x="3671313" y="2142335"/>
                  </a:lnTo>
                  <a:lnTo>
                    <a:pt x="3675592" y="2138025"/>
                  </a:lnTo>
                  <a:lnTo>
                    <a:pt x="3679871" y="2132506"/>
                  </a:lnTo>
                  <a:lnTo>
                    <a:pt x="3684150" y="2104667"/>
                  </a:lnTo>
                  <a:lnTo>
                    <a:pt x="3688428" y="2013287"/>
                  </a:lnTo>
                  <a:lnTo>
                    <a:pt x="3692707" y="1898078"/>
                  </a:lnTo>
                  <a:lnTo>
                    <a:pt x="3696986" y="1842900"/>
                  </a:lnTo>
                  <a:lnTo>
                    <a:pt x="3701265" y="1825676"/>
                  </a:lnTo>
                  <a:lnTo>
                    <a:pt x="3705544" y="1803431"/>
                  </a:lnTo>
                  <a:lnTo>
                    <a:pt x="3709823" y="1845084"/>
                  </a:lnTo>
                  <a:lnTo>
                    <a:pt x="3714102" y="1873773"/>
                  </a:lnTo>
                  <a:lnTo>
                    <a:pt x="3718381" y="2008027"/>
                  </a:lnTo>
                  <a:lnTo>
                    <a:pt x="3722660" y="2127631"/>
                  </a:lnTo>
                  <a:lnTo>
                    <a:pt x="3726939" y="2097319"/>
                  </a:lnTo>
                  <a:lnTo>
                    <a:pt x="3731218" y="2135252"/>
                  </a:lnTo>
                  <a:lnTo>
                    <a:pt x="3735497" y="2121647"/>
                  </a:lnTo>
                  <a:lnTo>
                    <a:pt x="3739776" y="2094699"/>
                  </a:lnTo>
                  <a:lnTo>
                    <a:pt x="3744054" y="2163322"/>
                  </a:lnTo>
                  <a:lnTo>
                    <a:pt x="3748333" y="2171105"/>
                  </a:lnTo>
                  <a:lnTo>
                    <a:pt x="3752612" y="2225890"/>
                  </a:lnTo>
                  <a:lnTo>
                    <a:pt x="3756891" y="2226825"/>
                  </a:lnTo>
                  <a:lnTo>
                    <a:pt x="3761170" y="2254840"/>
                  </a:lnTo>
                  <a:lnTo>
                    <a:pt x="3765449" y="2232456"/>
                  </a:lnTo>
                  <a:lnTo>
                    <a:pt x="3769728" y="2104519"/>
                  </a:lnTo>
                  <a:lnTo>
                    <a:pt x="3774007" y="1971818"/>
                  </a:lnTo>
                  <a:lnTo>
                    <a:pt x="3778286" y="1913620"/>
                  </a:lnTo>
                  <a:lnTo>
                    <a:pt x="3782565" y="2011649"/>
                  </a:lnTo>
                  <a:lnTo>
                    <a:pt x="3786844" y="2148429"/>
                  </a:lnTo>
                  <a:lnTo>
                    <a:pt x="3791123" y="2135932"/>
                  </a:lnTo>
                  <a:lnTo>
                    <a:pt x="3795401" y="2199482"/>
                  </a:lnTo>
                  <a:lnTo>
                    <a:pt x="3799680" y="2198743"/>
                  </a:lnTo>
                  <a:lnTo>
                    <a:pt x="3803959" y="2144126"/>
                  </a:lnTo>
                  <a:lnTo>
                    <a:pt x="3808238" y="2042662"/>
                  </a:lnTo>
                  <a:lnTo>
                    <a:pt x="3812517" y="2041412"/>
                  </a:lnTo>
                  <a:lnTo>
                    <a:pt x="3816796" y="2010788"/>
                  </a:lnTo>
                  <a:lnTo>
                    <a:pt x="3821075" y="2026527"/>
                  </a:lnTo>
                  <a:lnTo>
                    <a:pt x="3825354" y="1988284"/>
                  </a:lnTo>
                  <a:lnTo>
                    <a:pt x="3829633" y="1947803"/>
                  </a:lnTo>
                  <a:lnTo>
                    <a:pt x="3833912" y="1901363"/>
                  </a:lnTo>
                  <a:lnTo>
                    <a:pt x="3838191" y="1852093"/>
                  </a:lnTo>
                  <a:lnTo>
                    <a:pt x="3842470" y="1925634"/>
                  </a:lnTo>
                  <a:lnTo>
                    <a:pt x="3846749" y="1929235"/>
                  </a:lnTo>
                  <a:lnTo>
                    <a:pt x="3851027" y="1982353"/>
                  </a:lnTo>
                  <a:lnTo>
                    <a:pt x="3855306" y="1976038"/>
                  </a:lnTo>
                  <a:lnTo>
                    <a:pt x="3859585" y="1964879"/>
                  </a:lnTo>
                  <a:lnTo>
                    <a:pt x="3863864" y="1871609"/>
                  </a:lnTo>
                  <a:lnTo>
                    <a:pt x="3868143" y="1833290"/>
                  </a:lnTo>
                  <a:lnTo>
                    <a:pt x="3872422" y="1823139"/>
                  </a:lnTo>
                  <a:lnTo>
                    <a:pt x="3876701" y="1758369"/>
                  </a:lnTo>
                  <a:lnTo>
                    <a:pt x="3880980" y="1719471"/>
                  </a:lnTo>
                  <a:lnTo>
                    <a:pt x="3885259" y="1808665"/>
                  </a:lnTo>
                  <a:lnTo>
                    <a:pt x="3889538" y="1780477"/>
                  </a:lnTo>
                  <a:lnTo>
                    <a:pt x="3893817" y="1783669"/>
                  </a:lnTo>
                  <a:lnTo>
                    <a:pt x="3898096" y="1749329"/>
                  </a:lnTo>
                  <a:lnTo>
                    <a:pt x="3902374" y="1676077"/>
                  </a:lnTo>
                  <a:lnTo>
                    <a:pt x="3906653" y="1679800"/>
                  </a:lnTo>
                  <a:lnTo>
                    <a:pt x="3910932" y="1635940"/>
                  </a:lnTo>
                  <a:lnTo>
                    <a:pt x="3915211" y="1572663"/>
                  </a:lnTo>
                  <a:lnTo>
                    <a:pt x="3919490" y="1637703"/>
                  </a:lnTo>
                  <a:lnTo>
                    <a:pt x="3923769" y="1711973"/>
                  </a:lnTo>
                  <a:lnTo>
                    <a:pt x="3928048" y="1714968"/>
                  </a:lnTo>
                  <a:lnTo>
                    <a:pt x="3932327" y="1673584"/>
                  </a:lnTo>
                  <a:lnTo>
                    <a:pt x="3936606" y="1584753"/>
                  </a:lnTo>
                  <a:lnTo>
                    <a:pt x="3940885" y="1525971"/>
                  </a:lnTo>
                  <a:lnTo>
                    <a:pt x="3945164" y="1351926"/>
                  </a:lnTo>
                  <a:lnTo>
                    <a:pt x="3949443" y="1350027"/>
                  </a:lnTo>
                  <a:lnTo>
                    <a:pt x="3953722" y="1277998"/>
                  </a:lnTo>
                  <a:lnTo>
                    <a:pt x="3958000" y="1230871"/>
                  </a:lnTo>
                  <a:lnTo>
                    <a:pt x="3962279" y="1354202"/>
                  </a:lnTo>
                  <a:lnTo>
                    <a:pt x="3966558" y="1427772"/>
                  </a:lnTo>
                  <a:lnTo>
                    <a:pt x="3970837" y="1516779"/>
                  </a:lnTo>
                  <a:lnTo>
                    <a:pt x="3975116" y="1379324"/>
                  </a:lnTo>
                  <a:lnTo>
                    <a:pt x="3979395" y="1250958"/>
                  </a:lnTo>
                  <a:lnTo>
                    <a:pt x="3983674" y="1105920"/>
                  </a:lnTo>
                  <a:lnTo>
                    <a:pt x="3987953" y="928881"/>
                  </a:lnTo>
                  <a:lnTo>
                    <a:pt x="3992232" y="822769"/>
                  </a:lnTo>
                  <a:lnTo>
                    <a:pt x="3996511" y="763206"/>
                  </a:lnTo>
                  <a:lnTo>
                    <a:pt x="4000790" y="687569"/>
                  </a:lnTo>
                  <a:lnTo>
                    <a:pt x="4005069" y="622971"/>
                  </a:lnTo>
                  <a:lnTo>
                    <a:pt x="4009347" y="540296"/>
                  </a:lnTo>
                  <a:lnTo>
                    <a:pt x="4013626" y="550016"/>
                  </a:lnTo>
                  <a:lnTo>
                    <a:pt x="4017905" y="443071"/>
                  </a:lnTo>
                  <a:lnTo>
                    <a:pt x="4022184" y="345067"/>
                  </a:lnTo>
                  <a:lnTo>
                    <a:pt x="4026463" y="249902"/>
                  </a:lnTo>
                  <a:lnTo>
                    <a:pt x="4030742" y="385032"/>
                  </a:lnTo>
                  <a:lnTo>
                    <a:pt x="4035021" y="249722"/>
                  </a:lnTo>
                  <a:lnTo>
                    <a:pt x="4039300" y="194312"/>
                  </a:lnTo>
                  <a:lnTo>
                    <a:pt x="4043579" y="332186"/>
                  </a:lnTo>
                  <a:lnTo>
                    <a:pt x="4047858" y="323171"/>
                  </a:lnTo>
                  <a:lnTo>
                    <a:pt x="4052137" y="397057"/>
                  </a:lnTo>
                  <a:lnTo>
                    <a:pt x="4056416" y="471605"/>
                  </a:lnTo>
                  <a:lnTo>
                    <a:pt x="4060695" y="541163"/>
                  </a:lnTo>
                  <a:lnTo>
                    <a:pt x="4064973" y="539614"/>
                  </a:lnTo>
                  <a:lnTo>
                    <a:pt x="4069252" y="564122"/>
                  </a:lnTo>
                  <a:lnTo>
                    <a:pt x="4073531" y="527486"/>
                  </a:lnTo>
                  <a:lnTo>
                    <a:pt x="4077810" y="497009"/>
                  </a:lnTo>
                  <a:lnTo>
                    <a:pt x="4082089" y="417780"/>
                  </a:lnTo>
                  <a:lnTo>
                    <a:pt x="4086368" y="419994"/>
                  </a:lnTo>
                  <a:lnTo>
                    <a:pt x="4090647" y="282349"/>
                  </a:lnTo>
                  <a:lnTo>
                    <a:pt x="4094926" y="366039"/>
                  </a:lnTo>
                  <a:lnTo>
                    <a:pt x="4099205" y="234147"/>
                  </a:lnTo>
                  <a:lnTo>
                    <a:pt x="4103484" y="209715"/>
                  </a:lnTo>
                  <a:lnTo>
                    <a:pt x="4107763" y="182442"/>
                  </a:lnTo>
                  <a:lnTo>
                    <a:pt x="4112042" y="127764"/>
                  </a:lnTo>
                  <a:lnTo>
                    <a:pt x="4116320" y="74420"/>
                  </a:lnTo>
                  <a:lnTo>
                    <a:pt x="4120599" y="64982"/>
                  </a:lnTo>
                  <a:lnTo>
                    <a:pt x="4124878" y="238396"/>
                  </a:lnTo>
                  <a:lnTo>
                    <a:pt x="4129157" y="166468"/>
                  </a:lnTo>
                  <a:lnTo>
                    <a:pt x="4133436" y="180906"/>
                  </a:lnTo>
                  <a:lnTo>
                    <a:pt x="4137715" y="226206"/>
                  </a:lnTo>
                  <a:lnTo>
                    <a:pt x="4141994" y="329489"/>
                  </a:lnTo>
                  <a:lnTo>
                    <a:pt x="4146273" y="340971"/>
                  </a:lnTo>
                  <a:lnTo>
                    <a:pt x="4150552" y="356491"/>
                  </a:lnTo>
                  <a:lnTo>
                    <a:pt x="4154831" y="381723"/>
                  </a:lnTo>
                  <a:lnTo>
                    <a:pt x="4159110" y="370487"/>
                  </a:lnTo>
                  <a:lnTo>
                    <a:pt x="4163389" y="387621"/>
                  </a:lnTo>
                  <a:lnTo>
                    <a:pt x="4167668" y="350376"/>
                  </a:lnTo>
                  <a:lnTo>
                    <a:pt x="4171946" y="347458"/>
                  </a:lnTo>
                  <a:lnTo>
                    <a:pt x="4176225" y="210620"/>
                  </a:lnTo>
                  <a:lnTo>
                    <a:pt x="4180504" y="77246"/>
                  </a:lnTo>
                  <a:lnTo>
                    <a:pt x="4184783" y="28875"/>
                  </a:lnTo>
                  <a:lnTo>
                    <a:pt x="4189062" y="0"/>
                  </a:lnTo>
                  <a:lnTo>
                    <a:pt x="4193341" y="70303"/>
                  </a:lnTo>
                  <a:lnTo>
                    <a:pt x="4197620" y="212962"/>
                  </a:lnTo>
                  <a:lnTo>
                    <a:pt x="4201899" y="328700"/>
                  </a:lnTo>
                  <a:lnTo>
                    <a:pt x="4206178" y="370729"/>
                  </a:lnTo>
                  <a:lnTo>
                    <a:pt x="4210457" y="487505"/>
                  </a:lnTo>
                  <a:lnTo>
                    <a:pt x="4214736" y="495380"/>
                  </a:lnTo>
                  <a:lnTo>
                    <a:pt x="4219015" y="472972"/>
                  </a:lnTo>
                  <a:lnTo>
                    <a:pt x="4223293" y="449070"/>
                  </a:lnTo>
                  <a:lnTo>
                    <a:pt x="4227572" y="447142"/>
                  </a:lnTo>
                  <a:lnTo>
                    <a:pt x="4231851" y="446520"/>
                  </a:lnTo>
                  <a:lnTo>
                    <a:pt x="4236130" y="196847"/>
                  </a:lnTo>
                  <a:lnTo>
                    <a:pt x="4240409" y="196847"/>
                  </a:lnTo>
                  <a:lnTo>
                    <a:pt x="4244688" y="131914"/>
                  </a:lnTo>
                  <a:lnTo>
                    <a:pt x="4248967" y="189555"/>
                  </a:lnTo>
                  <a:lnTo>
                    <a:pt x="4253246" y="244127"/>
                  </a:lnTo>
                  <a:lnTo>
                    <a:pt x="4257525" y="236208"/>
                  </a:lnTo>
                  <a:lnTo>
                    <a:pt x="4261804" y="140934"/>
                  </a:lnTo>
                  <a:lnTo>
                    <a:pt x="4266083" y="71039"/>
                  </a:lnTo>
                  <a:lnTo>
                    <a:pt x="4270362" y="136434"/>
                  </a:lnTo>
                  <a:lnTo>
                    <a:pt x="4274641" y="144539"/>
                  </a:lnTo>
                  <a:lnTo>
                    <a:pt x="4278919" y="144173"/>
                  </a:lnTo>
                  <a:lnTo>
                    <a:pt x="4283198" y="30335"/>
                  </a:lnTo>
                  <a:lnTo>
                    <a:pt x="4287477" y="149384"/>
                  </a:lnTo>
                  <a:lnTo>
                    <a:pt x="4291756" y="247249"/>
                  </a:lnTo>
                  <a:lnTo>
                    <a:pt x="4296035" y="269285"/>
                  </a:lnTo>
                  <a:lnTo>
                    <a:pt x="4300314" y="254098"/>
                  </a:lnTo>
                  <a:lnTo>
                    <a:pt x="4304593" y="196753"/>
                  </a:lnTo>
                  <a:lnTo>
                    <a:pt x="4308872" y="161782"/>
                  </a:lnTo>
                  <a:lnTo>
                    <a:pt x="4313151" y="171381"/>
                  </a:lnTo>
                  <a:lnTo>
                    <a:pt x="4317430" y="192136"/>
                  </a:lnTo>
                  <a:lnTo>
                    <a:pt x="4321709" y="202307"/>
                  </a:lnTo>
                  <a:lnTo>
                    <a:pt x="4325988" y="285569"/>
                  </a:lnTo>
                  <a:lnTo>
                    <a:pt x="4330266" y="266215"/>
                  </a:lnTo>
                  <a:lnTo>
                    <a:pt x="4334545" y="323598"/>
                  </a:lnTo>
                  <a:lnTo>
                    <a:pt x="4338824" y="411875"/>
                  </a:lnTo>
                  <a:lnTo>
                    <a:pt x="4343103" y="444120"/>
                  </a:lnTo>
                  <a:lnTo>
                    <a:pt x="4347382" y="500547"/>
                  </a:lnTo>
                  <a:lnTo>
                    <a:pt x="4351661" y="543171"/>
                  </a:lnTo>
                  <a:lnTo>
                    <a:pt x="4355940" y="627462"/>
                  </a:lnTo>
                  <a:lnTo>
                    <a:pt x="4360219" y="582459"/>
                  </a:lnTo>
                  <a:lnTo>
                    <a:pt x="4364498" y="662607"/>
                  </a:lnTo>
                  <a:lnTo>
                    <a:pt x="4368777" y="699225"/>
                  </a:lnTo>
                  <a:lnTo>
                    <a:pt x="4373056" y="684812"/>
                  </a:lnTo>
                  <a:lnTo>
                    <a:pt x="4377335" y="745277"/>
                  </a:lnTo>
                  <a:lnTo>
                    <a:pt x="4381614" y="760393"/>
                  </a:lnTo>
                  <a:lnTo>
                    <a:pt x="4385892" y="798690"/>
                  </a:lnTo>
                  <a:lnTo>
                    <a:pt x="4390171" y="786319"/>
                  </a:lnTo>
                  <a:lnTo>
                    <a:pt x="4394450" y="776732"/>
                  </a:lnTo>
                  <a:lnTo>
                    <a:pt x="4398729" y="791570"/>
                  </a:lnTo>
                  <a:lnTo>
                    <a:pt x="4403008" y="919258"/>
                  </a:lnTo>
                  <a:lnTo>
                    <a:pt x="4407287" y="903706"/>
                  </a:lnTo>
                  <a:lnTo>
                    <a:pt x="4411566" y="991577"/>
                  </a:lnTo>
                  <a:lnTo>
                    <a:pt x="4415845" y="987360"/>
                  </a:lnTo>
                  <a:lnTo>
                    <a:pt x="4420124" y="1070616"/>
                  </a:lnTo>
                  <a:lnTo>
                    <a:pt x="4424403" y="1072132"/>
                  </a:lnTo>
                  <a:lnTo>
                    <a:pt x="4428682" y="1148264"/>
                  </a:lnTo>
                  <a:lnTo>
                    <a:pt x="4432961" y="1190685"/>
                  </a:lnTo>
                  <a:lnTo>
                    <a:pt x="4437239" y="1255654"/>
                  </a:lnTo>
                  <a:lnTo>
                    <a:pt x="4441518" y="1170528"/>
                  </a:lnTo>
                  <a:lnTo>
                    <a:pt x="4445797" y="1207248"/>
                  </a:lnTo>
                  <a:lnTo>
                    <a:pt x="4450076" y="1209123"/>
                  </a:lnTo>
                  <a:lnTo>
                    <a:pt x="4454355" y="1178803"/>
                  </a:lnTo>
                  <a:lnTo>
                    <a:pt x="4458634" y="1151985"/>
                  </a:lnTo>
                  <a:lnTo>
                    <a:pt x="4462913" y="1159510"/>
                  </a:lnTo>
                  <a:lnTo>
                    <a:pt x="4467192" y="1192331"/>
                  </a:lnTo>
                  <a:lnTo>
                    <a:pt x="4471471" y="1323057"/>
                  </a:lnTo>
                  <a:lnTo>
                    <a:pt x="4475750" y="1401107"/>
                  </a:lnTo>
                  <a:lnTo>
                    <a:pt x="4480029" y="1401093"/>
                  </a:lnTo>
                  <a:lnTo>
                    <a:pt x="4484308" y="1305439"/>
                  </a:lnTo>
                  <a:lnTo>
                    <a:pt x="4488587" y="1233974"/>
                  </a:lnTo>
                  <a:lnTo>
                    <a:pt x="4492865" y="1285894"/>
                  </a:lnTo>
                  <a:lnTo>
                    <a:pt x="4497144" y="1289834"/>
                  </a:lnTo>
                  <a:lnTo>
                    <a:pt x="4501423" y="1373823"/>
                  </a:lnTo>
                  <a:lnTo>
                    <a:pt x="4505702" y="1555788"/>
                  </a:lnTo>
                  <a:lnTo>
                    <a:pt x="4509981" y="1714680"/>
                  </a:lnTo>
                  <a:lnTo>
                    <a:pt x="4514260" y="1888760"/>
                  </a:lnTo>
                  <a:lnTo>
                    <a:pt x="4518539" y="1836574"/>
                  </a:lnTo>
                  <a:lnTo>
                    <a:pt x="4522818" y="1771687"/>
                  </a:lnTo>
                  <a:lnTo>
                    <a:pt x="4527097" y="1725190"/>
                  </a:lnTo>
                  <a:lnTo>
                    <a:pt x="4531376" y="1706331"/>
                  </a:lnTo>
                  <a:lnTo>
                    <a:pt x="4535655" y="1780676"/>
                  </a:lnTo>
                  <a:lnTo>
                    <a:pt x="4539934" y="1768004"/>
                  </a:lnTo>
                  <a:lnTo>
                    <a:pt x="4544212" y="1828895"/>
                  </a:lnTo>
                  <a:lnTo>
                    <a:pt x="4548491" y="1808757"/>
                  </a:lnTo>
                  <a:lnTo>
                    <a:pt x="4552770" y="1771020"/>
                  </a:lnTo>
                  <a:lnTo>
                    <a:pt x="4557049" y="1631272"/>
                  </a:lnTo>
                  <a:lnTo>
                    <a:pt x="4561328" y="1652661"/>
                  </a:lnTo>
                  <a:lnTo>
                    <a:pt x="4565607" y="1847977"/>
                  </a:lnTo>
                  <a:lnTo>
                    <a:pt x="4569886" y="1772301"/>
                  </a:lnTo>
                  <a:lnTo>
                    <a:pt x="4574165" y="1703532"/>
                  </a:lnTo>
                  <a:lnTo>
                    <a:pt x="4578444" y="1826523"/>
                  </a:lnTo>
                  <a:lnTo>
                    <a:pt x="4582723" y="1815308"/>
                  </a:lnTo>
                  <a:lnTo>
                    <a:pt x="4587002" y="1835325"/>
                  </a:lnTo>
                  <a:lnTo>
                    <a:pt x="4591281" y="1777656"/>
                  </a:lnTo>
                  <a:lnTo>
                    <a:pt x="4595560" y="1650446"/>
                  </a:lnTo>
                  <a:lnTo>
                    <a:pt x="4599838" y="1676238"/>
                  </a:lnTo>
                  <a:lnTo>
                    <a:pt x="4604117" y="1705600"/>
                  </a:lnTo>
                  <a:lnTo>
                    <a:pt x="4608396" y="1657662"/>
                  </a:lnTo>
                  <a:lnTo>
                    <a:pt x="4612675" y="1499193"/>
                  </a:lnTo>
                  <a:lnTo>
                    <a:pt x="4616954" y="1470979"/>
                  </a:lnTo>
                  <a:lnTo>
                    <a:pt x="4621233" y="1445987"/>
                  </a:lnTo>
                  <a:lnTo>
                    <a:pt x="4625512" y="1491157"/>
                  </a:lnTo>
                  <a:lnTo>
                    <a:pt x="4629791" y="1487232"/>
                  </a:lnTo>
                  <a:lnTo>
                    <a:pt x="4634070" y="1407317"/>
                  </a:lnTo>
                  <a:lnTo>
                    <a:pt x="4638349" y="1507351"/>
                  </a:lnTo>
                  <a:lnTo>
                    <a:pt x="4642628" y="1596111"/>
                  </a:lnTo>
                  <a:lnTo>
                    <a:pt x="4646907" y="1764900"/>
                  </a:lnTo>
                  <a:lnTo>
                    <a:pt x="4651185" y="1858735"/>
                  </a:lnTo>
                  <a:lnTo>
                    <a:pt x="4655464" y="1846121"/>
                  </a:lnTo>
                  <a:lnTo>
                    <a:pt x="4659743" y="1920241"/>
                  </a:lnTo>
                  <a:lnTo>
                    <a:pt x="4664022" y="1933805"/>
                  </a:lnTo>
                  <a:lnTo>
                    <a:pt x="4668301" y="1715176"/>
                  </a:lnTo>
                  <a:lnTo>
                    <a:pt x="4672580" y="1533156"/>
                  </a:lnTo>
                  <a:lnTo>
                    <a:pt x="4676859" y="1418327"/>
                  </a:lnTo>
                  <a:lnTo>
                    <a:pt x="4681138" y="1294064"/>
                  </a:lnTo>
                  <a:lnTo>
                    <a:pt x="4685417" y="1281366"/>
                  </a:lnTo>
                  <a:lnTo>
                    <a:pt x="4689696" y="1232570"/>
                  </a:lnTo>
                  <a:lnTo>
                    <a:pt x="4693975" y="1196478"/>
                  </a:lnTo>
                  <a:lnTo>
                    <a:pt x="4698254" y="1246824"/>
                  </a:lnTo>
                  <a:lnTo>
                    <a:pt x="4702533" y="1214742"/>
                  </a:lnTo>
                  <a:lnTo>
                    <a:pt x="4706811" y="1221184"/>
                  </a:lnTo>
                  <a:lnTo>
                    <a:pt x="4711090" y="1213800"/>
                  </a:lnTo>
                  <a:lnTo>
                    <a:pt x="4715369" y="1287975"/>
                  </a:lnTo>
                  <a:lnTo>
                    <a:pt x="4719648" y="1317780"/>
                  </a:lnTo>
                  <a:lnTo>
                    <a:pt x="4723927" y="1281595"/>
                  </a:lnTo>
                  <a:lnTo>
                    <a:pt x="4728206" y="1314321"/>
                  </a:lnTo>
                  <a:lnTo>
                    <a:pt x="4732485" y="1363321"/>
                  </a:lnTo>
                  <a:lnTo>
                    <a:pt x="4736764" y="1368508"/>
                  </a:lnTo>
                  <a:lnTo>
                    <a:pt x="4741043" y="1413131"/>
                  </a:lnTo>
                  <a:lnTo>
                    <a:pt x="4745322" y="1407133"/>
                  </a:lnTo>
                  <a:lnTo>
                    <a:pt x="4749601" y="1436179"/>
                  </a:lnTo>
                  <a:lnTo>
                    <a:pt x="4753880" y="1448858"/>
                  </a:lnTo>
                  <a:lnTo>
                    <a:pt x="4758158" y="1447275"/>
                  </a:lnTo>
                  <a:lnTo>
                    <a:pt x="4762437" y="1439878"/>
                  </a:lnTo>
                  <a:lnTo>
                    <a:pt x="4766716" y="1407051"/>
                  </a:lnTo>
                  <a:lnTo>
                    <a:pt x="4770995" y="1426816"/>
                  </a:lnTo>
                  <a:lnTo>
                    <a:pt x="4775274" y="1387009"/>
                  </a:lnTo>
                  <a:lnTo>
                    <a:pt x="4779553" y="1360039"/>
                  </a:lnTo>
                  <a:lnTo>
                    <a:pt x="4783832" y="1333555"/>
                  </a:lnTo>
                  <a:lnTo>
                    <a:pt x="4788111" y="1306892"/>
                  </a:lnTo>
                  <a:lnTo>
                    <a:pt x="4792390" y="1321912"/>
                  </a:lnTo>
                  <a:lnTo>
                    <a:pt x="4796669" y="1261369"/>
                  </a:lnTo>
                  <a:lnTo>
                    <a:pt x="4800948" y="1270155"/>
                  </a:lnTo>
                  <a:lnTo>
                    <a:pt x="4805227" y="1310177"/>
                  </a:lnTo>
                  <a:lnTo>
                    <a:pt x="4809506" y="1285038"/>
                  </a:lnTo>
                  <a:lnTo>
                    <a:pt x="4813784" y="1288658"/>
                  </a:lnTo>
                  <a:lnTo>
                    <a:pt x="4818063" y="1289912"/>
                  </a:lnTo>
                  <a:lnTo>
                    <a:pt x="4822342" y="1266332"/>
                  </a:lnTo>
                  <a:lnTo>
                    <a:pt x="4826621" y="1309534"/>
                  </a:lnTo>
                  <a:lnTo>
                    <a:pt x="4830900" y="1321576"/>
                  </a:lnTo>
                  <a:lnTo>
                    <a:pt x="4835179" y="1352151"/>
                  </a:lnTo>
                  <a:lnTo>
                    <a:pt x="4839458" y="1357344"/>
                  </a:lnTo>
                  <a:lnTo>
                    <a:pt x="4843737" y="1292525"/>
                  </a:lnTo>
                  <a:lnTo>
                    <a:pt x="4848016" y="1288857"/>
                  </a:lnTo>
                  <a:lnTo>
                    <a:pt x="4852295" y="1246373"/>
                  </a:lnTo>
                  <a:lnTo>
                    <a:pt x="4856574" y="1291098"/>
                  </a:lnTo>
                  <a:lnTo>
                    <a:pt x="4860853" y="1314726"/>
                  </a:lnTo>
                  <a:lnTo>
                    <a:pt x="4865131" y="1343766"/>
                  </a:lnTo>
                  <a:lnTo>
                    <a:pt x="4869410" y="1416363"/>
                  </a:lnTo>
                  <a:lnTo>
                    <a:pt x="4873689" y="1382222"/>
                  </a:lnTo>
                  <a:lnTo>
                    <a:pt x="4877968" y="1439232"/>
                  </a:lnTo>
                  <a:lnTo>
                    <a:pt x="4882247" y="1391585"/>
                  </a:lnTo>
                  <a:lnTo>
                    <a:pt x="4886526" y="1397433"/>
                  </a:lnTo>
                  <a:lnTo>
                    <a:pt x="4890805" y="1410370"/>
                  </a:lnTo>
                  <a:lnTo>
                    <a:pt x="4895084" y="1380666"/>
                  </a:lnTo>
                  <a:lnTo>
                    <a:pt x="4899363" y="1463669"/>
                  </a:lnTo>
                  <a:lnTo>
                    <a:pt x="4903642" y="1398546"/>
                  </a:lnTo>
                  <a:lnTo>
                    <a:pt x="4907921" y="1441849"/>
                  </a:lnTo>
                  <a:lnTo>
                    <a:pt x="4912200" y="1475730"/>
                  </a:lnTo>
                  <a:lnTo>
                    <a:pt x="4916479" y="1486828"/>
                  </a:lnTo>
                  <a:lnTo>
                    <a:pt x="4920757" y="1560723"/>
                  </a:lnTo>
                  <a:lnTo>
                    <a:pt x="4925036" y="1503556"/>
                  </a:lnTo>
                  <a:lnTo>
                    <a:pt x="4929315" y="1557708"/>
                  </a:lnTo>
                  <a:lnTo>
                    <a:pt x="4933594" y="1613492"/>
                  </a:lnTo>
                  <a:lnTo>
                    <a:pt x="4937873" y="1634176"/>
                  </a:lnTo>
                  <a:lnTo>
                    <a:pt x="4942152" y="1709202"/>
                  </a:lnTo>
                  <a:lnTo>
                    <a:pt x="4946431" y="1578389"/>
                  </a:lnTo>
                  <a:lnTo>
                    <a:pt x="4950710" y="1586851"/>
                  </a:lnTo>
                  <a:lnTo>
                    <a:pt x="4954989" y="1488490"/>
                  </a:lnTo>
                  <a:lnTo>
                    <a:pt x="4959268" y="1460849"/>
                  </a:lnTo>
                  <a:lnTo>
                    <a:pt x="4963547" y="1450093"/>
                  </a:lnTo>
                  <a:lnTo>
                    <a:pt x="4967826" y="1467205"/>
                  </a:lnTo>
                  <a:lnTo>
                    <a:pt x="4972104" y="1548824"/>
                  </a:lnTo>
                  <a:lnTo>
                    <a:pt x="4976383" y="1524908"/>
                  </a:lnTo>
                  <a:lnTo>
                    <a:pt x="4980662" y="1475712"/>
                  </a:lnTo>
                  <a:lnTo>
                    <a:pt x="4984941" y="1446093"/>
                  </a:lnTo>
                  <a:lnTo>
                    <a:pt x="4989220" y="1443425"/>
                  </a:lnTo>
                  <a:lnTo>
                    <a:pt x="4993499" y="1446303"/>
                  </a:lnTo>
                  <a:lnTo>
                    <a:pt x="4997778" y="1445967"/>
                  </a:lnTo>
                  <a:lnTo>
                    <a:pt x="5002057" y="1405368"/>
                  </a:lnTo>
                  <a:lnTo>
                    <a:pt x="5006336" y="1452365"/>
                  </a:lnTo>
                  <a:lnTo>
                    <a:pt x="5010615" y="1445537"/>
                  </a:lnTo>
                  <a:lnTo>
                    <a:pt x="5014894" y="1439397"/>
                  </a:lnTo>
                  <a:lnTo>
                    <a:pt x="5019173" y="1593153"/>
                  </a:lnTo>
                  <a:lnTo>
                    <a:pt x="5023452" y="1752352"/>
                  </a:lnTo>
                  <a:lnTo>
                    <a:pt x="5027730" y="1763184"/>
                  </a:lnTo>
                  <a:lnTo>
                    <a:pt x="5032009" y="1645539"/>
                  </a:lnTo>
                  <a:lnTo>
                    <a:pt x="5036288" y="1532243"/>
                  </a:lnTo>
                  <a:lnTo>
                    <a:pt x="5040567" y="1543243"/>
                  </a:lnTo>
                  <a:lnTo>
                    <a:pt x="5044846" y="1587030"/>
                  </a:lnTo>
                  <a:lnTo>
                    <a:pt x="5049125" y="1572153"/>
                  </a:lnTo>
                  <a:lnTo>
                    <a:pt x="5053404" y="1522786"/>
                  </a:lnTo>
                  <a:lnTo>
                    <a:pt x="5057683" y="1542578"/>
                  </a:lnTo>
                  <a:lnTo>
                    <a:pt x="5061962" y="1538690"/>
                  </a:lnTo>
                  <a:lnTo>
                    <a:pt x="5066241" y="1562445"/>
                  </a:lnTo>
                  <a:lnTo>
                    <a:pt x="5070520" y="1579008"/>
                  </a:lnTo>
                  <a:lnTo>
                    <a:pt x="5074799" y="1513416"/>
                  </a:lnTo>
                  <a:lnTo>
                    <a:pt x="5079077" y="1539096"/>
                  </a:lnTo>
                  <a:lnTo>
                    <a:pt x="5083356" y="1541266"/>
                  </a:lnTo>
                  <a:lnTo>
                    <a:pt x="5087635" y="1680973"/>
                  </a:lnTo>
                  <a:lnTo>
                    <a:pt x="5091914" y="1647011"/>
                  </a:lnTo>
                  <a:lnTo>
                    <a:pt x="5096193" y="1499389"/>
                  </a:lnTo>
                  <a:lnTo>
                    <a:pt x="5100472" y="1569531"/>
                  </a:lnTo>
                  <a:lnTo>
                    <a:pt x="5104751" y="1517009"/>
                  </a:lnTo>
                  <a:lnTo>
                    <a:pt x="5109030" y="1553010"/>
                  </a:lnTo>
                  <a:lnTo>
                    <a:pt x="5113309" y="1508129"/>
                  </a:lnTo>
                  <a:lnTo>
                    <a:pt x="5117588" y="1460294"/>
                  </a:lnTo>
                  <a:lnTo>
                    <a:pt x="5121867" y="1538785"/>
                  </a:lnTo>
                  <a:lnTo>
                    <a:pt x="5126146" y="1595555"/>
                  </a:lnTo>
                  <a:lnTo>
                    <a:pt x="5130425" y="1603308"/>
                  </a:lnTo>
                  <a:lnTo>
                    <a:pt x="5134703" y="1517593"/>
                  </a:lnTo>
                  <a:lnTo>
                    <a:pt x="5138982" y="1468992"/>
                  </a:lnTo>
                  <a:lnTo>
                    <a:pt x="5143261" y="1540811"/>
                  </a:lnTo>
                  <a:lnTo>
                    <a:pt x="5147540" y="1515562"/>
                  </a:lnTo>
                  <a:lnTo>
                    <a:pt x="5151819" y="1513855"/>
                  </a:lnTo>
                  <a:lnTo>
                    <a:pt x="5156098" y="1498788"/>
                  </a:lnTo>
                  <a:lnTo>
                    <a:pt x="5160377" y="1493312"/>
                  </a:lnTo>
                  <a:lnTo>
                    <a:pt x="5164656" y="1472993"/>
                  </a:lnTo>
                  <a:lnTo>
                    <a:pt x="5168935" y="1582217"/>
                  </a:lnTo>
                  <a:lnTo>
                    <a:pt x="5173214" y="1564573"/>
                  </a:lnTo>
                  <a:lnTo>
                    <a:pt x="5177493" y="1509425"/>
                  </a:lnTo>
                  <a:lnTo>
                    <a:pt x="5181772" y="1530246"/>
                  </a:lnTo>
                  <a:lnTo>
                    <a:pt x="5186050" y="1602230"/>
                  </a:lnTo>
                  <a:lnTo>
                    <a:pt x="5190329" y="1589508"/>
                  </a:lnTo>
                  <a:lnTo>
                    <a:pt x="5194608" y="1567319"/>
                  </a:lnTo>
                  <a:lnTo>
                    <a:pt x="5198887" y="1567437"/>
                  </a:lnTo>
                  <a:lnTo>
                    <a:pt x="5203166" y="1467822"/>
                  </a:lnTo>
                  <a:lnTo>
                    <a:pt x="5207445" y="1570177"/>
                  </a:lnTo>
                  <a:lnTo>
                    <a:pt x="5211724" y="1561340"/>
                  </a:lnTo>
                  <a:lnTo>
                    <a:pt x="5216003" y="1606579"/>
                  </a:lnTo>
                  <a:lnTo>
                    <a:pt x="5220282" y="1777815"/>
                  </a:lnTo>
                  <a:lnTo>
                    <a:pt x="5224561" y="1853514"/>
                  </a:lnTo>
                  <a:lnTo>
                    <a:pt x="5228840" y="1911235"/>
                  </a:lnTo>
                  <a:lnTo>
                    <a:pt x="5233119" y="1878110"/>
                  </a:lnTo>
                  <a:lnTo>
                    <a:pt x="5237398" y="1771654"/>
                  </a:lnTo>
                  <a:lnTo>
                    <a:pt x="5241676" y="1690017"/>
                  </a:lnTo>
                  <a:lnTo>
                    <a:pt x="5245955" y="1589812"/>
                  </a:lnTo>
                  <a:lnTo>
                    <a:pt x="5250234" y="1554486"/>
                  </a:lnTo>
                  <a:lnTo>
                    <a:pt x="5254513" y="1454059"/>
                  </a:lnTo>
                  <a:lnTo>
                    <a:pt x="5258792" y="1431790"/>
                  </a:lnTo>
                  <a:lnTo>
                    <a:pt x="5263071" y="1402057"/>
                  </a:lnTo>
                  <a:lnTo>
                    <a:pt x="5267350" y="1408767"/>
                  </a:lnTo>
                  <a:lnTo>
                    <a:pt x="5271629" y="1393020"/>
                  </a:lnTo>
                  <a:lnTo>
                    <a:pt x="5275908" y="1418635"/>
                  </a:lnTo>
                  <a:lnTo>
                    <a:pt x="5280187" y="1383749"/>
                  </a:lnTo>
                  <a:lnTo>
                    <a:pt x="5284466" y="1445682"/>
                  </a:lnTo>
                  <a:lnTo>
                    <a:pt x="5288745" y="1486526"/>
                  </a:lnTo>
                  <a:lnTo>
                    <a:pt x="5293023" y="1463053"/>
                  </a:lnTo>
                  <a:lnTo>
                    <a:pt x="5297302" y="1635847"/>
                  </a:lnTo>
                  <a:lnTo>
                    <a:pt x="5301581" y="1613448"/>
                  </a:lnTo>
                  <a:lnTo>
                    <a:pt x="5305860" y="1586137"/>
                  </a:lnTo>
                  <a:lnTo>
                    <a:pt x="5310139" y="1562547"/>
                  </a:lnTo>
                  <a:lnTo>
                    <a:pt x="5314418" y="1427814"/>
                  </a:lnTo>
                  <a:lnTo>
                    <a:pt x="5318697" y="1511024"/>
                  </a:lnTo>
                  <a:lnTo>
                    <a:pt x="5322976" y="1487575"/>
                  </a:lnTo>
                  <a:lnTo>
                    <a:pt x="5327255" y="1389925"/>
                  </a:lnTo>
                  <a:lnTo>
                    <a:pt x="5331534" y="1420512"/>
                  </a:lnTo>
                  <a:lnTo>
                    <a:pt x="5335813" y="1394084"/>
                  </a:lnTo>
                  <a:lnTo>
                    <a:pt x="5340092" y="1403607"/>
                  </a:lnTo>
                  <a:lnTo>
                    <a:pt x="5344371" y="1439581"/>
                  </a:lnTo>
                  <a:lnTo>
                    <a:pt x="5348649" y="1438079"/>
                  </a:lnTo>
                  <a:lnTo>
                    <a:pt x="5352928" y="1461309"/>
                  </a:lnTo>
                  <a:lnTo>
                    <a:pt x="5357207" y="1658563"/>
                  </a:lnTo>
                  <a:lnTo>
                    <a:pt x="5361486" y="1685581"/>
                  </a:lnTo>
                  <a:lnTo>
                    <a:pt x="5365765" y="1670172"/>
                  </a:lnTo>
                  <a:lnTo>
                    <a:pt x="5370044" y="1598438"/>
                  </a:lnTo>
                  <a:lnTo>
                    <a:pt x="5374323" y="1482271"/>
                  </a:lnTo>
                  <a:lnTo>
                    <a:pt x="5378602" y="1590740"/>
                  </a:lnTo>
                  <a:lnTo>
                    <a:pt x="5382881" y="1530066"/>
                  </a:lnTo>
                  <a:lnTo>
                    <a:pt x="5387160" y="1499063"/>
                  </a:lnTo>
                  <a:lnTo>
                    <a:pt x="5391439" y="1538557"/>
                  </a:lnTo>
                  <a:lnTo>
                    <a:pt x="5395718" y="1498677"/>
                  </a:lnTo>
                  <a:lnTo>
                    <a:pt x="5399996" y="1519951"/>
                  </a:lnTo>
                  <a:lnTo>
                    <a:pt x="5404275" y="1583727"/>
                  </a:lnTo>
                  <a:lnTo>
                    <a:pt x="5408554" y="1543622"/>
                  </a:lnTo>
                  <a:lnTo>
                    <a:pt x="5412833" y="1538493"/>
                  </a:lnTo>
                  <a:lnTo>
                    <a:pt x="5417112" y="1573333"/>
                  </a:lnTo>
                  <a:lnTo>
                    <a:pt x="5421391" y="1516161"/>
                  </a:lnTo>
                  <a:lnTo>
                    <a:pt x="5425670" y="1574449"/>
                  </a:lnTo>
                  <a:lnTo>
                    <a:pt x="5429949" y="1561461"/>
                  </a:lnTo>
                  <a:lnTo>
                    <a:pt x="5434228" y="1527516"/>
                  </a:lnTo>
                  <a:lnTo>
                    <a:pt x="5438507" y="1550485"/>
                  </a:lnTo>
                  <a:lnTo>
                    <a:pt x="5442786" y="1522369"/>
                  </a:lnTo>
                  <a:lnTo>
                    <a:pt x="5447065" y="1520088"/>
                  </a:lnTo>
                  <a:lnTo>
                    <a:pt x="5451344" y="1488153"/>
                  </a:lnTo>
                  <a:lnTo>
                    <a:pt x="5455622" y="1484862"/>
                  </a:lnTo>
                  <a:lnTo>
                    <a:pt x="5459901" y="1486938"/>
                  </a:lnTo>
                  <a:lnTo>
                    <a:pt x="5464180" y="1512140"/>
                  </a:lnTo>
                  <a:lnTo>
                    <a:pt x="5468459" y="1565843"/>
                  </a:lnTo>
                  <a:lnTo>
                    <a:pt x="5472738" y="1575630"/>
                  </a:lnTo>
                  <a:lnTo>
                    <a:pt x="5477017" y="1575109"/>
                  </a:lnTo>
                  <a:lnTo>
                    <a:pt x="5481296" y="1584178"/>
                  </a:lnTo>
                  <a:lnTo>
                    <a:pt x="5485575" y="1575694"/>
                  </a:lnTo>
                  <a:lnTo>
                    <a:pt x="5489854" y="1584835"/>
                  </a:lnTo>
                  <a:lnTo>
                    <a:pt x="5494133" y="1583745"/>
                  </a:lnTo>
                  <a:lnTo>
                    <a:pt x="5498412" y="1605405"/>
                  </a:lnTo>
                  <a:lnTo>
                    <a:pt x="5502691" y="1653580"/>
                  </a:lnTo>
                  <a:lnTo>
                    <a:pt x="5506969" y="1716448"/>
                  </a:lnTo>
                  <a:lnTo>
                    <a:pt x="5511248" y="1736887"/>
                  </a:lnTo>
                  <a:lnTo>
                    <a:pt x="5515527" y="1728879"/>
                  </a:lnTo>
                  <a:lnTo>
                    <a:pt x="5519806" y="1720002"/>
                  </a:lnTo>
                  <a:lnTo>
                    <a:pt x="5524085" y="1753612"/>
                  </a:lnTo>
                  <a:lnTo>
                    <a:pt x="5528364" y="1789399"/>
                  </a:lnTo>
                  <a:lnTo>
                    <a:pt x="5532643" y="1824935"/>
                  </a:lnTo>
                  <a:lnTo>
                    <a:pt x="5536922" y="1862251"/>
                  </a:lnTo>
                  <a:lnTo>
                    <a:pt x="5541201" y="1914110"/>
                  </a:lnTo>
                  <a:lnTo>
                    <a:pt x="5545480" y="2022753"/>
                  </a:lnTo>
                  <a:lnTo>
                    <a:pt x="5549759" y="1992616"/>
                  </a:lnTo>
                  <a:lnTo>
                    <a:pt x="5554038" y="1920134"/>
                  </a:lnTo>
                  <a:lnTo>
                    <a:pt x="5558317" y="1839252"/>
                  </a:lnTo>
                  <a:lnTo>
                    <a:pt x="5562595" y="1786836"/>
                  </a:lnTo>
                  <a:lnTo>
                    <a:pt x="5566874" y="1793308"/>
                  </a:lnTo>
                  <a:lnTo>
                    <a:pt x="5571153" y="1687231"/>
                  </a:lnTo>
                  <a:lnTo>
                    <a:pt x="5575432" y="1730488"/>
                  </a:lnTo>
                  <a:lnTo>
                    <a:pt x="5579711" y="1756388"/>
                  </a:lnTo>
                  <a:lnTo>
                    <a:pt x="5583990" y="1800760"/>
                  </a:lnTo>
                  <a:lnTo>
                    <a:pt x="5588269" y="1786795"/>
                  </a:lnTo>
                  <a:lnTo>
                    <a:pt x="5592548" y="1773637"/>
                  </a:lnTo>
                  <a:lnTo>
                    <a:pt x="5596827" y="1852280"/>
                  </a:lnTo>
                  <a:lnTo>
                    <a:pt x="5601106" y="1992814"/>
                  </a:lnTo>
                  <a:lnTo>
                    <a:pt x="5605385" y="2006406"/>
                  </a:lnTo>
                  <a:lnTo>
                    <a:pt x="5609664" y="1879042"/>
                  </a:lnTo>
                  <a:lnTo>
                    <a:pt x="5613942" y="1811347"/>
                  </a:lnTo>
                  <a:lnTo>
                    <a:pt x="5618221" y="1831909"/>
                  </a:lnTo>
                  <a:lnTo>
                    <a:pt x="5622500" y="1872884"/>
                  </a:lnTo>
                  <a:lnTo>
                    <a:pt x="5626779" y="1826831"/>
                  </a:lnTo>
                  <a:lnTo>
                    <a:pt x="5631058" y="1852706"/>
                  </a:lnTo>
                  <a:lnTo>
                    <a:pt x="5635337" y="1914863"/>
                  </a:lnTo>
                  <a:lnTo>
                    <a:pt x="5639616" y="2008961"/>
                  </a:lnTo>
                  <a:lnTo>
                    <a:pt x="5643895" y="2024246"/>
                  </a:lnTo>
                  <a:lnTo>
                    <a:pt x="5648174" y="1877218"/>
                  </a:lnTo>
                  <a:lnTo>
                    <a:pt x="5652453" y="1835528"/>
                  </a:lnTo>
                  <a:lnTo>
                    <a:pt x="5656732" y="1771806"/>
                  </a:lnTo>
                  <a:lnTo>
                    <a:pt x="5661011" y="1823836"/>
                  </a:lnTo>
                  <a:lnTo>
                    <a:pt x="5665290" y="1734879"/>
                  </a:lnTo>
                  <a:lnTo>
                    <a:pt x="5669568" y="1787685"/>
                  </a:lnTo>
                  <a:lnTo>
                    <a:pt x="5673847" y="1855318"/>
                  </a:lnTo>
                  <a:lnTo>
                    <a:pt x="5678126" y="1875533"/>
                  </a:lnTo>
                  <a:lnTo>
                    <a:pt x="5682405" y="1982660"/>
                  </a:lnTo>
                  <a:lnTo>
                    <a:pt x="5686684" y="2146815"/>
                  </a:lnTo>
                  <a:lnTo>
                    <a:pt x="5690963" y="2180834"/>
                  </a:lnTo>
                  <a:lnTo>
                    <a:pt x="5695242" y="2136136"/>
                  </a:lnTo>
                  <a:lnTo>
                    <a:pt x="5699521" y="2116772"/>
                  </a:lnTo>
                  <a:lnTo>
                    <a:pt x="5703800" y="2088813"/>
                  </a:lnTo>
                  <a:lnTo>
                    <a:pt x="5708079" y="2117684"/>
                  </a:lnTo>
                  <a:lnTo>
                    <a:pt x="5712358" y="2117456"/>
                  </a:lnTo>
                  <a:lnTo>
                    <a:pt x="5716637" y="1998564"/>
                  </a:lnTo>
                  <a:lnTo>
                    <a:pt x="5720915" y="2018453"/>
                  </a:lnTo>
                  <a:lnTo>
                    <a:pt x="5725194" y="1918162"/>
                  </a:lnTo>
                  <a:lnTo>
                    <a:pt x="5729473" y="1876291"/>
                  </a:lnTo>
                  <a:lnTo>
                    <a:pt x="5733752" y="1928101"/>
                  </a:lnTo>
                  <a:lnTo>
                    <a:pt x="5738031" y="1842993"/>
                  </a:lnTo>
                  <a:lnTo>
                    <a:pt x="5742310" y="1926509"/>
                  </a:lnTo>
                  <a:lnTo>
                    <a:pt x="5746589" y="1899594"/>
                  </a:lnTo>
                  <a:lnTo>
                    <a:pt x="5750868" y="1939229"/>
                  </a:lnTo>
                  <a:lnTo>
                    <a:pt x="5755147" y="1930125"/>
                  </a:lnTo>
                  <a:lnTo>
                    <a:pt x="5759426" y="1943092"/>
                  </a:lnTo>
                  <a:lnTo>
                    <a:pt x="5763705" y="2014095"/>
                  </a:lnTo>
                  <a:lnTo>
                    <a:pt x="5767984" y="1868355"/>
                  </a:lnTo>
                  <a:lnTo>
                    <a:pt x="5772263" y="1887146"/>
                  </a:lnTo>
                  <a:lnTo>
                    <a:pt x="5776541" y="1896648"/>
                  </a:lnTo>
                  <a:lnTo>
                    <a:pt x="5780820" y="1858924"/>
                  </a:lnTo>
                  <a:lnTo>
                    <a:pt x="5785099" y="1864233"/>
                  </a:lnTo>
                  <a:lnTo>
                    <a:pt x="5789378" y="1792015"/>
                  </a:lnTo>
                  <a:lnTo>
                    <a:pt x="5793657" y="1796411"/>
                  </a:lnTo>
                  <a:lnTo>
                    <a:pt x="5797936" y="1785618"/>
                  </a:lnTo>
                  <a:lnTo>
                    <a:pt x="5802215" y="1721420"/>
                  </a:lnTo>
                  <a:lnTo>
                    <a:pt x="5806494" y="1837413"/>
                  </a:lnTo>
                  <a:lnTo>
                    <a:pt x="5810773" y="1830394"/>
                  </a:lnTo>
                  <a:lnTo>
                    <a:pt x="5815052" y="1914646"/>
                  </a:lnTo>
                  <a:lnTo>
                    <a:pt x="5819331" y="1864627"/>
                  </a:lnTo>
                  <a:lnTo>
                    <a:pt x="5823610" y="1805340"/>
                  </a:lnTo>
                  <a:lnTo>
                    <a:pt x="5827888" y="1877133"/>
                  </a:lnTo>
                  <a:lnTo>
                    <a:pt x="5832167" y="1803679"/>
                  </a:lnTo>
                  <a:lnTo>
                    <a:pt x="5836446" y="1925073"/>
                  </a:lnTo>
                  <a:lnTo>
                    <a:pt x="5840725" y="1887682"/>
                  </a:lnTo>
                  <a:lnTo>
                    <a:pt x="5845004" y="1954217"/>
                  </a:lnTo>
                  <a:lnTo>
                    <a:pt x="5849283" y="2060674"/>
                  </a:lnTo>
                  <a:lnTo>
                    <a:pt x="5853562" y="2122330"/>
                  </a:lnTo>
                  <a:lnTo>
                    <a:pt x="5857841" y="2155324"/>
                  </a:lnTo>
                  <a:lnTo>
                    <a:pt x="5862120" y="2196454"/>
                  </a:lnTo>
                  <a:lnTo>
                    <a:pt x="5866399" y="2169203"/>
                  </a:lnTo>
                  <a:lnTo>
                    <a:pt x="5870678" y="2076995"/>
                  </a:lnTo>
                  <a:lnTo>
                    <a:pt x="5874957" y="2094294"/>
                  </a:lnTo>
                  <a:lnTo>
                    <a:pt x="5879236" y="2097228"/>
                  </a:lnTo>
                  <a:lnTo>
                    <a:pt x="5883514" y="2168386"/>
                  </a:lnTo>
                  <a:lnTo>
                    <a:pt x="5887793" y="2123547"/>
                  </a:lnTo>
                  <a:lnTo>
                    <a:pt x="5892072" y="2018677"/>
                  </a:lnTo>
                  <a:lnTo>
                    <a:pt x="5896351" y="2006499"/>
                  </a:lnTo>
                  <a:lnTo>
                    <a:pt x="5900630" y="1849186"/>
                  </a:lnTo>
                  <a:lnTo>
                    <a:pt x="5904909" y="1899450"/>
                  </a:lnTo>
                  <a:lnTo>
                    <a:pt x="5909188" y="1813830"/>
                  </a:lnTo>
                  <a:lnTo>
                    <a:pt x="5913467" y="1890830"/>
                  </a:lnTo>
                  <a:lnTo>
                    <a:pt x="5917746" y="1835746"/>
                  </a:lnTo>
                  <a:lnTo>
                    <a:pt x="5922025" y="1776694"/>
                  </a:lnTo>
                  <a:lnTo>
                    <a:pt x="5926304" y="1875479"/>
                  </a:lnTo>
                  <a:lnTo>
                    <a:pt x="5930583" y="1849853"/>
                  </a:lnTo>
                  <a:lnTo>
                    <a:pt x="5934861" y="1844555"/>
                  </a:lnTo>
                  <a:lnTo>
                    <a:pt x="5939140" y="1785374"/>
                  </a:lnTo>
                  <a:lnTo>
                    <a:pt x="5943419" y="1777922"/>
                  </a:lnTo>
                  <a:lnTo>
                    <a:pt x="5947698" y="1784204"/>
                  </a:lnTo>
                  <a:lnTo>
                    <a:pt x="5951977" y="1854529"/>
                  </a:lnTo>
                  <a:lnTo>
                    <a:pt x="5956256" y="1832055"/>
                  </a:lnTo>
                  <a:lnTo>
                    <a:pt x="5960535" y="1809945"/>
                  </a:lnTo>
                  <a:lnTo>
                    <a:pt x="5964814" y="1859828"/>
                  </a:lnTo>
                  <a:lnTo>
                    <a:pt x="5969093" y="1922624"/>
                  </a:lnTo>
                  <a:lnTo>
                    <a:pt x="5973372" y="1921618"/>
                  </a:lnTo>
                  <a:lnTo>
                    <a:pt x="5977651" y="1844749"/>
                  </a:lnTo>
                  <a:lnTo>
                    <a:pt x="5981930" y="1826769"/>
                  </a:lnTo>
                  <a:lnTo>
                    <a:pt x="5986209" y="1904191"/>
                  </a:lnTo>
                  <a:lnTo>
                    <a:pt x="5990487" y="1905119"/>
                  </a:lnTo>
                  <a:lnTo>
                    <a:pt x="5994766" y="1882253"/>
                  </a:lnTo>
                  <a:lnTo>
                    <a:pt x="5999045" y="1909512"/>
                  </a:lnTo>
                  <a:lnTo>
                    <a:pt x="6003324" y="1982540"/>
                  </a:lnTo>
                  <a:lnTo>
                    <a:pt x="6007603" y="1946368"/>
                  </a:lnTo>
                  <a:lnTo>
                    <a:pt x="6011882" y="1979363"/>
                  </a:lnTo>
                  <a:lnTo>
                    <a:pt x="6016161" y="1957454"/>
                  </a:lnTo>
                  <a:lnTo>
                    <a:pt x="6020440" y="1944603"/>
                  </a:lnTo>
                  <a:lnTo>
                    <a:pt x="6024719" y="1919913"/>
                  </a:lnTo>
                  <a:lnTo>
                    <a:pt x="6028998" y="1870633"/>
                  </a:lnTo>
                  <a:lnTo>
                    <a:pt x="6033277" y="1911931"/>
                  </a:lnTo>
                  <a:lnTo>
                    <a:pt x="6037556" y="1942319"/>
                  </a:lnTo>
                  <a:lnTo>
                    <a:pt x="6041834" y="1924375"/>
                  </a:lnTo>
                  <a:lnTo>
                    <a:pt x="6046113" y="2004647"/>
                  </a:lnTo>
                  <a:lnTo>
                    <a:pt x="6050392" y="2110814"/>
                  </a:lnTo>
                  <a:lnTo>
                    <a:pt x="6054671" y="2111476"/>
                  </a:lnTo>
                  <a:lnTo>
                    <a:pt x="6058950" y="2160130"/>
                  </a:lnTo>
                  <a:lnTo>
                    <a:pt x="6063229" y="2095859"/>
                  </a:lnTo>
                  <a:lnTo>
                    <a:pt x="6067508" y="2035607"/>
                  </a:lnTo>
                  <a:lnTo>
                    <a:pt x="6071787" y="2007918"/>
                  </a:lnTo>
                  <a:lnTo>
                    <a:pt x="6076066" y="2085811"/>
                  </a:lnTo>
                  <a:lnTo>
                    <a:pt x="6080345" y="2091076"/>
                  </a:lnTo>
                  <a:lnTo>
                    <a:pt x="6084624" y="2065687"/>
                  </a:lnTo>
                  <a:lnTo>
                    <a:pt x="6088903" y="2027609"/>
                  </a:lnTo>
                  <a:lnTo>
                    <a:pt x="6093182" y="2092674"/>
                  </a:lnTo>
                  <a:lnTo>
                    <a:pt x="6097460" y="2193728"/>
                  </a:lnTo>
                  <a:lnTo>
                    <a:pt x="6101739" y="2150357"/>
                  </a:lnTo>
                  <a:lnTo>
                    <a:pt x="6106018" y="2114295"/>
                  </a:lnTo>
                  <a:lnTo>
                    <a:pt x="6110297" y="2154439"/>
                  </a:lnTo>
                  <a:lnTo>
                    <a:pt x="6114576" y="2221684"/>
                  </a:lnTo>
                  <a:lnTo>
                    <a:pt x="6118855" y="2236317"/>
                  </a:lnTo>
                  <a:lnTo>
                    <a:pt x="6123134" y="2255280"/>
                  </a:lnTo>
                  <a:lnTo>
                    <a:pt x="6127413" y="2231545"/>
                  </a:lnTo>
                  <a:lnTo>
                    <a:pt x="6131692" y="2314964"/>
                  </a:lnTo>
                  <a:lnTo>
                    <a:pt x="6135971" y="2394724"/>
                  </a:lnTo>
                  <a:lnTo>
                    <a:pt x="6140250" y="2414954"/>
                  </a:lnTo>
                  <a:lnTo>
                    <a:pt x="6144529" y="2413405"/>
                  </a:lnTo>
                  <a:lnTo>
                    <a:pt x="6148807" y="2441780"/>
                  </a:lnTo>
                  <a:lnTo>
                    <a:pt x="6153086" y="2447755"/>
                  </a:lnTo>
                  <a:lnTo>
                    <a:pt x="6157365" y="2457163"/>
                  </a:lnTo>
                  <a:lnTo>
                    <a:pt x="6161644" y="2425456"/>
                  </a:lnTo>
                  <a:lnTo>
                    <a:pt x="6165923" y="2417999"/>
                  </a:lnTo>
                  <a:lnTo>
                    <a:pt x="6170202" y="2393332"/>
                  </a:lnTo>
                  <a:lnTo>
                    <a:pt x="6174481" y="2377936"/>
                  </a:lnTo>
                  <a:lnTo>
                    <a:pt x="6178760" y="2298707"/>
                  </a:lnTo>
                  <a:lnTo>
                    <a:pt x="6183039" y="2200254"/>
                  </a:lnTo>
                  <a:lnTo>
                    <a:pt x="6187318" y="2079419"/>
                  </a:lnTo>
                  <a:lnTo>
                    <a:pt x="6191597" y="2086186"/>
                  </a:lnTo>
                  <a:lnTo>
                    <a:pt x="6195876" y="2033951"/>
                  </a:lnTo>
                  <a:lnTo>
                    <a:pt x="6200155" y="1911393"/>
                  </a:lnTo>
                  <a:lnTo>
                    <a:pt x="6204433" y="1867348"/>
                  </a:lnTo>
                  <a:lnTo>
                    <a:pt x="6208712" y="1783389"/>
                  </a:lnTo>
                  <a:lnTo>
                    <a:pt x="6212991" y="1760913"/>
                  </a:lnTo>
                  <a:lnTo>
                    <a:pt x="6217270" y="1722523"/>
                  </a:lnTo>
                  <a:lnTo>
                    <a:pt x="6221549" y="1735665"/>
                  </a:lnTo>
                  <a:lnTo>
                    <a:pt x="6225828" y="1728682"/>
                  </a:lnTo>
                  <a:lnTo>
                    <a:pt x="6230107" y="1722893"/>
                  </a:lnTo>
                  <a:lnTo>
                    <a:pt x="6234386" y="1733065"/>
                  </a:lnTo>
                  <a:lnTo>
                    <a:pt x="6238665" y="1681415"/>
                  </a:lnTo>
                  <a:lnTo>
                    <a:pt x="6242944" y="1712815"/>
                  </a:lnTo>
                  <a:lnTo>
                    <a:pt x="6247223" y="1664411"/>
                  </a:lnTo>
                  <a:lnTo>
                    <a:pt x="6251502" y="1659085"/>
                  </a:lnTo>
                  <a:lnTo>
                    <a:pt x="6255780" y="1661983"/>
                  </a:lnTo>
                  <a:lnTo>
                    <a:pt x="6260059" y="1668957"/>
                  </a:lnTo>
                  <a:lnTo>
                    <a:pt x="6264338" y="1770977"/>
                  </a:lnTo>
                  <a:lnTo>
                    <a:pt x="6268617" y="1784562"/>
                  </a:lnTo>
                  <a:lnTo>
                    <a:pt x="6272896" y="1863110"/>
                  </a:lnTo>
                  <a:lnTo>
                    <a:pt x="6277175" y="2006052"/>
                  </a:lnTo>
                  <a:lnTo>
                    <a:pt x="6281454" y="2134892"/>
                  </a:lnTo>
                  <a:lnTo>
                    <a:pt x="6285733" y="2204709"/>
                  </a:lnTo>
                  <a:lnTo>
                    <a:pt x="6290012" y="2246146"/>
                  </a:lnTo>
                  <a:lnTo>
                    <a:pt x="6294291" y="2298552"/>
                  </a:lnTo>
                  <a:lnTo>
                    <a:pt x="6298570" y="2342991"/>
                  </a:lnTo>
                  <a:lnTo>
                    <a:pt x="6302849" y="2344844"/>
                  </a:lnTo>
                  <a:lnTo>
                    <a:pt x="6307127" y="2386985"/>
                  </a:lnTo>
                  <a:lnTo>
                    <a:pt x="6311406" y="2355257"/>
                  </a:lnTo>
                  <a:lnTo>
                    <a:pt x="6315685" y="2354472"/>
                  </a:lnTo>
                  <a:lnTo>
                    <a:pt x="6319964" y="2345784"/>
                  </a:lnTo>
                  <a:lnTo>
                    <a:pt x="6324243" y="2273964"/>
                  </a:lnTo>
                  <a:lnTo>
                    <a:pt x="6328522" y="2223201"/>
                  </a:lnTo>
                  <a:lnTo>
                    <a:pt x="6332801" y="2201160"/>
                  </a:lnTo>
                  <a:lnTo>
                    <a:pt x="6337080" y="2145051"/>
                  </a:lnTo>
                  <a:lnTo>
                    <a:pt x="6341359" y="2137021"/>
                  </a:lnTo>
                  <a:lnTo>
                    <a:pt x="6345638" y="2082619"/>
                  </a:lnTo>
                  <a:lnTo>
                    <a:pt x="6349917" y="1928836"/>
                  </a:lnTo>
                  <a:lnTo>
                    <a:pt x="6354196" y="1932810"/>
                  </a:lnTo>
                  <a:lnTo>
                    <a:pt x="6358475" y="1867969"/>
                  </a:lnTo>
                  <a:lnTo>
                    <a:pt x="6362753" y="1823181"/>
                  </a:lnTo>
                  <a:lnTo>
                    <a:pt x="6367032" y="1872699"/>
                  </a:lnTo>
                  <a:lnTo>
                    <a:pt x="6371311" y="1779681"/>
                  </a:lnTo>
                  <a:lnTo>
                    <a:pt x="6375590" y="1854881"/>
                  </a:lnTo>
                  <a:lnTo>
                    <a:pt x="6379869" y="1855726"/>
                  </a:lnTo>
                  <a:lnTo>
                    <a:pt x="6384148" y="1858638"/>
                  </a:lnTo>
                  <a:lnTo>
                    <a:pt x="6388427" y="1942387"/>
                  </a:lnTo>
                  <a:lnTo>
                    <a:pt x="6392706" y="2041802"/>
                  </a:lnTo>
                  <a:lnTo>
                    <a:pt x="6396985" y="2060717"/>
                  </a:lnTo>
                  <a:lnTo>
                    <a:pt x="6401264" y="2015183"/>
                  </a:lnTo>
                  <a:lnTo>
                    <a:pt x="6405543" y="1931587"/>
                  </a:lnTo>
                  <a:lnTo>
                    <a:pt x="6409822" y="1919436"/>
                  </a:lnTo>
                  <a:lnTo>
                    <a:pt x="6414100" y="1899436"/>
                  </a:lnTo>
                  <a:lnTo>
                    <a:pt x="6418379" y="1925272"/>
                  </a:lnTo>
                  <a:lnTo>
                    <a:pt x="6422658" y="1937010"/>
                  </a:lnTo>
                  <a:lnTo>
                    <a:pt x="6426937" y="1974014"/>
                  </a:lnTo>
                  <a:lnTo>
                    <a:pt x="6431216" y="1961786"/>
                  </a:lnTo>
                  <a:lnTo>
                    <a:pt x="6435495" y="1996344"/>
                  </a:lnTo>
                  <a:lnTo>
                    <a:pt x="6439774" y="2001362"/>
                  </a:lnTo>
                  <a:lnTo>
                    <a:pt x="6444053" y="2043325"/>
                  </a:lnTo>
                  <a:lnTo>
                    <a:pt x="6448332" y="2005085"/>
                  </a:lnTo>
                  <a:lnTo>
                    <a:pt x="6452611" y="2047570"/>
                  </a:lnTo>
                  <a:lnTo>
                    <a:pt x="6456890" y="2045051"/>
                  </a:lnTo>
                  <a:lnTo>
                    <a:pt x="6461169" y="2071091"/>
                  </a:lnTo>
                  <a:lnTo>
                    <a:pt x="6465448" y="2154486"/>
                  </a:lnTo>
                  <a:lnTo>
                    <a:pt x="6469726" y="2122172"/>
                  </a:lnTo>
                  <a:lnTo>
                    <a:pt x="6474005" y="2146006"/>
                  </a:lnTo>
                  <a:lnTo>
                    <a:pt x="6478284" y="2122526"/>
                  </a:lnTo>
                  <a:lnTo>
                    <a:pt x="6482563" y="2239747"/>
                  </a:lnTo>
                  <a:lnTo>
                    <a:pt x="6486842" y="2258870"/>
                  </a:lnTo>
                  <a:lnTo>
                    <a:pt x="6491121" y="2213014"/>
                  </a:lnTo>
                  <a:lnTo>
                    <a:pt x="6495400" y="2270716"/>
                  </a:lnTo>
                  <a:lnTo>
                    <a:pt x="6499679" y="2303659"/>
                  </a:lnTo>
                  <a:lnTo>
                    <a:pt x="6503958" y="2331595"/>
                  </a:lnTo>
                  <a:lnTo>
                    <a:pt x="6508237" y="2326941"/>
                  </a:lnTo>
                  <a:lnTo>
                    <a:pt x="6512516" y="2296569"/>
                  </a:lnTo>
                  <a:lnTo>
                    <a:pt x="6516795" y="2331515"/>
                  </a:lnTo>
                  <a:lnTo>
                    <a:pt x="6521073" y="2352063"/>
                  </a:lnTo>
                  <a:lnTo>
                    <a:pt x="6525352" y="2332464"/>
                  </a:lnTo>
                  <a:lnTo>
                    <a:pt x="6529631" y="2361487"/>
                  </a:lnTo>
                  <a:lnTo>
                    <a:pt x="6533910" y="2359669"/>
                  </a:lnTo>
                  <a:lnTo>
                    <a:pt x="6538189" y="2325104"/>
                  </a:lnTo>
                  <a:lnTo>
                    <a:pt x="6542468" y="2282668"/>
                  </a:lnTo>
                  <a:lnTo>
                    <a:pt x="6546747" y="2189257"/>
                  </a:lnTo>
                  <a:lnTo>
                    <a:pt x="6551026" y="2198761"/>
                  </a:lnTo>
                  <a:lnTo>
                    <a:pt x="6555305" y="2131554"/>
                  </a:lnTo>
                  <a:lnTo>
                    <a:pt x="6559584" y="2057635"/>
                  </a:lnTo>
                  <a:lnTo>
                    <a:pt x="6563863" y="2042494"/>
                  </a:lnTo>
                  <a:lnTo>
                    <a:pt x="6568142" y="2092644"/>
                  </a:lnTo>
                  <a:lnTo>
                    <a:pt x="6572421" y="2058088"/>
                  </a:lnTo>
                  <a:lnTo>
                    <a:pt x="6576699" y="2016457"/>
                  </a:lnTo>
                  <a:lnTo>
                    <a:pt x="6580978" y="1961788"/>
                  </a:lnTo>
                  <a:lnTo>
                    <a:pt x="6585257" y="2000111"/>
                  </a:lnTo>
                  <a:lnTo>
                    <a:pt x="6589536" y="2097203"/>
                  </a:lnTo>
                  <a:lnTo>
                    <a:pt x="6593815" y="2163192"/>
                  </a:lnTo>
                  <a:lnTo>
                    <a:pt x="6598094" y="2199426"/>
                  </a:lnTo>
                  <a:lnTo>
                    <a:pt x="6602373" y="2236327"/>
                  </a:lnTo>
                  <a:lnTo>
                    <a:pt x="6606652" y="2216056"/>
                  </a:lnTo>
                  <a:lnTo>
                    <a:pt x="6610931" y="2171125"/>
                  </a:lnTo>
                  <a:lnTo>
                    <a:pt x="6615210" y="2171712"/>
                  </a:lnTo>
                  <a:lnTo>
                    <a:pt x="6619489" y="2133668"/>
                  </a:lnTo>
                  <a:lnTo>
                    <a:pt x="6623768" y="2061618"/>
                  </a:lnTo>
                  <a:lnTo>
                    <a:pt x="6628046" y="1971798"/>
                  </a:lnTo>
                  <a:lnTo>
                    <a:pt x="6632325" y="1912599"/>
                  </a:lnTo>
                  <a:lnTo>
                    <a:pt x="6636604" y="1968948"/>
                  </a:lnTo>
                  <a:lnTo>
                    <a:pt x="6640883" y="1934629"/>
                  </a:lnTo>
                  <a:lnTo>
                    <a:pt x="6645162" y="2000026"/>
                  </a:lnTo>
                  <a:lnTo>
                    <a:pt x="6649441" y="2088798"/>
                  </a:lnTo>
                  <a:lnTo>
                    <a:pt x="6653720" y="2128256"/>
                  </a:lnTo>
                  <a:lnTo>
                    <a:pt x="6657999" y="2203123"/>
                  </a:lnTo>
                  <a:lnTo>
                    <a:pt x="6662278" y="2199874"/>
                  </a:lnTo>
                  <a:lnTo>
                    <a:pt x="6666557" y="2198065"/>
                  </a:lnTo>
                  <a:lnTo>
                    <a:pt x="6670836" y="2155019"/>
                  </a:lnTo>
                  <a:lnTo>
                    <a:pt x="6675115" y="2120208"/>
                  </a:lnTo>
                  <a:lnTo>
                    <a:pt x="6679394" y="2089651"/>
                  </a:lnTo>
                  <a:lnTo>
                    <a:pt x="6683672" y="2071634"/>
                  </a:lnTo>
                  <a:lnTo>
                    <a:pt x="6687951" y="2149626"/>
                  </a:lnTo>
                  <a:lnTo>
                    <a:pt x="6692230" y="2102916"/>
                  </a:lnTo>
                  <a:lnTo>
                    <a:pt x="6696509" y="2079298"/>
                  </a:lnTo>
                  <a:lnTo>
                    <a:pt x="6700788" y="2112647"/>
                  </a:lnTo>
                  <a:lnTo>
                    <a:pt x="6705067" y="2048370"/>
                  </a:lnTo>
                  <a:lnTo>
                    <a:pt x="6709346" y="2102994"/>
                  </a:lnTo>
                  <a:lnTo>
                    <a:pt x="6713625" y="2119709"/>
                  </a:lnTo>
                  <a:lnTo>
                    <a:pt x="6717904" y="2142833"/>
                  </a:lnTo>
                  <a:lnTo>
                    <a:pt x="6722183" y="2130000"/>
                  </a:lnTo>
                  <a:lnTo>
                    <a:pt x="6726462" y="2140480"/>
                  </a:lnTo>
                  <a:lnTo>
                    <a:pt x="6730741" y="2258079"/>
                  </a:lnTo>
                  <a:lnTo>
                    <a:pt x="6735019" y="2264807"/>
                  </a:lnTo>
                  <a:lnTo>
                    <a:pt x="6739298" y="2253377"/>
                  </a:lnTo>
                  <a:lnTo>
                    <a:pt x="6743577" y="2219249"/>
                  </a:lnTo>
                  <a:lnTo>
                    <a:pt x="6747856" y="2184965"/>
                  </a:lnTo>
                  <a:lnTo>
                    <a:pt x="6752135" y="2103648"/>
                  </a:lnTo>
                  <a:lnTo>
                    <a:pt x="6756414" y="2105832"/>
                  </a:lnTo>
                  <a:lnTo>
                    <a:pt x="6760693" y="2074136"/>
                  </a:lnTo>
                  <a:lnTo>
                    <a:pt x="6764972" y="2072019"/>
                  </a:lnTo>
                  <a:lnTo>
                    <a:pt x="6769251" y="1992214"/>
                  </a:lnTo>
                  <a:lnTo>
                    <a:pt x="6773530" y="2059141"/>
                  </a:lnTo>
                  <a:lnTo>
                    <a:pt x="6777809" y="2089738"/>
                  </a:lnTo>
                  <a:lnTo>
                    <a:pt x="6782088" y="2117421"/>
                  </a:lnTo>
                  <a:lnTo>
                    <a:pt x="6786367" y="2042811"/>
                  </a:lnTo>
                  <a:lnTo>
                    <a:pt x="6790645" y="2064066"/>
                  </a:lnTo>
                  <a:lnTo>
                    <a:pt x="6794924" y="2060007"/>
                  </a:lnTo>
                  <a:lnTo>
                    <a:pt x="6799203" y="2053252"/>
                  </a:lnTo>
                  <a:lnTo>
                    <a:pt x="6803482" y="2044309"/>
                  </a:lnTo>
                  <a:lnTo>
                    <a:pt x="6807761" y="2022653"/>
                  </a:lnTo>
                  <a:lnTo>
                    <a:pt x="6812040" y="2015297"/>
                  </a:lnTo>
                  <a:lnTo>
                    <a:pt x="6816319" y="2078316"/>
                  </a:lnTo>
                  <a:lnTo>
                    <a:pt x="6820598" y="2084149"/>
                  </a:lnTo>
                  <a:lnTo>
                    <a:pt x="6824877" y="2093089"/>
                  </a:lnTo>
                  <a:lnTo>
                    <a:pt x="6829156" y="2130376"/>
                  </a:lnTo>
                  <a:lnTo>
                    <a:pt x="6833435" y="2176793"/>
                  </a:lnTo>
                  <a:lnTo>
                    <a:pt x="6837714" y="2100859"/>
                  </a:lnTo>
                  <a:lnTo>
                    <a:pt x="6841992" y="2011712"/>
                  </a:lnTo>
                  <a:lnTo>
                    <a:pt x="6846271" y="2016432"/>
                  </a:lnTo>
                  <a:lnTo>
                    <a:pt x="6850550" y="2066577"/>
                  </a:lnTo>
                  <a:lnTo>
                    <a:pt x="6854829" y="2044827"/>
                  </a:lnTo>
                  <a:lnTo>
                    <a:pt x="6859108" y="2043138"/>
                  </a:lnTo>
                  <a:lnTo>
                    <a:pt x="6863387" y="2072677"/>
                  </a:lnTo>
                  <a:lnTo>
                    <a:pt x="6867666" y="2059573"/>
                  </a:lnTo>
                  <a:lnTo>
                    <a:pt x="6871945" y="2083431"/>
                  </a:lnTo>
                  <a:lnTo>
                    <a:pt x="6876224" y="2007135"/>
                  </a:lnTo>
                  <a:lnTo>
                    <a:pt x="6880503" y="2020027"/>
                  </a:lnTo>
                  <a:lnTo>
                    <a:pt x="6884782" y="2030473"/>
                  </a:lnTo>
                  <a:lnTo>
                    <a:pt x="6889061" y="2069657"/>
                  </a:lnTo>
                  <a:lnTo>
                    <a:pt x="6893340" y="2125180"/>
                  </a:lnTo>
                  <a:lnTo>
                    <a:pt x="6897618" y="2180627"/>
                  </a:lnTo>
                  <a:lnTo>
                    <a:pt x="6901897" y="2267538"/>
                  </a:lnTo>
                  <a:lnTo>
                    <a:pt x="6906176" y="2250013"/>
                  </a:lnTo>
                  <a:lnTo>
                    <a:pt x="6910455" y="2297360"/>
                  </a:lnTo>
                  <a:lnTo>
                    <a:pt x="6914734" y="2369232"/>
                  </a:lnTo>
                  <a:lnTo>
                    <a:pt x="6919013" y="2411955"/>
                  </a:lnTo>
                  <a:lnTo>
                    <a:pt x="6923292" y="2430162"/>
                  </a:lnTo>
                  <a:lnTo>
                    <a:pt x="6927571" y="2449713"/>
                  </a:lnTo>
                  <a:lnTo>
                    <a:pt x="6931850" y="2462731"/>
                  </a:lnTo>
                  <a:lnTo>
                    <a:pt x="6936129" y="2471385"/>
                  </a:lnTo>
                  <a:lnTo>
                    <a:pt x="6940408" y="2429201"/>
                  </a:lnTo>
                  <a:lnTo>
                    <a:pt x="6944687" y="2418572"/>
                  </a:lnTo>
                  <a:lnTo>
                    <a:pt x="6948965" y="2420653"/>
                  </a:lnTo>
                  <a:lnTo>
                    <a:pt x="6953244" y="2418501"/>
                  </a:lnTo>
                  <a:lnTo>
                    <a:pt x="6957523" y="2432008"/>
                  </a:lnTo>
                  <a:lnTo>
                    <a:pt x="6961802" y="2371787"/>
                  </a:lnTo>
                  <a:lnTo>
                    <a:pt x="6966081" y="2352131"/>
                  </a:lnTo>
                  <a:lnTo>
                    <a:pt x="6970360" y="2347276"/>
                  </a:lnTo>
                  <a:lnTo>
                    <a:pt x="6974639" y="2343866"/>
                  </a:lnTo>
                  <a:lnTo>
                    <a:pt x="6978918" y="2338270"/>
                  </a:lnTo>
                  <a:lnTo>
                    <a:pt x="6983197" y="2337238"/>
                  </a:lnTo>
                  <a:lnTo>
                    <a:pt x="6987476" y="2365642"/>
                  </a:lnTo>
                  <a:lnTo>
                    <a:pt x="6991755" y="2360509"/>
                  </a:lnTo>
                  <a:lnTo>
                    <a:pt x="6996034" y="2375407"/>
                  </a:lnTo>
                  <a:lnTo>
                    <a:pt x="7000313" y="2347881"/>
                  </a:lnTo>
                  <a:lnTo>
                    <a:pt x="7004591" y="2363620"/>
                  </a:lnTo>
                  <a:lnTo>
                    <a:pt x="7008870" y="2339708"/>
                  </a:lnTo>
                  <a:lnTo>
                    <a:pt x="7013149" y="2317465"/>
                  </a:lnTo>
                  <a:lnTo>
                    <a:pt x="7017428" y="2365261"/>
                  </a:lnTo>
                  <a:lnTo>
                    <a:pt x="7021707" y="2334525"/>
                  </a:lnTo>
                  <a:lnTo>
                    <a:pt x="7025986" y="2369318"/>
                  </a:lnTo>
                  <a:lnTo>
                    <a:pt x="7030265" y="2333055"/>
                  </a:lnTo>
                  <a:lnTo>
                    <a:pt x="7034544" y="2290017"/>
                  </a:lnTo>
                  <a:lnTo>
                    <a:pt x="7038823" y="2283136"/>
                  </a:lnTo>
                  <a:lnTo>
                    <a:pt x="7043102" y="2264953"/>
                  </a:lnTo>
                  <a:lnTo>
                    <a:pt x="7047381" y="2237917"/>
                  </a:lnTo>
                  <a:lnTo>
                    <a:pt x="7051660" y="2279561"/>
                  </a:lnTo>
                  <a:lnTo>
                    <a:pt x="7055938" y="2298481"/>
                  </a:lnTo>
                  <a:lnTo>
                    <a:pt x="7060217" y="2316787"/>
                  </a:lnTo>
                  <a:lnTo>
                    <a:pt x="7064496" y="2304462"/>
                  </a:lnTo>
                  <a:lnTo>
                    <a:pt x="7068775" y="2355419"/>
                  </a:lnTo>
                  <a:lnTo>
                    <a:pt x="7073054" y="2411526"/>
                  </a:lnTo>
                  <a:lnTo>
                    <a:pt x="7077333" y="2445145"/>
                  </a:lnTo>
                  <a:lnTo>
                    <a:pt x="7081612" y="2439904"/>
                  </a:lnTo>
                  <a:lnTo>
                    <a:pt x="7085891" y="2502150"/>
                  </a:lnTo>
                  <a:lnTo>
                    <a:pt x="7090170" y="2506923"/>
                  </a:lnTo>
                  <a:lnTo>
                    <a:pt x="7094449" y="2515700"/>
                  </a:lnTo>
                  <a:lnTo>
                    <a:pt x="7098728" y="2516332"/>
                  </a:lnTo>
                  <a:lnTo>
                    <a:pt x="7103007" y="2499773"/>
                  </a:lnTo>
                  <a:lnTo>
                    <a:pt x="7107286" y="2465757"/>
                  </a:lnTo>
                  <a:lnTo>
                    <a:pt x="7111564" y="2485898"/>
                  </a:lnTo>
                  <a:lnTo>
                    <a:pt x="7115843" y="2437708"/>
                  </a:lnTo>
                  <a:lnTo>
                    <a:pt x="7120122" y="2405264"/>
                  </a:lnTo>
                  <a:lnTo>
                    <a:pt x="7124401" y="2406201"/>
                  </a:lnTo>
                  <a:lnTo>
                    <a:pt x="7128680" y="2401638"/>
                  </a:lnTo>
                  <a:lnTo>
                    <a:pt x="7132959" y="2435293"/>
                  </a:lnTo>
                  <a:lnTo>
                    <a:pt x="7137238" y="2376993"/>
                  </a:lnTo>
                  <a:lnTo>
                    <a:pt x="7141517" y="2380966"/>
                  </a:lnTo>
                  <a:lnTo>
                    <a:pt x="7145796" y="2373118"/>
                  </a:lnTo>
                  <a:lnTo>
                    <a:pt x="7150075" y="2351409"/>
                  </a:lnTo>
                  <a:lnTo>
                    <a:pt x="7154354" y="2358136"/>
                  </a:lnTo>
                  <a:lnTo>
                    <a:pt x="7158633" y="2338177"/>
                  </a:lnTo>
                  <a:lnTo>
                    <a:pt x="7162911" y="2353576"/>
                  </a:lnTo>
                  <a:lnTo>
                    <a:pt x="7167190" y="2382518"/>
                  </a:lnTo>
                  <a:lnTo>
                    <a:pt x="7171469" y="2366186"/>
                  </a:lnTo>
                  <a:lnTo>
                    <a:pt x="7175748" y="2330804"/>
                  </a:lnTo>
                  <a:lnTo>
                    <a:pt x="7180027" y="2323730"/>
                  </a:lnTo>
                  <a:lnTo>
                    <a:pt x="7184306" y="2349974"/>
                  </a:lnTo>
                  <a:lnTo>
                    <a:pt x="7188585" y="2310910"/>
                  </a:lnTo>
                  <a:lnTo>
                    <a:pt x="7192864" y="2302129"/>
                  </a:lnTo>
                  <a:lnTo>
                    <a:pt x="7197143" y="2296081"/>
                  </a:lnTo>
                  <a:lnTo>
                    <a:pt x="7201422" y="2384037"/>
                  </a:lnTo>
                  <a:lnTo>
                    <a:pt x="7205701" y="2388299"/>
                  </a:lnTo>
                  <a:lnTo>
                    <a:pt x="7209980" y="2400833"/>
                  </a:lnTo>
                  <a:lnTo>
                    <a:pt x="7214259" y="2413655"/>
                  </a:lnTo>
                  <a:lnTo>
                    <a:pt x="7218537" y="2404091"/>
                  </a:lnTo>
                  <a:lnTo>
                    <a:pt x="7222816" y="2412220"/>
                  </a:lnTo>
                  <a:lnTo>
                    <a:pt x="7227095" y="2361569"/>
                  </a:lnTo>
                  <a:lnTo>
                    <a:pt x="7231374" y="2358324"/>
                  </a:lnTo>
                  <a:lnTo>
                    <a:pt x="7235653" y="2347314"/>
                  </a:lnTo>
                  <a:lnTo>
                    <a:pt x="7239932" y="2310199"/>
                  </a:lnTo>
                  <a:lnTo>
                    <a:pt x="7244211" y="2264682"/>
                  </a:lnTo>
                  <a:lnTo>
                    <a:pt x="7248490" y="2246978"/>
                  </a:lnTo>
                  <a:lnTo>
                    <a:pt x="7252769" y="2221426"/>
                  </a:lnTo>
                  <a:lnTo>
                    <a:pt x="7257048" y="2255245"/>
                  </a:lnTo>
                  <a:lnTo>
                    <a:pt x="7261327" y="2213073"/>
                  </a:lnTo>
                  <a:lnTo>
                    <a:pt x="7265606" y="2230111"/>
                  </a:lnTo>
                  <a:lnTo>
                    <a:pt x="7269884" y="2154866"/>
                  </a:lnTo>
                  <a:lnTo>
                    <a:pt x="7274163" y="2145586"/>
                  </a:lnTo>
                  <a:lnTo>
                    <a:pt x="7278442" y="2167970"/>
                  </a:lnTo>
                  <a:lnTo>
                    <a:pt x="7282721" y="2137731"/>
                  </a:lnTo>
                  <a:lnTo>
                    <a:pt x="7287000" y="2112415"/>
                  </a:lnTo>
                  <a:lnTo>
                    <a:pt x="7291279" y="2137591"/>
                  </a:lnTo>
                  <a:lnTo>
                    <a:pt x="7295558" y="2153119"/>
                  </a:lnTo>
                  <a:lnTo>
                    <a:pt x="7299837" y="2143540"/>
                  </a:lnTo>
                  <a:lnTo>
                    <a:pt x="7304116" y="2096226"/>
                  </a:lnTo>
                  <a:lnTo>
                    <a:pt x="7308395" y="2103238"/>
                  </a:lnTo>
                  <a:lnTo>
                    <a:pt x="7312674" y="2120464"/>
                  </a:lnTo>
                  <a:lnTo>
                    <a:pt x="7316953" y="2147653"/>
                  </a:lnTo>
                  <a:lnTo>
                    <a:pt x="7321232" y="2157458"/>
                  </a:lnTo>
                  <a:lnTo>
                    <a:pt x="7325510" y="2096405"/>
                  </a:lnTo>
                  <a:lnTo>
                    <a:pt x="7329789" y="2141528"/>
                  </a:lnTo>
                  <a:lnTo>
                    <a:pt x="7334068" y="2083820"/>
                  </a:lnTo>
                  <a:lnTo>
                    <a:pt x="7338347" y="2101439"/>
                  </a:lnTo>
                  <a:lnTo>
                    <a:pt x="7342626" y="2097073"/>
                  </a:lnTo>
                  <a:lnTo>
                    <a:pt x="7346905" y="2060147"/>
                  </a:lnTo>
                  <a:lnTo>
                    <a:pt x="7351184" y="2181267"/>
                  </a:lnTo>
                  <a:lnTo>
                    <a:pt x="7355463" y="2076345"/>
                  </a:lnTo>
                  <a:lnTo>
                    <a:pt x="7359742" y="2141675"/>
                  </a:lnTo>
                  <a:lnTo>
                    <a:pt x="7364021" y="2169358"/>
                  </a:lnTo>
                  <a:lnTo>
                    <a:pt x="7368300" y="2179667"/>
                  </a:lnTo>
                  <a:lnTo>
                    <a:pt x="7372579" y="2213632"/>
                  </a:lnTo>
                  <a:lnTo>
                    <a:pt x="7376857" y="2198421"/>
                  </a:lnTo>
                  <a:lnTo>
                    <a:pt x="7381136" y="2286222"/>
                  </a:lnTo>
                  <a:lnTo>
                    <a:pt x="7385415" y="2290807"/>
                  </a:lnTo>
                  <a:lnTo>
                    <a:pt x="7389694" y="2230646"/>
                  </a:lnTo>
                  <a:lnTo>
                    <a:pt x="7393973" y="2228227"/>
                  </a:lnTo>
                  <a:lnTo>
                    <a:pt x="7398252" y="2223961"/>
                  </a:lnTo>
                  <a:lnTo>
                    <a:pt x="7402531" y="2278402"/>
                  </a:lnTo>
                  <a:lnTo>
                    <a:pt x="7406810" y="2236517"/>
                  </a:lnTo>
                  <a:lnTo>
                    <a:pt x="7411089" y="2155104"/>
                  </a:lnTo>
                  <a:lnTo>
                    <a:pt x="7415368" y="2154262"/>
                  </a:lnTo>
                  <a:lnTo>
                    <a:pt x="7419647" y="2086160"/>
                  </a:lnTo>
                  <a:lnTo>
                    <a:pt x="7423926" y="2075508"/>
                  </a:lnTo>
                  <a:lnTo>
                    <a:pt x="7428205" y="2075600"/>
                  </a:lnTo>
                  <a:lnTo>
                    <a:pt x="7432483" y="2073665"/>
                  </a:lnTo>
                  <a:lnTo>
                    <a:pt x="7436762" y="2103473"/>
                  </a:lnTo>
                  <a:lnTo>
                    <a:pt x="7441041" y="2112656"/>
                  </a:lnTo>
                  <a:lnTo>
                    <a:pt x="7445320" y="2111372"/>
                  </a:lnTo>
                  <a:lnTo>
                    <a:pt x="7449599" y="2092366"/>
                  </a:lnTo>
                  <a:lnTo>
                    <a:pt x="7453878" y="2080758"/>
                  </a:lnTo>
                  <a:lnTo>
                    <a:pt x="7458157" y="2073864"/>
                  </a:lnTo>
                  <a:lnTo>
                    <a:pt x="7462436" y="2115460"/>
                  </a:lnTo>
                  <a:lnTo>
                    <a:pt x="7466715" y="2145612"/>
                  </a:lnTo>
                  <a:lnTo>
                    <a:pt x="7470994" y="2152867"/>
                  </a:lnTo>
                  <a:lnTo>
                    <a:pt x="7475273" y="2183378"/>
                  </a:lnTo>
                  <a:lnTo>
                    <a:pt x="7479552" y="2203947"/>
                  </a:lnTo>
                  <a:lnTo>
                    <a:pt x="7483830" y="2188509"/>
                  </a:lnTo>
                  <a:lnTo>
                    <a:pt x="7488109" y="2207019"/>
                  </a:lnTo>
                  <a:lnTo>
                    <a:pt x="7492388" y="2203058"/>
                  </a:lnTo>
                  <a:lnTo>
                    <a:pt x="7496667" y="2184367"/>
                  </a:lnTo>
                  <a:lnTo>
                    <a:pt x="7500946" y="2241979"/>
                  </a:lnTo>
                  <a:lnTo>
                    <a:pt x="7505225" y="2230475"/>
                  </a:lnTo>
                  <a:lnTo>
                    <a:pt x="7509504" y="2281664"/>
                  </a:lnTo>
                  <a:lnTo>
                    <a:pt x="7513783" y="2239214"/>
                  </a:lnTo>
                  <a:lnTo>
                    <a:pt x="7518062" y="2255945"/>
                  </a:lnTo>
                  <a:lnTo>
                    <a:pt x="7522341" y="2273089"/>
                  </a:lnTo>
                  <a:lnTo>
                    <a:pt x="7526620" y="2268272"/>
                  </a:lnTo>
                  <a:lnTo>
                    <a:pt x="7530899" y="2272748"/>
                  </a:lnTo>
                  <a:lnTo>
                    <a:pt x="7535178" y="2275962"/>
                  </a:lnTo>
                  <a:lnTo>
                    <a:pt x="7539456" y="2280731"/>
                  </a:lnTo>
                  <a:lnTo>
                    <a:pt x="7543735" y="2225943"/>
                  </a:lnTo>
                  <a:lnTo>
                    <a:pt x="7548014" y="2204973"/>
                  </a:lnTo>
                  <a:lnTo>
                    <a:pt x="7552293" y="2188437"/>
                  </a:lnTo>
                  <a:lnTo>
                    <a:pt x="7556572" y="2201287"/>
                  </a:lnTo>
                  <a:lnTo>
                    <a:pt x="7560851" y="2235474"/>
                  </a:lnTo>
                  <a:lnTo>
                    <a:pt x="7565130" y="2210741"/>
                  </a:lnTo>
                  <a:lnTo>
                    <a:pt x="7569409" y="2155396"/>
                  </a:lnTo>
                  <a:lnTo>
                    <a:pt x="7573688" y="2225781"/>
                  </a:lnTo>
                  <a:lnTo>
                    <a:pt x="7577967" y="2286699"/>
                  </a:lnTo>
                  <a:lnTo>
                    <a:pt x="7582246" y="2255619"/>
                  </a:lnTo>
                  <a:lnTo>
                    <a:pt x="7586525" y="2218104"/>
                  </a:lnTo>
                  <a:lnTo>
                    <a:pt x="7590803" y="2218859"/>
                  </a:lnTo>
                  <a:lnTo>
                    <a:pt x="7595082" y="2225288"/>
                  </a:lnTo>
                  <a:lnTo>
                    <a:pt x="7599361" y="2211899"/>
                  </a:lnTo>
                  <a:lnTo>
                    <a:pt x="7603640" y="2163104"/>
                  </a:lnTo>
                  <a:lnTo>
                    <a:pt x="7607919" y="2156051"/>
                  </a:lnTo>
                  <a:lnTo>
                    <a:pt x="7612198" y="2135319"/>
                  </a:lnTo>
                  <a:lnTo>
                    <a:pt x="7616477" y="2091836"/>
                  </a:lnTo>
                  <a:lnTo>
                    <a:pt x="7620756" y="2146143"/>
                  </a:lnTo>
                  <a:lnTo>
                    <a:pt x="7625035" y="2140916"/>
                  </a:lnTo>
                  <a:lnTo>
                    <a:pt x="7629314" y="2207599"/>
                  </a:lnTo>
                  <a:lnTo>
                    <a:pt x="7633593" y="2247228"/>
                  </a:lnTo>
                  <a:lnTo>
                    <a:pt x="7637872" y="2203168"/>
                  </a:lnTo>
                  <a:lnTo>
                    <a:pt x="7642151" y="2183475"/>
                  </a:lnTo>
                  <a:lnTo>
                    <a:pt x="7646429" y="2179141"/>
                  </a:lnTo>
                  <a:lnTo>
                    <a:pt x="7650708" y="2182234"/>
                  </a:lnTo>
                  <a:lnTo>
                    <a:pt x="7654987" y="2146980"/>
                  </a:lnTo>
                  <a:lnTo>
                    <a:pt x="7659266" y="2140251"/>
                  </a:lnTo>
                  <a:lnTo>
                    <a:pt x="7663545" y="2146063"/>
                  </a:lnTo>
                  <a:lnTo>
                    <a:pt x="7667824" y="2157127"/>
                  </a:lnTo>
                  <a:lnTo>
                    <a:pt x="7672103" y="2165497"/>
                  </a:lnTo>
                  <a:lnTo>
                    <a:pt x="7676382" y="2207832"/>
                  </a:lnTo>
                  <a:lnTo>
                    <a:pt x="7680661" y="2264674"/>
                  </a:lnTo>
                  <a:lnTo>
                    <a:pt x="7684940" y="2304690"/>
                  </a:lnTo>
                  <a:lnTo>
                    <a:pt x="7689219" y="2361986"/>
                  </a:lnTo>
                  <a:lnTo>
                    <a:pt x="7693498" y="2324837"/>
                  </a:lnTo>
                  <a:lnTo>
                    <a:pt x="7697776" y="2343817"/>
                  </a:lnTo>
                  <a:lnTo>
                    <a:pt x="7702055" y="2352803"/>
                  </a:lnTo>
                  <a:lnTo>
                    <a:pt x="7706334" y="2370020"/>
                  </a:lnTo>
                  <a:lnTo>
                    <a:pt x="7710613" y="2384150"/>
                  </a:lnTo>
                  <a:lnTo>
                    <a:pt x="7714892" y="2365250"/>
                  </a:lnTo>
                  <a:lnTo>
                    <a:pt x="7719171" y="2352150"/>
                  </a:lnTo>
                  <a:lnTo>
                    <a:pt x="7723450" y="2357334"/>
                  </a:lnTo>
                  <a:lnTo>
                    <a:pt x="7727729" y="2340205"/>
                  </a:lnTo>
                  <a:lnTo>
                    <a:pt x="7732008" y="2340011"/>
                  </a:lnTo>
                  <a:lnTo>
                    <a:pt x="7736287" y="2338073"/>
                  </a:lnTo>
                  <a:lnTo>
                    <a:pt x="7740566" y="2367674"/>
                  </a:lnTo>
                  <a:lnTo>
                    <a:pt x="7744845" y="2360895"/>
                  </a:lnTo>
                  <a:lnTo>
                    <a:pt x="7749124" y="2336774"/>
                  </a:lnTo>
                  <a:lnTo>
                    <a:pt x="7753402" y="2344651"/>
                  </a:lnTo>
                  <a:lnTo>
                    <a:pt x="7757681" y="2387832"/>
                  </a:lnTo>
                  <a:lnTo>
                    <a:pt x="7761960" y="2328798"/>
                  </a:lnTo>
                  <a:lnTo>
                    <a:pt x="7766239" y="2306773"/>
                  </a:lnTo>
                  <a:lnTo>
                    <a:pt x="7770518" y="2312092"/>
                  </a:lnTo>
                  <a:lnTo>
                    <a:pt x="7774797" y="2364465"/>
                  </a:lnTo>
                  <a:lnTo>
                    <a:pt x="7779076" y="2382581"/>
                  </a:lnTo>
                  <a:lnTo>
                    <a:pt x="7783355" y="2390561"/>
                  </a:lnTo>
                  <a:lnTo>
                    <a:pt x="7787634" y="2387771"/>
                  </a:lnTo>
                  <a:lnTo>
                    <a:pt x="7791913" y="2380307"/>
                  </a:lnTo>
                  <a:lnTo>
                    <a:pt x="7796192" y="2421582"/>
                  </a:lnTo>
                  <a:lnTo>
                    <a:pt x="7800471" y="2410880"/>
                  </a:lnTo>
                  <a:lnTo>
                    <a:pt x="7804749" y="2424303"/>
                  </a:lnTo>
                  <a:lnTo>
                    <a:pt x="7809028" y="2455721"/>
                  </a:lnTo>
                  <a:lnTo>
                    <a:pt x="7813307" y="2466446"/>
                  </a:lnTo>
                  <a:lnTo>
                    <a:pt x="7817586" y="2465121"/>
                  </a:lnTo>
                  <a:lnTo>
                    <a:pt x="7821865" y="2467089"/>
                  </a:lnTo>
                  <a:lnTo>
                    <a:pt x="7826144" y="2490665"/>
                  </a:lnTo>
                  <a:lnTo>
                    <a:pt x="7830423" y="2473185"/>
                  </a:lnTo>
                  <a:lnTo>
                    <a:pt x="7834702" y="2494277"/>
                  </a:lnTo>
                  <a:lnTo>
                    <a:pt x="7838981" y="2478596"/>
                  </a:lnTo>
                  <a:lnTo>
                    <a:pt x="7843260" y="2426973"/>
                  </a:lnTo>
                  <a:lnTo>
                    <a:pt x="7847539" y="2410273"/>
                  </a:lnTo>
                  <a:lnTo>
                    <a:pt x="7851818" y="2367767"/>
                  </a:lnTo>
                  <a:lnTo>
                    <a:pt x="7856097" y="2371439"/>
                  </a:lnTo>
                  <a:lnTo>
                    <a:pt x="7860375" y="2377692"/>
                  </a:lnTo>
                  <a:lnTo>
                    <a:pt x="7864654" y="2292515"/>
                  </a:lnTo>
                  <a:lnTo>
                    <a:pt x="7868933" y="2309339"/>
                  </a:lnTo>
                  <a:lnTo>
                    <a:pt x="7873212" y="2262143"/>
                  </a:lnTo>
                  <a:lnTo>
                    <a:pt x="7877491" y="2259279"/>
                  </a:lnTo>
                  <a:lnTo>
                    <a:pt x="7881770" y="2266070"/>
                  </a:lnTo>
                  <a:lnTo>
                    <a:pt x="7886049" y="2192488"/>
                  </a:lnTo>
                  <a:lnTo>
                    <a:pt x="7890328" y="2200197"/>
                  </a:lnTo>
                  <a:lnTo>
                    <a:pt x="7894607" y="2228312"/>
                  </a:lnTo>
                  <a:lnTo>
                    <a:pt x="7898886" y="2179985"/>
                  </a:lnTo>
                  <a:lnTo>
                    <a:pt x="7903165" y="2255719"/>
                  </a:lnTo>
                  <a:lnTo>
                    <a:pt x="7907444" y="2206170"/>
                  </a:lnTo>
                  <a:lnTo>
                    <a:pt x="7911722" y="2212458"/>
                  </a:lnTo>
                  <a:lnTo>
                    <a:pt x="7916001" y="2265196"/>
                  </a:lnTo>
                  <a:lnTo>
                    <a:pt x="7920280" y="2290760"/>
                  </a:lnTo>
                  <a:lnTo>
                    <a:pt x="7924559" y="2331098"/>
                  </a:lnTo>
                  <a:lnTo>
                    <a:pt x="7928838" y="2351350"/>
                  </a:lnTo>
                  <a:lnTo>
                    <a:pt x="7933117" y="2360136"/>
                  </a:lnTo>
                  <a:lnTo>
                    <a:pt x="7937396" y="2388496"/>
                  </a:lnTo>
                  <a:lnTo>
                    <a:pt x="7941675" y="2457588"/>
                  </a:lnTo>
                  <a:lnTo>
                    <a:pt x="7945954" y="2408739"/>
                  </a:lnTo>
                  <a:lnTo>
                    <a:pt x="7950233" y="2430066"/>
                  </a:lnTo>
                  <a:lnTo>
                    <a:pt x="7954512" y="2425171"/>
                  </a:lnTo>
                  <a:lnTo>
                    <a:pt x="7958791" y="2437364"/>
                  </a:lnTo>
                  <a:lnTo>
                    <a:pt x="7963070" y="2435687"/>
                  </a:lnTo>
                  <a:lnTo>
                    <a:pt x="7967348" y="2406896"/>
                  </a:lnTo>
                  <a:lnTo>
                    <a:pt x="7971627" y="2402914"/>
                  </a:lnTo>
                  <a:lnTo>
                    <a:pt x="7975906" y="2405376"/>
                  </a:lnTo>
                  <a:lnTo>
                    <a:pt x="7980185" y="2408503"/>
                  </a:lnTo>
                  <a:lnTo>
                    <a:pt x="7984464" y="2405323"/>
                  </a:lnTo>
                  <a:lnTo>
                    <a:pt x="7988743" y="2349265"/>
                  </a:lnTo>
                  <a:lnTo>
                    <a:pt x="7993022" y="2358921"/>
                  </a:lnTo>
                  <a:lnTo>
                    <a:pt x="7997301" y="2399886"/>
                  </a:lnTo>
                  <a:lnTo>
                    <a:pt x="8001580" y="2433965"/>
                  </a:lnTo>
                  <a:lnTo>
                    <a:pt x="8005859" y="2447248"/>
                  </a:lnTo>
                  <a:lnTo>
                    <a:pt x="8010138" y="2422268"/>
                  </a:lnTo>
                  <a:lnTo>
                    <a:pt x="8014417" y="2402661"/>
                  </a:lnTo>
                  <a:lnTo>
                    <a:pt x="8018695" y="2386076"/>
                  </a:lnTo>
                  <a:lnTo>
                    <a:pt x="8022974" y="2368031"/>
                  </a:lnTo>
                  <a:lnTo>
                    <a:pt x="8027253" y="2315559"/>
                  </a:lnTo>
                  <a:lnTo>
                    <a:pt x="8031532" y="2261730"/>
                  </a:lnTo>
                  <a:lnTo>
                    <a:pt x="8035811" y="2270610"/>
                  </a:lnTo>
                  <a:lnTo>
                    <a:pt x="8040090" y="2278867"/>
                  </a:lnTo>
                  <a:lnTo>
                    <a:pt x="8044369" y="2250439"/>
                  </a:lnTo>
                  <a:lnTo>
                    <a:pt x="8048648" y="2208163"/>
                  </a:lnTo>
                  <a:lnTo>
                    <a:pt x="8052927" y="2254821"/>
                  </a:lnTo>
                  <a:lnTo>
                    <a:pt x="8057206" y="2241890"/>
                  </a:lnTo>
                  <a:lnTo>
                    <a:pt x="8061485" y="2277720"/>
                  </a:lnTo>
                  <a:lnTo>
                    <a:pt x="8065764" y="2325347"/>
                  </a:lnTo>
                  <a:lnTo>
                    <a:pt x="8070043" y="2292094"/>
                  </a:lnTo>
                  <a:lnTo>
                    <a:pt x="8074321" y="2318458"/>
                  </a:lnTo>
                  <a:lnTo>
                    <a:pt x="8078600" y="2303178"/>
                  </a:lnTo>
                  <a:lnTo>
                    <a:pt x="8082879" y="2323259"/>
                  </a:lnTo>
                  <a:lnTo>
                    <a:pt x="8087158" y="2350077"/>
                  </a:lnTo>
                  <a:lnTo>
                    <a:pt x="8091437" y="2385315"/>
                  </a:lnTo>
                  <a:lnTo>
                    <a:pt x="8095716" y="2384207"/>
                  </a:lnTo>
                  <a:lnTo>
                    <a:pt x="8099995" y="2382548"/>
                  </a:lnTo>
                  <a:lnTo>
                    <a:pt x="8104274" y="2378524"/>
                  </a:lnTo>
                  <a:lnTo>
                    <a:pt x="8108553" y="2339593"/>
                  </a:lnTo>
                  <a:lnTo>
                    <a:pt x="8112832" y="2309713"/>
                  </a:lnTo>
                  <a:lnTo>
                    <a:pt x="8117111" y="2292816"/>
                  </a:lnTo>
                  <a:lnTo>
                    <a:pt x="8121390" y="2294179"/>
                  </a:lnTo>
                  <a:lnTo>
                    <a:pt x="8125668" y="2280442"/>
                  </a:lnTo>
                  <a:lnTo>
                    <a:pt x="8129947" y="2293130"/>
                  </a:lnTo>
                  <a:lnTo>
                    <a:pt x="8134226" y="2335072"/>
                  </a:lnTo>
                  <a:lnTo>
                    <a:pt x="8138505" y="2337116"/>
                  </a:lnTo>
                  <a:lnTo>
                    <a:pt x="8142784" y="2390474"/>
                  </a:lnTo>
                  <a:lnTo>
                    <a:pt x="8147063" y="2357542"/>
                  </a:lnTo>
                  <a:lnTo>
                    <a:pt x="8151342" y="2360540"/>
                  </a:lnTo>
                  <a:lnTo>
                    <a:pt x="8155621" y="2333800"/>
                  </a:lnTo>
                  <a:lnTo>
                    <a:pt x="8159900" y="2305890"/>
                  </a:lnTo>
                  <a:lnTo>
                    <a:pt x="8164179" y="2339134"/>
                  </a:lnTo>
                  <a:lnTo>
                    <a:pt x="8168458" y="2331386"/>
                  </a:lnTo>
                  <a:lnTo>
                    <a:pt x="8172737" y="2354790"/>
                  </a:lnTo>
                  <a:lnTo>
                    <a:pt x="8177016" y="2352339"/>
                  </a:lnTo>
                  <a:lnTo>
                    <a:pt x="8181294" y="2384713"/>
                  </a:lnTo>
                  <a:lnTo>
                    <a:pt x="8185573" y="2395458"/>
                  </a:lnTo>
                  <a:lnTo>
                    <a:pt x="8189852" y="2395826"/>
                  </a:lnTo>
                  <a:lnTo>
                    <a:pt x="8194131" y="2403560"/>
                  </a:lnTo>
                  <a:lnTo>
                    <a:pt x="8198410" y="2407144"/>
                  </a:lnTo>
                  <a:lnTo>
                    <a:pt x="8202689" y="2399137"/>
                  </a:lnTo>
                  <a:lnTo>
                    <a:pt x="8206968" y="2358876"/>
                  </a:lnTo>
                  <a:lnTo>
                    <a:pt x="8211247" y="2314285"/>
                  </a:lnTo>
                  <a:lnTo>
                    <a:pt x="8215526" y="2324488"/>
                  </a:lnTo>
                  <a:lnTo>
                    <a:pt x="8219805" y="2340598"/>
                  </a:lnTo>
                  <a:lnTo>
                    <a:pt x="8224084" y="2298995"/>
                  </a:lnTo>
                  <a:lnTo>
                    <a:pt x="8228363" y="2302052"/>
                  </a:lnTo>
                  <a:lnTo>
                    <a:pt x="8232641" y="2293121"/>
                  </a:lnTo>
                  <a:lnTo>
                    <a:pt x="8236920" y="2354620"/>
                  </a:lnTo>
                  <a:lnTo>
                    <a:pt x="8241199" y="2342097"/>
                  </a:lnTo>
                  <a:lnTo>
                    <a:pt x="8245478" y="2310825"/>
                  </a:lnTo>
                  <a:lnTo>
                    <a:pt x="8249757" y="2256574"/>
                  </a:lnTo>
                  <a:lnTo>
                    <a:pt x="8254036" y="2237361"/>
                  </a:lnTo>
                  <a:lnTo>
                    <a:pt x="8258315" y="2267520"/>
                  </a:lnTo>
                  <a:lnTo>
                    <a:pt x="8262594" y="2251733"/>
                  </a:lnTo>
                  <a:lnTo>
                    <a:pt x="8266873" y="2189195"/>
                  </a:lnTo>
                  <a:lnTo>
                    <a:pt x="8271152" y="2187732"/>
                  </a:lnTo>
                  <a:lnTo>
                    <a:pt x="8275431" y="2204577"/>
                  </a:lnTo>
                  <a:lnTo>
                    <a:pt x="8279710" y="2235521"/>
                  </a:lnTo>
                  <a:lnTo>
                    <a:pt x="8283989" y="2154328"/>
                  </a:lnTo>
                  <a:lnTo>
                    <a:pt x="8288267" y="2092709"/>
                  </a:lnTo>
                  <a:lnTo>
                    <a:pt x="8292546" y="2159836"/>
                  </a:lnTo>
                  <a:lnTo>
                    <a:pt x="8296825" y="2168842"/>
                  </a:lnTo>
                  <a:lnTo>
                    <a:pt x="8301104" y="2106107"/>
                  </a:lnTo>
                  <a:lnTo>
                    <a:pt x="8305383" y="2089899"/>
                  </a:lnTo>
                  <a:lnTo>
                    <a:pt x="8309662" y="2088515"/>
                  </a:lnTo>
                  <a:lnTo>
                    <a:pt x="8313941" y="2099205"/>
                  </a:lnTo>
                  <a:lnTo>
                    <a:pt x="8318220" y="2112130"/>
                  </a:lnTo>
                  <a:lnTo>
                    <a:pt x="8322499" y="2082421"/>
                  </a:lnTo>
                  <a:lnTo>
                    <a:pt x="8326778" y="2145079"/>
                  </a:lnTo>
                  <a:lnTo>
                    <a:pt x="8331057" y="2167672"/>
                  </a:lnTo>
                  <a:lnTo>
                    <a:pt x="8335336" y="2184838"/>
                  </a:lnTo>
                  <a:lnTo>
                    <a:pt x="8339614" y="2205388"/>
                  </a:lnTo>
                  <a:lnTo>
                    <a:pt x="8343893" y="2250227"/>
                  </a:lnTo>
                  <a:lnTo>
                    <a:pt x="8348172" y="2289373"/>
                  </a:lnTo>
                  <a:lnTo>
                    <a:pt x="8352451" y="2291866"/>
                  </a:lnTo>
                  <a:lnTo>
                    <a:pt x="8356730" y="2332679"/>
                  </a:lnTo>
                  <a:lnTo>
                    <a:pt x="8361009" y="2355006"/>
                  </a:lnTo>
                  <a:lnTo>
                    <a:pt x="8365288" y="2362503"/>
                  </a:lnTo>
                  <a:lnTo>
                    <a:pt x="8369567" y="2382641"/>
                  </a:lnTo>
                  <a:lnTo>
                    <a:pt x="8373846" y="2399945"/>
                  </a:lnTo>
                  <a:lnTo>
                    <a:pt x="8378125" y="2435053"/>
                  </a:lnTo>
                  <a:lnTo>
                    <a:pt x="8382404" y="2380932"/>
                  </a:lnTo>
                  <a:lnTo>
                    <a:pt x="8386683" y="2390033"/>
                  </a:lnTo>
                  <a:lnTo>
                    <a:pt x="8390962" y="2351437"/>
                  </a:lnTo>
                  <a:lnTo>
                    <a:pt x="8395240" y="2335771"/>
                  </a:lnTo>
                  <a:lnTo>
                    <a:pt x="8399519" y="2336018"/>
                  </a:lnTo>
                  <a:lnTo>
                    <a:pt x="8403798" y="2327802"/>
                  </a:lnTo>
                  <a:lnTo>
                    <a:pt x="8408077" y="2327136"/>
                  </a:lnTo>
                  <a:lnTo>
                    <a:pt x="8412356" y="2327527"/>
                  </a:lnTo>
                  <a:lnTo>
                    <a:pt x="8416635" y="2311537"/>
                  </a:lnTo>
                  <a:lnTo>
                    <a:pt x="8420914" y="2334640"/>
                  </a:lnTo>
                  <a:lnTo>
                    <a:pt x="8425193" y="2285722"/>
                  </a:lnTo>
                  <a:lnTo>
                    <a:pt x="8429472" y="2256976"/>
                  </a:lnTo>
                  <a:lnTo>
                    <a:pt x="8433751" y="2247154"/>
                  </a:lnTo>
                  <a:lnTo>
                    <a:pt x="8438030" y="2265630"/>
                  </a:lnTo>
                  <a:lnTo>
                    <a:pt x="8442309" y="2309892"/>
                  </a:lnTo>
                  <a:lnTo>
                    <a:pt x="8446587" y="2333922"/>
                  </a:lnTo>
                  <a:lnTo>
                    <a:pt x="8450866" y="2279536"/>
                  </a:lnTo>
                  <a:lnTo>
                    <a:pt x="8455145" y="2269890"/>
                  </a:lnTo>
                  <a:lnTo>
                    <a:pt x="8459424" y="2264248"/>
                  </a:lnTo>
                  <a:lnTo>
                    <a:pt x="8463703" y="2260257"/>
                  </a:lnTo>
                  <a:lnTo>
                    <a:pt x="8467982" y="2284772"/>
                  </a:lnTo>
                  <a:lnTo>
                    <a:pt x="8472261" y="2313592"/>
                  </a:lnTo>
                  <a:lnTo>
                    <a:pt x="8476540" y="2341386"/>
                  </a:lnTo>
                  <a:lnTo>
                    <a:pt x="8480819" y="2344584"/>
                  </a:lnTo>
                  <a:lnTo>
                    <a:pt x="8485098" y="2377527"/>
                  </a:lnTo>
                  <a:lnTo>
                    <a:pt x="8489377" y="2374733"/>
                  </a:lnTo>
                  <a:lnTo>
                    <a:pt x="8493656" y="2372361"/>
                  </a:lnTo>
                  <a:lnTo>
                    <a:pt x="8497935" y="2413941"/>
                  </a:lnTo>
                  <a:lnTo>
                    <a:pt x="8502213" y="2436192"/>
                  </a:lnTo>
                  <a:lnTo>
                    <a:pt x="8506492" y="2470650"/>
                  </a:lnTo>
                  <a:lnTo>
                    <a:pt x="8510771" y="2440163"/>
                  </a:lnTo>
                  <a:lnTo>
                    <a:pt x="8515050" y="2470166"/>
                  </a:lnTo>
                  <a:lnTo>
                    <a:pt x="8519329" y="2502495"/>
                  </a:lnTo>
                  <a:lnTo>
                    <a:pt x="8523608" y="2469214"/>
                  </a:lnTo>
                  <a:lnTo>
                    <a:pt x="8527887" y="2492201"/>
                  </a:lnTo>
                  <a:lnTo>
                    <a:pt x="8532166" y="2424825"/>
                  </a:lnTo>
                  <a:lnTo>
                    <a:pt x="8536445" y="2420473"/>
                  </a:lnTo>
                  <a:lnTo>
                    <a:pt x="8540724" y="2335555"/>
                  </a:lnTo>
                  <a:lnTo>
                    <a:pt x="8545003" y="2324618"/>
                  </a:lnTo>
                  <a:lnTo>
                    <a:pt x="8549282" y="2360081"/>
                  </a:lnTo>
                  <a:lnTo>
                    <a:pt x="8553560" y="2362918"/>
                  </a:lnTo>
                  <a:lnTo>
                    <a:pt x="8553560" y="2535856"/>
                  </a:lnTo>
                  <a:lnTo>
                    <a:pt x="8549282" y="2535856"/>
                  </a:lnTo>
                  <a:lnTo>
                    <a:pt x="8545003" y="2535856"/>
                  </a:lnTo>
                  <a:lnTo>
                    <a:pt x="8540724" y="2535856"/>
                  </a:lnTo>
                  <a:lnTo>
                    <a:pt x="8536445" y="2535856"/>
                  </a:lnTo>
                  <a:lnTo>
                    <a:pt x="8532166" y="2535856"/>
                  </a:lnTo>
                  <a:lnTo>
                    <a:pt x="8527887" y="2535856"/>
                  </a:lnTo>
                  <a:lnTo>
                    <a:pt x="8523608" y="2535856"/>
                  </a:lnTo>
                  <a:lnTo>
                    <a:pt x="8519329" y="2535856"/>
                  </a:lnTo>
                  <a:lnTo>
                    <a:pt x="8515050" y="2535856"/>
                  </a:lnTo>
                  <a:lnTo>
                    <a:pt x="8510771" y="2535856"/>
                  </a:lnTo>
                  <a:lnTo>
                    <a:pt x="8506492" y="2535856"/>
                  </a:lnTo>
                  <a:lnTo>
                    <a:pt x="8502213" y="2535856"/>
                  </a:lnTo>
                  <a:lnTo>
                    <a:pt x="8497935" y="2535856"/>
                  </a:lnTo>
                  <a:lnTo>
                    <a:pt x="8493656" y="2535856"/>
                  </a:lnTo>
                  <a:lnTo>
                    <a:pt x="8489377" y="2535856"/>
                  </a:lnTo>
                  <a:lnTo>
                    <a:pt x="8485098" y="2535856"/>
                  </a:lnTo>
                  <a:lnTo>
                    <a:pt x="8480819" y="2535856"/>
                  </a:lnTo>
                  <a:lnTo>
                    <a:pt x="8476540" y="2535856"/>
                  </a:lnTo>
                  <a:lnTo>
                    <a:pt x="8472261" y="2535856"/>
                  </a:lnTo>
                  <a:lnTo>
                    <a:pt x="8467982" y="2535856"/>
                  </a:lnTo>
                  <a:lnTo>
                    <a:pt x="8463703" y="2535856"/>
                  </a:lnTo>
                  <a:lnTo>
                    <a:pt x="8459424" y="2535856"/>
                  </a:lnTo>
                  <a:lnTo>
                    <a:pt x="8455145" y="2535856"/>
                  </a:lnTo>
                  <a:lnTo>
                    <a:pt x="8450866" y="2535856"/>
                  </a:lnTo>
                  <a:lnTo>
                    <a:pt x="8446587" y="2535856"/>
                  </a:lnTo>
                  <a:lnTo>
                    <a:pt x="8442309" y="2535856"/>
                  </a:lnTo>
                  <a:lnTo>
                    <a:pt x="8438030" y="2535856"/>
                  </a:lnTo>
                  <a:lnTo>
                    <a:pt x="8433751" y="2535856"/>
                  </a:lnTo>
                  <a:lnTo>
                    <a:pt x="8429472" y="2535856"/>
                  </a:lnTo>
                  <a:lnTo>
                    <a:pt x="8425193" y="2535856"/>
                  </a:lnTo>
                  <a:lnTo>
                    <a:pt x="8420914" y="2535856"/>
                  </a:lnTo>
                  <a:lnTo>
                    <a:pt x="8416635" y="2535856"/>
                  </a:lnTo>
                  <a:lnTo>
                    <a:pt x="8412356" y="2535856"/>
                  </a:lnTo>
                  <a:lnTo>
                    <a:pt x="8408077" y="2535856"/>
                  </a:lnTo>
                  <a:lnTo>
                    <a:pt x="8403798" y="2535856"/>
                  </a:lnTo>
                  <a:lnTo>
                    <a:pt x="8399519" y="2535856"/>
                  </a:lnTo>
                  <a:lnTo>
                    <a:pt x="8395240" y="2535856"/>
                  </a:lnTo>
                  <a:lnTo>
                    <a:pt x="8390962" y="2535856"/>
                  </a:lnTo>
                  <a:lnTo>
                    <a:pt x="8386683" y="2535856"/>
                  </a:lnTo>
                  <a:lnTo>
                    <a:pt x="8382404" y="2535856"/>
                  </a:lnTo>
                  <a:lnTo>
                    <a:pt x="8378125" y="2535856"/>
                  </a:lnTo>
                  <a:lnTo>
                    <a:pt x="8373846" y="2535856"/>
                  </a:lnTo>
                  <a:lnTo>
                    <a:pt x="8369567" y="2535856"/>
                  </a:lnTo>
                  <a:lnTo>
                    <a:pt x="8365288" y="2535856"/>
                  </a:lnTo>
                  <a:lnTo>
                    <a:pt x="8361009" y="2535856"/>
                  </a:lnTo>
                  <a:lnTo>
                    <a:pt x="8356730" y="2535856"/>
                  </a:lnTo>
                  <a:lnTo>
                    <a:pt x="8352451" y="2535856"/>
                  </a:lnTo>
                  <a:lnTo>
                    <a:pt x="8348172" y="2535856"/>
                  </a:lnTo>
                  <a:lnTo>
                    <a:pt x="8343893" y="2535856"/>
                  </a:lnTo>
                  <a:lnTo>
                    <a:pt x="8339614" y="2535856"/>
                  </a:lnTo>
                  <a:lnTo>
                    <a:pt x="8335336" y="2535856"/>
                  </a:lnTo>
                  <a:lnTo>
                    <a:pt x="8331057" y="2535856"/>
                  </a:lnTo>
                  <a:lnTo>
                    <a:pt x="8326778" y="2535856"/>
                  </a:lnTo>
                  <a:lnTo>
                    <a:pt x="8322499" y="2535856"/>
                  </a:lnTo>
                  <a:lnTo>
                    <a:pt x="8318220" y="2535856"/>
                  </a:lnTo>
                  <a:lnTo>
                    <a:pt x="8313941" y="2535856"/>
                  </a:lnTo>
                  <a:lnTo>
                    <a:pt x="8309662" y="2535856"/>
                  </a:lnTo>
                  <a:lnTo>
                    <a:pt x="8305383" y="2535856"/>
                  </a:lnTo>
                  <a:lnTo>
                    <a:pt x="8301104" y="2535856"/>
                  </a:lnTo>
                  <a:lnTo>
                    <a:pt x="8296825" y="2535856"/>
                  </a:lnTo>
                  <a:lnTo>
                    <a:pt x="8292546" y="2535856"/>
                  </a:lnTo>
                  <a:lnTo>
                    <a:pt x="8288267" y="2535856"/>
                  </a:lnTo>
                  <a:lnTo>
                    <a:pt x="8283989" y="2535856"/>
                  </a:lnTo>
                  <a:lnTo>
                    <a:pt x="8279710" y="2535856"/>
                  </a:lnTo>
                  <a:lnTo>
                    <a:pt x="8275431" y="2535856"/>
                  </a:lnTo>
                  <a:lnTo>
                    <a:pt x="8271152" y="2535856"/>
                  </a:lnTo>
                  <a:lnTo>
                    <a:pt x="8266873" y="2535856"/>
                  </a:lnTo>
                  <a:lnTo>
                    <a:pt x="8262594" y="2535856"/>
                  </a:lnTo>
                  <a:lnTo>
                    <a:pt x="8258315" y="2535856"/>
                  </a:lnTo>
                  <a:lnTo>
                    <a:pt x="8254036" y="2535856"/>
                  </a:lnTo>
                  <a:lnTo>
                    <a:pt x="8249757" y="2535856"/>
                  </a:lnTo>
                  <a:lnTo>
                    <a:pt x="8245478" y="2535856"/>
                  </a:lnTo>
                  <a:lnTo>
                    <a:pt x="8241199" y="2535856"/>
                  </a:lnTo>
                  <a:lnTo>
                    <a:pt x="8236920" y="2535856"/>
                  </a:lnTo>
                  <a:lnTo>
                    <a:pt x="8232641" y="2535856"/>
                  </a:lnTo>
                  <a:lnTo>
                    <a:pt x="8228363" y="2535856"/>
                  </a:lnTo>
                  <a:lnTo>
                    <a:pt x="8224084" y="2535856"/>
                  </a:lnTo>
                  <a:lnTo>
                    <a:pt x="8219805" y="2535856"/>
                  </a:lnTo>
                  <a:lnTo>
                    <a:pt x="8215526" y="2535856"/>
                  </a:lnTo>
                  <a:lnTo>
                    <a:pt x="8211247" y="2535856"/>
                  </a:lnTo>
                  <a:lnTo>
                    <a:pt x="8206968" y="2535856"/>
                  </a:lnTo>
                  <a:lnTo>
                    <a:pt x="8202689" y="2535856"/>
                  </a:lnTo>
                  <a:lnTo>
                    <a:pt x="8198410" y="2535856"/>
                  </a:lnTo>
                  <a:lnTo>
                    <a:pt x="8194131" y="2535856"/>
                  </a:lnTo>
                  <a:lnTo>
                    <a:pt x="8189852" y="2535856"/>
                  </a:lnTo>
                  <a:lnTo>
                    <a:pt x="8185573" y="2535856"/>
                  </a:lnTo>
                  <a:lnTo>
                    <a:pt x="8181294" y="2535856"/>
                  </a:lnTo>
                  <a:lnTo>
                    <a:pt x="8177016" y="2535856"/>
                  </a:lnTo>
                  <a:lnTo>
                    <a:pt x="8172737" y="2535856"/>
                  </a:lnTo>
                  <a:lnTo>
                    <a:pt x="8168458" y="2535856"/>
                  </a:lnTo>
                  <a:lnTo>
                    <a:pt x="8164179" y="2535856"/>
                  </a:lnTo>
                  <a:lnTo>
                    <a:pt x="8159900" y="2535856"/>
                  </a:lnTo>
                  <a:lnTo>
                    <a:pt x="8155621" y="2535856"/>
                  </a:lnTo>
                  <a:lnTo>
                    <a:pt x="8151342" y="2535856"/>
                  </a:lnTo>
                  <a:lnTo>
                    <a:pt x="8147063" y="2535856"/>
                  </a:lnTo>
                  <a:lnTo>
                    <a:pt x="8142784" y="2535856"/>
                  </a:lnTo>
                  <a:lnTo>
                    <a:pt x="8138505" y="2535856"/>
                  </a:lnTo>
                  <a:lnTo>
                    <a:pt x="8134226" y="2535856"/>
                  </a:lnTo>
                  <a:lnTo>
                    <a:pt x="8129947" y="2535856"/>
                  </a:lnTo>
                  <a:lnTo>
                    <a:pt x="8125668" y="2535856"/>
                  </a:lnTo>
                  <a:lnTo>
                    <a:pt x="8121390" y="2535856"/>
                  </a:lnTo>
                  <a:lnTo>
                    <a:pt x="8117111" y="2535856"/>
                  </a:lnTo>
                  <a:lnTo>
                    <a:pt x="8112832" y="2535856"/>
                  </a:lnTo>
                  <a:lnTo>
                    <a:pt x="8108553" y="2535856"/>
                  </a:lnTo>
                  <a:lnTo>
                    <a:pt x="8104274" y="2535856"/>
                  </a:lnTo>
                  <a:lnTo>
                    <a:pt x="8099995" y="2535856"/>
                  </a:lnTo>
                  <a:lnTo>
                    <a:pt x="8095716" y="2535856"/>
                  </a:lnTo>
                  <a:lnTo>
                    <a:pt x="8091437" y="2535856"/>
                  </a:lnTo>
                  <a:lnTo>
                    <a:pt x="8087158" y="2535856"/>
                  </a:lnTo>
                  <a:lnTo>
                    <a:pt x="8082879" y="2535856"/>
                  </a:lnTo>
                  <a:lnTo>
                    <a:pt x="8078600" y="2535856"/>
                  </a:lnTo>
                  <a:lnTo>
                    <a:pt x="8074321" y="2535856"/>
                  </a:lnTo>
                  <a:lnTo>
                    <a:pt x="8070043" y="2535856"/>
                  </a:lnTo>
                  <a:lnTo>
                    <a:pt x="8065764" y="2535856"/>
                  </a:lnTo>
                  <a:lnTo>
                    <a:pt x="8061485" y="2535856"/>
                  </a:lnTo>
                  <a:lnTo>
                    <a:pt x="8057206" y="2535856"/>
                  </a:lnTo>
                  <a:lnTo>
                    <a:pt x="8052927" y="2535856"/>
                  </a:lnTo>
                  <a:lnTo>
                    <a:pt x="8048648" y="2535856"/>
                  </a:lnTo>
                  <a:lnTo>
                    <a:pt x="8044369" y="2535856"/>
                  </a:lnTo>
                  <a:lnTo>
                    <a:pt x="8040090" y="2535856"/>
                  </a:lnTo>
                  <a:lnTo>
                    <a:pt x="8035811" y="2535856"/>
                  </a:lnTo>
                  <a:lnTo>
                    <a:pt x="8031532" y="2535856"/>
                  </a:lnTo>
                  <a:lnTo>
                    <a:pt x="8027253" y="2535856"/>
                  </a:lnTo>
                  <a:lnTo>
                    <a:pt x="8022974" y="2535856"/>
                  </a:lnTo>
                  <a:lnTo>
                    <a:pt x="8018695" y="2535856"/>
                  </a:lnTo>
                  <a:lnTo>
                    <a:pt x="8014417" y="2535856"/>
                  </a:lnTo>
                  <a:lnTo>
                    <a:pt x="8010138" y="2535856"/>
                  </a:lnTo>
                  <a:lnTo>
                    <a:pt x="8005859" y="2535856"/>
                  </a:lnTo>
                  <a:lnTo>
                    <a:pt x="8001580" y="2535856"/>
                  </a:lnTo>
                  <a:lnTo>
                    <a:pt x="7997301" y="2535856"/>
                  </a:lnTo>
                  <a:lnTo>
                    <a:pt x="7993022" y="2535856"/>
                  </a:lnTo>
                  <a:lnTo>
                    <a:pt x="7988743" y="2535856"/>
                  </a:lnTo>
                  <a:lnTo>
                    <a:pt x="7984464" y="2535856"/>
                  </a:lnTo>
                  <a:lnTo>
                    <a:pt x="7980185" y="2535856"/>
                  </a:lnTo>
                  <a:lnTo>
                    <a:pt x="7975906" y="2535856"/>
                  </a:lnTo>
                  <a:lnTo>
                    <a:pt x="7971627" y="2535856"/>
                  </a:lnTo>
                  <a:lnTo>
                    <a:pt x="7967348" y="2535856"/>
                  </a:lnTo>
                  <a:lnTo>
                    <a:pt x="7963070" y="2535856"/>
                  </a:lnTo>
                  <a:lnTo>
                    <a:pt x="7958791" y="2535856"/>
                  </a:lnTo>
                  <a:lnTo>
                    <a:pt x="7954512" y="2535856"/>
                  </a:lnTo>
                  <a:lnTo>
                    <a:pt x="7950233" y="2535856"/>
                  </a:lnTo>
                  <a:lnTo>
                    <a:pt x="7945954" y="2535856"/>
                  </a:lnTo>
                  <a:lnTo>
                    <a:pt x="7941675" y="2535856"/>
                  </a:lnTo>
                  <a:lnTo>
                    <a:pt x="7937396" y="2535856"/>
                  </a:lnTo>
                  <a:lnTo>
                    <a:pt x="7933117" y="2535856"/>
                  </a:lnTo>
                  <a:lnTo>
                    <a:pt x="7928838" y="2535856"/>
                  </a:lnTo>
                  <a:lnTo>
                    <a:pt x="7924559" y="2535856"/>
                  </a:lnTo>
                  <a:lnTo>
                    <a:pt x="7920280" y="2535856"/>
                  </a:lnTo>
                  <a:lnTo>
                    <a:pt x="7916001" y="2535856"/>
                  </a:lnTo>
                  <a:lnTo>
                    <a:pt x="7911722" y="2535856"/>
                  </a:lnTo>
                  <a:lnTo>
                    <a:pt x="7907444" y="2535856"/>
                  </a:lnTo>
                  <a:lnTo>
                    <a:pt x="7903165" y="2535856"/>
                  </a:lnTo>
                  <a:lnTo>
                    <a:pt x="7898886" y="2535856"/>
                  </a:lnTo>
                  <a:lnTo>
                    <a:pt x="7894607" y="2535856"/>
                  </a:lnTo>
                  <a:lnTo>
                    <a:pt x="7890328" y="2535856"/>
                  </a:lnTo>
                  <a:lnTo>
                    <a:pt x="7886049" y="2535856"/>
                  </a:lnTo>
                  <a:lnTo>
                    <a:pt x="7881770" y="2535856"/>
                  </a:lnTo>
                  <a:lnTo>
                    <a:pt x="7877491" y="2535856"/>
                  </a:lnTo>
                  <a:lnTo>
                    <a:pt x="7873212" y="2535856"/>
                  </a:lnTo>
                  <a:lnTo>
                    <a:pt x="7868933" y="2535856"/>
                  </a:lnTo>
                  <a:lnTo>
                    <a:pt x="7864654" y="2535856"/>
                  </a:lnTo>
                  <a:lnTo>
                    <a:pt x="7860375" y="2535856"/>
                  </a:lnTo>
                  <a:lnTo>
                    <a:pt x="7856097" y="2535856"/>
                  </a:lnTo>
                  <a:lnTo>
                    <a:pt x="7851818" y="2535856"/>
                  </a:lnTo>
                  <a:lnTo>
                    <a:pt x="7847539" y="2535856"/>
                  </a:lnTo>
                  <a:lnTo>
                    <a:pt x="7843260" y="2535856"/>
                  </a:lnTo>
                  <a:lnTo>
                    <a:pt x="7838981" y="2535856"/>
                  </a:lnTo>
                  <a:lnTo>
                    <a:pt x="7834702" y="2535856"/>
                  </a:lnTo>
                  <a:lnTo>
                    <a:pt x="7830423" y="2535856"/>
                  </a:lnTo>
                  <a:lnTo>
                    <a:pt x="7826144" y="2535856"/>
                  </a:lnTo>
                  <a:lnTo>
                    <a:pt x="7821865" y="2535856"/>
                  </a:lnTo>
                  <a:lnTo>
                    <a:pt x="7817586" y="2535856"/>
                  </a:lnTo>
                  <a:lnTo>
                    <a:pt x="7813307" y="2535856"/>
                  </a:lnTo>
                  <a:lnTo>
                    <a:pt x="7809028" y="2535856"/>
                  </a:lnTo>
                  <a:lnTo>
                    <a:pt x="7804749" y="2535856"/>
                  </a:lnTo>
                  <a:lnTo>
                    <a:pt x="7800471" y="2535856"/>
                  </a:lnTo>
                  <a:lnTo>
                    <a:pt x="7796192" y="2535856"/>
                  </a:lnTo>
                  <a:lnTo>
                    <a:pt x="7791913" y="2535856"/>
                  </a:lnTo>
                  <a:lnTo>
                    <a:pt x="7787634" y="2535856"/>
                  </a:lnTo>
                  <a:lnTo>
                    <a:pt x="7783355" y="2535856"/>
                  </a:lnTo>
                  <a:lnTo>
                    <a:pt x="7779076" y="2535856"/>
                  </a:lnTo>
                  <a:lnTo>
                    <a:pt x="7774797" y="2535856"/>
                  </a:lnTo>
                  <a:lnTo>
                    <a:pt x="7770518" y="2535856"/>
                  </a:lnTo>
                  <a:lnTo>
                    <a:pt x="7766239" y="2535856"/>
                  </a:lnTo>
                  <a:lnTo>
                    <a:pt x="7761960" y="2535856"/>
                  </a:lnTo>
                  <a:lnTo>
                    <a:pt x="7757681" y="2535856"/>
                  </a:lnTo>
                  <a:lnTo>
                    <a:pt x="7753402" y="2535856"/>
                  </a:lnTo>
                  <a:lnTo>
                    <a:pt x="7749124" y="2535856"/>
                  </a:lnTo>
                  <a:lnTo>
                    <a:pt x="7744845" y="2535856"/>
                  </a:lnTo>
                  <a:lnTo>
                    <a:pt x="7740566" y="2535856"/>
                  </a:lnTo>
                  <a:lnTo>
                    <a:pt x="7736287" y="2535856"/>
                  </a:lnTo>
                  <a:lnTo>
                    <a:pt x="7732008" y="2535856"/>
                  </a:lnTo>
                  <a:lnTo>
                    <a:pt x="7727729" y="2535856"/>
                  </a:lnTo>
                  <a:lnTo>
                    <a:pt x="7723450" y="2535856"/>
                  </a:lnTo>
                  <a:lnTo>
                    <a:pt x="7719171" y="2535856"/>
                  </a:lnTo>
                  <a:lnTo>
                    <a:pt x="7714892" y="2535856"/>
                  </a:lnTo>
                  <a:lnTo>
                    <a:pt x="7710613" y="2535856"/>
                  </a:lnTo>
                  <a:lnTo>
                    <a:pt x="7706334" y="2535856"/>
                  </a:lnTo>
                  <a:lnTo>
                    <a:pt x="7702055" y="2535856"/>
                  </a:lnTo>
                  <a:lnTo>
                    <a:pt x="7697776" y="2535856"/>
                  </a:lnTo>
                  <a:lnTo>
                    <a:pt x="7693498" y="2535856"/>
                  </a:lnTo>
                  <a:lnTo>
                    <a:pt x="7689219" y="2535856"/>
                  </a:lnTo>
                  <a:lnTo>
                    <a:pt x="7684940" y="2535856"/>
                  </a:lnTo>
                  <a:lnTo>
                    <a:pt x="7680661" y="2535856"/>
                  </a:lnTo>
                  <a:lnTo>
                    <a:pt x="7676382" y="2535856"/>
                  </a:lnTo>
                  <a:lnTo>
                    <a:pt x="7672103" y="2535856"/>
                  </a:lnTo>
                  <a:lnTo>
                    <a:pt x="7667824" y="2535856"/>
                  </a:lnTo>
                  <a:lnTo>
                    <a:pt x="7663545" y="2535856"/>
                  </a:lnTo>
                  <a:lnTo>
                    <a:pt x="7659266" y="2535856"/>
                  </a:lnTo>
                  <a:lnTo>
                    <a:pt x="7654987" y="2535856"/>
                  </a:lnTo>
                  <a:lnTo>
                    <a:pt x="7650708" y="2535856"/>
                  </a:lnTo>
                  <a:lnTo>
                    <a:pt x="7646429" y="2535856"/>
                  </a:lnTo>
                  <a:lnTo>
                    <a:pt x="7642151" y="2535856"/>
                  </a:lnTo>
                  <a:lnTo>
                    <a:pt x="7637872" y="2535856"/>
                  </a:lnTo>
                  <a:lnTo>
                    <a:pt x="7633593" y="2535856"/>
                  </a:lnTo>
                  <a:lnTo>
                    <a:pt x="7629314" y="2535856"/>
                  </a:lnTo>
                  <a:lnTo>
                    <a:pt x="7625035" y="2535856"/>
                  </a:lnTo>
                  <a:lnTo>
                    <a:pt x="7620756" y="2535856"/>
                  </a:lnTo>
                  <a:lnTo>
                    <a:pt x="7616477" y="2535856"/>
                  </a:lnTo>
                  <a:lnTo>
                    <a:pt x="7612198" y="2535856"/>
                  </a:lnTo>
                  <a:lnTo>
                    <a:pt x="7607919" y="2535856"/>
                  </a:lnTo>
                  <a:lnTo>
                    <a:pt x="7603640" y="2535856"/>
                  </a:lnTo>
                  <a:lnTo>
                    <a:pt x="7599361" y="2535856"/>
                  </a:lnTo>
                  <a:lnTo>
                    <a:pt x="7595082" y="2535856"/>
                  </a:lnTo>
                  <a:lnTo>
                    <a:pt x="7590803" y="2535856"/>
                  </a:lnTo>
                  <a:lnTo>
                    <a:pt x="7586525" y="2535856"/>
                  </a:lnTo>
                  <a:lnTo>
                    <a:pt x="7582246" y="2535856"/>
                  </a:lnTo>
                  <a:lnTo>
                    <a:pt x="7577967" y="2535856"/>
                  </a:lnTo>
                  <a:lnTo>
                    <a:pt x="7573688" y="2535856"/>
                  </a:lnTo>
                  <a:lnTo>
                    <a:pt x="7569409" y="2535856"/>
                  </a:lnTo>
                  <a:lnTo>
                    <a:pt x="7565130" y="2535856"/>
                  </a:lnTo>
                  <a:lnTo>
                    <a:pt x="7560851" y="2535856"/>
                  </a:lnTo>
                  <a:lnTo>
                    <a:pt x="7556572" y="2535856"/>
                  </a:lnTo>
                  <a:lnTo>
                    <a:pt x="7552293" y="2535856"/>
                  </a:lnTo>
                  <a:lnTo>
                    <a:pt x="7548014" y="2535856"/>
                  </a:lnTo>
                  <a:lnTo>
                    <a:pt x="7543735" y="2535856"/>
                  </a:lnTo>
                  <a:lnTo>
                    <a:pt x="7539456" y="2535856"/>
                  </a:lnTo>
                  <a:lnTo>
                    <a:pt x="7535178" y="2535856"/>
                  </a:lnTo>
                  <a:lnTo>
                    <a:pt x="7530899" y="2535856"/>
                  </a:lnTo>
                  <a:lnTo>
                    <a:pt x="7526620" y="2535856"/>
                  </a:lnTo>
                  <a:lnTo>
                    <a:pt x="7522341" y="2535856"/>
                  </a:lnTo>
                  <a:lnTo>
                    <a:pt x="7518062" y="2535856"/>
                  </a:lnTo>
                  <a:lnTo>
                    <a:pt x="7513783" y="2535856"/>
                  </a:lnTo>
                  <a:lnTo>
                    <a:pt x="7509504" y="2535856"/>
                  </a:lnTo>
                  <a:lnTo>
                    <a:pt x="7505225" y="2535856"/>
                  </a:lnTo>
                  <a:lnTo>
                    <a:pt x="7500946" y="2535856"/>
                  </a:lnTo>
                  <a:lnTo>
                    <a:pt x="7496667" y="2535856"/>
                  </a:lnTo>
                  <a:lnTo>
                    <a:pt x="7492388" y="2535856"/>
                  </a:lnTo>
                  <a:lnTo>
                    <a:pt x="7488109" y="2535856"/>
                  </a:lnTo>
                  <a:lnTo>
                    <a:pt x="7483830" y="2535856"/>
                  </a:lnTo>
                  <a:lnTo>
                    <a:pt x="7479552" y="2535856"/>
                  </a:lnTo>
                  <a:lnTo>
                    <a:pt x="7475273" y="2535856"/>
                  </a:lnTo>
                  <a:lnTo>
                    <a:pt x="7470994" y="2535856"/>
                  </a:lnTo>
                  <a:lnTo>
                    <a:pt x="7466715" y="2535856"/>
                  </a:lnTo>
                  <a:lnTo>
                    <a:pt x="7462436" y="2535856"/>
                  </a:lnTo>
                  <a:lnTo>
                    <a:pt x="7458157" y="2535856"/>
                  </a:lnTo>
                  <a:lnTo>
                    <a:pt x="7453878" y="2535856"/>
                  </a:lnTo>
                  <a:lnTo>
                    <a:pt x="7449599" y="2535856"/>
                  </a:lnTo>
                  <a:lnTo>
                    <a:pt x="7445320" y="2535856"/>
                  </a:lnTo>
                  <a:lnTo>
                    <a:pt x="7441041" y="2535856"/>
                  </a:lnTo>
                  <a:lnTo>
                    <a:pt x="7436762" y="2535856"/>
                  </a:lnTo>
                  <a:lnTo>
                    <a:pt x="7432483" y="2535856"/>
                  </a:lnTo>
                  <a:lnTo>
                    <a:pt x="7428205" y="2535856"/>
                  </a:lnTo>
                  <a:lnTo>
                    <a:pt x="7423926" y="2535856"/>
                  </a:lnTo>
                  <a:lnTo>
                    <a:pt x="7419647" y="2535856"/>
                  </a:lnTo>
                  <a:lnTo>
                    <a:pt x="7415368" y="2535856"/>
                  </a:lnTo>
                  <a:lnTo>
                    <a:pt x="7411089" y="2535856"/>
                  </a:lnTo>
                  <a:lnTo>
                    <a:pt x="7406810" y="2535856"/>
                  </a:lnTo>
                  <a:lnTo>
                    <a:pt x="7402531" y="2535856"/>
                  </a:lnTo>
                  <a:lnTo>
                    <a:pt x="7398252" y="2535856"/>
                  </a:lnTo>
                  <a:lnTo>
                    <a:pt x="7393973" y="2535856"/>
                  </a:lnTo>
                  <a:lnTo>
                    <a:pt x="7389694" y="2535856"/>
                  </a:lnTo>
                  <a:lnTo>
                    <a:pt x="7385415" y="2535856"/>
                  </a:lnTo>
                  <a:lnTo>
                    <a:pt x="7381136" y="2535856"/>
                  </a:lnTo>
                  <a:lnTo>
                    <a:pt x="7376857" y="2535856"/>
                  </a:lnTo>
                  <a:lnTo>
                    <a:pt x="7372579" y="2535856"/>
                  </a:lnTo>
                  <a:lnTo>
                    <a:pt x="7368300" y="2535856"/>
                  </a:lnTo>
                  <a:lnTo>
                    <a:pt x="7364021" y="2535856"/>
                  </a:lnTo>
                  <a:lnTo>
                    <a:pt x="7359742" y="2535856"/>
                  </a:lnTo>
                  <a:lnTo>
                    <a:pt x="7355463" y="2535856"/>
                  </a:lnTo>
                  <a:lnTo>
                    <a:pt x="7351184" y="2535856"/>
                  </a:lnTo>
                  <a:lnTo>
                    <a:pt x="7346905" y="2535856"/>
                  </a:lnTo>
                  <a:lnTo>
                    <a:pt x="7342626" y="2535856"/>
                  </a:lnTo>
                  <a:lnTo>
                    <a:pt x="7338347" y="2535856"/>
                  </a:lnTo>
                  <a:lnTo>
                    <a:pt x="7334068" y="2535856"/>
                  </a:lnTo>
                  <a:lnTo>
                    <a:pt x="7329789" y="2535856"/>
                  </a:lnTo>
                  <a:lnTo>
                    <a:pt x="7325510" y="2535856"/>
                  </a:lnTo>
                  <a:lnTo>
                    <a:pt x="7321232" y="2535856"/>
                  </a:lnTo>
                  <a:lnTo>
                    <a:pt x="7316953" y="2535856"/>
                  </a:lnTo>
                  <a:lnTo>
                    <a:pt x="7312674" y="2535856"/>
                  </a:lnTo>
                  <a:lnTo>
                    <a:pt x="7308395" y="2535856"/>
                  </a:lnTo>
                  <a:lnTo>
                    <a:pt x="7304116" y="2535856"/>
                  </a:lnTo>
                  <a:lnTo>
                    <a:pt x="7299837" y="2535856"/>
                  </a:lnTo>
                  <a:lnTo>
                    <a:pt x="7295558" y="2535856"/>
                  </a:lnTo>
                  <a:lnTo>
                    <a:pt x="7291279" y="2535856"/>
                  </a:lnTo>
                  <a:lnTo>
                    <a:pt x="7287000" y="2535856"/>
                  </a:lnTo>
                  <a:lnTo>
                    <a:pt x="7282721" y="2535856"/>
                  </a:lnTo>
                  <a:lnTo>
                    <a:pt x="7278442" y="2535856"/>
                  </a:lnTo>
                  <a:lnTo>
                    <a:pt x="7274163" y="2535856"/>
                  </a:lnTo>
                  <a:lnTo>
                    <a:pt x="7269884" y="2535856"/>
                  </a:lnTo>
                  <a:lnTo>
                    <a:pt x="7265606" y="2535856"/>
                  </a:lnTo>
                  <a:lnTo>
                    <a:pt x="7261327" y="2535856"/>
                  </a:lnTo>
                  <a:lnTo>
                    <a:pt x="7257048" y="2535856"/>
                  </a:lnTo>
                  <a:lnTo>
                    <a:pt x="7252769" y="2535856"/>
                  </a:lnTo>
                  <a:lnTo>
                    <a:pt x="7248490" y="2535856"/>
                  </a:lnTo>
                  <a:lnTo>
                    <a:pt x="7244211" y="2535856"/>
                  </a:lnTo>
                  <a:lnTo>
                    <a:pt x="7239932" y="2535856"/>
                  </a:lnTo>
                  <a:lnTo>
                    <a:pt x="7235653" y="2535856"/>
                  </a:lnTo>
                  <a:lnTo>
                    <a:pt x="7231374" y="2535856"/>
                  </a:lnTo>
                  <a:lnTo>
                    <a:pt x="7227095" y="2535856"/>
                  </a:lnTo>
                  <a:lnTo>
                    <a:pt x="7222816" y="2535856"/>
                  </a:lnTo>
                  <a:lnTo>
                    <a:pt x="7218537" y="2535856"/>
                  </a:lnTo>
                  <a:lnTo>
                    <a:pt x="7214259" y="2535856"/>
                  </a:lnTo>
                  <a:lnTo>
                    <a:pt x="7209980" y="2535856"/>
                  </a:lnTo>
                  <a:lnTo>
                    <a:pt x="7205701" y="2535856"/>
                  </a:lnTo>
                  <a:lnTo>
                    <a:pt x="7201422" y="2535856"/>
                  </a:lnTo>
                  <a:lnTo>
                    <a:pt x="7197143" y="2535856"/>
                  </a:lnTo>
                  <a:lnTo>
                    <a:pt x="7192864" y="2535856"/>
                  </a:lnTo>
                  <a:lnTo>
                    <a:pt x="7188585" y="2535856"/>
                  </a:lnTo>
                  <a:lnTo>
                    <a:pt x="7184306" y="2535856"/>
                  </a:lnTo>
                  <a:lnTo>
                    <a:pt x="7180027" y="2535856"/>
                  </a:lnTo>
                  <a:lnTo>
                    <a:pt x="7175748" y="2535856"/>
                  </a:lnTo>
                  <a:lnTo>
                    <a:pt x="7171469" y="2535856"/>
                  </a:lnTo>
                  <a:lnTo>
                    <a:pt x="7167190" y="2535856"/>
                  </a:lnTo>
                  <a:lnTo>
                    <a:pt x="7162911" y="2535856"/>
                  </a:lnTo>
                  <a:lnTo>
                    <a:pt x="7158633" y="2535856"/>
                  </a:lnTo>
                  <a:lnTo>
                    <a:pt x="7154354" y="2535856"/>
                  </a:lnTo>
                  <a:lnTo>
                    <a:pt x="7150075" y="2535856"/>
                  </a:lnTo>
                  <a:lnTo>
                    <a:pt x="7145796" y="2535856"/>
                  </a:lnTo>
                  <a:lnTo>
                    <a:pt x="7141517" y="2535856"/>
                  </a:lnTo>
                  <a:lnTo>
                    <a:pt x="7137238" y="2535856"/>
                  </a:lnTo>
                  <a:lnTo>
                    <a:pt x="7132959" y="2535856"/>
                  </a:lnTo>
                  <a:lnTo>
                    <a:pt x="7128680" y="2535856"/>
                  </a:lnTo>
                  <a:lnTo>
                    <a:pt x="7124401" y="2535856"/>
                  </a:lnTo>
                  <a:lnTo>
                    <a:pt x="7120122" y="2535856"/>
                  </a:lnTo>
                  <a:lnTo>
                    <a:pt x="7115843" y="2535856"/>
                  </a:lnTo>
                  <a:lnTo>
                    <a:pt x="7111564" y="2535856"/>
                  </a:lnTo>
                  <a:lnTo>
                    <a:pt x="7107286" y="2535856"/>
                  </a:lnTo>
                  <a:lnTo>
                    <a:pt x="7103007" y="2535856"/>
                  </a:lnTo>
                  <a:lnTo>
                    <a:pt x="7098728" y="2535856"/>
                  </a:lnTo>
                  <a:lnTo>
                    <a:pt x="7094449" y="2535856"/>
                  </a:lnTo>
                  <a:lnTo>
                    <a:pt x="7090170" y="2535856"/>
                  </a:lnTo>
                  <a:lnTo>
                    <a:pt x="7085891" y="2535856"/>
                  </a:lnTo>
                  <a:lnTo>
                    <a:pt x="7081612" y="2535856"/>
                  </a:lnTo>
                  <a:lnTo>
                    <a:pt x="7077333" y="2535856"/>
                  </a:lnTo>
                  <a:lnTo>
                    <a:pt x="7073054" y="2535856"/>
                  </a:lnTo>
                  <a:lnTo>
                    <a:pt x="7068775" y="2535856"/>
                  </a:lnTo>
                  <a:lnTo>
                    <a:pt x="7064496" y="2535856"/>
                  </a:lnTo>
                  <a:lnTo>
                    <a:pt x="7060217" y="2535856"/>
                  </a:lnTo>
                  <a:lnTo>
                    <a:pt x="7055938" y="2535856"/>
                  </a:lnTo>
                  <a:lnTo>
                    <a:pt x="7051660" y="2535856"/>
                  </a:lnTo>
                  <a:lnTo>
                    <a:pt x="7047381" y="2535856"/>
                  </a:lnTo>
                  <a:lnTo>
                    <a:pt x="7043102" y="2535856"/>
                  </a:lnTo>
                  <a:lnTo>
                    <a:pt x="7038823" y="2535856"/>
                  </a:lnTo>
                  <a:lnTo>
                    <a:pt x="7034544" y="2535856"/>
                  </a:lnTo>
                  <a:lnTo>
                    <a:pt x="7030265" y="2535856"/>
                  </a:lnTo>
                  <a:lnTo>
                    <a:pt x="7025986" y="2535856"/>
                  </a:lnTo>
                  <a:lnTo>
                    <a:pt x="7021707" y="2535856"/>
                  </a:lnTo>
                  <a:lnTo>
                    <a:pt x="7017428" y="2535856"/>
                  </a:lnTo>
                  <a:lnTo>
                    <a:pt x="7013149" y="2535856"/>
                  </a:lnTo>
                  <a:lnTo>
                    <a:pt x="7008870" y="2535856"/>
                  </a:lnTo>
                  <a:lnTo>
                    <a:pt x="7004591" y="2535856"/>
                  </a:lnTo>
                  <a:lnTo>
                    <a:pt x="7000313" y="2535856"/>
                  </a:lnTo>
                  <a:lnTo>
                    <a:pt x="6996034" y="2535856"/>
                  </a:lnTo>
                  <a:lnTo>
                    <a:pt x="6991755" y="2535856"/>
                  </a:lnTo>
                  <a:lnTo>
                    <a:pt x="6987476" y="2535856"/>
                  </a:lnTo>
                  <a:lnTo>
                    <a:pt x="6983197" y="2535856"/>
                  </a:lnTo>
                  <a:lnTo>
                    <a:pt x="6978918" y="2535856"/>
                  </a:lnTo>
                  <a:lnTo>
                    <a:pt x="6974639" y="2535856"/>
                  </a:lnTo>
                  <a:lnTo>
                    <a:pt x="6970360" y="2535856"/>
                  </a:lnTo>
                  <a:lnTo>
                    <a:pt x="6966081" y="2535856"/>
                  </a:lnTo>
                  <a:lnTo>
                    <a:pt x="6961802" y="2535856"/>
                  </a:lnTo>
                  <a:lnTo>
                    <a:pt x="6957523" y="2535856"/>
                  </a:lnTo>
                  <a:lnTo>
                    <a:pt x="6953244" y="2535856"/>
                  </a:lnTo>
                  <a:lnTo>
                    <a:pt x="6948965" y="2535856"/>
                  </a:lnTo>
                  <a:lnTo>
                    <a:pt x="6944687" y="2535856"/>
                  </a:lnTo>
                  <a:lnTo>
                    <a:pt x="6940408" y="2535856"/>
                  </a:lnTo>
                  <a:lnTo>
                    <a:pt x="6936129" y="2535856"/>
                  </a:lnTo>
                  <a:lnTo>
                    <a:pt x="6931850" y="2535856"/>
                  </a:lnTo>
                  <a:lnTo>
                    <a:pt x="6927571" y="2535856"/>
                  </a:lnTo>
                  <a:lnTo>
                    <a:pt x="6923292" y="2535856"/>
                  </a:lnTo>
                  <a:lnTo>
                    <a:pt x="6919013" y="2535856"/>
                  </a:lnTo>
                  <a:lnTo>
                    <a:pt x="6914734" y="2535856"/>
                  </a:lnTo>
                  <a:lnTo>
                    <a:pt x="6910455" y="2535856"/>
                  </a:lnTo>
                  <a:lnTo>
                    <a:pt x="6906176" y="2535856"/>
                  </a:lnTo>
                  <a:lnTo>
                    <a:pt x="6901897" y="2535856"/>
                  </a:lnTo>
                  <a:lnTo>
                    <a:pt x="6897618" y="2535856"/>
                  </a:lnTo>
                  <a:lnTo>
                    <a:pt x="6893340" y="2535856"/>
                  </a:lnTo>
                  <a:lnTo>
                    <a:pt x="6889061" y="2535856"/>
                  </a:lnTo>
                  <a:lnTo>
                    <a:pt x="6884782" y="2535856"/>
                  </a:lnTo>
                  <a:lnTo>
                    <a:pt x="6880503" y="2535856"/>
                  </a:lnTo>
                  <a:lnTo>
                    <a:pt x="6876224" y="2535856"/>
                  </a:lnTo>
                  <a:lnTo>
                    <a:pt x="6871945" y="2535856"/>
                  </a:lnTo>
                  <a:lnTo>
                    <a:pt x="6867666" y="2535856"/>
                  </a:lnTo>
                  <a:lnTo>
                    <a:pt x="6863387" y="2535856"/>
                  </a:lnTo>
                  <a:lnTo>
                    <a:pt x="6859108" y="2535856"/>
                  </a:lnTo>
                  <a:lnTo>
                    <a:pt x="6854829" y="2535856"/>
                  </a:lnTo>
                  <a:lnTo>
                    <a:pt x="6850550" y="2535856"/>
                  </a:lnTo>
                  <a:lnTo>
                    <a:pt x="6846271" y="2535856"/>
                  </a:lnTo>
                  <a:lnTo>
                    <a:pt x="6841992" y="2535856"/>
                  </a:lnTo>
                  <a:lnTo>
                    <a:pt x="6837714" y="2535856"/>
                  </a:lnTo>
                  <a:lnTo>
                    <a:pt x="6833435" y="2535856"/>
                  </a:lnTo>
                  <a:lnTo>
                    <a:pt x="6829156" y="2535856"/>
                  </a:lnTo>
                  <a:lnTo>
                    <a:pt x="6824877" y="2535856"/>
                  </a:lnTo>
                  <a:lnTo>
                    <a:pt x="6820598" y="2535856"/>
                  </a:lnTo>
                  <a:lnTo>
                    <a:pt x="6816319" y="2535856"/>
                  </a:lnTo>
                  <a:lnTo>
                    <a:pt x="6812040" y="2535856"/>
                  </a:lnTo>
                  <a:lnTo>
                    <a:pt x="6807761" y="2535856"/>
                  </a:lnTo>
                  <a:lnTo>
                    <a:pt x="6803482" y="2535856"/>
                  </a:lnTo>
                  <a:lnTo>
                    <a:pt x="6799203" y="2535856"/>
                  </a:lnTo>
                  <a:lnTo>
                    <a:pt x="6794924" y="2535856"/>
                  </a:lnTo>
                  <a:lnTo>
                    <a:pt x="6790645" y="2535856"/>
                  </a:lnTo>
                  <a:lnTo>
                    <a:pt x="6786367" y="2535856"/>
                  </a:lnTo>
                  <a:lnTo>
                    <a:pt x="6782088" y="2535856"/>
                  </a:lnTo>
                  <a:lnTo>
                    <a:pt x="6777809" y="2535856"/>
                  </a:lnTo>
                  <a:lnTo>
                    <a:pt x="6773530" y="2535856"/>
                  </a:lnTo>
                  <a:lnTo>
                    <a:pt x="6769251" y="2535856"/>
                  </a:lnTo>
                  <a:lnTo>
                    <a:pt x="6764972" y="2535856"/>
                  </a:lnTo>
                  <a:lnTo>
                    <a:pt x="6760693" y="2535856"/>
                  </a:lnTo>
                  <a:lnTo>
                    <a:pt x="6756414" y="2535856"/>
                  </a:lnTo>
                  <a:lnTo>
                    <a:pt x="6752135" y="2535856"/>
                  </a:lnTo>
                  <a:lnTo>
                    <a:pt x="6747856" y="2535856"/>
                  </a:lnTo>
                  <a:lnTo>
                    <a:pt x="6743577" y="2535856"/>
                  </a:lnTo>
                  <a:lnTo>
                    <a:pt x="6739298" y="2535856"/>
                  </a:lnTo>
                  <a:lnTo>
                    <a:pt x="6735019" y="2535856"/>
                  </a:lnTo>
                  <a:lnTo>
                    <a:pt x="6730741" y="2535856"/>
                  </a:lnTo>
                  <a:lnTo>
                    <a:pt x="6726462" y="2535856"/>
                  </a:lnTo>
                  <a:lnTo>
                    <a:pt x="6722183" y="2535856"/>
                  </a:lnTo>
                  <a:lnTo>
                    <a:pt x="6717904" y="2535856"/>
                  </a:lnTo>
                  <a:lnTo>
                    <a:pt x="6713625" y="2535856"/>
                  </a:lnTo>
                  <a:lnTo>
                    <a:pt x="6709346" y="2535856"/>
                  </a:lnTo>
                  <a:lnTo>
                    <a:pt x="6705067" y="2535856"/>
                  </a:lnTo>
                  <a:lnTo>
                    <a:pt x="6700788" y="2535856"/>
                  </a:lnTo>
                  <a:lnTo>
                    <a:pt x="6696509" y="2535856"/>
                  </a:lnTo>
                  <a:lnTo>
                    <a:pt x="6692230" y="2535856"/>
                  </a:lnTo>
                  <a:lnTo>
                    <a:pt x="6687951" y="2535856"/>
                  </a:lnTo>
                  <a:lnTo>
                    <a:pt x="6683672" y="2535856"/>
                  </a:lnTo>
                  <a:lnTo>
                    <a:pt x="6679394" y="2535856"/>
                  </a:lnTo>
                  <a:lnTo>
                    <a:pt x="6675115" y="2535856"/>
                  </a:lnTo>
                  <a:lnTo>
                    <a:pt x="6670836" y="2535856"/>
                  </a:lnTo>
                  <a:lnTo>
                    <a:pt x="6666557" y="2535856"/>
                  </a:lnTo>
                  <a:lnTo>
                    <a:pt x="6662278" y="2535856"/>
                  </a:lnTo>
                  <a:lnTo>
                    <a:pt x="6657999" y="2535856"/>
                  </a:lnTo>
                  <a:lnTo>
                    <a:pt x="6653720" y="2535856"/>
                  </a:lnTo>
                  <a:lnTo>
                    <a:pt x="6649441" y="2535856"/>
                  </a:lnTo>
                  <a:lnTo>
                    <a:pt x="6645162" y="2535856"/>
                  </a:lnTo>
                  <a:lnTo>
                    <a:pt x="6640883" y="2535856"/>
                  </a:lnTo>
                  <a:lnTo>
                    <a:pt x="6636604" y="2535856"/>
                  </a:lnTo>
                  <a:lnTo>
                    <a:pt x="6632325" y="2535856"/>
                  </a:lnTo>
                  <a:lnTo>
                    <a:pt x="6628046" y="2535856"/>
                  </a:lnTo>
                  <a:lnTo>
                    <a:pt x="6623768" y="2535856"/>
                  </a:lnTo>
                  <a:lnTo>
                    <a:pt x="6619489" y="2535856"/>
                  </a:lnTo>
                  <a:lnTo>
                    <a:pt x="6615210" y="2535856"/>
                  </a:lnTo>
                  <a:lnTo>
                    <a:pt x="6610931" y="2535856"/>
                  </a:lnTo>
                  <a:lnTo>
                    <a:pt x="6606652" y="2535856"/>
                  </a:lnTo>
                  <a:lnTo>
                    <a:pt x="6602373" y="2535856"/>
                  </a:lnTo>
                  <a:lnTo>
                    <a:pt x="6598094" y="2535856"/>
                  </a:lnTo>
                  <a:lnTo>
                    <a:pt x="6593815" y="2535856"/>
                  </a:lnTo>
                  <a:lnTo>
                    <a:pt x="6589536" y="2535856"/>
                  </a:lnTo>
                  <a:lnTo>
                    <a:pt x="6585257" y="2535856"/>
                  </a:lnTo>
                  <a:lnTo>
                    <a:pt x="6580978" y="2535856"/>
                  </a:lnTo>
                  <a:lnTo>
                    <a:pt x="6576699" y="2535856"/>
                  </a:lnTo>
                  <a:lnTo>
                    <a:pt x="6572421" y="2535856"/>
                  </a:lnTo>
                  <a:lnTo>
                    <a:pt x="6568142" y="2535856"/>
                  </a:lnTo>
                  <a:lnTo>
                    <a:pt x="6563863" y="2535856"/>
                  </a:lnTo>
                  <a:lnTo>
                    <a:pt x="6559584" y="2535856"/>
                  </a:lnTo>
                  <a:lnTo>
                    <a:pt x="6555305" y="2535856"/>
                  </a:lnTo>
                  <a:lnTo>
                    <a:pt x="6551026" y="2535856"/>
                  </a:lnTo>
                  <a:lnTo>
                    <a:pt x="6546747" y="2535856"/>
                  </a:lnTo>
                  <a:lnTo>
                    <a:pt x="6542468" y="2535856"/>
                  </a:lnTo>
                  <a:lnTo>
                    <a:pt x="6538189" y="2535856"/>
                  </a:lnTo>
                  <a:lnTo>
                    <a:pt x="6533910" y="2535856"/>
                  </a:lnTo>
                  <a:lnTo>
                    <a:pt x="6529631" y="2535856"/>
                  </a:lnTo>
                  <a:lnTo>
                    <a:pt x="6525352" y="2535856"/>
                  </a:lnTo>
                  <a:lnTo>
                    <a:pt x="6521073" y="2535856"/>
                  </a:lnTo>
                  <a:lnTo>
                    <a:pt x="6516795" y="2535856"/>
                  </a:lnTo>
                  <a:lnTo>
                    <a:pt x="6512516" y="2535856"/>
                  </a:lnTo>
                  <a:lnTo>
                    <a:pt x="6508237" y="2535856"/>
                  </a:lnTo>
                  <a:lnTo>
                    <a:pt x="6503958" y="2535856"/>
                  </a:lnTo>
                  <a:lnTo>
                    <a:pt x="6499679" y="2535856"/>
                  </a:lnTo>
                  <a:lnTo>
                    <a:pt x="6495400" y="2535856"/>
                  </a:lnTo>
                  <a:lnTo>
                    <a:pt x="6491121" y="2535856"/>
                  </a:lnTo>
                  <a:lnTo>
                    <a:pt x="6486842" y="2535856"/>
                  </a:lnTo>
                  <a:lnTo>
                    <a:pt x="6482563" y="2535856"/>
                  </a:lnTo>
                  <a:lnTo>
                    <a:pt x="6478284" y="2535856"/>
                  </a:lnTo>
                  <a:lnTo>
                    <a:pt x="6474005" y="2535856"/>
                  </a:lnTo>
                  <a:lnTo>
                    <a:pt x="6469726" y="2535856"/>
                  </a:lnTo>
                  <a:lnTo>
                    <a:pt x="6465448" y="2535856"/>
                  </a:lnTo>
                  <a:lnTo>
                    <a:pt x="6461169" y="2535856"/>
                  </a:lnTo>
                  <a:lnTo>
                    <a:pt x="6456890" y="2535856"/>
                  </a:lnTo>
                  <a:lnTo>
                    <a:pt x="6452611" y="2535856"/>
                  </a:lnTo>
                  <a:lnTo>
                    <a:pt x="6448332" y="2535856"/>
                  </a:lnTo>
                  <a:lnTo>
                    <a:pt x="6444053" y="2535856"/>
                  </a:lnTo>
                  <a:lnTo>
                    <a:pt x="6439774" y="2535856"/>
                  </a:lnTo>
                  <a:lnTo>
                    <a:pt x="6435495" y="2535856"/>
                  </a:lnTo>
                  <a:lnTo>
                    <a:pt x="6431216" y="2535856"/>
                  </a:lnTo>
                  <a:lnTo>
                    <a:pt x="6426937" y="2535856"/>
                  </a:lnTo>
                  <a:lnTo>
                    <a:pt x="6422658" y="2535856"/>
                  </a:lnTo>
                  <a:lnTo>
                    <a:pt x="6418379" y="2535856"/>
                  </a:lnTo>
                  <a:lnTo>
                    <a:pt x="6414100" y="2535856"/>
                  </a:lnTo>
                  <a:lnTo>
                    <a:pt x="6409822" y="2535856"/>
                  </a:lnTo>
                  <a:lnTo>
                    <a:pt x="6405543" y="2535856"/>
                  </a:lnTo>
                  <a:lnTo>
                    <a:pt x="6401264" y="2535856"/>
                  </a:lnTo>
                  <a:lnTo>
                    <a:pt x="6396985" y="2535856"/>
                  </a:lnTo>
                  <a:lnTo>
                    <a:pt x="6392706" y="2535856"/>
                  </a:lnTo>
                  <a:lnTo>
                    <a:pt x="6388427" y="2535856"/>
                  </a:lnTo>
                  <a:lnTo>
                    <a:pt x="6384148" y="2535856"/>
                  </a:lnTo>
                  <a:lnTo>
                    <a:pt x="6379869" y="2535856"/>
                  </a:lnTo>
                  <a:lnTo>
                    <a:pt x="6375590" y="2535856"/>
                  </a:lnTo>
                  <a:lnTo>
                    <a:pt x="6371311" y="2535856"/>
                  </a:lnTo>
                  <a:lnTo>
                    <a:pt x="6367032" y="2535856"/>
                  </a:lnTo>
                  <a:lnTo>
                    <a:pt x="6362753" y="2535856"/>
                  </a:lnTo>
                  <a:lnTo>
                    <a:pt x="6358475" y="2535856"/>
                  </a:lnTo>
                  <a:lnTo>
                    <a:pt x="6354196" y="2535856"/>
                  </a:lnTo>
                  <a:lnTo>
                    <a:pt x="6349917" y="2535856"/>
                  </a:lnTo>
                  <a:lnTo>
                    <a:pt x="6345638" y="2535856"/>
                  </a:lnTo>
                  <a:lnTo>
                    <a:pt x="6341359" y="2535856"/>
                  </a:lnTo>
                  <a:lnTo>
                    <a:pt x="6337080" y="2535856"/>
                  </a:lnTo>
                  <a:lnTo>
                    <a:pt x="6332801" y="2535856"/>
                  </a:lnTo>
                  <a:lnTo>
                    <a:pt x="6328522" y="2535856"/>
                  </a:lnTo>
                  <a:lnTo>
                    <a:pt x="6324243" y="2535856"/>
                  </a:lnTo>
                  <a:lnTo>
                    <a:pt x="6319964" y="2535856"/>
                  </a:lnTo>
                  <a:lnTo>
                    <a:pt x="6315685" y="2535856"/>
                  </a:lnTo>
                  <a:lnTo>
                    <a:pt x="6311406" y="2535856"/>
                  </a:lnTo>
                  <a:lnTo>
                    <a:pt x="6307127" y="2535856"/>
                  </a:lnTo>
                  <a:lnTo>
                    <a:pt x="6302849" y="2535856"/>
                  </a:lnTo>
                  <a:lnTo>
                    <a:pt x="6298570" y="2535856"/>
                  </a:lnTo>
                  <a:lnTo>
                    <a:pt x="6294291" y="2535856"/>
                  </a:lnTo>
                  <a:lnTo>
                    <a:pt x="6290012" y="2535856"/>
                  </a:lnTo>
                  <a:lnTo>
                    <a:pt x="6285733" y="2535856"/>
                  </a:lnTo>
                  <a:lnTo>
                    <a:pt x="6281454" y="2535856"/>
                  </a:lnTo>
                  <a:lnTo>
                    <a:pt x="6277175" y="2535856"/>
                  </a:lnTo>
                  <a:lnTo>
                    <a:pt x="6272896" y="2535856"/>
                  </a:lnTo>
                  <a:lnTo>
                    <a:pt x="6268617" y="2535856"/>
                  </a:lnTo>
                  <a:lnTo>
                    <a:pt x="6264338" y="2535856"/>
                  </a:lnTo>
                  <a:lnTo>
                    <a:pt x="6260059" y="2535856"/>
                  </a:lnTo>
                  <a:lnTo>
                    <a:pt x="6255780" y="2535856"/>
                  </a:lnTo>
                  <a:lnTo>
                    <a:pt x="6251502" y="2535856"/>
                  </a:lnTo>
                  <a:lnTo>
                    <a:pt x="6247223" y="2535856"/>
                  </a:lnTo>
                  <a:lnTo>
                    <a:pt x="6242944" y="2535856"/>
                  </a:lnTo>
                  <a:lnTo>
                    <a:pt x="6238665" y="2535856"/>
                  </a:lnTo>
                  <a:lnTo>
                    <a:pt x="6234386" y="2535856"/>
                  </a:lnTo>
                  <a:lnTo>
                    <a:pt x="6230107" y="2535856"/>
                  </a:lnTo>
                  <a:lnTo>
                    <a:pt x="6225828" y="2535856"/>
                  </a:lnTo>
                  <a:lnTo>
                    <a:pt x="6221549" y="2535856"/>
                  </a:lnTo>
                  <a:lnTo>
                    <a:pt x="6217270" y="2535856"/>
                  </a:lnTo>
                  <a:lnTo>
                    <a:pt x="6212991" y="2535856"/>
                  </a:lnTo>
                  <a:lnTo>
                    <a:pt x="6208712" y="2535856"/>
                  </a:lnTo>
                  <a:lnTo>
                    <a:pt x="6204433" y="2535856"/>
                  </a:lnTo>
                  <a:lnTo>
                    <a:pt x="6200155" y="2535856"/>
                  </a:lnTo>
                  <a:lnTo>
                    <a:pt x="6195876" y="2535856"/>
                  </a:lnTo>
                  <a:lnTo>
                    <a:pt x="6191597" y="2535856"/>
                  </a:lnTo>
                  <a:lnTo>
                    <a:pt x="6187318" y="2535856"/>
                  </a:lnTo>
                  <a:lnTo>
                    <a:pt x="6183039" y="2535856"/>
                  </a:lnTo>
                  <a:lnTo>
                    <a:pt x="6178760" y="2535856"/>
                  </a:lnTo>
                  <a:lnTo>
                    <a:pt x="6174481" y="2535856"/>
                  </a:lnTo>
                  <a:lnTo>
                    <a:pt x="6170202" y="2535856"/>
                  </a:lnTo>
                  <a:lnTo>
                    <a:pt x="6165923" y="2535856"/>
                  </a:lnTo>
                  <a:lnTo>
                    <a:pt x="6161644" y="2535856"/>
                  </a:lnTo>
                  <a:lnTo>
                    <a:pt x="6157365" y="2535856"/>
                  </a:lnTo>
                  <a:lnTo>
                    <a:pt x="6153086" y="2535856"/>
                  </a:lnTo>
                  <a:lnTo>
                    <a:pt x="6148807" y="2535856"/>
                  </a:lnTo>
                  <a:lnTo>
                    <a:pt x="6144529" y="2535856"/>
                  </a:lnTo>
                  <a:lnTo>
                    <a:pt x="6140250" y="2535856"/>
                  </a:lnTo>
                  <a:lnTo>
                    <a:pt x="6135971" y="2535856"/>
                  </a:lnTo>
                  <a:lnTo>
                    <a:pt x="6131692" y="2535856"/>
                  </a:lnTo>
                  <a:lnTo>
                    <a:pt x="6127413" y="2535856"/>
                  </a:lnTo>
                  <a:lnTo>
                    <a:pt x="6123134" y="2535856"/>
                  </a:lnTo>
                  <a:lnTo>
                    <a:pt x="6118855" y="2535856"/>
                  </a:lnTo>
                  <a:lnTo>
                    <a:pt x="6114576" y="2535856"/>
                  </a:lnTo>
                  <a:lnTo>
                    <a:pt x="6110297" y="2535856"/>
                  </a:lnTo>
                  <a:lnTo>
                    <a:pt x="6106018" y="2535856"/>
                  </a:lnTo>
                  <a:lnTo>
                    <a:pt x="6101739" y="2535856"/>
                  </a:lnTo>
                  <a:lnTo>
                    <a:pt x="6097460" y="2535856"/>
                  </a:lnTo>
                  <a:lnTo>
                    <a:pt x="6093182" y="2535856"/>
                  </a:lnTo>
                  <a:lnTo>
                    <a:pt x="6088903" y="2535856"/>
                  </a:lnTo>
                  <a:lnTo>
                    <a:pt x="6084624" y="2535856"/>
                  </a:lnTo>
                  <a:lnTo>
                    <a:pt x="6080345" y="2535856"/>
                  </a:lnTo>
                  <a:lnTo>
                    <a:pt x="6076066" y="2535856"/>
                  </a:lnTo>
                  <a:lnTo>
                    <a:pt x="6071787" y="2535856"/>
                  </a:lnTo>
                  <a:lnTo>
                    <a:pt x="6067508" y="2535856"/>
                  </a:lnTo>
                  <a:lnTo>
                    <a:pt x="6063229" y="2535856"/>
                  </a:lnTo>
                  <a:lnTo>
                    <a:pt x="6058950" y="2535856"/>
                  </a:lnTo>
                  <a:lnTo>
                    <a:pt x="6054671" y="2535856"/>
                  </a:lnTo>
                  <a:lnTo>
                    <a:pt x="6050392" y="2535856"/>
                  </a:lnTo>
                  <a:lnTo>
                    <a:pt x="6046113" y="2535856"/>
                  </a:lnTo>
                  <a:lnTo>
                    <a:pt x="6041834" y="2535856"/>
                  </a:lnTo>
                  <a:lnTo>
                    <a:pt x="6037556" y="2535856"/>
                  </a:lnTo>
                  <a:lnTo>
                    <a:pt x="6033277" y="2535856"/>
                  </a:lnTo>
                  <a:lnTo>
                    <a:pt x="6028998" y="2535856"/>
                  </a:lnTo>
                  <a:lnTo>
                    <a:pt x="6024719" y="2535856"/>
                  </a:lnTo>
                  <a:lnTo>
                    <a:pt x="6020440" y="2535856"/>
                  </a:lnTo>
                  <a:lnTo>
                    <a:pt x="6016161" y="2535856"/>
                  </a:lnTo>
                  <a:lnTo>
                    <a:pt x="6011882" y="2535856"/>
                  </a:lnTo>
                  <a:lnTo>
                    <a:pt x="6007603" y="2535856"/>
                  </a:lnTo>
                  <a:lnTo>
                    <a:pt x="6003324" y="2535856"/>
                  </a:lnTo>
                  <a:lnTo>
                    <a:pt x="5999045" y="2535856"/>
                  </a:lnTo>
                  <a:lnTo>
                    <a:pt x="5994766" y="2535856"/>
                  </a:lnTo>
                  <a:lnTo>
                    <a:pt x="5990487" y="2535856"/>
                  </a:lnTo>
                  <a:lnTo>
                    <a:pt x="5986209" y="2535856"/>
                  </a:lnTo>
                  <a:lnTo>
                    <a:pt x="5981930" y="2535856"/>
                  </a:lnTo>
                  <a:lnTo>
                    <a:pt x="5977651" y="2535856"/>
                  </a:lnTo>
                  <a:lnTo>
                    <a:pt x="5973372" y="2535856"/>
                  </a:lnTo>
                  <a:lnTo>
                    <a:pt x="5969093" y="2535856"/>
                  </a:lnTo>
                  <a:lnTo>
                    <a:pt x="5964814" y="2535856"/>
                  </a:lnTo>
                  <a:lnTo>
                    <a:pt x="5960535" y="2535856"/>
                  </a:lnTo>
                  <a:lnTo>
                    <a:pt x="5956256" y="2535856"/>
                  </a:lnTo>
                  <a:lnTo>
                    <a:pt x="5951977" y="2535856"/>
                  </a:lnTo>
                  <a:lnTo>
                    <a:pt x="5947698" y="2535856"/>
                  </a:lnTo>
                  <a:lnTo>
                    <a:pt x="5943419" y="2535856"/>
                  </a:lnTo>
                  <a:lnTo>
                    <a:pt x="5939140" y="2535856"/>
                  </a:lnTo>
                  <a:lnTo>
                    <a:pt x="5934861" y="2535856"/>
                  </a:lnTo>
                  <a:lnTo>
                    <a:pt x="5930583" y="2535856"/>
                  </a:lnTo>
                  <a:lnTo>
                    <a:pt x="5926304" y="2535856"/>
                  </a:lnTo>
                  <a:lnTo>
                    <a:pt x="5922025" y="2535856"/>
                  </a:lnTo>
                  <a:lnTo>
                    <a:pt x="5917746" y="2535856"/>
                  </a:lnTo>
                  <a:lnTo>
                    <a:pt x="5913467" y="2535856"/>
                  </a:lnTo>
                  <a:lnTo>
                    <a:pt x="5909188" y="2535856"/>
                  </a:lnTo>
                  <a:lnTo>
                    <a:pt x="5904909" y="2535856"/>
                  </a:lnTo>
                  <a:lnTo>
                    <a:pt x="5900630" y="2535856"/>
                  </a:lnTo>
                  <a:lnTo>
                    <a:pt x="5896351" y="2535856"/>
                  </a:lnTo>
                  <a:lnTo>
                    <a:pt x="5892072" y="2535856"/>
                  </a:lnTo>
                  <a:lnTo>
                    <a:pt x="5887793" y="2535856"/>
                  </a:lnTo>
                  <a:lnTo>
                    <a:pt x="5883514" y="2535856"/>
                  </a:lnTo>
                  <a:lnTo>
                    <a:pt x="5879236" y="2535856"/>
                  </a:lnTo>
                  <a:lnTo>
                    <a:pt x="5874957" y="2535856"/>
                  </a:lnTo>
                  <a:lnTo>
                    <a:pt x="5870678" y="2535856"/>
                  </a:lnTo>
                  <a:lnTo>
                    <a:pt x="5866399" y="2535856"/>
                  </a:lnTo>
                  <a:lnTo>
                    <a:pt x="5862120" y="2535856"/>
                  </a:lnTo>
                  <a:lnTo>
                    <a:pt x="5857841" y="2535856"/>
                  </a:lnTo>
                  <a:lnTo>
                    <a:pt x="5853562" y="2535856"/>
                  </a:lnTo>
                  <a:lnTo>
                    <a:pt x="5849283" y="2535856"/>
                  </a:lnTo>
                  <a:lnTo>
                    <a:pt x="5845004" y="2535856"/>
                  </a:lnTo>
                  <a:lnTo>
                    <a:pt x="5840725" y="2535856"/>
                  </a:lnTo>
                  <a:lnTo>
                    <a:pt x="5836446" y="2535856"/>
                  </a:lnTo>
                  <a:lnTo>
                    <a:pt x="5832167" y="2535856"/>
                  </a:lnTo>
                  <a:lnTo>
                    <a:pt x="5827888" y="2535856"/>
                  </a:lnTo>
                  <a:lnTo>
                    <a:pt x="5823610" y="2535856"/>
                  </a:lnTo>
                  <a:lnTo>
                    <a:pt x="5819331" y="2535856"/>
                  </a:lnTo>
                  <a:lnTo>
                    <a:pt x="5815052" y="2535856"/>
                  </a:lnTo>
                  <a:lnTo>
                    <a:pt x="5810773" y="2535856"/>
                  </a:lnTo>
                  <a:lnTo>
                    <a:pt x="5806494" y="2535856"/>
                  </a:lnTo>
                  <a:lnTo>
                    <a:pt x="5802215" y="2535856"/>
                  </a:lnTo>
                  <a:lnTo>
                    <a:pt x="5797936" y="2535856"/>
                  </a:lnTo>
                  <a:lnTo>
                    <a:pt x="5793657" y="2535856"/>
                  </a:lnTo>
                  <a:lnTo>
                    <a:pt x="5789378" y="2535856"/>
                  </a:lnTo>
                  <a:lnTo>
                    <a:pt x="5785099" y="2535856"/>
                  </a:lnTo>
                  <a:lnTo>
                    <a:pt x="5780820" y="2535856"/>
                  </a:lnTo>
                  <a:lnTo>
                    <a:pt x="5776541" y="2535856"/>
                  </a:lnTo>
                  <a:lnTo>
                    <a:pt x="5772263" y="2535856"/>
                  </a:lnTo>
                  <a:lnTo>
                    <a:pt x="5767984" y="2535856"/>
                  </a:lnTo>
                  <a:lnTo>
                    <a:pt x="5763705" y="2535856"/>
                  </a:lnTo>
                  <a:lnTo>
                    <a:pt x="5759426" y="2535856"/>
                  </a:lnTo>
                  <a:lnTo>
                    <a:pt x="5755147" y="2535856"/>
                  </a:lnTo>
                  <a:lnTo>
                    <a:pt x="5750868" y="2535856"/>
                  </a:lnTo>
                  <a:lnTo>
                    <a:pt x="5746589" y="2535856"/>
                  </a:lnTo>
                  <a:lnTo>
                    <a:pt x="5742310" y="2535856"/>
                  </a:lnTo>
                  <a:lnTo>
                    <a:pt x="5738031" y="2535856"/>
                  </a:lnTo>
                  <a:lnTo>
                    <a:pt x="5733752" y="2535856"/>
                  </a:lnTo>
                  <a:lnTo>
                    <a:pt x="5729473" y="2535856"/>
                  </a:lnTo>
                  <a:lnTo>
                    <a:pt x="5725194" y="2535856"/>
                  </a:lnTo>
                  <a:lnTo>
                    <a:pt x="5720915" y="2535856"/>
                  </a:lnTo>
                  <a:lnTo>
                    <a:pt x="5716637" y="2535856"/>
                  </a:lnTo>
                  <a:lnTo>
                    <a:pt x="5712358" y="2535856"/>
                  </a:lnTo>
                  <a:lnTo>
                    <a:pt x="5708079" y="2535856"/>
                  </a:lnTo>
                  <a:lnTo>
                    <a:pt x="5703800" y="2535856"/>
                  </a:lnTo>
                  <a:lnTo>
                    <a:pt x="5699521" y="2535856"/>
                  </a:lnTo>
                  <a:lnTo>
                    <a:pt x="5695242" y="2535856"/>
                  </a:lnTo>
                  <a:lnTo>
                    <a:pt x="5690963" y="2535856"/>
                  </a:lnTo>
                  <a:lnTo>
                    <a:pt x="5686684" y="2535856"/>
                  </a:lnTo>
                  <a:lnTo>
                    <a:pt x="5682405" y="2535856"/>
                  </a:lnTo>
                  <a:lnTo>
                    <a:pt x="5678126" y="2535856"/>
                  </a:lnTo>
                  <a:lnTo>
                    <a:pt x="5673847" y="2535856"/>
                  </a:lnTo>
                  <a:lnTo>
                    <a:pt x="5669568" y="2535856"/>
                  </a:lnTo>
                  <a:lnTo>
                    <a:pt x="5665290" y="2535856"/>
                  </a:lnTo>
                  <a:lnTo>
                    <a:pt x="5661011" y="2535856"/>
                  </a:lnTo>
                  <a:lnTo>
                    <a:pt x="5656732" y="2535856"/>
                  </a:lnTo>
                  <a:lnTo>
                    <a:pt x="5652453" y="2535856"/>
                  </a:lnTo>
                  <a:lnTo>
                    <a:pt x="5648174" y="2535856"/>
                  </a:lnTo>
                  <a:lnTo>
                    <a:pt x="5643895" y="2535856"/>
                  </a:lnTo>
                  <a:lnTo>
                    <a:pt x="5639616" y="2535856"/>
                  </a:lnTo>
                  <a:lnTo>
                    <a:pt x="5635337" y="2535856"/>
                  </a:lnTo>
                  <a:lnTo>
                    <a:pt x="5631058" y="2535856"/>
                  </a:lnTo>
                  <a:lnTo>
                    <a:pt x="5626779" y="2535856"/>
                  </a:lnTo>
                  <a:lnTo>
                    <a:pt x="5622500" y="2535856"/>
                  </a:lnTo>
                  <a:lnTo>
                    <a:pt x="5618221" y="2535856"/>
                  </a:lnTo>
                  <a:lnTo>
                    <a:pt x="5613942" y="2535856"/>
                  </a:lnTo>
                  <a:lnTo>
                    <a:pt x="5609664" y="2535856"/>
                  </a:lnTo>
                  <a:lnTo>
                    <a:pt x="5605385" y="2535856"/>
                  </a:lnTo>
                  <a:lnTo>
                    <a:pt x="5601106" y="2535856"/>
                  </a:lnTo>
                  <a:lnTo>
                    <a:pt x="5596827" y="2535856"/>
                  </a:lnTo>
                  <a:lnTo>
                    <a:pt x="5592548" y="2535856"/>
                  </a:lnTo>
                  <a:lnTo>
                    <a:pt x="5588269" y="2535856"/>
                  </a:lnTo>
                  <a:lnTo>
                    <a:pt x="5583990" y="2535856"/>
                  </a:lnTo>
                  <a:lnTo>
                    <a:pt x="5579711" y="2535856"/>
                  </a:lnTo>
                  <a:lnTo>
                    <a:pt x="5575432" y="2535856"/>
                  </a:lnTo>
                  <a:lnTo>
                    <a:pt x="5571153" y="2535856"/>
                  </a:lnTo>
                  <a:lnTo>
                    <a:pt x="5566874" y="2535856"/>
                  </a:lnTo>
                  <a:lnTo>
                    <a:pt x="5562595" y="2535856"/>
                  </a:lnTo>
                  <a:lnTo>
                    <a:pt x="5558317" y="2535856"/>
                  </a:lnTo>
                  <a:lnTo>
                    <a:pt x="5554038" y="2535856"/>
                  </a:lnTo>
                  <a:lnTo>
                    <a:pt x="5549759" y="2535856"/>
                  </a:lnTo>
                  <a:lnTo>
                    <a:pt x="5545480" y="2535856"/>
                  </a:lnTo>
                  <a:lnTo>
                    <a:pt x="5541201" y="2535856"/>
                  </a:lnTo>
                  <a:lnTo>
                    <a:pt x="5536922" y="2535856"/>
                  </a:lnTo>
                  <a:lnTo>
                    <a:pt x="5532643" y="2535856"/>
                  </a:lnTo>
                  <a:lnTo>
                    <a:pt x="5528364" y="2535856"/>
                  </a:lnTo>
                  <a:lnTo>
                    <a:pt x="5524085" y="2535856"/>
                  </a:lnTo>
                  <a:lnTo>
                    <a:pt x="5519806" y="2535856"/>
                  </a:lnTo>
                  <a:lnTo>
                    <a:pt x="5515527" y="2535856"/>
                  </a:lnTo>
                  <a:lnTo>
                    <a:pt x="5511248" y="2535856"/>
                  </a:lnTo>
                  <a:lnTo>
                    <a:pt x="5506969" y="2535856"/>
                  </a:lnTo>
                  <a:lnTo>
                    <a:pt x="5502691" y="2535856"/>
                  </a:lnTo>
                  <a:lnTo>
                    <a:pt x="5498412" y="2535856"/>
                  </a:lnTo>
                  <a:lnTo>
                    <a:pt x="5494133" y="2535856"/>
                  </a:lnTo>
                  <a:lnTo>
                    <a:pt x="5489854" y="2535856"/>
                  </a:lnTo>
                  <a:lnTo>
                    <a:pt x="5485575" y="2535856"/>
                  </a:lnTo>
                  <a:lnTo>
                    <a:pt x="5481296" y="2535856"/>
                  </a:lnTo>
                  <a:lnTo>
                    <a:pt x="5477017" y="2535856"/>
                  </a:lnTo>
                  <a:lnTo>
                    <a:pt x="5472738" y="2535856"/>
                  </a:lnTo>
                  <a:lnTo>
                    <a:pt x="5468459" y="2535856"/>
                  </a:lnTo>
                  <a:lnTo>
                    <a:pt x="5464180" y="2535856"/>
                  </a:lnTo>
                  <a:lnTo>
                    <a:pt x="5459901" y="2535856"/>
                  </a:lnTo>
                  <a:lnTo>
                    <a:pt x="5455622" y="2535856"/>
                  </a:lnTo>
                  <a:lnTo>
                    <a:pt x="5451344" y="2535856"/>
                  </a:lnTo>
                  <a:lnTo>
                    <a:pt x="5447065" y="2535856"/>
                  </a:lnTo>
                  <a:lnTo>
                    <a:pt x="5442786" y="2535856"/>
                  </a:lnTo>
                  <a:lnTo>
                    <a:pt x="5438507" y="2535856"/>
                  </a:lnTo>
                  <a:lnTo>
                    <a:pt x="5434228" y="2535856"/>
                  </a:lnTo>
                  <a:lnTo>
                    <a:pt x="5429949" y="2535856"/>
                  </a:lnTo>
                  <a:lnTo>
                    <a:pt x="5425670" y="2535856"/>
                  </a:lnTo>
                  <a:lnTo>
                    <a:pt x="5421391" y="2535856"/>
                  </a:lnTo>
                  <a:lnTo>
                    <a:pt x="5417112" y="2535856"/>
                  </a:lnTo>
                  <a:lnTo>
                    <a:pt x="5412833" y="2535856"/>
                  </a:lnTo>
                  <a:lnTo>
                    <a:pt x="5408554" y="2535856"/>
                  </a:lnTo>
                  <a:lnTo>
                    <a:pt x="5404275" y="2535856"/>
                  </a:lnTo>
                  <a:lnTo>
                    <a:pt x="5399996" y="2535856"/>
                  </a:lnTo>
                  <a:lnTo>
                    <a:pt x="5395718" y="2535856"/>
                  </a:lnTo>
                  <a:lnTo>
                    <a:pt x="5391439" y="2535856"/>
                  </a:lnTo>
                  <a:lnTo>
                    <a:pt x="5387160" y="2535856"/>
                  </a:lnTo>
                  <a:lnTo>
                    <a:pt x="5382881" y="2535856"/>
                  </a:lnTo>
                  <a:lnTo>
                    <a:pt x="5378602" y="2535856"/>
                  </a:lnTo>
                  <a:lnTo>
                    <a:pt x="5374323" y="2535856"/>
                  </a:lnTo>
                  <a:lnTo>
                    <a:pt x="5370044" y="2535856"/>
                  </a:lnTo>
                  <a:lnTo>
                    <a:pt x="5365765" y="2535856"/>
                  </a:lnTo>
                  <a:lnTo>
                    <a:pt x="5361486" y="2535856"/>
                  </a:lnTo>
                  <a:lnTo>
                    <a:pt x="5357207" y="2535856"/>
                  </a:lnTo>
                  <a:lnTo>
                    <a:pt x="5352928" y="2535856"/>
                  </a:lnTo>
                  <a:lnTo>
                    <a:pt x="5348649" y="2535856"/>
                  </a:lnTo>
                  <a:lnTo>
                    <a:pt x="5344371" y="2535856"/>
                  </a:lnTo>
                  <a:lnTo>
                    <a:pt x="5340092" y="2535856"/>
                  </a:lnTo>
                  <a:lnTo>
                    <a:pt x="5335813" y="2535856"/>
                  </a:lnTo>
                  <a:lnTo>
                    <a:pt x="5331534" y="2535856"/>
                  </a:lnTo>
                  <a:lnTo>
                    <a:pt x="5327255" y="2535856"/>
                  </a:lnTo>
                  <a:lnTo>
                    <a:pt x="5322976" y="2535856"/>
                  </a:lnTo>
                  <a:lnTo>
                    <a:pt x="5318697" y="2535856"/>
                  </a:lnTo>
                  <a:lnTo>
                    <a:pt x="5314418" y="2535856"/>
                  </a:lnTo>
                  <a:lnTo>
                    <a:pt x="5310139" y="2535856"/>
                  </a:lnTo>
                  <a:lnTo>
                    <a:pt x="5305860" y="2535856"/>
                  </a:lnTo>
                  <a:lnTo>
                    <a:pt x="5301581" y="2535856"/>
                  </a:lnTo>
                  <a:lnTo>
                    <a:pt x="5297302" y="2535856"/>
                  </a:lnTo>
                  <a:lnTo>
                    <a:pt x="5293023" y="2535856"/>
                  </a:lnTo>
                  <a:lnTo>
                    <a:pt x="5288745" y="2535856"/>
                  </a:lnTo>
                  <a:lnTo>
                    <a:pt x="5284466" y="2535856"/>
                  </a:lnTo>
                  <a:lnTo>
                    <a:pt x="5280187" y="2535856"/>
                  </a:lnTo>
                  <a:lnTo>
                    <a:pt x="5275908" y="2535856"/>
                  </a:lnTo>
                  <a:lnTo>
                    <a:pt x="5271629" y="2535856"/>
                  </a:lnTo>
                  <a:lnTo>
                    <a:pt x="5267350" y="2535856"/>
                  </a:lnTo>
                  <a:lnTo>
                    <a:pt x="5263071" y="2535856"/>
                  </a:lnTo>
                  <a:lnTo>
                    <a:pt x="5258792" y="2535856"/>
                  </a:lnTo>
                  <a:lnTo>
                    <a:pt x="5254513" y="2535856"/>
                  </a:lnTo>
                  <a:lnTo>
                    <a:pt x="5250234" y="2535856"/>
                  </a:lnTo>
                  <a:lnTo>
                    <a:pt x="5245955" y="2535856"/>
                  </a:lnTo>
                  <a:lnTo>
                    <a:pt x="5241676" y="2535856"/>
                  </a:lnTo>
                  <a:lnTo>
                    <a:pt x="5237398" y="2535856"/>
                  </a:lnTo>
                  <a:lnTo>
                    <a:pt x="5233119" y="2535856"/>
                  </a:lnTo>
                  <a:lnTo>
                    <a:pt x="5228840" y="2535856"/>
                  </a:lnTo>
                  <a:lnTo>
                    <a:pt x="5224561" y="2535856"/>
                  </a:lnTo>
                  <a:lnTo>
                    <a:pt x="5220282" y="2535856"/>
                  </a:lnTo>
                  <a:lnTo>
                    <a:pt x="5216003" y="2535856"/>
                  </a:lnTo>
                  <a:lnTo>
                    <a:pt x="5211724" y="2535856"/>
                  </a:lnTo>
                  <a:lnTo>
                    <a:pt x="5207445" y="2535856"/>
                  </a:lnTo>
                  <a:lnTo>
                    <a:pt x="5203166" y="2535856"/>
                  </a:lnTo>
                  <a:lnTo>
                    <a:pt x="5198887" y="2535856"/>
                  </a:lnTo>
                  <a:lnTo>
                    <a:pt x="5194608" y="2535856"/>
                  </a:lnTo>
                  <a:lnTo>
                    <a:pt x="5190329" y="2535856"/>
                  </a:lnTo>
                  <a:lnTo>
                    <a:pt x="5186050" y="2535856"/>
                  </a:lnTo>
                  <a:lnTo>
                    <a:pt x="5181772" y="2535856"/>
                  </a:lnTo>
                  <a:lnTo>
                    <a:pt x="5177493" y="2535856"/>
                  </a:lnTo>
                  <a:lnTo>
                    <a:pt x="5173214" y="2535856"/>
                  </a:lnTo>
                  <a:lnTo>
                    <a:pt x="5168935" y="2535856"/>
                  </a:lnTo>
                  <a:lnTo>
                    <a:pt x="5164656" y="2535856"/>
                  </a:lnTo>
                  <a:lnTo>
                    <a:pt x="5160377" y="2535856"/>
                  </a:lnTo>
                  <a:lnTo>
                    <a:pt x="5156098" y="2535856"/>
                  </a:lnTo>
                  <a:lnTo>
                    <a:pt x="5151819" y="2535856"/>
                  </a:lnTo>
                  <a:lnTo>
                    <a:pt x="5147540" y="2535856"/>
                  </a:lnTo>
                  <a:lnTo>
                    <a:pt x="5143261" y="2535856"/>
                  </a:lnTo>
                  <a:lnTo>
                    <a:pt x="5138982" y="2535856"/>
                  </a:lnTo>
                  <a:lnTo>
                    <a:pt x="5134703" y="2535856"/>
                  </a:lnTo>
                  <a:lnTo>
                    <a:pt x="5130425" y="2535856"/>
                  </a:lnTo>
                  <a:lnTo>
                    <a:pt x="5126146" y="2535856"/>
                  </a:lnTo>
                  <a:lnTo>
                    <a:pt x="5121867" y="2535856"/>
                  </a:lnTo>
                  <a:lnTo>
                    <a:pt x="5117588" y="2535856"/>
                  </a:lnTo>
                  <a:lnTo>
                    <a:pt x="5113309" y="2535856"/>
                  </a:lnTo>
                  <a:lnTo>
                    <a:pt x="5109030" y="2535856"/>
                  </a:lnTo>
                  <a:lnTo>
                    <a:pt x="5104751" y="2535856"/>
                  </a:lnTo>
                  <a:lnTo>
                    <a:pt x="5100472" y="2535856"/>
                  </a:lnTo>
                  <a:lnTo>
                    <a:pt x="5096193" y="2535856"/>
                  </a:lnTo>
                  <a:lnTo>
                    <a:pt x="5091914" y="2535856"/>
                  </a:lnTo>
                  <a:lnTo>
                    <a:pt x="5087635" y="2535856"/>
                  </a:lnTo>
                  <a:lnTo>
                    <a:pt x="5083356" y="2535856"/>
                  </a:lnTo>
                  <a:lnTo>
                    <a:pt x="5079077" y="2535856"/>
                  </a:lnTo>
                  <a:lnTo>
                    <a:pt x="5074799" y="2535856"/>
                  </a:lnTo>
                  <a:lnTo>
                    <a:pt x="5070520" y="2535856"/>
                  </a:lnTo>
                  <a:lnTo>
                    <a:pt x="5066241" y="2535856"/>
                  </a:lnTo>
                  <a:lnTo>
                    <a:pt x="5061962" y="2535856"/>
                  </a:lnTo>
                  <a:lnTo>
                    <a:pt x="5057683" y="2535856"/>
                  </a:lnTo>
                  <a:lnTo>
                    <a:pt x="5053404" y="2535856"/>
                  </a:lnTo>
                  <a:lnTo>
                    <a:pt x="5049125" y="2535856"/>
                  </a:lnTo>
                  <a:lnTo>
                    <a:pt x="5044846" y="2535856"/>
                  </a:lnTo>
                  <a:lnTo>
                    <a:pt x="5040567" y="2535856"/>
                  </a:lnTo>
                  <a:lnTo>
                    <a:pt x="5036288" y="2535856"/>
                  </a:lnTo>
                  <a:lnTo>
                    <a:pt x="5032009" y="2535856"/>
                  </a:lnTo>
                  <a:lnTo>
                    <a:pt x="5027730" y="2535856"/>
                  </a:lnTo>
                  <a:lnTo>
                    <a:pt x="5023452" y="2535856"/>
                  </a:lnTo>
                  <a:lnTo>
                    <a:pt x="5019173" y="2535856"/>
                  </a:lnTo>
                  <a:lnTo>
                    <a:pt x="5014894" y="2535856"/>
                  </a:lnTo>
                  <a:lnTo>
                    <a:pt x="5010615" y="2535856"/>
                  </a:lnTo>
                  <a:lnTo>
                    <a:pt x="5006336" y="2535856"/>
                  </a:lnTo>
                  <a:lnTo>
                    <a:pt x="5002057" y="2535856"/>
                  </a:lnTo>
                  <a:lnTo>
                    <a:pt x="4997778" y="2535856"/>
                  </a:lnTo>
                  <a:lnTo>
                    <a:pt x="4993499" y="2535856"/>
                  </a:lnTo>
                  <a:lnTo>
                    <a:pt x="4989220" y="2535856"/>
                  </a:lnTo>
                  <a:lnTo>
                    <a:pt x="4984941" y="2535856"/>
                  </a:lnTo>
                  <a:lnTo>
                    <a:pt x="4980662" y="2535856"/>
                  </a:lnTo>
                  <a:lnTo>
                    <a:pt x="4976383" y="2535856"/>
                  </a:lnTo>
                  <a:lnTo>
                    <a:pt x="4972104" y="2535856"/>
                  </a:lnTo>
                  <a:lnTo>
                    <a:pt x="4967826" y="2535856"/>
                  </a:lnTo>
                  <a:lnTo>
                    <a:pt x="4963547" y="2535856"/>
                  </a:lnTo>
                  <a:lnTo>
                    <a:pt x="4959268" y="2535856"/>
                  </a:lnTo>
                  <a:lnTo>
                    <a:pt x="4954989" y="2535856"/>
                  </a:lnTo>
                  <a:lnTo>
                    <a:pt x="4950710" y="2535856"/>
                  </a:lnTo>
                  <a:lnTo>
                    <a:pt x="4946431" y="2535856"/>
                  </a:lnTo>
                  <a:lnTo>
                    <a:pt x="4942152" y="2535856"/>
                  </a:lnTo>
                  <a:lnTo>
                    <a:pt x="4937873" y="2535856"/>
                  </a:lnTo>
                  <a:lnTo>
                    <a:pt x="4933594" y="2535856"/>
                  </a:lnTo>
                  <a:lnTo>
                    <a:pt x="4929315" y="2535856"/>
                  </a:lnTo>
                  <a:lnTo>
                    <a:pt x="4925036" y="2535856"/>
                  </a:lnTo>
                  <a:lnTo>
                    <a:pt x="4920757" y="2535856"/>
                  </a:lnTo>
                  <a:lnTo>
                    <a:pt x="4916479" y="2535856"/>
                  </a:lnTo>
                  <a:lnTo>
                    <a:pt x="4912200" y="2535856"/>
                  </a:lnTo>
                  <a:lnTo>
                    <a:pt x="4907921" y="2535856"/>
                  </a:lnTo>
                  <a:lnTo>
                    <a:pt x="4903642" y="2535856"/>
                  </a:lnTo>
                  <a:lnTo>
                    <a:pt x="4899363" y="2535856"/>
                  </a:lnTo>
                  <a:lnTo>
                    <a:pt x="4895084" y="2535856"/>
                  </a:lnTo>
                  <a:lnTo>
                    <a:pt x="4890805" y="2535856"/>
                  </a:lnTo>
                  <a:lnTo>
                    <a:pt x="4886526" y="2535856"/>
                  </a:lnTo>
                  <a:lnTo>
                    <a:pt x="4882247" y="2535856"/>
                  </a:lnTo>
                  <a:lnTo>
                    <a:pt x="4877968" y="2535856"/>
                  </a:lnTo>
                  <a:lnTo>
                    <a:pt x="4873689" y="2535856"/>
                  </a:lnTo>
                  <a:lnTo>
                    <a:pt x="4869410" y="2535856"/>
                  </a:lnTo>
                  <a:lnTo>
                    <a:pt x="4865131" y="2535856"/>
                  </a:lnTo>
                  <a:lnTo>
                    <a:pt x="4860853" y="2535856"/>
                  </a:lnTo>
                  <a:lnTo>
                    <a:pt x="4856574" y="2535856"/>
                  </a:lnTo>
                  <a:lnTo>
                    <a:pt x="4852295" y="2535856"/>
                  </a:lnTo>
                  <a:lnTo>
                    <a:pt x="4848016" y="2535856"/>
                  </a:lnTo>
                  <a:lnTo>
                    <a:pt x="4843737" y="2535856"/>
                  </a:lnTo>
                  <a:lnTo>
                    <a:pt x="4839458" y="2535856"/>
                  </a:lnTo>
                  <a:lnTo>
                    <a:pt x="4835179" y="2535856"/>
                  </a:lnTo>
                  <a:lnTo>
                    <a:pt x="4830900" y="2535856"/>
                  </a:lnTo>
                  <a:lnTo>
                    <a:pt x="4826621" y="2535856"/>
                  </a:lnTo>
                  <a:lnTo>
                    <a:pt x="4822342" y="2535856"/>
                  </a:lnTo>
                  <a:lnTo>
                    <a:pt x="4818063" y="2535856"/>
                  </a:lnTo>
                  <a:lnTo>
                    <a:pt x="4813784" y="2535856"/>
                  </a:lnTo>
                  <a:lnTo>
                    <a:pt x="4809506" y="2535856"/>
                  </a:lnTo>
                  <a:lnTo>
                    <a:pt x="4805227" y="2535856"/>
                  </a:lnTo>
                  <a:lnTo>
                    <a:pt x="4800948" y="2535856"/>
                  </a:lnTo>
                  <a:lnTo>
                    <a:pt x="4796669" y="2535856"/>
                  </a:lnTo>
                  <a:lnTo>
                    <a:pt x="4792390" y="2535856"/>
                  </a:lnTo>
                  <a:lnTo>
                    <a:pt x="4788111" y="2535856"/>
                  </a:lnTo>
                  <a:lnTo>
                    <a:pt x="4783832" y="2535856"/>
                  </a:lnTo>
                  <a:lnTo>
                    <a:pt x="4779553" y="2535856"/>
                  </a:lnTo>
                  <a:lnTo>
                    <a:pt x="4775274" y="2535856"/>
                  </a:lnTo>
                  <a:lnTo>
                    <a:pt x="4770995" y="2535856"/>
                  </a:lnTo>
                  <a:lnTo>
                    <a:pt x="4766716" y="2535856"/>
                  </a:lnTo>
                  <a:lnTo>
                    <a:pt x="4762437" y="2535856"/>
                  </a:lnTo>
                  <a:lnTo>
                    <a:pt x="4758158" y="2535856"/>
                  </a:lnTo>
                  <a:lnTo>
                    <a:pt x="4753880" y="2535856"/>
                  </a:lnTo>
                  <a:lnTo>
                    <a:pt x="4749601" y="2535856"/>
                  </a:lnTo>
                  <a:lnTo>
                    <a:pt x="4745322" y="2535856"/>
                  </a:lnTo>
                  <a:lnTo>
                    <a:pt x="4741043" y="2535856"/>
                  </a:lnTo>
                  <a:lnTo>
                    <a:pt x="4736764" y="2535856"/>
                  </a:lnTo>
                  <a:lnTo>
                    <a:pt x="4732485" y="2535856"/>
                  </a:lnTo>
                  <a:lnTo>
                    <a:pt x="4728206" y="2535856"/>
                  </a:lnTo>
                  <a:lnTo>
                    <a:pt x="4723927" y="2535856"/>
                  </a:lnTo>
                  <a:lnTo>
                    <a:pt x="4719648" y="2535856"/>
                  </a:lnTo>
                  <a:lnTo>
                    <a:pt x="4715369" y="2535856"/>
                  </a:lnTo>
                  <a:lnTo>
                    <a:pt x="4711090" y="2535856"/>
                  </a:lnTo>
                  <a:lnTo>
                    <a:pt x="4706811" y="2535856"/>
                  </a:lnTo>
                  <a:lnTo>
                    <a:pt x="4702533" y="2535856"/>
                  </a:lnTo>
                  <a:lnTo>
                    <a:pt x="4698254" y="2535856"/>
                  </a:lnTo>
                  <a:lnTo>
                    <a:pt x="4693975" y="2535856"/>
                  </a:lnTo>
                  <a:lnTo>
                    <a:pt x="4689696" y="2535856"/>
                  </a:lnTo>
                  <a:lnTo>
                    <a:pt x="4685417" y="2535856"/>
                  </a:lnTo>
                  <a:lnTo>
                    <a:pt x="4681138" y="2535856"/>
                  </a:lnTo>
                  <a:lnTo>
                    <a:pt x="4676859" y="2535856"/>
                  </a:lnTo>
                  <a:lnTo>
                    <a:pt x="4672580" y="2535856"/>
                  </a:lnTo>
                  <a:lnTo>
                    <a:pt x="4668301" y="2535856"/>
                  </a:lnTo>
                  <a:lnTo>
                    <a:pt x="4664022" y="2535856"/>
                  </a:lnTo>
                  <a:lnTo>
                    <a:pt x="4659743" y="2535856"/>
                  </a:lnTo>
                  <a:lnTo>
                    <a:pt x="4655464" y="2535856"/>
                  </a:lnTo>
                  <a:lnTo>
                    <a:pt x="4651185" y="2535856"/>
                  </a:lnTo>
                  <a:lnTo>
                    <a:pt x="4646907" y="2535856"/>
                  </a:lnTo>
                  <a:lnTo>
                    <a:pt x="4642628" y="2535856"/>
                  </a:lnTo>
                  <a:lnTo>
                    <a:pt x="4638349" y="2535856"/>
                  </a:lnTo>
                  <a:lnTo>
                    <a:pt x="4634070" y="2535856"/>
                  </a:lnTo>
                  <a:lnTo>
                    <a:pt x="4629791" y="2535856"/>
                  </a:lnTo>
                  <a:lnTo>
                    <a:pt x="4625512" y="2535856"/>
                  </a:lnTo>
                  <a:lnTo>
                    <a:pt x="4621233" y="2535856"/>
                  </a:lnTo>
                  <a:lnTo>
                    <a:pt x="4616954" y="2535856"/>
                  </a:lnTo>
                  <a:lnTo>
                    <a:pt x="4612675" y="2535856"/>
                  </a:lnTo>
                  <a:lnTo>
                    <a:pt x="4608396" y="2535856"/>
                  </a:lnTo>
                  <a:lnTo>
                    <a:pt x="4604117" y="2535856"/>
                  </a:lnTo>
                  <a:lnTo>
                    <a:pt x="4599838" y="2535856"/>
                  </a:lnTo>
                  <a:lnTo>
                    <a:pt x="4595560" y="2535856"/>
                  </a:lnTo>
                  <a:lnTo>
                    <a:pt x="4591281" y="2535856"/>
                  </a:lnTo>
                  <a:lnTo>
                    <a:pt x="4587002" y="2535856"/>
                  </a:lnTo>
                  <a:lnTo>
                    <a:pt x="4582723" y="2535856"/>
                  </a:lnTo>
                  <a:lnTo>
                    <a:pt x="4578444" y="2535856"/>
                  </a:lnTo>
                  <a:lnTo>
                    <a:pt x="4574165" y="2535856"/>
                  </a:lnTo>
                  <a:lnTo>
                    <a:pt x="4569886" y="2535856"/>
                  </a:lnTo>
                  <a:lnTo>
                    <a:pt x="4565607" y="2535856"/>
                  </a:lnTo>
                  <a:lnTo>
                    <a:pt x="4561328" y="2535856"/>
                  </a:lnTo>
                  <a:lnTo>
                    <a:pt x="4557049" y="2535856"/>
                  </a:lnTo>
                  <a:lnTo>
                    <a:pt x="4552770" y="2535856"/>
                  </a:lnTo>
                  <a:lnTo>
                    <a:pt x="4548491" y="2535856"/>
                  </a:lnTo>
                  <a:lnTo>
                    <a:pt x="4544212" y="2535856"/>
                  </a:lnTo>
                  <a:lnTo>
                    <a:pt x="4539934" y="2535856"/>
                  </a:lnTo>
                  <a:lnTo>
                    <a:pt x="4535655" y="2535856"/>
                  </a:lnTo>
                  <a:lnTo>
                    <a:pt x="4531376" y="2535856"/>
                  </a:lnTo>
                  <a:lnTo>
                    <a:pt x="4527097" y="2535856"/>
                  </a:lnTo>
                  <a:lnTo>
                    <a:pt x="4522818" y="2535856"/>
                  </a:lnTo>
                  <a:lnTo>
                    <a:pt x="4518539" y="2535856"/>
                  </a:lnTo>
                  <a:lnTo>
                    <a:pt x="4514260" y="2535856"/>
                  </a:lnTo>
                  <a:lnTo>
                    <a:pt x="4509981" y="2535856"/>
                  </a:lnTo>
                  <a:lnTo>
                    <a:pt x="4505702" y="2535856"/>
                  </a:lnTo>
                  <a:lnTo>
                    <a:pt x="4501423" y="2535856"/>
                  </a:lnTo>
                  <a:lnTo>
                    <a:pt x="4497144" y="2535856"/>
                  </a:lnTo>
                  <a:lnTo>
                    <a:pt x="4492865" y="2535856"/>
                  </a:lnTo>
                  <a:lnTo>
                    <a:pt x="4488587" y="2535856"/>
                  </a:lnTo>
                  <a:lnTo>
                    <a:pt x="4484308" y="2535856"/>
                  </a:lnTo>
                  <a:lnTo>
                    <a:pt x="4480029" y="2535856"/>
                  </a:lnTo>
                  <a:lnTo>
                    <a:pt x="4475750" y="2535856"/>
                  </a:lnTo>
                  <a:lnTo>
                    <a:pt x="4471471" y="2535856"/>
                  </a:lnTo>
                  <a:lnTo>
                    <a:pt x="4467192" y="2535856"/>
                  </a:lnTo>
                  <a:lnTo>
                    <a:pt x="4462913" y="2535856"/>
                  </a:lnTo>
                  <a:lnTo>
                    <a:pt x="4458634" y="2535856"/>
                  </a:lnTo>
                  <a:lnTo>
                    <a:pt x="4454355" y="2535856"/>
                  </a:lnTo>
                  <a:lnTo>
                    <a:pt x="4450076" y="2535856"/>
                  </a:lnTo>
                  <a:lnTo>
                    <a:pt x="4445797" y="2535856"/>
                  </a:lnTo>
                  <a:lnTo>
                    <a:pt x="4441518" y="2535856"/>
                  </a:lnTo>
                  <a:lnTo>
                    <a:pt x="4437239" y="2535856"/>
                  </a:lnTo>
                  <a:lnTo>
                    <a:pt x="4432961" y="2535856"/>
                  </a:lnTo>
                  <a:lnTo>
                    <a:pt x="4428682" y="2535856"/>
                  </a:lnTo>
                  <a:lnTo>
                    <a:pt x="4424403" y="2535856"/>
                  </a:lnTo>
                  <a:lnTo>
                    <a:pt x="4420124" y="2535856"/>
                  </a:lnTo>
                  <a:lnTo>
                    <a:pt x="4415845" y="2535856"/>
                  </a:lnTo>
                  <a:lnTo>
                    <a:pt x="4411566" y="2535856"/>
                  </a:lnTo>
                  <a:lnTo>
                    <a:pt x="4407287" y="2535856"/>
                  </a:lnTo>
                  <a:lnTo>
                    <a:pt x="4403008" y="2535856"/>
                  </a:lnTo>
                  <a:lnTo>
                    <a:pt x="4398729" y="2535856"/>
                  </a:lnTo>
                  <a:lnTo>
                    <a:pt x="4394450" y="2535856"/>
                  </a:lnTo>
                  <a:lnTo>
                    <a:pt x="4390171" y="2535856"/>
                  </a:lnTo>
                  <a:lnTo>
                    <a:pt x="4385892" y="2535856"/>
                  </a:lnTo>
                  <a:lnTo>
                    <a:pt x="4381614" y="2535856"/>
                  </a:lnTo>
                  <a:lnTo>
                    <a:pt x="4377335" y="2535856"/>
                  </a:lnTo>
                  <a:lnTo>
                    <a:pt x="4373056" y="2535856"/>
                  </a:lnTo>
                  <a:lnTo>
                    <a:pt x="4368777" y="2535856"/>
                  </a:lnTo>
                  <a:lnTo>
                    <a:pt x="4364498" y="2535856"/>
                  </a:lnTo>
                  <a:lnTo>
                    <a:pt x="4360219" y="2535856"/>
                  </a:lnTo>
                  <a:lnTo>
                    <a:pt x="4355940" y="2535856"/>
                  </a:lnTo>
                  <a:lnTo>
                    <a:pt x="4351661" y="2535856"/>
                  </a:lnTo>
                  <a:lnTo>
                    <a:pt x="4347382" y="2535856"/>
                  </a:lnTo>
                  <a:lnTo>
                    <a:pt x="4343103" y="2535856"/>
                  </a:lnTo>
                  <a:lnTo>
                    <a:pt x="4338824" y="2535856"/>
                  </a:lnTo>
                  <a:lnTo>
                    <a:pt x="4334545" y="2535856"/>
                  </a:lnTo>
                  <a:lnTo>
                    <a:pt x="4330266" y="2535856"/>
                  </a:lnTo>
                  <a:lnTo>
                    <a:pt x="4325988" y="2535856"/>
                  </a:lnTo>
                  <a:lnTo>
                    <a:pt x="4321709" y="2535856"/>
                  </a:lnTo>
                  <a:lnTo>
                    <a:pt x="4317430" y="2535856"/>
                  </a:lnTo>
                  <a:lnTo>
                    <a:pt x="4313151" y="2535856"/>
                  </a:lnTo>
                  <a:lnTo>
                    <a:pt x="4308872" y="2535856"/>
                  </a:lnTo>
                  <a:lnTo>
                    <a:pt x="4304593" y="2535856"/>
                  </a:lnTo>
                  <a:lnTo>
                    <a:pt x="4300314" y="2535856"/>
                  </a:lnTo>
                  <a:lnTo>
                    <a:pt x="4296035" y="2535856"/>
                  </a:lnTo>
                  <a:lnTo>
                    <a:pt x="4291756" y="2535856"/>
                  </a:lnTo>
                  <a:lnTo>
                    <a:pt x="4287477" y="2535856"/>
                  </a:lnTo>
                  <a:lnTo>
                    <a:pt x="4283198" y="2535856"/>
                  </a:lnTo>
                  <a:lnTo>
                    <a:pt x="4278919" y="2535856"/>
                  </a:lnTo>
                  <a:lnTo>
                    <a:pt x="4274641" y="2535856"/>
                  </a:lnTo>
                  <a:lnTo>
                    <a:pt x="4270362" y="2535856"/>
                  </a:lnTo>
                  <a:lnTo>
                    <a:pt x="4266083" y="2535856"/>
                  </a:lnTo>
                  <a:lnTo>
                    <a:pt x="4261804" y="2535856"/>
                  </a:lnTo>
                  <a:lnTo>
                    <a:pt x="4257525" y="2535856"/>
                  </a:lnTo>
                  <a:lnTo>
                    <a:pt x="4253246" y="2535856"/>
                  </a:lnTo>
                  <a:lnTo>
                    <a:pt x="4248967" y="2535856"/>
                  </a:lnTo>
                  <a:lnTo>
                    <a:pt x="4244688" y="2535856"/>
                  </a:lnTo>
                  <a:lnTo>
                    <a:pt x="4240409" y="2535856"/>
                  </a:lnTo>
                  <a:lnTo>
                    <a:pt x="4236130" y="2535856"/>
                  </a:lnTo>
                  <a:lnTo>
                    <a:pt x="4231851" y="2535856"/>
                  </a:lnTo>
                  <a:lnTo>
                    <a:pt x="4227572" y="2535856"/>
                  </a:lnTo>
                  <a:lnTo>
                    <a:pt x="4223293" y="2535856"/>
                  </a:lnTo>
                  <a:lnTo>
                    <a:pt x="4219015" y="2535856"/>
                  </a:lnTo>
                  <a:lnTo>
                    <a:pt x="4214736" y="2535856"/>
                  </a:lnTo>
                  <a:lnTo>
                    <a:pt x="4210457" y="2535856"/>
                  </a:lnTo>
                  <a:lnTo>
                    <a:pt x="4206178" y="2535856"/>
                  </a:lnTo>
                  <a:lnTo>
                    <a:pt x="4201899" y="2535856"/>
                  </a:lnTo>
                  <a:lnTo>
                    <a:pt x="4197620" y="2535856"/>
                  </a:lnTo>
                  <a:lnTo>
                    <a:pt x="4193341" y="2535856"/>
                  </a:lnTo>
                  <a:lnTo>
                    <a:pt x="4189062" y="2535856"/>
                  </a:lnTo>
                  <a:lnTo>
                    <a:pt x="4184783" y="2535856"/>
                  </a:lnTo>
                  <a:lnTo>
                    <a:pt x="4180504" y="2535856"/>
                  </a:lnTo>
                  <a:lnTo>
                    <a:pt x="4176225" y="2535856"/>
                  </a:lnTo>
                  <a:lnTo>
                    <a:pt x="4171946" y="2535856"/>
                  </a:lnTo>
                  <a:lnTo>
                    <a:pt x="4167668" y="2535856"/>
                  </a:lnTo>
                  <a:lnTo>
                    <a:pt x="4163389" y="2535856"/>
                  </a:lnTo>
                  <a:lnTo>
                    <a:pt x="4159110" y="2535856"/>
                  </a:lnTo>
                  <a:lnTo>
                    <a:pt x="4154831" y="2535856"/>
                  </a:lnTo>
                  <a:lnTo>
                    <a:pt x="4150552" y="2535856"/>
                  </a:lnTo>
                  <a:lnTo>
                    <a:pt x="4146273" y="2535856"/>
                  </a:lnTo>
                  <a:lnTo>
                    <a:pt x="4141994" y="2535856"/>
                  </a:lnTo>
                  <a:lnTo>
                    <a:pt x="4137715" y="2535856"/>
                  </a:lnTo>
                  <a:lnTo>
                    <a:pt x="4133436" y="2535856"/>
                  </a:lnTo>
                  <a:lnTo>
                    <a:pt x="4129157" y="2535856"/>
                  </a:lnTo>
                  <a:lnTo>
                    <a:pt x="4124878" y="2535856"/>
                  </a:lnTo>
                  <a:lnTo>
                    <a:pt x="4120599" y="2535856"/>
                  </a:lnTo>
                  <a:lnTo>
                    <a:pt x="4116320" y="2535856"/>
                  </a:lnTo>
                  <a:lnTo>
                    <a:pt x="4112042" y="2535856"/>
                  </a:lnTo>
                  <a:lnTo>
                    <a:pt x="4107763" y="2535856"/>
                  </a:lnTo>
                  <a:lnTo>
                    <a:pt x="4103484" y="2535856"/>
                  </a:lnTo>
                  <a:lnTo>
                    <a:pt x="4099205" y="2535856"/>
                  </a:lnTo>
                  <a:lnTo>
                    <a:pt x="4094926" y="2535856"/>
                  </a:lnTo>
                  <a:lnTo>
                    <a:pt x="4090647" y="2535856"/>
                  </a:lnTo>
                  <a:lnTo>
                    <a:pt x="4086368" y="2535856"/>
                  </a:lnTo>
                  <a:lnTo>
                    <a:pt x="4082089" y="2535856"/>
                  </a:lnTo>
                  <a:lnTo>
                    <a:pt x="4077810" y="2535856"/>
                  </a:lnTo>
                  <a:lnTo>
                    <a:pt x="4073531" y="2535856"/>
                  </a:lnTo>
                  <a:lnTo>
                    <a:pt x="4069252" y="2535856"/>
                  </a:lnTo>
                  <a:lnTo>
                    <a:pt x="4064973" y="2535856"/>
                  </a:lnTo>
                  <a:lnTo>
                    <a:pt x="4060695" y="2535856"/>
                  </a:lnTo>
                  <a:lnTo>
                    <a:pt x="4056416" y="2535856"/>
                  </a:lnTo>
                  <a:lnTo>
                    <a:pt x="4052137" y="2535856"/>
                  </a:lnTo>
                  <a:lnTo>
                    <a:pt x="4047858" y="2535856"/>
                  </a:lnTo>
                  <a:lnTo>
                    <a:pt x="4043579" y="2535856"/>
                  </a:lnTo>
                  <a:lnTo>
                    <a:pt x="4039300" y="2535856"/>
                  </a:lnTo>
                  <a:lnTo>
                    <a:pt x="4035021" y="2535856"/>
                  </a:lnTo>
                  <a:lnTo>
                    <a:pt x="4030742" y="2535856"/>
                  </a:lnTo>
                  <a:lnTo>
                    <a:pt x="4026463" y="2535856"/>
                  </a:lnTo>
                  <a:lnTo>
                    <a:pt x="4022184" y="2535856"/>
                  </a:lnTo>
                  <a:lnTo>
                    <a:pt x="4017905" y="2535856"/>
                  </a:lnTo>
                  <a:lnTo>
                    <a:pt x="4013626" y="2535856"/>
                  </a:lnTo>
                  <a:lnTo>
                    <a:pt x="4009347" y="2535856"/>
                  </a:lnTo>
                  <a:lnTo>
                    <a:pt x="4005069" y="2535856"/>
                  </a:lnTo>
                  <a:lnTo>
                    <a:pt x="4000790" y="2535856"/>
                  </a:lnTo>
                  <a:lnTo>
                    <a:pt x="3996511" y="2535856"/>
                  </a:lnTo>
                  <a:lnTo>
                    <a:pt x="3992232" y="2535856"/>
                  </a:lnTo>
                  <a:lnTo>
                    <a:pt x="3987953" y="2535856"/>
                  </a:lnTo>
                  <a:lnTo>
                    <a:pt x="3983674" y="2535856"/>
                  </a:lnTo>
                  <a:lnTo>
                    <a:pt x="3979395" y="2535856"/>
                  </a:lnTo>
                  <a:lnTo>
                    <a:pt x="3975116" y="2535856"/>
                  </a:lnTo>
                  <a:lnTo>
                    <a:pt x="3970837" y="2535856"/>
                  </a:lnTo>
                  <a:lnTo>
                    <a:pt x="3966558" y="2535856"/>
                  </a:lnTo>
                  <a:lnTo>
                    <a:pt x="3962279" y="2535856"/>
                  </a:lnTo>
                  <a:lnTo>
                    <a:pt x="3958000" y="2535856"/>
                  </a:lnTo>
                  <a:lnTo>
                    <a:pt x="3953722" y="2535856"/>
                  </a:lnTo>
                  <a:lnTo>
                    <a:pt x="3949443" y="2535856"/>
                  </a:lnTo>
                  <a:lnTo>
                    <a:pt x="3945164" y="2535856"/>
                  </a:lnTo>
                  <a:lnTo>
                    <a:pt x="3940885" y="2535856"/>
                  </a:lnTo>
                  <a:lnTo>
                    <a:pt x="3936606" y="2535856"/>
                  </a:lnTo>
                  <a:lnTo>
                    <a:pt x="3932327" y="2535856"/>
                  </a:lnTo>
                  <a:lnTo>
                    <a:pt x="3928048" y="2535856"/>
                  </a:lnTo>
                  <a:lnTo>
                    <a:pt x="3923769" y="2535856"/>
                  </a:lnTo>
                  <a:lnTo>
                    <a:pt x="3919490" y="2535856"/>
                  </a:lnTo>
                  <a:lnTo>
                    <a:pt x="3915211" y="2535856"/>
                  </a:lnTo>
                  <a:lnTo>
                    <a:pt x="3910932" y="2535856"/>
                  </a:lnTo>
                  <a:lnTo>
                    <a:pt x="3906653" y="2535856"/>
                  </a:lnTo>
                  <a:lnTo>
                    <a:pt x="3902374" y="2535856"/>
                  </a:lnTo>
                  <a:lnTo>
                    <a:pt x="3898096" y="2535856"/>
                  </a:lnTo>
                  <a:lnTo>
                    <a:pt x="3893817" y="2535856"/>
                  </a:lnTo>
                  <a:lnTo>
                    <a:pt x="3889538" y="2535856"/>
                  </a:lnTo>
                  <a:lnTo>
                    <a:pt x="3885259" y="2535856"/>
                  </a:lnTo>
                  <a:lnTo>
                    <a:pt x="3880980" y="2535856"/>
                  </a:lnTo>
                  <a:lnTo>
                    <a:pt x="3876701" y="2535856"/>
                  </a:lnTo>
                  <a:lnTo>
                    <a:pt x="3872422" y="2535856"/>
                  </a:lnTo>
                  <a:lnTo>
                    <a:pt x="3868143" y="2535856"/>
                  </a:lnTo>
                  <a:lnTo>
                    <a:pt x="3863864" y="2535856"/>
                  </a:lnTo>
                  <a:lnTo>
                    <a:pt x="3859585" y="2535856"/>
                  </a:lnTo>
                  <a:lnTo>
                    <a:pt x="3855306" y="2535856"/>
                  </a:lnTo>
                  <a:lnTo>
                    <a:pt x="3851027" y="2535856"/>
                  </a:lnTo>
                  <a:lnTo>
                    <a:pt x="3846749" y="2535856"/>
                  </a:lnTo>
                  <a:lnTo>
                    <a:pt x="3842470" y="2535856"/>
                  </a:lnTo>
                  <a:lnTo>
                    <a:pt x="3838191" y="2535856"/>
                  </a:lnTo>
                  <a:lnTo>
                    <a:pt x="3833912" y="2535856"/>
                  </a:lnTo>
                  <a:lnTo>
                    <a:pt x="3829633" y="2535856"/>
                  </a:lnTo>
                  <a:lnTo>
                    <a:pt x="3825354" y="2535856"/>
                  </a:lnTo>
                  <a:lnTo>
                    <a:pt x="3821075" y="2535856"/>
                  </a:lnTo>
                  <a:lnTo>
                    <a:pt x="3816796" y="2535856"/>
                  </a:lnTo>
                  <a:lnTo>
                    <a:pt x="3812517" y="2535856"/>
                  </a:lnTo>
                  <a:lnTo>
                    <a:pt x="3808238" y="2535856"/>
                  </a:lnTo>
                  <a:lnTo>
                    <a:pt x="3803959" y="2535856"/>
                  </a:lnTo>
                  <a:lnTo>
                    <a:pt x="3799680" y="2535856"/>
                  </a:lnTo>
                  <a:lnTo>
                    <a:pt x="3795401" y="2535856"/>
                  </a:lnTo>
                  <a:lnTo>
                    <a:pt x="3791123" y="2535856"/>
                  </a:lnTo>
                  <a:lnTo>
                    <a:pt x="3786844" y="2535856"/>
                  </a:lnTo>
                  <a:lnTo>
                    <a:pt x="3782565" y="2535856"/>
                  </a:lnTo>
                  <a:lnTo>
                    <a:pt x="3778286" y="2535856"/>
                  </a:lnTo>
                  <a:lnTo>
                    <a:pt x="3774007" y="2535856"/>
                  </a:lnTo>
                  <a:lnTo>
                    <a:pt x="3769728" y="2535856"/>
                  </a:lnTo>
                  <a:lnTo>
                    <a:pt x="3765449" y="2535856"/>
                  </a:lnTo>
                  <a:lnTo>
                    <a:pt x="3761170" y="2535856"/>
                  </a:lnTo>
                  <a:lnTo>
                    <a:pt x="3756891" y="2535856"/>
                  </a:lnTo>
                  <a:lnTo>
                    <a:pt x="3752612" y="2535856"/>
                  </a:lnTo>
                  <a:lnTo>
                    <a:pt x="3748333" y="2535856"/>
                  </a:lnTo>
                  <a:lnTo>
                    <a:pt x="3744054" y="2535856"/>
                  </a:lnTo>
                  <a:lnTo>
                    <a:pt x="3739776" y="2535856"/>
                  </a:lnTo>
                  <a:lnTo>
                    <a:pt x="3735497" y="2535856"/>
                  </a:lnTo>
                  <a:lnTo>
                    <a:pt x="3731218" y="2535856"/>
                  </a:lnTo>
                  <a:lnTo>
                    <a:pt x="3726939" y="2535856"/>
                  </a:lnTo>
                  <a:lnTo>
                    <a:pt x="3722660" y="2535856"/>
                  </a:lnTo>
                  <a:lnTo>
                    <a:pt x="3718381" y="2535856"/>
                  </a:lnTo>
                  <a:lnTo>
                    <a:pt x="3714102" y="2535856"/>
                  </a:lnTo>
                  <a:lnTo>
                    <a:pt x="3709823" y="2535856"/>
                  </a:lnTo>
                  <a:lnTo>
                    <a:pt x="3705544" y="2535856"/>
                  </a:lnTo>
                  <a:lnTo>
                    <a:pt x="3701265" y="2535856"/>
                  </a:lnTo>
                  <a:lnTo>
                    <a:pt x="3696986" y="2535856"/>
                  </a:lnTo>
                  <a:lnTo>
                    <a:pt x="3692707" y="2535856"/>
                  </a:lnTo>
                  <a:lnTo>
                    <a:pt x="3688428" y="2535856"/>
                  </a:lnTo>
                  <a:lnTo>
                    <a:pt x="3684150" y="2535856"/>
                  </a:lnTo>
                  <a:lnTo>
                    <a:pt x="3679871" y="2535856"/>
                  </a:lnTo>
                  <a:lnTo>
                    <a:pt x="3675592" y="2535856"/>
                  </a:lnTo>
                  <a:lnTo>
                    <a:pt x="3671313" y="2535856"/>
                  </a:lnTo>
                  <a:lnTo>
                    <a:pt x="3667034" y="2535856"/>
                  </a:lnTo>
                  <a:lnTo>
                    <a:pt x="3662755" y="2535856"/>
                  </a:lnTo>
                  <a:lnTo>
                    <a:pt x="3658476" y="2535856"/>
                  </a:lnTo>
                  <a:lnTo>
                    <a:pt x="3654197" y="2535856"/>
                  </a:lnTo>
                  <a:lnTo>
                    <a:pt x="3649918" y="2535856"/>
                  </a:lnTo>
                  <a:lnTo>
                    <a:pt x="3645639" y="2535856"/>
                  </a:lnTo>
                  <a:lnTo>
                    <a:pt x="3641360" y="2535856"/>
                  </a:lnTo>
                  <a:lnTo>
                    <a:pt x="3637081" y="2535856"/>
                  </a:lnTo>
                  <a:lnTo>
                    <a:pt x="3632803" y="2535856"/>
                  </a:lnTo>
                  <a:lnTo>
                    <a:pt x="3628524" y="2535856"/>
                  </a:lnTo>
                  <a:lnTo>
                    <a:pt x="3624245" y="2535856"/>
                  </a:lnTo>
                  <a:lnTo>
                    <a:pt x="3619966" y="2535856"/>
                  </a:lnTo>
                  <a:lnTo>
                    <a:pt x="3615687" y="2535856"/>
                  </a:lnTo>
                  <a:lnTo>
                    <a:pt x="3611408" y="2535856"/>
                  </a:lnTo>
                  <a:lnTo>
                    <a:pt x="3607129" y="2535856"/>
                  </a:lnTo>
                  <a:lnTo>
                    <a:pt x="3602850" y="2535856"/>
                  </a:lnTo>
                  <a:lnTo>
                    <a:pt x="3598571" y="2535856"/>
                  </a:lnTo>
                  <a:lnTo>
                    <a:pt x="3594292" y="2535856"/>
                  </a:lnTo>
                  <a:lnTo>
                    <a:pt x="3590013" y="2535856"/>
                  </a:lnTo>
                  <a:lnTo>
                    <a:pt x="3585734" y="2535856"/>
                  </a:lnTo>
                  <a:lnTo>
                    <a:pt x="3581455" y="2535856"/>
                  </a:lnTo>
                  <a:lnTo>
                    <a:pt x="3577177" y="2535856"/>
                  </a:lnTo>
                  <a:lnTo>
                    <a:pt x="3572898" y="2535856"/>
                  </a:lnTo>
                  <a:lnTo>
                    <a:pt x="3568619" y="2535856"/>
                  </a:lnTo>
                  <a:lnTo>
                    <a:pt x="3564340" y="2535856"/>
                  </a:lnTo>
                  <a:lnTo>
                    <a:pt x="3560061" y="2535856"/>
                  </a:lnTo>
                  <a:lnTo>
                    <a:pt x="3555782" y="2535856"/>
                  </a:lnTo>
                  <a:lnTo>
                    <a:pt x="3551503" y="2535856"/>
                  </a:lnTo>
                  <a:lnTo>
                    <a:pt x="3547224" y="2535856"/>
                  </a:lnTo>
                  <a:lnTo>
                    <a:pt x="3542945" y="2535856"/>
                  </a:lnTo>
                  <a:lnTo>
                    <a:pt x="3538666" y="2535856"/>
                  </a:lnTo>
                  <a:lnTo>
                    <a:pt x="3534387" y="2535856"/>
                  </a:lnTo>
                  <a:lnTo>
                    <a:pt x="3530108" y="2535856"/>
                  </a:lnTo>
                  <a:lnTo>
                    <a:pt x="3525830" y="2535856"/>
                  </a:lnTo>
                  <a:lnTo>
                    <a:pt x="3521551" y="2535856"/>
                  </a:lnTo>
                  <a:lnTo>
                    <a:pt x="3517272" y="2535856"/>
                  </a:lnTo>
                  <a:lnTo>
                    <a:pt x="3512993" y="2535856"/>
                  </a:lnTo>
                  <a:lnTo>
                    <a:pt x="3508714" y="2535856"/>
                  </a:lnTo>
                  <a:lnTo>
                    <a:pt x="3504435" y="2535856"/>
                  </a:lnTo>
                  <a:lnTo>
                    <a:pt x="3500156" y="2535856"/>
                  </a:lnTo>
                  <a:lnTo>
                    <a:pt x="3495877" y="2535856"/>
                  </a:lnTo>
                  <a:lnTo>
                    <a:pt x="3491598" y="2535856"/>
                  </a:lnTo>
                  <a:lnTo>
                    <a:pt x="3487319" y="2535856"/>
                  </a:lnTo>
                  <a:lnTo>
                    <a:pt x="3483040" y="2535856"/>
                  </a:lnTo>
                  <a:lnTo>
                    <a:pt x="3478761" y="2535856"/>
                  </a:lnTo>
                  <a:lnTo>
                    <a:pt x="3474482" y="2535856"/>
                  </a:lnTo>
                  <a:lnTo>
                    <a:pt x="3470204" y="2535856"/>
                  </a:lnTo>
                  <a:lnTo>
                    <a:pt x="3465925" y="2535856"/>
                  </a:lnTo>
                  <a:lnTo>
                    <a:pt x="3461646" y="2535856"/>
                  </a:lnTo>
                  <a:lnTo>
                    <a:pt x="3457367" y="2535856"/>
                  </a:lnTo>
                  <a:lnTo>
                    <a:pt x="3453088" y="2535856"/>
                  </a:lnTo>
                  <a:lnTo>
                    <a:pt x="3448809" y="2535856"/>
                  </a:lnTo>
                  <a:lnTo>
                    <a:pt x="3444530" y="2535856"/>
                  </a:lnTo>
                  <a:lnTo>
                    <a:pt x="3440251" y="2535856"/>
                  </a:lnTo>
                  <a:lnTo>
                    <a:pt x="3435972" y="2535856"/>
                  </a:lnTo>
                  <a:lnTo>
                    <a:pt x="3431693" y="2535856"/>
                  </a:lnTo>
                  <a:lnTo>
                    <a:pt x="3427414" y="2535856"/>
                  </a:lnTo>
                  <a:lnTo>
                    <a:pt x="3423135" y="2535856"/>
                  </a:lnTo>
                  <a:lnTo>
                    <a:pt x="3418857" y="2535856"/>
                  </a:lnTo>
                  <a:lnTo>
                    <a:pt x="3414578" y="2535856"/>
                  </a:lnTo>
                  <a:lnTo>
                    <a:pt x="3410299" y="2535856"/>
                  </a:lnTo>
                  <a:lnTo>
                    <a:pt x="3406020" y="2535856"/>
                  </a:lnTo>
                  <a:lnTo>
                    <a:pt x="3401741" y="2535856"/>
                  </a:lnTo>
                  <a:lnTo>
                    <a:pt x="3397462" y="2535856"/>
                  </a:lnTo>
                  <a:lnTo>
                    <a:pt x="3393183" y="2535856"/>
                  </a:lnTo>
                  <a:lnTo>
                    <a:pt x="3388904" y="2535856"/>
                  </a:lnTo>
                  <a:lnTo>
                    <a:pt x="3384625" y="2535856"/>
                  </a:lnTo>
                  <a:lnTo>
                    <a:pt x="3380346" y="2535856"/>
                  </a:lnTo>
                  <a:lnTo>
                    <a:pt x="3376067" y="2535856"/>
                  </a:lnTo>
                  <a:lnTo>
                    <a:pt x="3371788" y="2535856"/>
                  </a:lnTo>
                  <a:lnTo>
                    <a:pt x="3367509" y="2535856"/>
                  </a:lnTo>
                  <a:lnTo>
                    <a:pt x="3363231" y="2535856"/>
                  </a:lnTo>
                  <a:lnTo>
                    <a:pt x="3358952" y="2535856"/>
                  </a:lnTo>
                  <a:lnTo>
                    <a:pt x="3354673" y="2535856"/>
                  </a:lnTo>
                  <a:lnTo>
                    <a:pt x="3350394" y="2535856"/>
                  </a:lnTo>
                  <a:lnTo>
                    <a:pt x="3346115" y="2535856"/>
                  </a:lnTo>
                  <a:lnTo>
                    <a:pt x="3341836" y="2535856"/>
                  </a:lnTo>
                  <a:lnTo>
                    <a:pt x="3337557" y="2535856"/>
                  </a:lnTo>
                  <a:lnTo>
                    <a:pt x="3333278" y="2535856"/>
                  </a:lnTo>
                  <a:lnTo>
                    <a:pt x="3328999" y="2535856"/>
                  </a:lnTo>
                  <a:lnTo>
                    <a:pt x="3324720" y="2535856"/>
                  </a:lnTo>
                  <a:lnTo>
                    <a:pt x="3320441" y="2535856"/>
                  </a:lnTo>
                  <a:lnTo>
                    <a:pt x="3316162" y="2535856"/>
                  </a:lnTo>
                  <a:lnTo>
                    <a:pt x="3311884" y="2535856"/>
                  </a:lnTo>
                  <a:lnTo>
                    <a:pt x="3307605" y="2535856"/>
                  </a:lnTo>
                  <a:lnTo>
                    <a:pt x="3303326" y="2535856"/>
                  </a:lnTo>
                  <a:lnTo>
                    <a:pt x="3299047" y="2535856"/>
                  </a:lnTo>
                  <a:lnTo>
                    <a:pt x="3294768" y="2535856"/>
                  </a:lnTo>
                  <a:lnTo>
                    <a:pt x="3290489" y="2535856"/>
                  </a:lnTo>
                  <a:lnTo>
                    <a:pt x="3286210" y="2535856"/>
                  </a:lnTo>
                  <a:lnTo>
                    <a:pt x="3281931" y="2535856"/>
                  </a:lnTo>
                  <a:lnTo>
                    <a:pt x="3277652" y="2535856"/>
                  </a:lnTo>
                  <a:lnTo>
                    <a:pt x="3273373" y="2535856"/>
                  </a:lnTo>
                  <a:lnTo>
                    <a:pt x="3269094" y="2535856"/>
                  </a:lnTo>
                  <a:lnTo>
                    <a:pt x="3264815" y="2535856"/>
                  </a:lnTo>
                  <a:lnTo>
                    <a:pt x="3260536" y="2535856"/>
                  </a:lnTo>
                  <a:lnTo>
                    <a:pt x="3256258" y="2535856"/>
                  </a:lnTo>
                  <a:lnTo>
                    <a:pt x="3251979" y="2535856"/>
                  </a:lnTo>
                  <a:lnTo>
                    <a:pt x="3247700" y="2535856"/>
                  </a:lnTo>
                  <a:lnTo>
                    <a:pt x="3243421" y="2535856"/>
                  </a:lnTo>
                  <a:lnTo>
                    <a:pt x="3239142" y="2535856"/>
                  </a:lnTo>
                  <a:lnTo>
                    <a:pt x="3234863" y="2535856"/>
                  </a:lnTo>
                  <a:lnTo>
                    <a:pt x="3230584" y="2535856"/>
                  </a:lnTo>
                  <a:lnTo>
                    <a:pt x="3226305" y="2535856"/>
                  </a:lnTo>
                  <a:lnTo>
                    <a:pt x="3222026" y="2535856"/>
                  </a:lnTo>
                  <a:lnTo>
                    <a:pt x="3217747" y="2535856"/>
                  </a:lnTo>
                  <a:lnTo>
                    <a:pt x="3213468" y="2535856"/>
                  </a:lnTo>
                  <a:lnTo>
                    <a:pt x="3209189" y="2535856"/>
                  </a:lnTo>
                  <a:lnTo>
                    <a:pt x="3204911" y="2535856"/>
                  </a:lnTo>
                  <a:lnTo>
                    <a:pt x="3200632" y="2535856"/>
                  </a:lnTo>
                  <a:lnTo>
                    <a:pt x="3196353" y="2535856"/>
                  </a:lnTo>
                  <a:lnTo>
                    <a:pt x="3192074" y="2535856"/>
                  </a:lnTo>
                  <a:lnTo>
                    <a:pt x="3187795" y="2535856"/>
                  </a:lnTo>
                  <a:lnTo>
                    <a:pt x="3183516" y="2535856"/>
                  </a:lnTo>
                  <a:lnTo>
                    <a:pt x="3179237" y="2535856"/>
                  </a:lnTo>
                  <a:lnTo>
                    <a:pt x="3174958" y="2535856"/>
                  </a:lnTo>
                  <a:lnTo>
                    <a:pt x="3170679" y="2535856"/>
                  </a:lnTo>
                  <a:lnTo>
                    <a:pt x="3166400" y="2535856"/>
                  </a:lnTo>
                  <a:lnTo>
                    <a:pt x="3162121" y="2535856"/>
                  </a:lnTo>
                  <a:lnTo>
                    <a:pt x="3157842" y="2535856"/>
                  </a:lnTo>
                  <a:lnTo>
                    <a:pt x="3153563" y="2535856"/>
                  </a:lnTo>
                  <a:lnTo>
                    <a:pt x="3149285" y="2535856"/>
                  </a:lnTo>
                  <a:lnTo>
                    <a:pt x="3145006" y="2535856"/>
                  </a:lnTo>
                  <a:lnTo>
                    <a:pt x="3140727" y="2535856"/>
                  </a:lnTo>
                  <a:lnTo>
                    <a:pt x="3136448" y="2535856"/>
                  </a:lnTo>
                  <a:lnTo>
                    <a:pt x="3132169" y="2535856"/>
                  </a:lnTo>
                  <a:lnTo>
                    <a:pt x="3127890" y="2535856"/>
                  </a:lnTo>
                  <a:lnTo>
                    <a:pt x="3123611" y="2535856"/>
                  </a:lnTo>
                  <a:lnTo>
                    <a:pt x="3119332" y="2535856"/>
                  </a:lnTo>
                  <a:lnTo>
                    <a:pt x="3115053" y="2535856"/>
                  </a:lnTo>
                  <a:lnTo>
                    <a:pt x="3110774" y="2535856"/>
                  </a:lnTo>
                  <a:lnTo>
                    <a:pt x="3106495" y="2535856"/>
                  </a:lnTo>
                  <a:lnTo>
                    <a:pt x="3102216" y="2535856"/>
                  </a:lnTo>
                  <a:lnTo>
                    <a:pt x="3097938" y="2535856"/>
                  </a:lnTo>
                  <a:lnTo>
                    <a:pt x="3093659" y="2535856"/>
                  </a:lnTo>
                  <a:lnTo>
                    <a:pt x="3089380" y="2535856"/>
                  </a:lnTo>
                  <a:lnTo>
                    <a:pt x="3085101" y="2535856"/>
                  </a:lnTo>
                  <a:lnTo>
                    <a:pt x="3080822" y="2535856"/>
                  </a:lnTo>
                  <a:lnTo>
                    <a:pt x="3076543" y="2535856"/>
                  </a:lnTo>
                  <a:lnTo>
                    <a:pt x="3072264" y="2535856"/>
                  </a:lnTo>
                  <a:lnTo>
                    <a:pt x="3067985" y="2535856"/>
                  </a:lnTo>
                  <a:lnTo>
                    <a:pt x="3063706" y="2535856"/>
                  </a:lnTo>
                  <a:lnTo>
                    <a:pt x="3059427" y="2535856"/>
                  </a:lnTo>
                  <a:lnTo>
                    <a:pt x="3055148" y="2535856"/>
                  </a:lnTo>
                  <a:lnTo>
                    <a:pt x="3050869" y="2535856"/>
                  </a:lnTo>
                  <a:lnTo>
                    <a:pt x="3046591" y="2535856"/>
                  </a:lnTo>
                  <a:lnTo>
                    <a:pt x="3042312" y="2535856"/>
                  </a:lnTo>
                  <a:lnTo>
                    <a:pt x="3038033" y="2535856"/>
                  </a:lnTo>
                  <a:lnTo>
                    <a:pt x="3033754" y="2535856"/>
                  </a:lnTo>
                  <a:lnTo>
                    <a:pt x="3029475" y="2535856"/>
                  </a:lnTo>
                  <a:lnTo>
                    <a:pt x="3025196" y="2535856"/>
                  </a:lnTo>
                  <a:lnTo>
                    <a:pt x="3020917" y="2535856"/>
                  </a:lnTo>
                  <a:lnTo>
                    <a:pt x="3016638" y="2535856"/>
                  </a:lnTo>
                  <a:lnTo>
                    <a:pt x="3012359" y="2535856"/>
                  </a:lnTo>
                  <a:lnTo>
                    <a:pt x="3008080" y="2535856"/>
                  </a:lnTo>
                  <a:lnTo>
                    <a:pt x="3003801" y="2535856"/>
                  </a:lnTo>
                  <a:lnTo>
                    <a:pt x="2999522" y="2535856"/>
                  </a:lnTo>
                  <a:lnTo>
                    <a:pt x="2995243" y="2535856"/>
                  </a:lnTo>
                  <a:lnTo>
                    <a:pt x="2990965" y="2535856"/>
                  </a:lnTo>
                  <a:lnTo>
                    <a:pt x="2986686" y="2535856"/>
                  </a:lnTo>
                  <a:lnTo>
                    <a:pt x="2982407" y="2535856"/>
                  </a:lnTo>
                  <a:lnTo>
                    <a:pt x="2978128" y="2535856"/>
                  </a:lnTo>
                  <a:lnTo>
                    <a:pt x="2973849" y="2535856"/>
                  </a:lnTo>
                  <a:lnTo>
                    <a:pt x="2969570" y="2535856"/>
                  </a:lnTo>
                  <a:lnTo>
                    <a:pt x="2965291" y="2535856"/>
                  </a:lnTo>
                  <a:lnTo>
                    <a:pt x="2961012" y="2535856"/>
                  </a:lnTo>
                  <a:lnTo>
                    <a:pt x="2956733" y="2535856"/>
                  </a:lnTo>
                  <a:lnTo>
                    <a:pt x="2952454" y="2535856"/>
                  </a:lnTo>
                  <a:lnTo>
                    <a:pt x="2948175" y="2535856"/>
                  </a:lnTo>
                  <a:lnTo>
                    <a:pt x="2943896" y="2535856"/>
                  </a:lnTo>
                  <a:lnTo>
                    <a:pt x="2939618" y="2535856"/>
                  </a:lnTo>
                  <a:lnTo>
                    <a:pt x="2935339" y="2535856"/>
                  </a:lnTo>
                  <a:lnTo>
                    <a:pt x="2931060" y="2535856"/>
                  </a:lnTo>
                  <a:lnTo>
                    <a:pt x="2926781" y="2535856"/>
                  </a:lnTo>
                  <a:lnTo>
                    <a:pt x="2922502" y="2535856"/>
                  </a:lnTo>
                  <a:lnTo>
                    <a:pt x="2918223" y="2535856"/>
                  </a:lnTo>
                  <a:lnTo>
                    <a:pt x="2913944" y="2535856"/>
                  </a:lnTo>
                  <a:lnTo>
                    <a:pt x="2909665" y="2535856"/>
                  </a:lnTo>
                  <a:lnTo>
                    <a:pt x="2905386" y="2535856"/>
                  </a:lnTo>
                  <a:lnTo>
                    <a:pt x="2901107" y="2535856"/>
                  </a:lnTo>
                  <a:lnTo>
                    <a:pt x="2896828" y="2535856"/>
                  </a:lnTo>
                  <a:lnTo>
                    <a:pt x="2892549" y="2535856"/>
                  </a:lnTo>
                  <a:lnTo>
                    <a:pt x="2888270" y="2535856"/>
                  </a:lnTo>
                  <a:lnTo>
                    <a:pt x="2883992" y="2535856"/>
                  </a:lnTo>
                  <a:lnTo>
                    <a:pt x="2879713" y="2535856"/>
                  </a:lnTo>
                  <a:lnTo>
                    <a:pt x="2875434" y="2535856"/>
                  </a:lnTo>
                  <a:lnTo>
                    <a:pt x="2871155" y="2535856"/>
                  </a:lnTo>
                  <a:lnTo>
                    <a:pt x="2866876" y="2535856"/>
                  </a:lnTo>
                  <a:lnTo>
                    <a:pt x="2862597" y="2535856"/>
                  </a:lnTo>
                  <a:lnTo>
                    <a:pt x="2858318" y="2535856"/>
                  </a:lnTo>
                  <a:lnTo>
                    <a:pt x="2854039" y="2535856"/>
                  </a:lnTo>
                  <a:lnTo>
                    <a:pt x="2849760" y="2535856"/>
                  </a:lnTo>
                  <a:lnTo>
                    <a:pt x="2845481" y="2535856"/>
                  </a:lnTo>
                  <a:lnTo>
                    <a:pt x="2841202" y="2535856"/>
                  </a:lnTo>
                  <a:lnTo>
                    <a:pt x="2836923" y="2535856"/>
                  </a:lnTo>
                  <a:lnTo>
                    <a:pt x="2832645" y="2535856"/>
                  </a:lnTo>
                  <a:lnTo>
                    <a:pt x="2828366" y="2535856"/>
                  </a:lnTo>
                  <a:lnTo>
                    <a:pt x="2824087" y="2535856"/>
                  </a:lnTo>
                  <a:lnTo>
                    <a:pt x="2819808" y="2535856"/>
                  </a:lnTo>
                  <a:lnTo>
                    <a:pt x="2815529" y="2535856"/>
                  </a:lnTo>
                  <a:lnTo>
                    <a:pt x="2811250" y="2535856"/>
                  </a:lnTo>
                  <a:lnTo>
                    <a:pt x="2806971" y="2535856"/>
                  </a:lnTo>
                  <a:lnTo>
                    <a:pt x="2802692" y="2535856"/>
                  </a:lnTo>
                  <a:lnTo>
                    <a:pt x="2798413" y="2535856"/>
                  </a:lnTo>
                  <a:lnTo>
                    <a:pt x="2794134" y="2535856"/>
                  </a:lnTo>
                  <a:lnTo>
                    <a:pt x="2789855" y="2535856"/>
                  </a:lnTo>
                  <a:lnTo>
                    <a:pt x="2785576" y="2535856"/>
                  </a:lnTo>
                  <a:lnTo>
                    <a:pt x="2781297" y="2535856"/>
                  </a:lnTo>
                  <a:lnTo>
                    <a:pt x="2777019" y="2535856"/>
                  </a:lnTo>
                  <a:lnTo>
                    <a:pt x="2772740" y="2535856"/>
                  </a:lnTo>
                  <a:lnTo>
                    <a:pt x="2768461" y="2535856"/>
                  </a:lnTo>
                  <a:lnTo>
                    <a:pt x="2764182" y="2535856"/>
                  </a:lnTo>
                  <a:lnTo>
                    <a:pt x="2759903" y="2535856"/>
                  </a:lnTo>
                  <a:lnTo>
                    <a:pt x="2755624" y="2535856"/>
                  </a:lnTo>
                  <a:lnTo>
                    <a:pt x="2751345" y="2535856"/>
                  </a:lnTo>
                  <a:lnTo>
                    <a:pt x="2747066" y="2535856"/>
                  </a:lnTo>
                  <a:lnTo>
                    <a:pt x="2742787" y="2535856"/>
                  </a:lnTo>
                  <a:lnTo>
                    <a:pt x="2738508" y="2535856"/>
                  </a:lnTo>
                  <a:lnTo>
                    <a:pt x="2734229" y="2535856"/>
                  </a:lnTo>
                  <a:lnTo>
                    <a:pt x="2729950" y="2535856"/>
                  </a:lnTo>
                  <a:lnTo>
                    <a:pt x="2725672" y="2535856"/>
                  </a:lnTo>
                  <a:lnTo>
                    <a:pt x="2721393" y="2535856"/>
                  </a:lnTo>
                  <a:lnTo>
                    <a:pt x="2717114" y="2535856"/>
                  </a:lnTo>
                  <a:lnTo>
                    <a:pt x="2712835" y="2535856"/>
                  </a:lnTo>
                  <a:lnTo>
                    <a:pt x="2708556" y="2535856"/>
                  </a:lnTo>
                  <a:lnTo>
                    <a:pt x="2704277" y="2535856"/>
                  </a:lnTo>
                  <a:lnTo>
                    <a:pt x="2699998" y="2535856"/>
                  </a:lnTo>
                  <a:lnTo>
                    <a:pt x="2695719" y="2535856"/>
                  </a:lnTo>
                  <a:lnTo>
                    <a:pt x="2691440" y="2535856"/>
                  </a:lnTo>
                  <a:lnTo>
                    <a:pt x="2687161" y="2535856"/>
                  </a:lnTo>
                  <a:lnTo>
                    <a:pt x="2682882" y="2535856"/>
                  </a:lnTo>
                  <a:lnTo>
                    <a:pt x="2678603" y="2535856"/>
                  </a:lnTo>
                  <a:lnTo>
                    <a:pt x="2674324" y="2535856"/>
                  </a:lnTo>
                  <a:lnTo>
                    <a:pt x="2670046" y="2535856"/>
                  </a:lnTo>
                  <a:lnTo>
                    <a:pt x="2665767" y="2535856"/>
                  </a:lnTo>
                  <a:lnTo>
                    <a:pt x="2661488" y="2535856"/>
                  </a:lnTo>
                  <a:lnTo>
                    <a:pt x="2657209" y="2535856"/>
                  </a:lnTo>
                  <a:lnTo>
                    <a:pt x="2652930" y="2535856"/>
                  </a:lnTo>
                  <a:lnTo>
                    <a:pt x="2648651" y="2535856"/>
                  </a:lnTo>
                  <a:lnTo>
                    <a:pt x="2644372" y="2535856"/>
                  </a:lnTo>
                  <a:lnTo>
                    <a:pt x="2640093" y="2535856"/>
                  </a:lnTo>
                  <a:lnTo>
                    <a:pt x="2635814" y="2535856"/>
                  </a:lnTo>
                  <a:lnTo>
                    <a:pt x="2631535" y="2535856"/>
                  </a:lnTo>
                  <a:lnTo>
                    <a:pt x="2627256" y="2535856"/>
                  </a:lnTo>
                  <a:lnTo>
                    <a:pt x="2622977" y="2535856"/>
                  </a:lnTo>
                  <a:lnTo>
                    <a:pt x="2618699" y="2535856"/>
                  </a:lnTo>
                  <a:lnTo>
                    <a:pt x="2614420" y="2535856"/>
                  </a:lnTo>
                  <a:lnTo>
                    <a:pt x="2610141" y="2535856"/>
                  </a:lnTo>
                  <a:lnTo>
                    <a:pt x="2605862" y="2535856"/>
                  </a:lnTo>
                  <a:lnTo>
                    <a:pt x="2601583" y="2535856"/>
                  </a:lnTo>
                  <a:lnTo>
                    <a:pt x="2597304" y="2535856"/>
                  </a:lnTo>
                  <a:lnTo>
                    <a:pt x="2593025" y="2535856"/>
                  </a:lnTo>
                  <a:lnTo>
                    <a:pt x="2588746" y="2535856"/>
                  </a:lnTo>
                  <a:lnTo>
                    <a:pt x="2584467" y="2535856"/>
                  </a:lnTo>
                  <a:lnTo>
                    <a:pt x="2580188" y="2535856"/>
                  </a:lnTo>
                  <a:lnTo>
                    <a:pt x="2575909" y="2535856"/>
                  </a:lnTo>
                  <a:lnTo>
                    <a:pt x="2571630" y="2535856"/>
                  </a:lnTo>
                  <a:lnTo>
                    <a:pt x="2567351" y="2535856"/>
                  </a:lnTo>
                  <a:lnTo>
                    <a:pt x="2563073" y="2535856"/>
                  </a:lnTo>
                  <a:lnTo>
                    <a:pt x="2558794" y="2535856"/>
                  </a:lnTo>
                  <a:lnTo>
                    <a:pt x="2554515" y="2535856"/>
                  </a:lnTo>
                  <a:lnTo>
                    <a:pt x="2550236" y="2535856"/>
                  </a:lnTo>
                  <a:lnTo>
                    <a:pt x="2545957" y="2535856"/>
                  </a:lnTo>
                  <a:lnTo>
                    <a:pt x="2541678" y="2535856"/>
                  </a:lnTo>
                  <a:lnTo>
                    <a:pt x="2537399" y="2535856"/>
                  </a:lnTo>
                  <a:lnTo>
                    <a:pt x="2533120" y="2535856"/>
                  </a:lnTo>
                  <a:lnTo>
                    <a:pt x="2528841" y="2535856"/>
                  </a:lnTo>
                  <a:lnTo>
                    <a:pt x="2524562" y="2535856"/>
                  </a:lnTo>
                  <a:lnTo>
                    <a:pt x="2520283" y="2535856"/>
                  </a:lnTo>
                  <a:lnTo>
                    <a:pt x="2516004" y="2535856"/>
                  </a:lnTo>
                  <a:lnTo>
                    <a:pt x="2511726" y="2535856"/>
                  </a:lnTo>
                  <a:lnTo>
                    <a:pt x="2507447" y="2535856"/>
                  </a:lnTo>
                  <a:lnTo>
                    <a:pt x="2503168" y="2535856"/>
                  </a:lnTo>
                  <a:lnTo>
                    <a:pt x="2498889" y="2535856"/>
                  </a:lnTo>
                  <a:lnTo>
                    <a:pt x="2494610" y="2535856"/>
                  </a:lnTo>
                  <a:lnTo>
                    <a:pt x="2490331" y="2535856"/>
                  </a:lnTo>
                  <a:lnTo>
                    <a:pt x="2486052" y="2535856"/>
                  </a:lnTo>
                  <a:lnTo>
                    <a:pt x="2481773" y="2535856"/>
                  </a:lnTo>
                  <a:lnTo>
                    <a:pt x="2477494" y="2535856"/>
                  </a:lnTo>
                  <a:lnTo>
                    <a:pt x="2473215" y="2535856"/>
                  </a:lnTo>
                  <a:lnTo>
                    <a:pt x="2468936" y="2535856"/>
                  </a:lnTo>
                  <a:lnTo>
                    <a:pt x="2464657" y="2535856"/>
                  </a:lnTo>
                  <a:lnTo>
                    <a:pt x="2460378" y="2535856"/>
                  </a:lnTo>
                  <a:lnTo>
                    <a:pt x="2456100" y="2535856"/>
                  </a:lnTo>
                  <a:lnTo>
                    <a:pt x="2451821" y="2535856"/>
                  </a:lnTo>
                  <a:lnTo>
                    <a:pt x="2447542" y="2535856"/>
                  </a:lnTo>
                  <a:lnTo>
                    <a:pt x="2443263" y="2535856"/>
                  </a:lnTo>
                  <a:lnTo>
                    <a:pt x="2438984" y="2535856"/>
                  </a:lnTo>
                  <a:lnTo>
                    <a:pt x="2434705" y="2535856"/>
                  </a:lnTo>
                  <a:lnTo>
                    <a:pt x="2430426" y="2535856"/>
                  </a:lnTo>
                  <a:lnTo>
                    <a:pt x="2426147" y="2535856"/>
                  </a:lnTo>
                  <a:lnTo>
                    <a:pt x="2421868" y="2535856"/>
                  </a:lnTo>
                  <a:lnTo>
                    <a:pt x="2417589" y="2535856"/>
                  </a:lnTo>
                  <a:lnTo>
                    <a:pt x="2413310" y="2535856"/>
                  </a:lnTo>
                  <a:lnTo>
                    <a:pt x="2409031" y="2535856"/>
                  </a:lnTo>
                  <a:lnTo>
                    <a:pt x="2404753" y="2535856"/>
                  </a:lnTo>
                  <a:lnTo>
                    <a:pt x="2400474" y="2535856"/>
                  </a:lnTo>
                  <a:lnTo>
                    <a:pt x="2396195" y="2535856"/>
                  </a:lnTo>
                  <a:lnTo>
                    <a:pt x="2391916" y="2535856"/>
                  </a:lnTo>
                  <a:lnTo>
                    <a:pt x="2387637" y="2535856"/>
                  </a:lnTo>
                  <a:lnTo>
                    <a:pt x="2383358" y="2535856"/>
                  </a:lnTo>
                  <a:lnTo>
                    <a:pt x="2379079" y="2535856"/>
                  </a:lnTo>
                  <a:lnTo>
                    <a:pt x="2374800" y="2535856"/>
                  </a:lnTo>
                  <a:lnTo>
                    <a:pt x="2370521" y="2535856"/>
                  </a:lnTo>
                  <a:lnTo>
                    <a:pt x="2366242" y="2535856"/>
                  </a:lnTo>
                  <a:lnTo>
                    <a:pt x="2361963" y="2535856"/>
                  </a:lnTo>
                  <a:lnTo>
                    <a:pt x="2357684" y="2535856"/>
                  </a:lnTo>
                  <a:lnTo>
                    <a:pt x="2353405" y="2535856"/>
                  </a:lnTo>
                  <a:lnTo>
                    <a:pt x="2349127" y="2535856"/>
                  </a:lnTo>
                  <a:lnTo>
                    <a:pt x="2344848" y="2535856"/>
                  </a:lnTo>
                  <a:lnTo>
                    <a:pt x="2340569" y="2535856"/>
                  </a:lnTo>
                  <a:lnTo>
                    <a:pt x="2336290" y="2535856"/>
                  </a:lnTo>
                  <a:lnTo>
                    <a:pt x="2332011" y="2535856"/>
                  </a:lnTo>
                  <a:lnTo>
                    <a:pt x="2327732" y="2535856"/>
                  </a:lnTo>
                  <a:lnTo>
                    <a:pt x="2323453" y="2535856"/>
                  </a:lnTo>
                  <a:lnTo>
                    <a:pt x="2319174" y="2535856"/>
                  </a:lnTo>
                  <a:lnTo>
                    <a:pt x="2314895" y="2535856"/>
                  </a:lnTo>
                  <a:lnTo>
                    <a:pt x="2310616" y="2535856"/>
                  </a:lnTo>
                  <a:lnTo>
                    <a:pt x="2306337" y="2535856"/>
                  </a:lnTo>
                  <a:lnTo>
                    <a:pt x="2302058" y="2535856"/>
                  </a:lnTo>
                  <a:lnTo>
                    <a:pt x="2297780" y="2535856"/>
                  </a:lnTo>
                  <a:lnTo>
                    <a:pt x="2293501" y="2535856"/>
                  </a:lnTo>
                  <a:lnTo>
                    <a:pt x="2289222" y="2535856"/>
                  </a:lnTo>
                  <a:lnTo>
                    <a:pt x="2284943" y="2535856"/>
                  </a:lnTo>
                  <a:lnTo>
                    <a:pt x="2280664" y="2535856"/>
                  </a:lnTo>
                  <a:lnTo>
                    <a:pt x="2276385" y="2535856"/>
                  </a:lnTo>
                  <a:lnTo>
                    <a:pt x="2272106" y="2535856"/>
                  </a:lnTo>
                  <a:lnTo>
                    <a:pt x="2267827" y="2535856"/>
                  </a:lnTo>
                  <a:lnTo>
                    <a:pt x="2263548" y="2535856"/>
                  </a:lnTo>
                  <a:lnTo>
                    <a:pt x="2259269" y="2535856"/>
                  </a:lnTo>
                  <a:lnTo>
                    <a:pt x="2254990" y="2535856"/>
                  </a:lnTo>
                  <a:lnTo>
                    <a:pt x="2250711" y="2535856"/>
                  </a:lnTo>
                  <a:lnTo>
                    <a:pt x="2246432" y="2535856"/>
                  </a:lnTo>
                  <a:lnTo>
                    <a:pt x="2242154" y="2535856"/>
                  </a:lnTo>
                  <a:lnTo>
                    <a:pt x="2237875" y="2535856"/>
                  </a:lnTo>
                  <a:lnTo>
                    <a:pt x="2233596" y="2535856"/>
                  </a:lnTo>
                  <a:lnTo>
                    <a:pt x="2229317" y="2535856"/>
                  </a:lnTo>
                  <a:lnTo>
                    <a:pt x="2225038" y="2535856"/>
                  </a:lnTo>
                  <a:lnTo>
                    <a:pt x="2220759" y="2535856"/>
                  </a:lnTo>
                  <a:lnTo>
                    <a:pt x="2216480" y="2535856"/>
                  </a:lnTo>
                  <a:lnTo>
                    <a:pt x="2212201" y="2535856"/>
                  </a:lnTo>
                  <a:lnTo>
                    <a:pt x="2207922" y="2535856"/>
                  </a:lnTo>
                  <a:lnTo>
                    <a:pt x="2203643" y="2535856"/>
                  </a:lnTo>
                  <a:lnTo>
                    <a:pt x="2199364" y="2535856"/>
                  </a:lnTo>
                  <a:lnTo>
                    <a:pt x="2195085" y="2535856"/>
                  </a:lnTo>
                  <a:lnTo>
                    <a:pt x="2190807" y="2535856"/>
                  </a:lnTo>
                  <a:lnTo>
                    <a:pt x="2186528" y="2535856"/>
                  </a:lnTo>
                  <a:lnTo>
                    <a:pt x="2182249" y="2535856"/>
                  </a:lnTo>
                  <a:lnTo>
                    <a:pt x="2177970" y="2535856"/>
                  </a:lnTo>
                  <a:lnTo>
                    <a:pt x="2173691" y="2535856"/>
                  </a:lnTo>
                  <a:lnTo>
                    <a:pt x="2169412" y="2535856"/>
                  </a:lnTo>
                  <a:lnTo>
                    <a:pt x="2165133" y="2535856"/>
                  </a:lnTo>
                  <a:lnTo>
                    <a:pt x="2160854" y="2535856"/>
                  </a:lnTo>
                  <a:lnTo>
                    <a:pt x="2156575" y="2535856"/>
                  </a:lnTo>
                  <a:lnTo>
                    <a:pt x="2152296" y="2535856"/>
                  </a:lnTo>
                  <a:lnTo>
                    <a:pt x="2148017" y="2535856"/>
                  </a:lnTo>
                  <a:lnTo>
                    <a:pt x="2143738" y="2535856"/>
                  </a:lnTo>
                  <a:lnTo>
                    <a:pt x="2139459" y="2535856"/>
                  </a:lnTo>
                  <a:lnTo>
                    <a:pt x="2135181" y="2535856"/>
                  </a:lnTo>
                  <a:lnTo>
                    <a:pt x="2130902" y="2535856"/>
                  </a:lnTo>
                  <a:lnTo>
                    <a:pt x="2126623" y="2535856"/>
                  </a:lnTo>
                  <a:lnTo>
                    <a:pt x="2122344" y="2535856"/>
                  </a:lnTo>
                  <a:lnTo>
                    <a:pt x="2118065" y="2535856"/>
                  </a:lnTo>
                  <a:lnTo>
                    <a:pt x="2113786" y="2535856"/>
                  </a:lnTo>
                  <a:lnTo>
                    <a:pt x="2109507" y="2535856"/>
                  </a:lnTo>
                  <a:lnTo>
                    <a:pt x="2105228" y="2535856"/>
                  </a:lnTo>
                  <a:lnTo>
                    <a:pt x="2100949" y="2535856"/>
                  </a:lnTo>
                  <a:lnTo>
                    <a:pt x="2096670" y="2535856"/>
                  </a:lnTo>
                  <a:lnTo>
                    <a:pt x="2092391" y="2535856"/>
                  </a:lnTo>
                  <a:lnTo>
                    <a:pt x="2088112" y="2535856"/>
                  </a:lnTo>
                  <a:lnTo>
                    <a:pt x="2083834" y="2535856"/>
                  </a:lnTo>
                  <a:lnTo>
                    <a:pt x="2079555" y="2535856"/>
                  </a:lnTo>
                  <a:lnTo>
                    <a:pt x="2075276" y="2535856"/>
                  </a:lnTo>
                  <a:lnTo>
                    <a:pt x="2070997" y="2535856"/>
                  </a:lnTo>
                  <a:lnTo>
                    <a:pt x="2066718" y="2535856"/>
                  </a:lnTo>
                  <a:lnTo>
                    <a:pt x="2062439" y="2535856"/>
                  </a:lnTo>
                  <a:lnTo>
                    <a:pt x="2058160" y="2535856"/>
                  </a:lnTo>
                  <a:lnTo>
                    <a:pt x="2053881" y="2535856"/>
                  </a:lnTo>
                  <a:lnTo>
                    <a:pt x="2049602" y="2535856"/>
                  </a:lnTo>
                  <a:lnTo>
                    <a:pt x="2045323" y="2535856"/>
                  </a:lnTo>
                  <a:lnTo>
                    <a:pt x="2041044" y="2535856"/>
                  </a:lnTo>
                  <a:lnTo>
                    <a:pt x="2036765" y="2535856"/>
                  </a:lnTo>
                  <a:lnTo>
                    <a:pt x="2032486" y="2535856"/>
                  </a:lnTo>
                  <a:lnTo>
                    <a:pt x="2028208" y="2535856"/>
                  </a:lnTo>
                  <a:lnTo>
                    <a:pt x="2023929" y="2535856"/>
                  </a:lnTo>
                  <a:lnTo>
                    <a:pt x="2019650" y="2535856"/>
                  </a:lnTo>
                  <a:lnTo>
                    <a:pt x="2015371" y="2535856"/>
                  </a:lnTo>
                  <a:lnTo>
                    <a:pt x="2011092" y="2535856"/>
                  </a:lnTo>
                  <a:lnTo>
                    <a:pt x="2006813" y="2535856"/>
                  </a:lnTo>
                  <a:lnTo>
                    <a:pt x="2002534" y="2535856"/>
                  </a:lnTo>
                  <a:lnTo>
                    <a:pt x="1998255" y="2535856"/>
                  </a:lnTo>
                  <a:lnTo>
                    <a:pt x="1993976" y="2535856"/>
                  </a:lnTo>
                  <a:lnTo>
                    <a:pt x="1989697" y="2535856"/>
                  </a:lnTo>
                  <a:lnTo>
                    <a:pt x="1985418" y="2535856"/>
                  </a:lnTo>
                  <a:lnTo>
                    <a:pt x="1981139" y="2535856"/>
                  </a:lnTo>
                  <a:lnTo>
                    <a:pt x="1976861" y="2535856"/>
                  </a:lnTo>
                  <a:lnTo>
                    <a:pt x="1972582" y="2535856"/>
                  </a:lnTo>
                  <a:lnTo>
                    <a:pt x="1968303" y="2535856"/>
                  </a:lnTo>
                  <a:lnTo>
                    <a:pt x="1964024" y="2535856"/>
                  </a:lnTo>
                  <a:lnTo>
                    <a:pt x="1959745" y="2535856"/>
                  </a:lnTo>
                  <a:lnTo>
                    <a:pt x="1955466" y="2535856"/>
                  </a:lnTo>
                  <a:lnTo>
                    <a:pt x="1951187" y="2535856"/>
                  </a:lnTo>
                  <a:lnTo>
                    <a:pt x="1946908" y="2535856"/>
                  </a:lnTo>
                  <a:lnTo>
                    <a:pt x="1942629" y="2535856"/>
                  </a:lnTo>
                  <a:lnTo>
                    <a:pt x="1938350" y="2535856"/>
                  </a:lnTo>
                  <a:lnTo>
                    <a:pt x="1934071" y="2535856"/>
                  </a:lnTo>
                  <a:lnTo>
                    <a:pt x="1929792" y="2535856"/>
                  </a:lnTo>
                  <a:lnTo>
                    <a:pt x="1925513" y="2535856"/>
                  </a:lnTo>
                  <a:lnTo>
                    <a:pt x="1921235" y="2535856"/>
                  </a:lnTo>
                  <a:lnTo>
                    <a:pt x="1916956" y="2535856"/>
                  </a:lnTo>
                  <a:lnTo>
                    <a:pt x="1912677" y="2535856"/>
                  </a:lnTo>
                  <a:lnTo>
                    <a:pt x="1908398" y="2535856"/>
                  </a:lnTo>
                  <a:lnTo>
                    <a:pt x="1904119" y="2535856"/>
                  </a:lnTo>
                  <a:lnTo>
                    <a:pt x="1899840" y="2535856"/>
                  </a:lnTo>
                  <a:lnTo>
                    <a:pt x="1895561" y="2535856"/>
                  </a:lnTo>
                  <a:lnTo>
                    <a:pt x="1891282" y="2535856"/>
                  </a:lnTo>
                  <a:lnTo>
                    <a:pt x="1887003" y="2535856"/>
                  </a:lnTo>
                  <a:lnTo>
                    <a:pt x="1882724" y="2535856"/>
                  </a:lnTo>
                  <a:lnTo>
                    <a:pt x="1878445" y="2535856"/>
                  </a:lnTo>
                  <a:lnTo>
                    <a:pt x="1874166" y="2535856"/>
                  </a:lnTo>
                  <a:lnTo>
                    <a:pt x="1869888" y="2535856"/>
                  </a:lnTo>
                  <a:lnTo>
                    <a:pt x="1865609" y="2535856"/>
                  </a:lnTo>
                  <a:lnTo>
                    <a:pt x="1861330" y="2535856"/>
                  </a:lnTo>
                  <a:lnTo>
                    <a:pt x="1857051" y="2535856"/>
                  </a:lnTo>
                  <a:lnTo>
                    <a:pt x="1852772" y="2535856"/>
                  </a:lnTo>
                  <a:lnTo>
                    <a:pt x="1848493" y="2535856"/>
                  </a:lnTo>
                  <a:lnTo>
                    <a:pt x="1844214" y="2535856"/>
                  </a:lnTo>
                  <a:lnTo>
                    <a:pt x="1839935" y="2535856"/>
                  </a:lnTo>
                  <a:lnTo>
                    <a:pt x="1835656" y="2535856"/>
                  </a:lnTo>
                  <a:lnTo>
                    <a:pt x="1831377" y="2535856"/>
                  </a:lnTo>
                  <a:lnTo>
                    <a:pt x="1827098" y="2535856"/>
                  </a:lnTo>
                  <a:lnTo>
                    <a:pt x="1822819" y="2535856"/>
                  </a:lnTo>
                  <a:lnTo>
                    <a:pt x="1818540" y="2535856"/>
                  </a:lnTo>
                  <a:lnTo>
                    <a:pt x="1814262" y="2535856"/>
                  </a:lnTo>
                  <a:lnTo>
                    <a:pt x="1809983" y="2535856"/>
                  </a:lnTo>
                  <a:lnTo>
                    <a:pt x="1805704" y="2535856"/>
                  </a:lnTo>
                  <a:lnTo>
                    <a:pt x="1801425" y="2535856"/>
                  </a:lnTo>
                  <a:lnTo>
                    <a:pt x="1797146" y="2535856"/>
                  </a:lnTo>
                  <a:lnTo>
                    <a:pt x="1792867" y="2535856"/>
                  </a:lnTo>
                  <a:lnTo>
                    <a:pt x="1788588" y="2535856"/>
                  </a:lnTo>
                  <a:lnTo>
                    <a:pt x="1784309" y="2535856"/>
                  </a:lnTo>
                  <a:lnTo>
                    <a:pt x="1780030" y="2535856"/>
                  </a:lnTo>
                  <a:lnTo>
                    <a:pt x="1775751" y="2535856"/>
                  </a:lnTo>
                  <a:lnTo>
                    <a:pt x="1771472" y="2535856"/>
                  </a:lnTo>
                  <a:lnTo>
                    <a:pt x="1767193" y="2535856"/>
                  </a:lnTo>
                  <a:lnTo>
                    <a:pt x="1762915" y="2535856"/>
                  </a:lnTo>
                  <a:lnTo>
                    <a:pt x="1758636" y="2535856"/>
                  </a:lnTo>
                  <a:lnTo>
                    <a:pt x="1754357" y="2535856"/>
                  </a:lnTo>
                  <a:lnTo>
                    <a:pt x="1750078" y="2535856"/>
                  </a:lnTo>
                  <a:lnTo>
                    <a:pt x="1745799" y="2535856"/>
                  </a:lnTo>
                  <a:lnTo>
                    <a:pt x="1741520" y="2535856"/>
                  </a:lnTo>
                  <a:lnTo>
                    <a:pt x="1737241" y="2535856"/>
                  </a:lnTo>
                  <a:lnTo>
                    <a:pt x="1732962" y="2535856"/>
                  </a:lnTo>
                  <a:lnTo>
                    <a:pt x="1728683" y="2535856"/>
                  </a:lnTo>
                  <a:lnTo>
                    <a:pt x="1724404" y="2535856"/>
                  </a:lnTo>
                  <a:lnTo>
                    <a:pt x="1720125" y="2535856"/>
                  </a:lnTo>
                  <a:lnTo>
                    <a:pt x="1715846" y="2535856"/>
                  </a:lnTo>
                  <a:lnTo>
                    <a:pt x="1711567" y="2535856"/>
                  </a:lnTo>
                  <a:lnTo>
                    <a:pt x="1707289" y="2535856"/>
                  </a:lnTo>
                  <a:lnTo>
                    <a:pt x="1703010" y="2535856"/>
                  </a:lnTo>
                  <a:lnTo>
                    <a:pt x="1698731" y="2535856"/>
                  </a:lnTo>
                  <a:lnTo>
                    <a:pt x="1694452" y="2535856"/>
                  </a:lnTo>
                  <a:lnTo>
                    <a:pt x="1690173" y="2535856"/>
                  </a:lnTo>
                  <a:lnTo>
                    <a:pt x="1685894" y="2535856"/>
                  </a:lnTo>
                  <a:lnTo>
                    <a:pt x="1681615" y="2535856"/>
                  </a:lnTo>
                  <a:lnTo>
                    <a:pt x="1677336" y="2535856"/>
                  </a:lnTo>
                  <a:lnTo>
                    <a:pt x="1673057" y="2535856"/>
                  </a:lnTo>
                  <a:lnTo>
                    <a:pt x="1668778" y="2535856"/>
                  </a:lnTo>
                  <a:lnTo>
                    <a:pt x="1664499" y="2535856"/>
                  </a:lnTo>
                  <a:lnTo>
                    <a:pt x="1660220" y="2535856"/>
                  </a:lnTo>
                  <a:lnTo>
                    <a:pt x="1655942" y="2535856"/>
                  </a:lnTo>
                  <a:lnTo>
                    <a:pt x="1651663" y="2535856"/>
                  </a:lnTo>
                  <a:lnTo>
                    <a:pt x="1647384" y="2535856"/>
                  </a:lnTo>
                  <a:lnTo>
                    <a:pt x="1643105" y="2535856"/>
                  </a:lnTo>
                  <a:lnTo>
                    <a:pt x="1638826" y="2535856"/>
                  </a:lnTo>
                  <a:lnTo>
                    <a:pt x="1634547" y="2535856"/>
                  </a:lnTo>
                  <a:lnTo>
                    <a:pt x="1630268" y="2535856"/>
                  </a:lnTo>
                  <a:lnTo>
                    <a:pt x="1625989" y="2535856"/>
                  </a:lnTo>
                  <a:lnTo>
                    <a:pt x="1621710" y="2535856"/>
                  </a:lnTo>
                  <a:lnTo>
                    <a:pt x="1617431" y="2535856"/>
                  </a:lnTo>
                  <a:lnTo>
                    <a:pt x="1613152" y="2535856"/>
                  </a:lnTo>
                  <a:lnTo>
                    <a:pt x="1608873" y="2535856"/>
                  </a:lnTo>
                  <a:lnTo>
                    <a:pt x="1604594" y="2535856"/>
                  </a:lnTo>
                  <a:lnTo>
                    <a:pt x="1600316" y="2535856"/>
                  </a:lnTo>
                  <a:lnTo>
                    <a:pt x="1596037" y="2535856"/>
                  </a:lnTo>
                  <a:lnTo>
                    <a:pt x="1591758" y="2535856"/>
                  </a:lnTo>
                  <a:lnTo>
                    <a:pt x="1587479" y="2535856"/>
                  </a:lnTo>
                  <a:lnTo>
                    <a:pt x="1583200" y="2535856"/>
                  </a:lnTo>
                  <a:lnTo>
                    <a:pt x="1578921" y="2535856"/>
                  </a:lnTo>
                  <a:lnTo>
                    <a:pt x="1574642" y="2535856"/>
                  </a:lnTo>
                  <a:lnTo>
                    <a:pt x="1570363" y="2535856"/>
                  </a:lnTo>
                  <a:lnTo>
                    <a:pt x="1566084" y="2535856"/>
                  </a:lnTo>
                  <a:lnTo>
                    <a:pt x="1561805" y="2535856"/>
                  </a:lnTo>
                  <a:lnTo>
                    <a:pt x="1557526" y="2535856"/>
                  </a:lnTo>
                  <a:lnTo>
                    <a:pt x="1553247" y="2535856"/>
                  </a:lnTo>
                  <a:lnTo>
                    <a:pt x="1548969" y="2535856"/>
                  </a:lnTo>
                  <a:lnTo>
                    <a:pt x="1544690" y="2535856"/>
                  </a:lnTo>
                  <a:lnTo>
                    <a:pt x="1540411" y="2535856"/>
                  </a:lnTo>
                  <a:lnTo>
                    <a:pt x="1536132" y="2535856"/>
                  </a:lnTo>
                  <a:lnTo>
                    <a:pt x="1531853" y="2535856"/>
                  </a:lnTo>
                  <a:lnTo>
                    <a:pt x="1527574" y="2535856"/>
                  </a:lnTo>
                  <a:lnTo>
                    <a:pt x="1523295" y="2535856"/>
                  </a:lnTo>
                  <a:lnTo>
                    <a:pt x="1519016" y="2535856"/>
                  </a:lnTo>
                  <a:lnTo>
                    <a:pt x="1514737" y="2535856"/>
                  </a:lnTo>
                  <a:lnTo>
                    <a:pt x="1510458" y="2535856"/>
                  </a:lnTo>
                  <a:lnTo>
                    <a:pt x="1506179" y="2535856"/>
                  </a:lnTo>
                  <a:lnTo>
                    <a:pt x="1501900" y="2535856"/>
                  </a:lnTo>
                  <a:lnTo>
                    <a:pt x="1497621" y="2535856"/>
                  </a:lnTo>
                  <a:lnTo>
                    <a:pt x="1493343" y="2535856"/>
                  </a:lnTo>
                  <a:lnTo>
                    <a:pt x="1489064" y="2535856"/>
                  </a:lnTo>
                  <a:lnTo>
                    <a:pt x="1484785" y="2535856"/>
                  </a:lnTo>
                  <a:lnTo>
                    <a:pt x="1480506" y="2535856"/>
                  </a:lnTo>
                  <a:lnTo>
                    <a:pt x="1476227" y="2535856"/>
                  </a:lnTo>
                  <a:lnTo>
                    <a:pt x="1471948" y="2535856"/>
                  </a:lnTo>
                  <a:lnTo>
                    <a:pt x="1467669" y="2535856"/>
                  </a:lnTo>
                  <a:lnTo>
                    <a:pt x="1463390" y="2535856"/>
                  </a:lnTo>
                  <a:lnTo>
                    <a:pt x="1459111" y="2535856"/>
                  </a:lnTo>
                  <a:lnTo>
                    <a:pt x="1454832" y="2535856"/>
                  </a:lnTo>
                  <a:lnTo>
                    <a:pt x="1450553" y="2535856"/>
                  </a:lnTo>
                  <a:lnTo>
                    <a:pt x="1446274" y="2535856"/>
                  </a:lnTo>
                  <a:lnTo>
                    <a:pt x="1441996" y="2535856"/>
                  </a:lnTo>
                  <a:lnTo>
                    <a:pt x="1437717" y="2535856"/>
                  </a:lnTo>
                  <a:lnTo>
                    <a:pt x="1433438" y="2535856"/>
                  </a:lnTo>
                  <a:lnTo>
                    <a:pt x="1429159" y="2535856"/>
                  </a:lnTo>
                  <a:lnTo>
                    <a:pt x="1424880" y="2535856"/>
                  </a:lnTo>
                  <a:lnTo>
                    <a:pt x="1420601" y="2535856"/>
                  </a:lnTo>
                  <a:lnTo>
                    <a:pt x="1416322" y="2535856"/>
                  </a:lnTo>
                  <a:lnTo>
                    <a:pt x="1412043" y="2535856"/>
                  </a:lnTo>
                  <a:lnTo>
                    <a:pt x="1407764" y="2535856"/>
                  </a:lnTo>
                  <a:lnTo>
                    <a:pt x="1403485" y="2535856"/>
                  </a:lnTo>
                  <a:lnTo>
                    <a:pt x="1399206" y="2535856"/>
                  </a:lnTo>
                  <a:lnTo>
                    <a:pt x="1394927" y="2535856"/>
                  </a:lnTo>
                  <a:lnTo>
                    <a:pt x="1390648" y="2535856"/>
                  </a:lnTo>
                  <a:lnTo>
                    <a:pt x="1386370" y="2535856"/>
                  </a:lnTo>
                  <a:lnTo>
                    <a:pt x="1382091" y="2535856"/>
                  </a:lnTo>
                  <a:lnTo>
                    <a:pt x="1377812" y="2535856"/>
                  </a:lnTo>
                  <a:lnTo>
                    <a:pt x="1373533" y="2535856"/>
                  </a:lnTo>
                  <a:lnTo>
                    <a:pt x="1369254" y="2535856"/>
                  </a:lnTo>
                  <a:lnTo>
                    <a:pt x="1364975" y="2535856"/>
                  </a:lnTo>
                  <a:lnTo>
                    <a:pt x="1360696" y="2535856"/>
                  </a:lnTo>
                  <a:lnTo>
                    <a:pt x="1356417" y="2535856"/>
                  </a:lnTo>
                  <a:lnTo>
                    <a:pt x="1352138" y="2535856"/>
                  </a:lnTo>
                  <a:lnTo>
                    <a:pt x="1347859" y="2535856"/>
                  </a:lnTo>
                  <a:lnTo>
                    <a:pt x="1343580" y="2535856"/>
                  </a:lnTo>
                  <a:lnTo>
                    <a:pt x="1339301" y="2535856"/>
                  </a:lnTo>
                  <a:lnTo>
                    <a:pt x="1335023" y="2535856"/>
                  </a:lnTo>
                  <a:lnTo>
                    <a:pt x="1330744" y="2535856"/>
                  </a:lnTo>
                  <a:lnTo>
                    <a:pt x="1326465" y="2535856"/>
                  </a:lnTo>
                  <a:lnTo>
                    <a:pt x="1322186" y="2535856"/>
                  </a:lnTo>
                  <a:lnTo>
                    <a:pt x="1317907" y="2535856"/>
                  </a:lnTo>
                  <a:lnTo>
                    <a:pt x="1313628" y="2535856"/>
                  </a:lnTo>
                  <a:lnTo>
                    <a:pt x="1309349" y="2535856"/>
                  </a:lnTo>
                  <a:lnTo>
                    <a:pt x="1305070" y="2535856"/>
                  </a:lnTo>
                  <a:lnTo>
                    <a:pt x="1300791" y="2535856"/>
                  </a:lnTo>
                  <a:lnTo>
                    <a:pt x="1296512" y="2535856"/>
                  </a:lnTo>
                  <a:lnTo>
                    <a:pt x="1292233" y="2535856"/>
                  </a:lnTo>
                  <a:lnTo>
                    <a:pt x="1287954" y="2535856"/>
                  </a:lnTo>
                  <a:lnTo>
                    <a:pt x="1283675" y="2535856"/>
                  </a:lnTo>
                  <a:lnTo>
                    <a:pt x="1279397" y="2535856"/>
                  </a:lnTo>
                  <a:lnTo>
                    <a:pt x="1275118" y="2535856"/>
                  </a:lnTo>
                  <a:lnTo>
                    <a:pt x="1270839" y="2535856"/>
                  </a:lnTo>
                  <a:lnTo>
                    <a:pt x="1266560" y="2535856"/>
                  </a:lnTo>
                  <a:lnTo>
                    <a:pt x="1262281" y="2535856"/>
                  </a:lnTo>
                  <a:lnTo>
                    <a:pt x="1258002" y="2535856"/>
                  </a:lnTo>
                  <a:lnTo>
                    <a:pt x="1253723" y="2535856"/>
                  </a:lnTo>
                  <a:lnTo>
                    <a:pt x="1249444" y="2535856"/>
                  </a:lnTo>
                  <a:lnTo>
                    <a:pt x="1245165" y="2535856"/>
                  </a:lnTo>
                  <a:lnTo>
                    <a:pt x="1240886" y="2535856"/>
                  </a:lnTo>
                  <a:lnTo>
                    <a:pt x="1236607" y="2535856"/>
                  </a:lnTo>
                  <a:lnTo>
                    <a:pt x="1232328" y="2535856"/>
                  </a:lnTo>
                  <a:lnTo>
                    <a:pt x="1228050" y="2535856"/>
                  </a:lnTo>
                  <a:lnTo>
                    <a:pt x="1223771" y="2535856"/>
                  </a:lnTo>
                  <a:lnTo>
                    <a:pt x="1219492" y="2535856"/>
                  </a:lnTo>
                  <a:lnTo>
                    <a:pt x="1215213" y="2535856"/>
                  </a:lnTo>
                  <a:lnTo>
                    <a:pt x="1210934" y="2535856"/>
                  </a:lnTo>
                  <a:lnTo>
                    <a:pt x="1206655" y="2535856"/>
                  </a:lnTo>
                  <a:lnTo>
                    <a:pt x="1202376" y="2535856"/>
                  </a:lnTo>
                  <a:lnTo>
                    <a:pt x="1198097" y="2535856"/>
                  </a:lnTo>
                  <a:lnTo>
                    <a:pt x="1193818" y="2535856"/>
                  </a:lnTo>
                  <a:lnTo>
                    <a:pt x="1189539" y="2535856"/>
                  </a:lnTo>
                  <a:lnTo>
                    <a:pt x="1185260" y="2535856"/>
                  </a:lnTo>
                  <a:lnTo>
                    <a:pt x="1180981" y="2535856"/>
                  </a:lnTo>
                  <a:lnTo>
                    <a:pt x="1176702" y="2535856"/>
                  </a:lnTo>
                  <a:lnTo>
                    <a:pt x="1172424" y="2535856"/>
                  </a:lnTo>
                  <a:lnTo>
                    <a:pt x="1168145" y="2535856"/>
                  </a:lnTo>
                  <a:lnTo>
                    <a:pt x="1163866" y="2535856"/>
                  </a:lnTo>
                  <a:lnTo>
                    <a:pt x="1159587" y="2535856"/>
                  </a:lnTo>
                  <a:lnTo>
                    <a:pt x="1155308" y="2535856"/>
                  </a:lnTo>
                  <a:lnTo>
                    <a:pt x="1151029" y="2535856"/>
                  </a:lnTo>
                  <a:lnTo>
                    <a:pt x="1146750" y="2535856"/>
                  </a:lnTo>
                  <a:lnTo>
                    <a:pt x="1142471" y="2535856"/>
                  </a:lnTo>
                  <a:lnTo>
                    <a:pt x="1138192" y="2535856"/>
                  </a:lnTo>
                  <a:lnTo>
                    <a:pt x="1133913" y="2535856"/>
                  </a:lnTo>
                  <a:lnTo>
                    <a:pt x="1129634" y="2535856"/>
                  </a:lnTo>
                  <a:lnTo>
                    <a:pt x="1125355" y="2535856"/>
                  </a:lnTo>
                  <a:lnTo>
                    <a:pt x="1121077" y="2535856"/>
                  </a:lnTo>
                  <a:lnTo>
                    <a:pt x="1116798" y="2535856"/>
                  </a:lnTo>
                  <a:lnTo>
                    <a:pt x="1112519" y="2535856"/>
                  </a:lnTo>
                  <a:lnTo>
                    <a:pt x="1108240" y="2535856"/>
                  </a:lnTo>
                  <a:lnTo>
                    <a:pt x="1103961" y="2535856"/>
                  </a:lnTo>
                  <a:lnTo>
                    <a:pt x="1099682" y="2535856"/>
                  </a:lnTo>
                  <a:lnTo>
                    <a:pt x="1095403" y="2535856"/>
                  </a:lnTo>
                  <a:lnTo>
                    <a:pt x="1091124" y="2535856"/>
                  </a:lnTo>
                  <a:lnTo>
                    <a:pt x="1086845" y="2535856"/>
                  </a:lnTo>
                  <a:lnTo>
                    <a:pt x="1082566" y="2535856"/>
                  </a:lnTo>
                  <a:lnTo>
                    <a:pt x="1078287" y="2535856"/>
                  </a:lnTo>
                  <a:lnTo>
                    <a:pt x="1074008" y="2535856"/>
                  </a:lnTo>
                  <a:lnTo>
                    <a:pt x="1069729" y="2535856"/>
                  </a:lnTo>
                  <a:lnTo>
                    <a:pt x="1065451" y="2535856"/>
                  </a:lnTo>
                  <a:lnTo>
                    <a:pt x="1061172" y="2535856"/>
                  </a:lnTo>
                  <a:lnTo>
                    <a:pt x="1056893" y="2535856"/>
                  </a:lnTo>
                  <a:lnTo>
                    <a:pt x="1052614" y="2535856"/>
                  </a:lnTo>
                  <a:lnTo>
                    <a:pt x="1048335" y="2535856"/>
                  </a:lnTo>
                  <a:lnTo>
                    <a:pt x="1044056" y="2535856"/>
                  </a:lnTo>
                  <a:lnTo>
                    <a:pt x="1039777" y="2535856"/>
                  </a:lnTo>
                  <a:lnTo>
                    <a:pt x="1035498" y="2535856"/>
                  </a:lnTo>
                  <a:lnTo>
                    <a:pt x="1031219" y="2535856"/>
                  </a:lnTo>
                  <a:lnTo>
                    <a:pt x="1026940" y="2535856"/>
                  </a:lnTo>
                  <a:lnTo>
                    <a:pt x="1022661" y="2535856"/>
                  </a:lnTo>
                  <a:lnTo>
                    <a:pt x="1018382" y="2535856"/>
                  </a:lnTo>
                  <a:lnTo>
                    <a:pt x="1014104" y="2535856"/>
                  </a:lnTo>
                  <a:lnTo>
                    <a:pt x="1009825" y="2535856"/>
                  </a:lnTo>
                  <a:lnTo>
                    <a:pt x="1005546" y="2535856"/>
                  </a:lnTo>
                  <a:lnTo>
                    <a:pt x="1001267" y="2535856"/>
                  </a:lnTo>
                  <a:lnTo>
                    <a:pt x="996988" y="2535856"/>
                  </a:lnTo>
                  <a:lnTo>
                    <a:pt x="992709" y="2535856"/>
                  </a:lnTo>
                  <a:lnTo>
                    <a:pt x="988430" y="2535856"/>
                  </a:lnTo>
                  <a:lnTo>
                    <a:pt x="984151" y="2535856"/>
                  </a:lnTo>
                  <a:lnTo>
                    <a:pt x="979872" y="2535856"/>
                  </a:lnTo>
                  <a:lnTo>
                    <a:pt x="975593" y="2535856"/>
                  </a:lnTo>
                  <a:lnTo>
                    <a:pt x="971314" y="2535856"/>
                  </a:lnTo>
                  <a:lnTo>
                    <a:pt x="967035" y="2535856"/>
                  </a:lnTo>
                  <a:lnTo>
                    <a:pt x="962756" y="2535856"/>
                  </a:lnTo>
                  <a:lnTo>
                    <a:pt x="958478" y="2535856"/>
                  </a:lnTo>
                  <a:lnTo>
                    <a:pt x="954199" y="2535856"/>
                  </a:lnTo>
                  <a:lnTo>
                    <a:pt x="949920" y="2535856"/>
                  </a:lnTo>
                  <a:lnTo>
                    <a:pt x="945641" y="2535856"/>
                  </a:lnTo>
                  <a:lnTo>
                    <a:pt x="941362" y="2535856"/>
                  </a:lnTo>
                  <a:lnTo>
                    <a:pt x="937083" y="2535856"/>
                  </a:lnTo>
                  <a:lnTo>
                    <a:pt x="932804" y="2535856"/>
                  </a:lnTo>
                  <a:lnTo>
                    <a:pt x="928525" y="2535856"/>
                  </a:lnTo>
                  <a:lnTo>
                    <a:pt x="924246" y="2535856"/>
                  </a:lnTo>
                  <a:lnTo>
                    <a:pt x="919967" y="2535856"/>
                  </a:lnTo>
                  <a:lnTo>
                    <a:pt x="915688" y="2535856"/>
                  </a:lnTo>
                  <a:lnTo>
                    <a:pt x="911409" y="2535856"/>
                  </a:lnTo>
                  <a:lnTo>
                    <a:pt x="907131" y="2535856"/>
                  </a:lnTo>
                  <a:lnTo>
                    <a:pt x="902852" y="2535856"/>
                  </a:lnTo>
                  <a:lnTo>
                    <a:pt x="898573" y="2535856"/>
                  </a:lnTo>
                  <a:lnTo>
                    <a:pt x="894294" y="2535856"/>
                  </a:lnTo>
                  <a:lnTo>
                    <a:pt x="890015" y="2535856"/>
                  </a:lnTo>
                  <a:lnTo>
                    <a:pt x="885736" y="2535856"/>
                  </a:lnTo>
                  <a:lnTo>
                    <a:pt x="881457" y="2535856"/>
                  </a:lnTo>
                  <a:lnTo>
                    <a:pt x="877178" y="2535856"/>
                  </a:lnTo>
                  <a:lnTo>
                    <a:pt x="872899" y="2535856"/>
                  </a:lnTo>
                  <a:lnTo>
                    <a:pt x="868620" y="2535856"/>
                  </a:lnTo>
                  <a:lnTo>
                    <a:pt x="864341" y="2535856"/>
                  </a:lnTo>
                  <a:lnTo>
                    <a:pt x="860062" y="2535856"/>
                  </a:lnTo>
                  <a:lnTo>
                    <a:pt x="855783" y="2535856"/>
                  </a:lnTo>
                  <a:lnTo>
                    <a:pt x="851505" y="2535856"/>
                  </a:lnTo>
                  <a:lnTo>
                    <a:pt x="847226" y="2535856"/>
                  </a:lnTo>
                  <a:lnTo>
                    <a:pt x="842947" y="2535856"/>
                  </a:lnTo>
                  <a:lnTo>
                    <a:pt x="838668" y="2535856"/>
                  </a:lnTo>
                  <a:lnTo>
                    <a:pt x="834389" y="2535856"/>
                  </a:lnTo>
                  <a:lnTo>
                    <a:pt x="830110" y="2535856"/>
                  </a:lnTo>
                  <a:lnTo>
                    <a:pt x="825831" y="2535856"/>
                  </a:lnTo>
                  <a:lnTo>
                    <a:pt x="821552" y="2535856"/>
                  </a:lnTo>
                  <a:lnTo>
                    <a:pt x="817273" y="2535856"/>
                  </a:lnTo>
                  <a:lnTo>
                    <a:pt x="812994" y="2535856"/>
                  </a:lnTo>
                  <a:lnTo>
                    <a:pt x="808715" y="2535856"/>
                  </a:lnTo>
                  <a:lnTo>
                    <a:pt x="804436" y="2535856"/>
                  </a:lnTo>
                  <a:lnTo>
                    <a:pt x="800158" y="2535856"/>
                  </a:lnTo>
                  <a:lnTo>
                    <a:pt x="795879" y="2535856"/>
                  </a:lnTo>
                  <a:lnTo>
                    <a:pt x="791600" y="2535856"/>
                  </a:lnTo>
                  <a:lnTo>
                    <a:pt x="787321" y="2535856"/>
                  </a:lnTo>
                  <a:lnTo>
                    <a:pt x="783042" y="2535856"/>
                  </a:lnTo>
                  <a:lnTo>
                    <a:pt x="778763" y="2535856"/>
                  </a:lnTo>
                  <a:lnTo>
                    <a:pt x="774484" y="2535856"/>
                  </a:lnTo>
                  <a:lnTo>
                    <a:pt x="770205" y="2535856"/>
                  </a:lnTo>
                  <a:lnTo>
                    <a:pt x="765926" y="2535856"/>
                  </a:lnTo>
                  <a:lnTo>
                    <a:pt x="761647" y="2535856"/>
                  </a:lnTo>
                  <a:lnTo>
                    <a:pt x="757368" y="2535856"/>
                  </a:lnTo>
                  <a:lnTo>
                    <a:pt x="753089" y="2535856"/>
                  </a:lnTo>
                  <a:lnTo>
                    <a:pt x="748810" y="2535856"/>
                  </a:lnTo>
                  <a:lnTo>
                    <a:pt x="744532" y="2535856"/>
                  </a:lnTo>
                  <a:lnTo>
                    <a:pt x="740253" y="2535856"/>
                  </a:lnTo>
                  <a:lnTo>
                    <a:pt x="735974" y="2535856"/>
                  </a:lnTo>
                  <a:lnTo>
                    <a:pt x="731695" y="2535856"/>
                  </a:lnTo>
                  <a:lnTo>
                    <a:pt x="727416" y="2535856"/>
                  </a:lnTo>
                  <a:lnTo>
                    <a:pt x="723137" y="2535856"/>
                  </a:lnTo>
                  <a:lnTo>
                    <a:pt x="718858" y="2535856"/>
                  </a:lnTo>
                  <a:lnTo>
                    <a:pt x="714579" y="2535856"/>
                  </a:lnTo>
                  <a:lnTo>
                    <a:pt x="710300" y="2535856"/>
                  </a:lnTo>
                  <a:lnTo>
                    <a:pt x="706021" y="2535856"/>
                  </a:lnTo>
                  <a:lnTo>
                    <a:pt x="701742" y="2535856"/>
                  </a:lnTo>
                  <a:lnTo>
                    <a:pt x="697463" y="2535856"/>
                  </a:lnTo>
                  <a:lnTo>
                    <a:pt x="693185" y="2535856"/>
                  </a:lnTo>
                  <a:lnTo>
                    <a:pt x="688906" y="2535856"/>
                  </a:lnTo>
                  <a:lnTo>
                    <a:pt x="684627" y="2535856"/>
                  </a:lnTo>
                  <a:lnTo>
                    <a:pt x="680348" y="2535856"/>
                  </a:lnTo>
                  <a:lnTo>
                    <a:pt x="676069" y="2535856"/>
                  </a:lnTo>
                  <a:lnTo>
                    <a:pt x="671790" y="2535856"/>
                  </a:lnTo>
                  <a:lnTo>
                    <a:pt x="667511" y="2535856"/>
                  </a:lnTo>
                  <a:lnTo>
                    <a:pt x="663232" y="2535856"/>
                  </a:lnTo>
                  <a:lnTo>
                    <a:pt x="658953" y="2535856"/>
                  </a:lnTo>
                  <a:lnTo>
                    <a:pt x="654674" y="2535856"/>
                  </a:lnTo>
                  <a:lnTo>
                    <a:pt x="650395" y="2535856"/>
                  </a:lnTo>
                  <a:lnTo>
                    <a:pt x="646116" y="2535856"/>
                  </a:lnTo>
                  <a:lnTo>
                    <a:pt x="641837" y="2535856"/>
                  </a:lnTo>
                  <a:lnTo>
                    <a:pt x="637559" y="2535856"/>
                  </a:lnTo>
                  <a:lnTo>
                    <a:pt x="633280" y="2535856"/>
                  </a:lnTo>
                  <a:lnTo>
                    <a:pt x="629001" y="2535856"/>
                  </a:lnTo>
                  <a:lnTo>
                    <a:pt x="624722" y="2535856"/>
                  </a:lnTo>
                  <a:lnTo>
                    <a:pt x="620443" y="2535856"/>
                  </a:lnTo>
                  <a:lnTo>
                    <a:pt x="616164" y="2535856"/>
                  </a:lnTo>
                  <a:lnTo>
                    <a:pt x="611885" y="2535856"/>
                  </a:lnTo>
                  <a:lnTo>
                    <a:pt x="607606" y="2535856"/>
                  </a:lnTo>
                  <a:lnTo>
                    <a:pt x="603327" y="2535856"/>
                  </a:lnTo>
                  <a:lnTo>
                    <a:pt x="599048" y="2535856"/>
                  </a:lnTo>
                  <a:lnTo>
                    <a:pt x="594769" y="2535856"/>
                  </a:lnTo>
                  <a:lnTo>
                    <a:pt x="590490" y="2535856"/>
                  </a:lnTo>
                  <a:lnTo>
                    <a:pt x="586212" y="2535856"/>
                  </a:lnTo>
                  <a:lnTo>
                    <a:pt x="581933" y="2535856"/>
                  </a:lnTo>
                  <a:lnTo>
                    <a:pt x="577654" y="2535856"/>
                  </a:lnTo>
                  <a:lnTo>
                    <a:pt x="573375" y="2535856"/>
                  </a:lnTo>
                  <a:lnTo>
                    <a:pt x="569096" y="2535856"/>
                  </a:lnTo>
                  <a:lnTo>
                    <a:pt x="564817" y="2535856"/>
                  </a:lnTo>
                  <a:lnTo>
                    <a:pt x="560538" y="2535856"/>
                  </a:lnTo>
                  <a:lnTo>
                    <a:pt x="556259" y="2535856"/>
                  </a:lnTo>
                  <a:lnTo>
                    <a:pt x="551980" y="2535856"/>
                  </a:lnTo>
                  <a:lnTo>
                    <a:pt x="547701" y="2535856"/>
                  </a:lnTo>
                  <a:lnTo>
                    <a:pt x="543422" y="2535856"/>
                  </a:lnTo>
                  <a:lnTo>
                    <a:pt x="539143" y="2535856"/>
                  </a:lnTo>
                  <a:lnTo>
                    <a:pt x="534864" y="2535856"/>
                  </a:lnTo>
                  <a:lnTo>
                    <a:pt x="530586" y="2535856"/>
                  </a:lnTo>
                  <a:lnTo>
                    <a:pt x="526307" y="2535856"/>
                  </a:lnTo>
                  <a:lnTo>
                    <a:pt x="522028" y="2535856"/>
                  </a:lnTo>
                  <a:lnTo>
                    <a:pt x="517749" y="2535856"/>
                  </a:lnTo>
                  <a:lnTo>
                    <a:pt x="513470" y="2535856"/>
                  </a:lnTo>
                  <a:lnTo>
                    <a:pt x="509191" y="2535856"/>
                  </a:lnTo>
                  <a:lnTo>
                    <a:pt x="504912" y="2535856"/>
                  </a:lnTo>
                  <a:lnTo>
                    <a:pt x="500633" y="2535856"/>
                  </a:lnTo>
                  <a:lnTo>
                    <a:pt x="496354" y="2535856"/>
                  </a:lnTo>
                  <a:lnTo>
                    <a:pt x="492075" y="2535856"/>
                  </a:lnTo>
                  <a:lnTo>
                    <a:pt x="487796" y="2535856"/>
                  </a:lnTo>
                  <a:lnTo>
                    <a:pt x="483517" y="2535856"/>
                  </a:lnTo>
                  <a:lnTo>
                    <a:pt x="479239" y="2535856"/>
                  </a:lnTo>
                  <a:lnTo>
                    <a:pt x="474960" y="2535856"/>
                  </a:lnTo>
                  <a:lnTo>
                    <a:pt x="470681" y="2535856"/>
                  </a:lnTo>
                  <a:lnTo>
                    <a:pt x="466402" y="2535856"/>
                  </a:lnTo>
                  <a:lnTo>
                    <a:pt x="462123" y="2535856"/>
                  </a:lnTo>
                  <a:lnTo>
                    <a:pt x="457844" y="2535856"/>
                  </a:lnTo>
                  <a:lnTo>
                    <a:pt x="453565" y="2535856"/>
                  </a:lnTo>
                  <a:lnTo>
                    <a:pt x="449286" y="2535856"/>
                  </a:lnTo>
                  <a:lnTo>
                    <a:pt x="445007" y="2535856"/>
                  </a:lnTo>
                  <a:lnTo>
                    <a:pt x="440728" y="2535856"/>
                  </a:lnTo>
                  <a:lnTo>
                    <a:pt x="436449" y="2535856"/>
                  </a:lnTo>
                  <a:lnTo>
                    <a:pt x="432170" y="2535856"/>
                  </a:lnTo>
                  <a:lnTo>
                    <a:pt x="427891" y="2535856"/>
                  </a:lnTo>
                  <a:lnTo>
                    <a:pt x="423613" y="2535856"/>
                  </a:lnTo>
                  <a:lnTo>
                    <a:pt x="419334" y="2535856"/>
                  </a:lnTo>
                  <a:lnTo>
                    <a:pt x="415055" y="2535856"/>
                  </a:lnTo>
                  <a:lnTo>
                    <a:pt x="410776" y="2535856"/>
                  </a:lnTo>
                  <a:lnTo>
                    <a:pt x="406497" y="2535856"/>
                  </a:lnTo>
                  <a:lnTo>
                    <a:pt x="402218" y="2535856"/>
                  </a:lnTo>
                  <a:lnTo>
                    <a:pt x="397939" y="2535856"/>
                  </a:lnTo>
                  <a:lnTo>
                    <a:pt x="393660" y="2535856"/>
                  </a:lnTo>
                  <a:lnTo>
                    <a:pt x="389381" y="2535856"/>
                  </a:lnTo>
                  <a:lnTo>
                    <a:pt x="385102" y="2535856"/>
                  </a:lnTo>
                  <a:lnTo>
                    <a:pt x="380823" y="2535856"/>
                  </a:lnTo>
                  <a:lnTo>
                    <a:pt x="376544" y="2535856"/>
                  </a:lnTo>
                  <a:lnTo>
                    <a:pt x="372266" y="2535856"/>
                  </a:lnTo>
                  <a:lnTo>
                    <a:pt x="367987" y="2535856"/>
                  </a:lnTo>
                  <a:lnTo>
                    <a:pt x="363708" y="2535856"/>
                  </a:lnTo>
                  <a:lnTo>
                    <a:pt x="359429" y="2535856"/>
                  </a:lnTo>
                  <a:lnTo>
                    <a:pt x="355150" y="2535856"/>
                  </a:lnTo>
                  <a:lnTo>
                    <a:pt x="350871" y="2535856"/>
                  </a:lnTo>
                  <a:lnTo>
                    <a:pt x="346592" y="2535856"/>
                  </a:lnTo>
                  <a:lnTo>
                    <a:pt x="342313" y="2535856"/>
                  </a:lnTo>
                  <a:lnTo>
                    <a:pt x="338034" y="2535856"/>
                  </a:lnTo>
                  <a:lnTo>
                    <a:pt x="333755" y="2535856"/>
                  </a:lnTo>
                  <a:lnTo>
                    <a:pt x="329476" y="2535856"/>
                  </a:lnTo>
                  <a:lnTo>
                    <a:pt x="325197" y="2535856"/>
                  </a:lnTo>
                  <a:lnTo>
                    <a:pt x="320918" y="2535856"/>
                  </a:lnTo>
                  <a:lnTo>
                    <a:pt x="316640" y="2535856"/>
                  </a:lnTo>
                  <a:lnTo>
                    <a:pt x="312361" y="2535856"/>
                  </a:lnTo>
                  <a:lnTo>
                    <a:pt x="308082" y="2535856"/>
                  </a:lnTo>
                  <a:lnTo>
                    <a:pt x="303803" y="2535856"/>
                  </a:lnTo>
                  <a:lnTo>
                    <a:pt x="299524" y="2535856"/>
                  </a:lnTo>
                  <a:lnTo>
                    <a:pt x="295245" y="2535856"/>
                  </a:lnTo>
                  <a:lnTo>
                    <a:pt x="290966" y="2535856"/>
                  </a:lnTo>
                  <a:lnTo>
                    <a:pt x="286687" y="2535856"/>
                  </a:lnTo>
                  <a:lnTo>
                    <a:pt x="282408" y="2535856"/>
                  </a:lnTo>
                  <a:lnTo>
                    <a:pt x="278129" y="2535856"/>
                  </a:lnTo>
                  <a:lnTo>
                    <a:pt x="273850" y="2535856"/>
                  </a:lnTo>
                  <a:lnTo>
                    <a:pt x="269571" y="2535856"/>
                  </a:lnTo>
                  <a:lnTo>
                    <a:pt x="265293" y="2535856"/>
                  </a:lnTo>
                  <a:lnTo>
                    <a:pt x="261014" y="2535856"/>
                  </a:lnTo>
                  <a:lnTo>
                    <a:pt x="256735" y="2535856"/>
                  </a:lnTo>
                  <a:lnTo>
                    <a:pt x="252456" y="2535856"/>
                  </a:lnTo>
                  <a:lnTo>
                    <a:pt x="248177" y="2535856"/>
                  </a:lnTo>
                  <a:lnTo>
                    <a:pt x="243898" y="2535856"/>
                  </a:lnTo>
                  <a:lnTo>
                    <a:pt x="239619" y="2535856"/>
                  </a:lnTo>
                  <a:lnTo>
                    <a:pt x="235340" y="2535856"/>
                  </a:lnTo>
                  <a:lnTo>
                    <a:pt x="231061" y="2535856"/>
                  </a:lnTo>
                  <a:lnTo>
                    <a:pt x="226782" y="2535856"/>
                  </a:lnTo>
                  <a:lnTo>
                    <a:pt x="222503" y="2535856"/>
                  </a:lnTo>
                  <a:lnTo>
                    <a:pt x="218224" y="2535856"/>
                  </a:lnTo>
                  <a:lnTo>
                    <a:pt x="213945" y="2535856"/>
                  </a:lnTo>
                  <a:lnTo>
                    <a:pt x="209667" y="2535856"/>
                  </a:lnTo>
                  <a:lnTo>
                    <a:pt x="205388" y="2535856"/>
                  </a:lnTo>
                  <a:lnTo>
                    <a:pt x="201109" y="2535856"/>
                  </a:lnTo>
                  <a:lnTo>
                    <a:pt x="196830" y="2535856"/>
                  </a:lnTo>
                  <a:lnTo>
                    <a:pt x="192551" y="2535856"/>
                  </a:lnTo>
                  <a:lnTo>
                    <a:pt x="188272" y="2535856"/>
                  </a:lnTo>
                  <a:lnTo>
                    <a:pt x="183993" y="2535856"/>
                  </a:lnTo>
                  <a:lnTo>
                    <a:pt x="179714" y="2535856"/>
                  </a:lnTo>
                  <a:lnTo>
                    <a:pt x="175435" y="2535856"/>
                  </a:lnTo>
                  <a:lnTo>
                    <a:pt x="171156" y="2535856"/>
                  </a:lnTo>
                  <a:lnTo>
                    <a:pt x="166877" y="2535856"/>
                  </a:lnTo>
                  <a:lnTo>
                    <a:pt x="162598" y="2535856"/>
                  </a:lnTo>
                  <a:lnTo>
                    <a:pt x="158320" y="2535856"/>
                  </a:lnTo>
                  <a:lnTo>
                    <a:pt x="154041" y="2535856"/>
                  </a:lnTo>
                  <a:lnTo>
                    <a:pt x="149762" y="2535856"/>
                  </a:lnTo>
                  <a:lnTo>
                    <a:pt x="145483" y="2535856"/>
                  </a:lnTo>
                  <a:lnTo>
                    <a:pt x="141204" y="2535856"/>
                  </a:lnTo>
                  <a:lnTo>
                    <a:pt x="136925" y="2535856"/>
                  </a:lnTo>
                  <a:lnTo>
                    <a:pt x="132646" y="2535856"/>
                  </a:lnTo>
                  <a:lnTo>
                    <a:pt x="128367" y="2535856"/>
                  </a:lnTo>
                  <a:lnTo>
                    <a:pt x="124088" y="2535856"/>
                  </a:lnTo>
                  <a:lnTo>
                    <a:pt x="119809" y="2535856"/>
                  </a:lnTo>
                  <a:lnTo>
                    <a:pt x="115530" y="2535856"/>
                  </a:lnTo>
                  <a:lnTo>
                    <a:pt x="111251" y="2535856"/>
                  </a:lnTo>
                  <a:lnTo>
                    <a:pt x="106972" y="2535856"/>
                  </a:lnTo>
                  <a:lnTo>
                    <a:pt x="102694" y="2535856"/>
                  </a:lnTo>
                  <a:lnTo>
                    <a:pt x="98415" y="2535856"/>
                  </a:lnTo>
                  <a:lnTo>
                    <a:pt x="94136" y="2535856"/>
                  </a:lnTo>
                  <a:lnTo>
                    <a:pt x="89857" y="2535856"/>
                  </a:lnTo>
                  <a:lnTo>
                    <a:pt x="85578" y="2535856"/>
                  </a:lnTo>
                  <a:lnTo>
                    <a:pt x="81299" y="2535856"/>
                  </a:lnTo>
                  <a:lnTo>
                    <a:pt x="77020" y="2535856"/>
                  </a:lnTo>
                  <a:lnTo>
                    <a:pt x="72741" y="2535856"/>
                  </a:lnTo>
                  <a:lnTo>
                    <a:pt x="68462" y="2535856"/>
                  </a:lnTo>
                  <a:lnTo>
                    <a:pt x="64183" y="2535856"/>
                  </a:lnTo>
                  <a:lnTo>
                    <a:pt x="59904" y="2535856"/>
                  </a:lnTo>
                  <a:lnTo>
                    <a:pt x="55625" y="2535856"/>
                  </a:lnTo>
                  <a:lnTo>
                    <a:pt x="51347" y="2535856"/>
                  </a:lnTo>
                  <a:lnTo>
                    <a:pt x="47068" y="2535856"/>
                  </a:lnTo>
                  <a:lnTo>
                    <a:pt x="42789" y="2535856"/>
                  </a:lnTo>
                  <a:lnTo>
                    <a:pt x="38510" y="2535856"/>
                  </a:lnTo>
                  <a:lnTo>
                    <a:pt x="34231" y="2535856"/>
                  </a:lnTo>
                  <a:lnTo>
                    <a:pt x="29952" y="2535856"/>
                  </a:lnTo>
                  <a:lnTo>
                    <a:pt x="25673" y="2535856"/>
                  </a:lnTo>
                  <a:lnTo>
                    <a:pt x="21394" y="2535856"/>
                  </a:lnTo>
                  <a:lnTo>
                    <a:pt x="17115" y="2535856"/>
                  </a:lnTo>
                  <a:lnTo>
                    <a:pt x="12836" y="2535856"/>
                  </a:lnTo>
                  <a:lnTo>
                    <a:pt x="8557" y="2535856"/>
                  </a:lnTo>
                  <a:lnTo>
                    <a:pt x="4278" y="2535856"/>
                  </a:lnTo>
                  <a:lnTo>
                    <a:pt x="0" y="2535856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44934" y="3843593"/>
              <a:ext cx="8553560" cy="2535856"/>
            </a:xfrm>
            <a:custGeom>
              <a:avLst/>
              <a:pathLst>
                <a:path w="8553560" h="2535856">
                  <a:moveTo>
                    <a:pt x="0" y="2376289"/>
                  </a:moveTo>
                  <a:lnTo>
                    <a:pt x="4278" y="2356057"/>
                  </a:lnTo>
                  <a:lnTo>
                    <a:pt x="8557" y="2329471"/>
                  </a:lnTo>
                  <a:lnTo>
                    <a:pt x="12836" y="2323838"/>
                  </a:lnTo>
                  <a:lnTo>
                    <a:pt x="17115" y="2351504"/>
                  </a:lnTo>
                  <a:lnTo>
                    <a:pt x="21394" y="2272161"/>
                  </a:lnTo>
                  <a:lnTo>
                    <a:pt x="25673" y="2295991"/>
                  </a:lnTo>
                  <a:lnTo>
                    <a:pt x="29952" y="2372483"/>
                  </a:lnTo>
                  <a:lnTo>
                    <a:pt x="34231" y="2363855"/>
                  </a:lnTo>
                  <a:lnTo>
                    <a:pt x="38510" y="2362652"/>
                  </a:lnTo>
                  <a:lnTo>
                    <a:pt x="42789" y="2359023"/>
                  </a:lnTo>
                  <a:lnTo>
                    <a:pt x="47068" y="2330575"/>
                  </a:lnTo>
                  <a:lnTo>
                    <a:pt x="51347" y="2372692"/>
                  </a:lnTo>
                  <a:lnTo>
                    <a:pt x="55625" y="2356445"/>
                  </a:lnTo>
                  <a:lnTo>
                    <a:pt x="59904" y="2344302"/>
                  </a:lnTo>
                  <a:lnTo>
                    <a:pt x="64183" y="2358682"/>
                  </a:lnTo>
                  <a:lnTo>
                    <a:pt x="68462" y="2303892"/>
                  </a:lnTo>
                  <a:lnTo>
                    <a:pt x="72741" y="2324161"/>
                  </a:lnTo>
                  <a:lnTo>
                    <a:pt x="77020" y="2300348"/>
                  </a:lnTo>
                  <a:lnTo>
                    <a:pt x="81299" y="2298854"/>
                  </a:lnTo>
                  <a:lnTo>
                    <a:pt x="85578" y="2296097"/>
                  </a:lnTo>
                  <a:lnTo>
                    <a:pt x="89857" y="2327179"/>
                  </a:lnTo>
                  <a:lnTo>
                    <a:pt x="94136" y="2349109"/>
                  </a:lnTo>
                  <a:lnTo>
                    <a:pt x="98415" y="2383420"/>
                  </a:lnTo>
                  <a:lnTo>
                    <a:pt x="102694" y="2384150"/>
                  </a:lnTo>
                  <a:lnTo>
                    <a:pt x="106972" y="2403560"/>
                  </a:lnTo>
                  <a:lnTo>
                    <a:pt x="111251" y="2411276"/>
                  </a:lnTo>
                  <a:lnTo>
                    <a:pt x="115530" y="2479951"/>
                  </a:lnTo>
                  <a:lnTo>
                    <a:pt x="119809" y="2512582"/>
                  </a:lnTo>
                  <a:lnTo>
                    <a:pt x="124088" y="2495421"/>
                  </a:lnTo>
                  <a:lnTo>
                    <a:pt x="128367" y="2510441"/>
                  </a:lnTo>
                  <a:lnTo>
                    <a:pt x="132646" y="2500475"/>
                  </a:lnTo>
                  <a:lnTo>
                    <a:pt x="136925" y="2478508"/>
                  </a:lnTo>
                  <a:lnTo>
                    <a:pt x="141204" y="2462444"/>
                  </a:lnTo>
                  <a:lnTo>
                    <a:pt x="145483" y="2437167"/>
                  </a:lnTo>
                  <a:lnTo>
                    <a:pt x="149762" y="2410177"/>
                  </a:lnTo>
                  <a:lnTo>
                    <a:pt x="154041" y="2400865"/>
                  </a:lnTo>
                  <a:lnTo>
                    <a:pt x="158320" y="2396988"/>
                  </a:lnTo>
                  <a:lnTo>
                    <a:pt x="162598" y="2458709"/>
                  </a:lnTo>
                  <a:lnTo>
                    <a:pt x="166877" y="2465838"/>
                  </a:lnTo>
                  <a:lnTo>
                    <a:pt x="171156" y="2482605"/>
                  </a:lnTo>
                  <a:lnTo>
                    <a:pt x="175435" y="2465193"/>
                  </a:lnTo>
                  <a:lnTo>
                    <a:pt x="179714" y="2423828"/>
                  </a:lnTo>
                  <a:lnTo>
                    <a:pt x="183993" y="2463653"/>
                  </a:lnTo>
                  <a:lnTo>
                    <a:pt x="188272" y="2510757"/>
                  </a:lnTo>
                  <a:lnTo>
                    <a:pt x="192551" y="2535856"/>
                  </a:lnTo>
                  <a:lnTo>
                    <a:pt x="192551" y="2535856"/>
                  </a:lnTo>
                  <a:lnTo>
                    <a:pt x="196830" y="2526747"/>
                  </a:lnTo>
                  <a:lnTo>
                    <a:pt x="201109" y="2501896"/>
                  </a:lnTo>
                  <a:lnTo>
                    <a:pt x="205388" y="2535856"/>
                  </a:lnTo>
                  <a:lnTo>
                    <a:pt x="205388" y="2535856"/>
                  </a:lnTo>
                  <a:lnTo>
                    <a:pt x="209667" y="2535856"/>
                  </a:lnTo>
                  <a:lnTo>
                    <a:pt x="213945" y="2535856"/>
                  </a:lnTo>
                  <a:lnTo>
                    <a:pt x="218224" y="2531799"/>
                  </a:lnTo>
                  <a:lnTo>
                    <a:pt x="222503" y="2535856"/>
                  </a:lnTo>
                  <a:lnTo>
                    <a:pt x="226782" y="2535856"/>
                  </a:lnTo>
                  <a:lnTo>
                    <a:pt x="231061" y="2535856"/>
                  </a:lnTo>
                  <a:lnTo>
                    <a:pt x="235340" y="2535856"/>
                  </a:lnTo>
                  <a:lnTo>
                    <a:pt x="239619" y="2535856"/>
                  </a:lnTo>
                  <a:lnTo>
                    <a:pt x="243898" y="2535856"/>
                  </a:lnTo>
                  <a:lnTo>
                    <a:pt x="248177" y="2535856"/>
                  </a:lnTo>
                  <a:lnTo>
                    <a:pt x="252456" y="2535856"/>
                  </a:lnTo>
                  <a:lnTo>
                    <a:pt x="256735" y="2533116"/>
                  </a:lnTo>
                  <a:lnTo>
                    <a:pt x="261014" y="2525730"/>
                  </a:lnTo>
                  <a:lnTo>
                    <a:pt x="265293" y="2511826"/>
                  </a:lnTo>
                  <a:lnTo>
                    <a:pt x="269571" y="2509164"/>
                  </a:lnTo>
                  <a:lnTo>
                    <a:pt x="273850" y="2476770"/>
                  </a:lnTo>
                  <a:lnTo>
                    <a:pt x="278129" y="2473956"/>
                  </a:lnTo>
                  <a:lnTo>
                    <a:pt x="282408" y="2424985"/>
                  </a:lnTo>
                  <a:lnTo>
                    <a:pt x="286687" y="2427730"/>
                  </a:lnTo>
                  <a:lnTo>
                    <a:pt x="290966" y="2437511"/>
                  </a:lnTo>
                  <a:lnTo>
                    <a:pt x="295245" y="2391103"/>
                  </a:lnTo>
                  <a:lnTo>
                    <a:pt x="299524" y="2428850"/>
                  </a:lnTo>
                  <a:lnTo>
                    <a:pt x="303803" y="2424451"/>
                  </a:lnTo>
                  <a:lnTo>
                    <a:pt x="308082" y="2460748"/>
                  </a:lnTo>
                  <a:lnTo>
                    <a:pt x="312361" y="2477021"/>
                  </a:lnTo>
                  <a:lnTo>
                    <a:pt x="316640" y="2473197"/>
                  </a:lnTo>
                  <a:lnTo>
                    <a:pt x="320918" y="2508741"/>
                  </a:lnTo>
                  <a:lnTo>
                    <a:pt x="325197" y="2468752"/>
                  </a:lnTo>
                  <a:lnTo>
                    <a:pt x="329476" y="2451611"/>
                  </a:lnTo>
                  <a:lnTo>
                    <a:pt x="333755" y="2412612"/>
                  </a:lnTo>
                  <a:lnTo>
                    <a:pt x="338034" y="2428829"/>
                  </a:lnTo>
                  <a:lnTo>
                    <a:pt x="342313" y="2430958"/>
                  </a:lnTo>
                  <a:lnTo>
                    <a:pt x="346592" y="2409759"/>
                  </a:lnTo>
                  <a:lnTo>
                    <a:pt x="350871" y="2448634"/>
                  </a:lnTo>
                  <a:lnTo>
                    <a:pt x="355150" y="2451148"/>
                  </a:lnTo>
                  <a:lnTo>
                    <a:pt x="359429" y="2393324"/>
                  </a:lnTo>
                  <a:lnTo>
                    <a:pt x="363708" y="2373665"/>
                  </a:lnTo>
                  <a:lnTo>
                    <a:pt x="367987" y="2364776"/>
                  </a:lnTo>
                  <a:lnTo>
                    <a:pt x="372266" y="2427727"/>
                  </a:lnTo>
                  <a:lnTo>
                    <a:pt x="376544" y="2462034"/>
                  </a:lnTo>
                  <a:lnTo>
                    <a:pt x="380823" y="2480231"/>
                  </a:lnTo>
                  <a:lnTo>
                    <a:pt x="385102" y="2475121"/>
                  </a:lnTo>
                  <a:lnTo>
                    <a:pt x="389381" y="2464955"/>
                  </a:lnTo>
                  <a:lnTo>
                    <a:pt x="393660" y="2444232"/>
                  </a:lnTo>
                  <a:lnTo>
                    <a:pt x="397939" y="2459476"/>
                  </a:lnTo>
                  <a:lnTo>
                    <a:pt x="402218" y="2422137"/>
                  </a:lnTo>
                  <a:lnTo>
                    <a:pt x="406497" y="2443805"/>
                  </a:lnTo>
                  <a:lnTo>
                    <a:pt x="410776" y="2459131"/>
                  </a:lnTo>
                  <a:lnTo>
                    <a:pt x="415055" y="2451822"/>
                  </a:lnTo>
                  <a:lnTo>
                    <a:pt x="419334" y="2488691"/>
                  </a:lnTo>
                  <a:lnTo>
                    <a:pt x="423613" y="2531236"/>
                  </a:lnTo>
                  <a:lnTo>
                    <a:pt x="427891" y="2535856"/>
                  </a:lnTo>
                  <a:lnTo>
                    <a:pt x="432170" y="2535856"/>
                  </a:lnTo>
                  <a:lnTo>
                    <a:pt x="436449" y="2531879"/>
                  </a:lnTo>
                  <a:lnTo>
                    <a:pt x="440728" y="2535856"/>
                  </a:lnTo>
                  <a:lnTo>
                    <a:pt x="440728" y="2535856"/>
                  </a:lnTo>
                  <a:lnTo>
                    <a:pt x="445007" y="2535856"/>
                  </a:lnTo>
                  <a:lnTo>
                    <a:pt x="449286" y="2522358"/>
                  </a:lnTo>
                  <a:lnTo>
                    <a:pt x="453565" y="2529408"/>
                  </a:lnTo>
                  <a:lnTo>
                    <a:pt x="457844" y="2530981"/>
                  </a:lnTo>
                  <a:lnTo>
                    <a:pt x="462123" y="2535856"/>
                  </a:lnTo>
                  <a:lnTo>
                    <a:pt x="462123" y="2535856"/>
                  </a:lnTo>
                  <a:lnTo>
                    <a:pt x="466402" y="2535856"/>
                  </a:lnTo>
                  <a:lnTo>
                    <a:pt x="470681" y="2530817"/>
                  </a:lnTo>
                  <a:lnTo>
                    <a:pt x="474960" y="2535856"/>
                  </a:lnTo>
                  <a:lnTo>
                    <a:pt x="474960" y="2535856"/>
                  </a:lnTo>
                  <a:lnTo>
                    <a:pt x="479239" y="2535856"/>
                  </a:lnTo>
                  <a:lnTo>
                    <a:pt x="483517" y="2535856"/>
                  </a:lnTo>
                  <a:lnTo>
                    <a:pt x="487796" y="2535856"/>
                  </a:lnTo>
                  <a:lnTo>
                    <a:pt x="492075" y="2531322"/>
                  </a:lnTo>
                  <a:lnTo>
                    <a:pt x="496354" y="2518877"/>
                  </a:lnTo>
                  <a:lnTo>
                    <a:pt x="500633" y="2528193"/>
                  </a:lnTo>
                  <a:lnTo>
                    <a:pt x="504912" y="2528704"/>
                  </a:lnTo>
                  <a:lnTo>
                    <a:pt x="509191" y="2535856"/>
                  </a:lnTo>
                  <a:lnTo>
                    <a:pt x="509191" y="2535856"/>
                  </a:lnTo>
                  <a:lnTo>
                    <a:pt x="513470" y="2535856"/>
                  </a:lnTo>
                  <a:lnTo>
                    <a:pt x="517749" y="2517279"/>
                  </a:lnTo>
                  <a:lnTo>
                    <a:pt x="522028" y="2535856"/>
                  </a:lnTo>
                  <a:lnTo>
                    <a:pt x="522028" y="2535856"/>
                  </a:lnTo>
                  <a:lnTo>
                    <a:pt x="526307" y="2523199"/>
                  </a:lnTo>
                  <a:lnTo>
                    <a:pt x="530586" y="2510658"/>
                  </a:lnTo>
                  <a:lnTo>
                    <a:pt x="534864" y="2508766"/>
                  </a:lnTo>
                  <a:lnTo>
                    <a:pt x="539143" y="2533920"/>
                  </a:lnTo>
                  <a:lnTo>
                    <a:pt x="543422" y="2535856"/>
                  </a:lnTo>
                  <a:lnTo>
                    <a:pt x="543422" y="2535856"/>
                  </a:lnTo>
                  <a:lnTo>
                    <a:pt x="547701" y="2535856"/>
                  </a:lnTo>
                  <a:lnTo>
                    <a:pt x="551980" y="2528687"/>
                  </a:lnTo>
                  <a:lnTo>
                    <a:pt x="556259" y="2535856"/>
                  </a:lnTo>
                  <a:lnTo>
                    <a:pt x="556259" y="2535856"/>
                  </a:lnTo>
                  <a:lnTo>
                    <a:pt x="560538" y="2535856"/>
                  </a:lnTo>
                  <a:lnTo>
                    <a:pt x="564817" y="2535856"/>
                  </a:lnTo>
                  <a:lnTo>
                    <a:pt x="569096" y="2517714"/>
                  </a:lnTo>
                  <a:lnTo>
                    <a:pt x="573375" y="2478515"/>
                  </a:lnTo>
                  <a:lnTo>
                    <a:pt x="577654" y="2482571"/>
                  </a:lnTo>
                  <a:lnTo>
                    <a:pt x="581933" y="2495701"/>
                  </a:lnTo>
                  <a:lnTo>
                    <a:pt x="586212" y="2469802"/>
                  </a:lnTo>
                  <a:lnTo>
                    <a:pt x="590490" y="2509469"/>
                  </a:lnTo>
                  <a:lnTo>
                    <a:pt x="594769" y="2518329"/>
                  </a:lnTo>
                  <a:lnTo>
                    <a:pt x="599048" y="2535856"/>
                  </a:lnTo>
                  <a:lnTo>
                    <a:pt x="599048" y="2535856"/>
                  </a:lnTo>
                  <a:lnTo>
                    <a:pt x="603327" y="2525391"/>
                  </a:lnTo>
                  <a:lnTo>
                    <a:pt x="607606" y="2510237"/>
                  </a:lnTo>
                  <a:lnTo>
                    <a:pt x="611885" y="2505363"/>
                  </a:lnTo>
                  <a:lnTo>
                    <a:pt x="616164" y="2490620"/>
                  </a:lnTo>
                  <a:lnTo>
                    <a:pt x="620443" y="2488699"/>
                  </a:lnTo>
                  <a:lnTo>
                    <a:pt x="624722" y="2475918"/>
                  </a:lnTo>
                  <a:lnTo>
                    <a:pt x="629001" y="2496835"/>
                  </a:lnTo>
                  <a:lnTo>
                    <a:pt x="633280" y="2501784"/>
                  </a:lnTo>
                  <a:lnTo>
                    <a:pt x="637559" y="2502342"/>
                  </a:lnTo>
                  <a:lnTo>
                    <a:pt x="641837" y="2509429"/>
                  </a:lnTo>
                  <a:lnTo>
                    <a:pt x="646116" y="2508171"/>
                  </a:lnTo>
                  <a:lnTo>
                    <a:pt x="650395" y="2508934"/>
                  </a:lnTo>
                  <a:lnTo>
                    <a:pt x="654674" y="2531526"/>
                  </a:lnTo>
                  <a:lnTo>
                    <a:pt x="658953" y="2533808"/>
                  </a:lnTo>
                  <a:lnTo>
                    <a:pt x="663232" y="2507272"/>
                  </a:lnTo>
                  <a:lnTo>
                    <a:pt x="667511" y="2521263"/>
                  </a:lnTo>
                  <a:lnTo>
                    <a:pt x="671790" y="2501507"/>
                  </a:lnTo>
                  <a:lnTo>
                    <a:pt x="676069" y="2517707"/>
                  </a:lnTo>
                  <a:lnTo>
                    <a:pt x="680348" y="2511229"/>
                  </a:lnTo>
                  <a:lnTo>
                    <a:pt x="684627" y="2510072"/>
                  </a:lnTo>
                  <a:lnTo>
                    <a:pt x="688906" y="2517856"/>
                  </a:lnTo>
                  <a:lnTo>
                    <a:pt x="693185" y="2512179"/>
                  </a:lnTo>
                  <a:lnTo>
                    <a:pt x="697463" y="2526625"/>
                  </a:lnTo>
                  <a:lnTo>
                    <a:pt x="701742" y="2513217"/>
                  </a:lnTo>
                  <a:lnTo>
                    <a:pt x="706021" y="2535856"/>
                  </a:lnTo>
                  <a:lnTo>
                    <a:pt x="706021" y="2535856"/>
                  </a:lnTo>
                  <a:lnTo>
                    <a:pt x="710300" y="2535856"/>
                  </a:lnTo>
                  <a:lnTo>
                    <a:pt x="714579" y="2504739"/>
                  </a:lnTo>
                  <a:lnTo>
                    <a:pt x="718858" y="2503255"/>
                  </a:lnTo>
                  <a:lnTo>
                    <a:pt x="723137" y="2503997"/>
                  </a:lnTo>
                  <a:lnTo>
                    <a:pt x="727416" y="2505211"/>
                  </a:lnTo>
                  <a:lnTo>
                    <a:pt x="731695" y="2485405"/>
                  </a:lnTo>
                  <a:lnTo>
                    <a:pt x="735974" y="2464519"/>
                  </a:lnTo>
                  <a:lnTo>
                    <a:pt x="740253" y="2435632"/>
                  </a:lnTo>
                  <a:lnTo>
                    <a:pt x="744532" y="2419052"/>
                  </a:lnTo>
                  <a:lnTo>
                    <a:pt x="748810" y="2430124"/>
                  </a:lnTo>
                  <a:lnTo>
                    <a:pt x="753089" y="2404936"/>
                  </a:lnTo>
                  <a:lnTo>
                    <a:pt x="757368" y="2441426"/>
                  </a:lnTo>
                  <a:lnTo>
                    <a:pt x="761647" y="2419387"/>
                  </a:lnTo>
                  <a:lnTo>
                    <a:pt x="765926" y="2389526"/>
                  </a:lnTo>
                  <a:lnTo>
                    <a:pt x="770205" y="2405294"/>
                  </a:lnTo>
                  <a:lnTo>
                    <a:pt x="774484" y="2433610"/>
                  </a:lnTo>
                  <a:lnTo>
                    <a:pt x="778763" y="2469168"/>
                  </a:lnTo>
                  <a:lnTo>
                    <a:pt x="783042" y="2439938"/>
                  </a:lnTo>
                  <a:lnTo>
                    <a:pt x="787321" y="2436670"/>
                  </a:lnTo>
                  <a:lnTo>
                    <a:pt x="791600" y="2420406"/>
                  </a:lnTo>
                  <a:lnTo>
                    <a:pt x="795879" y="2413526"/>
                  </a:lnTo>
                  <a:lnTo>
                    <a:pt x="800158" y="2432080"/>
                  </a:lnTo>
                  <a:lnTo>
                    <a:pt x="804436" y="2451582"/>
                  </a:lnTo>
                  <a:lnTo>
                    <a:pt x="808715" y="2478239"/>
                  </a:lnTo>
                  <a:lnTo>
                    <a:pt x="812994" y="2479659"/>
                  </a:lnTo>
                  <a:lnTo>
                    <a:pt x="817273" y="2448532"/>
                  </a:lnTo>
                  <a:lnTo>
                    <a:pt x="821552" y="2482577"/>
                  </a:lnTo>
                  <a:lnTo>
                    <a:pt x="825831" y="2469693"/>
                  </a:lnTo>
                  <a:lnTo>
                    <a:pt x="830110" y="2526004"/>
                  </a:lnTo>
                  <a:lnTo>
                    <a:pt x="834389" y="2487703"/>
                  </a:lnTo>
                  <a:lnTo>
                    <a:pt x="838668" y="2524812"/>
                  </a:lnTo>
                  <a:lnTo>
                    <a:pt x="842947" y="2491252"/>
                  </a:lnTo>
                  <a:lnTo>
                    <a:pt x="847226" y="2463608"/>
                  </a:lnTo>
                  <a:lnTo>
                    <a:pt x="851505" y="2450264"/>
                  </a:lnTo>
                  <a:lnTo>
                    <a:pt x="855783" y="2479800"/>
                  </a:lnTo>
                  <a:lnTo>
                    <a:pt x="860062" y="2533218"/>
                  </a:lnTo>
                  <a:lnTo>
                    <a:pt x="864341" y="2496512"/>
                  </a:lnTo>
                  <a:lnTo>
                    <a:pt x="868620" y="2512895"/>
                  </a:lnTo>
                  <a:lnTo>
                    <a:pt x="872899" y="2505740"/>
                  </a:lnTo>
                  <a:lnTo>
                    <a:pt x="877178" y="2535856"/>
                  </a:lnTo>
                  <a:lnTo>
                    <a:pt x="877178" y="2535856"/>
                  </a:lnTo>
                  <a:lnTo>
                    <a:pt x="881457" y="2506979"/>
                  </a:lnTo>
                  <a:lnTo>
                    <a:pt x="885736" y="2463170"/>
                  </a:lnTo>
                  <a:lnTo>
                    <a:pt x="890015" y="2506656"/>
                  </a:lnTo>
                  <a:lnTo>
                    <a:pt x="894294" y="2478200"/>
                  </a:lnTo>
                  <a:lnTo>
                    <a:pt x="898573" y="2500673"/>
                  </a:lnTo>
                  <a:lnTo>
                    <a:pt x="902852" y="2474777"/>
                  </a:lnTo>
                  <a:lnTo>
                    <a:pt x="907131" y="2428731"/>
                  </a:lnTo>
                  <a:lnTo>
                    <a:pt x="911409" y="2476166"/>
                  </a:lnTo>
                  <a:lnTo>
                    <a:pt x="915688" y="2482943"/>
                  </a:lnTo>
                  <a:lnTo>
                    <a:pt x="919967" y="2499550"/>
                  </a:lnTo>
                  <a:lnTo>
                    <a:pt x="924246" y="2504016"/>
                  </a:lnTo>
                  <a:lnTo>
                    <a:pt x="928525" y="2455580"/>
                  </a:lnTo>
                  <a:lnTo>
                    <a:pt x="932804" y="2468575"/>
                  </a:lnTo>
                  <a:lnTo>
                    <a:pt x="937083" y="2493011"/>
                  </a:lnTo>
                  <a:lnTo>
                    <a:pt x="941362" y="2486719"/>
                  </a:lnTo>
                  <a:lnTo>
                    <a:pt x="945641" y="2528128"/>
                  </a:lnTo>
                  <a:lnTo>
                    <a:pt x="949920" y="2510470"/>
                  </a:lnTo>
                  <a:lnTo>
                    <a:pt x="954199" y="2535856"/>
                  </a:lnTo>
                  <a:lnTo>
                    <a:pt x="954199" y="2535856"/>
                  </a:lnTo>
                  <a:lnTo>
                    <a:pt x="958478" y="2535856"/>
                  </a:lnTo>
                  <a:lnTo>
                    <a:pt x="962756" y="2535856"/>
                  </a:lnTo>
                  <a:lnTo>
                    <a:pt x="967035" y="2535856"/>
                  </a:lnTo>
                  <a:lnTo>
                    <a:pt x="971314" y="2535856"/>
                  </a:lnTo>
                  <a:lnTo>
                    <a:pt x="975593" y="2535856"/>
                  </a:lnTo>
                  <a:lnTo>
                    <a:pt x="979872" y="2535856"/>
                  </a:lnTo>
                  <a:lnTo>
                    <a:pt x="984151" y="2518461"/>
                  </a:lnTo>
                  <a:lnTo>
                    <a:pt x="988430" y="2518995"/>
                  </a:lnTo>
                  <a:lnTo>
                    <a:pt x="992709" y="2474708"/>
                  </a:lnTo>
                  <a:lnTo>
                    <a:pt x="996988" y="2437467"/>
                  </a:lnTo>
                  <a:lnTo>
                    <a:pt x="1001267" y="2460561"/>
                  </a:lnTo>
                  <a:lnTo>
                    <a:pt x="1005546" y="2447021"/>
                  </a:lnTo>
                  <a:lnTo>
                    <a:pt x="1009825" y="2462809"/>
                  </a:lnTo>
                  <a:lnTo>
                    <a:pt x="1014104" y="2459718"/>
                  </a:lnTo>
                  <a:lnTo>
                    <a:pt x="1018382" y="2465442"/>
                  </a:lnTo>
                  <a:lnTo>
                    <a:pt x="1022661" y="2477232"/>
                  </a:lnTo>
                  <a:lnTo>
                    <a:pt x="1026940" y="2474865"/>
                  </a:lnTo>
                  <a:lnTo>
                    <a:pt x="1031219" y="2461222"/>
                  </a:lnTo>
                  <a:lnTo>
                    <a:pt x="1035498" y="2459822"/>
                  </a:lnTo>
                  <a:lnTo>
                    <a:pt x="1039777" y="2483498"/>
                  </a:lnTo>
                  <a:lnTo>
                    <a:pt x="1044056" y="2475947"/>
                  </a:lnTo>
                  <a:lnTo>
                    <a:pt x="1048335" y="2479095"/>
                  </a:lnTo>
                  <a:lnTo>
                    <a:pt x="1052614" y="2490687"/>
                  </a:lnTo>
                  <a:lnTo>
                    <a:pt x="1056893" y="2451102"/>
                  </a:lnTo>
                  <a:lnTo>
                    <a:pt x="1061172" y="2455205"/>
                  </a:lnTo>
                  <a:lnTo>
                    <a:pt x="1065451" y="2455556"/>
                  </a:lnTo>
                  <a:lnTo>
                    <a:pt x="1069729" y="2430617"/>
                  </a:lnTo>
                  <a:lnTo>
                    <a:pt x="1074008" y="2438633"/>
                  </a:lnTo>
                  <a:lnTo>
                    <a:pt x="1078287" y="2440330"/>
                  </a:lnTo>
                  <a:lnTo>
                    <a:pt x="1082566" y="2437967"/>
                  </a:lnTo>
                  <a:lnTo>
                    <a:pt x="1086845" y="2436092"/>
                  </a:lnTo>
                  <a:lnTo>
                    <a:pt x="1091124" y="2416479"/>
                  </a:lnTo>
                  <a:lnTo>
                    <a:pt x="1095403" y="2428778"/>
                  </a:lnTo>
                  <a:lnTo>
                    <a:pt x="1099682" y="2463107"/>
                  </a:lnTo>
                  <a:lnTo>
                    <a:pt x="1103961" y="2464632"/>
                  </a:lnTo>
                  <a:lnTo>
                    <a:pt x="1108240" y="2442541"/>
                  </a:lnTo>
                  <a:lnTo>
                    <a:pt x="1112519" y="2465320"/>
                  </a:lnTo>
                  <a:lnTo>
                    <a:pt x="1116798" y="2460735"/>
                  </a:lnTo>
                  <a:lnTo>
                    <a:pt x="1121077" y="2467571"/>
                  </a:lnTo>
                  <a:lnTo>
                    <a:pt x="1125355" y="2480606"/>
                  </a:lnTo>
                  <a:lnTo>
                    <a:pt x="1129634" y="2458571"/>
                  </a:lnTo>
                  <a:lnTo>
                    <a:pt x="1133913" y="2482755"/>
                  </a:lnTo>
                  <a:lnTo>
                    <a:pt x="1138192" y="2442905"/>
                  </a:lnTo>
                  <a:lnTo>
                    <a:pt x="1142471" y="2413953"/>
                  </a:lnTo>
                  <a:lnTo>
                    <a:pt x="1146750" y="2424503"/>
                  </a:lnTo>
                  <a:lnTo>
                    <a:pt x="1151029" y="2425956"/>
                  </a:lnTo>
                  <a:lnTo>
                    <a:pt x="1155308" y="2429620"/>
                  </a:lnTo>
                  <a:lnTo>
                    <a:pt x="1159587" y="2449703"/>
                  </a:lnTo>
                  <a:lnTo>
                    <a:pt x="1163866" y="2435889"/>
                  </a:lnTo>
                  <a:lnTo>
                    <a:pt x="1168145" y="2420176"/>
                  </a:lnTo>
                  <a:lnTo>
                    <a:pt x="1172424" y="2393392"/>
                  </a:lnTo>
                  <a:lnTo>
                    <a:pt x="1176702" y="2426194"/>
                  </a:lnTo>
                  <a:lnTo>
                    <a:pt x="1180981" y="2435390"/>
                  </a:lnTo>
                  <a:lnTo>
                    <a:pt x="1185260" y="2417014"/>
                  </a:lnTo>
                  <a:lnTo>
                    <a:pt x="1189539" y="2442774"/>
                  </a:lnTo>
                  <a:lnTo>
                    <a:pt x="1193818" y="2454810"/>
                  </a:lnTo>
                  <a:lnTo>
                    <a:pt x="1198097" y="2430387"/>
                  </a:lnTo>
                  <a:lnTo>
                    <a:pt x="1202376" y="2437743"/>
                  </a:lnTo>
                  <a:lnTo>
                    <a:pt x="1206655" y="2428734"/>
                  </a:lnTo>
                  <a:lnTo>
                    <a:pt x="1210934" y="2427334"/>
                  </a:lnTo>
                  <a:lnTo>
                    <a:pt x="1215213" y="2468362"/>
                  </a:lnTo>
                  <a:lnTo>
                    <a:pt x="1219492" y="2479755"/>
                  </a:lnTo>
                  <a:lnTo>
                    <a:pt x="1223771" y="2472000"/>
                  </a:lnTo>
                  <a:lnTo>
                    <a:pt x="1228050" y="2461060"/>
                  </a:lnTo>
                  <a:lnTo>
                    <a:pt x="1232328" y="2456404"/>
                  </a:lnTo>
                  <a:lnTo>
                    <a:pt x="1236607" y="2467873"/>
                  </a:lnTo>
                  <a:lnTo>
                    <a:pt x="1240886" y="2468156"/>
                  </a:lnTo>
                  <a:lnTo>
                    <a:pt x="1245165" y="2462618"/>
                  </a:lnTo>
                  <a:lnTo>
                    <a:pt x="1249444" y="2470425"/>
                  </a:lnTo>
                  <a:lnTo>
                    <a:pt x="1253723" y="2499920"/>
                  </a:lnTo>
                  <a:lnTo>
                    <a:pt x="1258002" y="2491030"/>
                  </a:lnTo>
                  <a:lnTo>
                    <a:pt x="1262281" y="2495720"/>
                  </a:lnTo>
                  <a:lnTo>
                    <a:pt x="1266560" y="2477474"/>
                  </a:lnTo>
                  <a:lnTo>
                    <a:pt x="1270839" y="2535856"/>
                  </a:lnTo>
                  <a:lnTo>
                    <a:pt x="1270839" y="2535856"/>
                  </a:lnTo>
                  <a:lnTo>
                    <a:pt x="1275118" y="2535856"/>
                  </a:lnTo>
                  <a:lnTo>
                    <a:pt x="1279397" y="2535856"/>
                  </a:lnTo>
                  <a:lnTo>
                    <a:pt x="1283675" y="2535856"/>
                  </a:lnTo>
                  <a:lnTo>
                    <a:pt x="1287954" y="2535856"/>
                  </a:lnTo>
                  <a:lnTo>
                    <a:pt x="1292233" y="2535856"/>
                  </a:lnTo>
                  <a:lnTo>
                    <a:pt x="1296512" y="2535856"/>
                  </a:lnTo>
                  <a:lnTo>
                    <a:pt x="1300791" y="2516815"/>
                  </a:lnTo>
                  <a:lnTo>
                    <a:pt x="1305070" y="2535856"/>
                  </a:lnTo>
                  <a:lnTo>
                    <a:pt x="1305070" y="2535856"/>
                  </a:lnTo>
                  <a:lnTo>
                    <a:pt x="1309349" y="2505824"/>
                  </a:lnTo>
                  <a:lnTo>
                    <a:pt x="1313628" y="2523526"/>
                  </a:lnTo>
                  <a:lnTo>
                    <a:pt x="1317907" y="2521353"/>
                  </a:lnTo>
                  <a:lnTo>
                    <a:pt x="1322186" y="2506491"/>
                  </a:lnTo>
                  <a:lnTo>
                    <a:pt x="1326465" y="2512289"/>
                  </a:lnTo>
                  <a:lnTo>
                    <a:pt x="1330744" y="2535856"/>
                  </a:lnTo>
                  <a:lnTo>
                    <a:pt x="1330744" y="2535856"/>
                  </a:lnTo>
                  <a:lnTo>
                    <a:pt x="1335023" y="2535856"/>
                  </a:lnTo>
                  <a:lnTo>
                    <a:pt x="1339301" y="2510706"/>
                  </a:lnTo>
                  <a:lnTo>
                    <a:pt x="1343580" y="2474793"/>
                  </a:lnTo>
                  <a:lnTo>
                    <a:pt x="1347859" y="2473449"/>
                  </a:lnTo>
                  <a:lnTo>
                    <a:pt x="1352138" y="2499808"/>
                  </a:lnTo>
                  <a:lnTo>
                    <a:pt x="1356417" y="2520475"/>
                  </a:lnTo>
                  <a:lnTo>
                    <a:pt x="1360696" y="2487425"/>
                  </a:lnTo>
                  <a:lnTo>
                    <a:pt x="1364975" y="2480842"/>
                  </a:lnTo>
                  <a:lnTo>
                    <a:pt x="1369254" y="2487750"/>
                  </a:lnTo>
                  <a:lnTo>
                    <a:pt x="1373533" y="2448330"/>
                  </a:lnTo>
                  <a:lnTo>
                    <a:pt x="1377812" y="2456890"/>
                  </a:lnTo>
                  <a:lnTo>
                    <a:pt x="1382091" y="2424789"/>
                  </a:lnTo>
                  <a:lnTo>
                    <a:pt x="1386370" y="2465591"/>
                  </a:lnTo>
                  <a:lnTo>
                    <a:pt x="1390648" y="2459231"/>
                  </a:lnTo>
                  <a:lnTo>
                    <a:pt x="1394927" y="2496427"/>
                  </a:lnTo>
                  <a:lnTo>
                    <a:pt x="1399206" y="2503640"/>
                  </a:lnTo>
                  <a:lnTo>
                    <a:pt x="1403485" y="2450247"/>
                  </a:lnTo>
                  <a:lnTo>
                    <a:pt x="1407764" y="2422401"/>
                  </a:lnTo>
                  <a:lnTo>
                    <a:pt x="1412043" y="2433476"/>
                  </a:lnTo>
                  <a:lnTo>
                    <a:pt x="1416322" y="2412084"/>
                  </a:lnTo>
                  <a:lnTo>
                    <a:pt x="1420601" y="2425520"/>
                  </a:lnTo>
                  <a:lnTo>
                    <a:pt x="1424880" y="2428174"/>
                  </a:lnTo>
                  <a:lnTo>
                    <a:pt x="1429159" y="2423198"/>
                  </a:lnTo>
                  <a:lnTo>
                    <a:pt x="1433438" y="2443438"/>
                  </a:lnTo>
                  <a:lnTo>
                    <a:pt x="1437717" y="2488676"/>
                  </a:lnTo>
                  <a:lnTo>
                    <a:pt x="1441996" y="2495972"/>
                  </a:lnTo>
                  <a:lnTo>
                    <a:pt x="1446274" y="2473239"/>
                  </a:lnTo>
                  <a:lnTo>
                    <a:pt x="1450553" y="2523240"/>
                  </a:lnTo>
                  <a:lnTo>
                    <a:pt x="1454832" y="2490058"/>
                  </a:lnTo>
                  <a:lnTo>
                    <a:pt x="1459111" y="2511876"/>
                  </a:lnTo>
                  <a:lnTo>
                    <a:pt x="1463390" y="2524142"/>
                  </a:lnTo>
                  <a:lnTo>
                    <a:pt x="1467669" y="2495332"/>
                  </a:lnTo>
                  <a:lnTo>
                    <a:pt x="1471948" y="2535856"/>
                  </a:lnTo>
                  <a:lnTo>
                    <a:pt x="1471948" y="2535856"/>
                  </a:lnTo>
                  <a:lnTo>
                    <a:pt x="1476227" y="2535856"/>
                  </a:lnTo>
                  <a:lnTo>
                    <a:pt x="1480506" y="2514371"/>
                  </a:lnTo>
                  <a:lnTo>
                    <a:pt x="1484785" y="2488290"/>
                  </a:lnTo>
                  <a:lnTo>
                    <a:pt x="1489064" y="2463224"/>
                  </a:lnTo>
                  <a:lnTo>
                    <a:pt x="1493343" y="2478758"/>
                  </a:lnTo>
                  <a:lnTo>
                    <a:pt x="1497621" y="2460800"/>
                  </a:lnTo>
                  <a:lnTo>
                    <a:pt x="1501900" y="2466766"/>
                  </a:lnTo>
                  <a:lnTo>
                    <a:pt x="1506179" y="2468767"/>
                  </a:lnTo>
                  <a:lnTo>
                    <a:pt x="1510458" y="2474858"/>
                  </a:lnTo>
                  <a:lnTo>
                    <a:pt x="1514737" y="2508047"/>
                  </a:lnTo>
                  <a:lnTo>
                    <a:pt x="1519016" y="2498803"/>
                  </a:lnTo>
                  <a:lnTo>
                    <a:pt x="1523295" y="2455377"/>
                  </a:lnTo>
                  <a:lnTo>
                    <a:pt x="1527574" y="2501835"/>
                  </a:lnTo>
                  <a:lnTo>
                    <a:pt x="1531853" y="2498493"/>
                  </a:lnTo>
                  <a:lnTo>
                    <a:pt x="1536132" y="2467673"/>
                  </a:lnTo>
                  <a:lnTo>
                    <a:pt x="1540411" y="2467702"/>
                  </a:lnTo>
                  <a:lnTo>
                    <a:pt x="1544690" y="2467884"/>
                  </a:lnTo>
                  <a:lnTo>
                    <a:pt x="1548969" y="2519082"/>
                  </a:lnTo>
                  <a:lnTo>
                    <a:pt x="1553247" y="2501902"/>
                  </a:lnTo>
                  <a:lnTo>
                    <a:pt x="1557526" y="2504507"/>
                  </a:lnTo>
                  <a:lnTo>
                    <a:pt x="1561805" y="2502854"/>
                  </a:lnTo>
                  <a:lnTo>
                    <a:pt x="1566084" y="2535856"/>
                  </a:lnTo>
                  <a:lnTo>
                    <a:pt x="1566084" y="2535856"/>
                  </a:lnTo>
                  <a:lnTo>
                    <a:pt x="1570363" y="2535856"/>
                  </a:lnTo>
                  <a:lnTo>
                    <a:pt x="1574642" y="2535856"/>
                  </a:lnTo>
                  <a:lnTo>
                    <a:pt x="1578921" y="2535856"/>
                  </a:lnTo>
                  <a:lnTo>
                    <a:pt x="1583200" y="2535856"/>
                  </a:lnTo>
                  <a:lnTo>
                    <a:pt x="1587479" y="2527139"/>
                  </a:lnTo>
                  <a:lnTo>
                    <a:pt x="1591758" y="2535856"/>
                  </a:lnTo>
                  <a:lnTo>
                    <a:pt x="1591758" y="2535856"/>
                  </a:lnTo>
                  <a:lnTo>
                    <a:pt x="1596037" y="2535856"/>
                  </a:lnTo>
                  <a:lnTo>
                    <a:pt x="1600316" y="2535856"/>
                  </a:lnTo>
                  <a:lnTo>
                    <a:pt x="1604594" y="2535856"/>
                  </a:lnTo>
                  <a:lnTo>
                    <a:pt x="1608873" y="2535856"/>
                  </a:lnTo>
                  <a:lnTo>
                    <a:pt x="1613152" y="2535856"/>
                  </a:lnTo>
                  <a:lnTo>
                    <a:pt x="1617431" y="2535856"/>
                  </a:lnTo>
                  <a:lnTo>
                    <a:pt x="1621710" y="2535856"/>
                  </a:lnTo>
                  <a:lnTo>
                    <a:pt x="1625989" y="2535856"/>
                  </a:lnTo>
                  <a:lnTo>
                    <a:pt x="1630268" y="2515923"/>
                  </a:lnTo>
                  <a:lnTo>
                    <a:pt x="1634547" y="2470389"/>
                  </a:lnTo>
                  <a:lnTo>
                    <a:pt x="1638826" y="2500273"/>
                  </a:lnTo>
                  <a:lnTo>
                    <a:pt x="1643105" y="2469317"/>
                  </a:lnTo>
                  <a:lnTo>
                    <a:pt x="1647384" y="2505558"/>
                  </a:lnTo>
                  <a:lnTo>
                    <a:pt x="1651663" y="2425725"/>
                  </a:lnTo>
                  <a:lnTo>
                    <a:pt x="1655942" y="2413737"/>
                  </a:lnTo>
                  <a:lnTo>
                    <a:pt x="1660220" y="2442751"/>
                  </a:lnTo>
                  <a:lnTo>
                    <a:pt x="1664499" y="2460307"/>
                  </a:lnTo>
                  <a:lnTo>
                    <a:pt x="1668778" y="2473943"/>
                  </a:lnTo>
                  <a:lnTo>
                    <a:pt x="1673057" y="2487062"/>
                  </a:lnTo>
                  <a:lnTo>
                    <a:pt x="1677336" y="2483398"/>
                  </a:lnTo>
                  <a:lnTo>
                    <a:pt x="1681615" y="2487491"/>
                  </a:lnTo>
                  <a:lnTo>
                    <a:pt x="1685894" y="2512439"/>
                  </a:lnTo>
                  <a:lnTo>
                    <a:pt x="1690173" y="2483771"/>
                  </a:lnTo>
                  <a:lnTo>
                    <a:pt x="1694452" y="2461956"/>
                  </a:lnTo>
                  <a:lnTo>
                    <a:pt x="1698731" y="2457006"/>
                  </a:lnTo>
                  <a:lnTo>
                    <a:pt x="1703010" y="2458206"/>
                  </a:lnTo>
                  <a:lnTo>
                    <a:pt x="1707289" y="2487482"/>
                  </a:lnTo>
                  <a:lnTo>
                    <a:pt x="1711567" y="2469160"/>
                  </a:lnTo>
                  <a:lnTo>
                    <a:pt x="1715846" y="2463183"/>
                  </a:lnTo>
                  <a:lnTo>
                    <a:pt x="1720125" y="2444647"/>
                  </a:lnTo>
                  <a:lnTo>
                    <a:pt x="1724404" y="2451189"/>
                  </a:lnTo>
                  <a:lnTo>
                    <a:pt x="1728683" y="2484922"/>
                  </a:lnTo>
                  <a:lnTo>
                    <a:pt x="1732962" y="2465795"/>
                  </a:lnTo>
                  <a:lnTo>
                    <a:pt x="1737241" y="2512237"/>
                  </a:lnTo>
                  <a:lnTo>
                    <a:pt x="1741520" y="2492204"/>
                  </a:lnTo>
                  <a:lnTo>
                    <a:pt x="1745799" y="2489687"/>
                  </a:lnTo>
                  <a:lnTo>
                    <a:pt x="1750078" y="2519780"/>
                  </a:lnTo>
                  <a:lnTo>
                    <a:pt x="1754357" y="2535856"/>
                  </a:lnTo>
                  <a:lnTo>
                    <a:pt x="1754357" y="2535856"/>
                  </a:lnTo>
                  <a:lnTo>
                    <a:pt x="1758636" y="2535856"/>
                  </a:lnTo>
                  <a:lnTo>
                    <a:pt x="1762915" y="2535856"/>
                  </a:lnTo>
                  <a:lnTo>
                    <a:pt x="1767193" y="2535856"/>
                  </a:lnTo>
                  <a:lnTo>
                    <a:pt x="1771472" y="2526183"/>
                  </a:lnTo>
                  <a:lnTo>
                    <a:pt x="1775751" y="2498082"/>
                  </a:lnTo>
                  <a:lnTo>
                    <a:pt x="1780030" y="2494047"/>
                  </a:lnTo>
                  <a:lnTo>
                    <a:pt x="1784309" y="2514016"/>
                  </a:lnTo>
                  <a:lnTo>
                    <a:pt x="1788588" y="2505952"/>
                  </a:lnTo>
                  <a:lnTo>
                    <a:pt x="1792867" y="2535856"/>
                  </a:lnTo>
                  <a:lnTo>
                    <a:pt x="1792867" y="2535856"/>
                  </a:lnTo>
                  <a:lnTo>
                    <a:pt x="1797146" y="2535856"/>
                  </a:lnTo>
                  <a:lnTo>
                    <a:pt x="1801425" y="2535856"/>
                  </a:lnTo>
                  <a:lnTo>
                    <a:pt x="1805704" y="2535856"/>
                  </a:lnTo>
                  <a:lnTo>
                    <a:pt x="1809983" y="2535856"/>
                  </a:lnTo>
                  <a:lnTo>
                    <a:pt x="1814262" y="2535856"/>
                  </a:lnTo>
                  <a:lnTo>
                    <a:pt x="1818540" y="2535856"/>
                  </a:lnTo>
                  <a:lnTo>
                    <a:pt x="1822819" y="2535856"/>
                  </a:lnTo>
                  <a:lnTo>
                    <a:pt x="1827098" y="2535856"/>
                  </a:lnTo>
                  <a:lnTo>
                    <a:pt x="1831377" y="2535856"/>
                  </a:lnTo>
                  <a:lnTo>
                    <a:pt x="1835656" y="2508720"/>
                  </a:lnTo>
                  <a:lnTo>
                    <a:pt x="1839935" y="2473687"/>
                  </a:lnTo>
                  <a:lnTo>
                    <a:pt x="1844214" y="2437157"/>
                  </a:lnTo>
                  <a:lnTo>
                    <a:pt x="1848493" y="2444434"/>
                  </a:lnTo>
                  <a:lnTo>
                    <a:pt x="1852772" y="2477895"/>
                  </a:lnTo>
                  <a:lnTo>
                    <a:pt x="1857051" y="2485795"/>
                  </a:lnTo>
                  <a:lnTo>
                    <a:pt x="1861330" y="2483883"/>
                  </a:lnTo>
                  <a:lnTo>
                    <a:pt x="1865609" y="2488197"/>
                  </a:lnTo>
                  <a:lnTo>
                    <a:pt x="1869888" y="2497939"/>
                  </a:lnTo>
                  <a:lnTo>
                    <a:pt x="1874166" y="2524742"/>
                  </a:lnTo>
                  <a:lnTo>
                    <a:pt x="1878445" y="2497655"/>
                  </a:lnTo>
                  <a:lnTo>
                    <a:pt x="1882724" y="2495217"/>
                  </a:lnTo>
                  <a:lnTo>
                    <a:pt x="1887003" y="2489960"/>
                  </a:lnTo>
                  <a:lnTo>
                    <a:pt x="1891282" y="2471778"/>
                  </a:lnTo>
                  <a:lnTo>
                    <a:pt x="1895561" y="2467490"/>
                  </a:lnTo>
                  <a:lnTo>
                    <a:pt x="1899840" y="2461999"/>
                  </a:lnTo>
                  <a:lnTo>
                    <a:pt x="1904119" y="2466002"/>
                  </a:lnTo>
                  <a:lnTo>
                    <a:pt x="1908398" y="2520357"/>
                  </a:lnTo>
                  <a:lnTo>
                    <a:pt x="1912677" y="2506788"/>
                  </a:lnTo>
                  <a:lnTo>
                    <a:pt x="1916956" y="2468859"/>
                  </a:lnTo>
                  <a:lnTo>
                    <a:pt x="1921235" y="2470104"/>
                  </a:lnTo>
                  <a:lnTo>
                    <a:pt x="1925513" y="2492812"/>
                  </a:lnTo>
                  <a:lnTo>
                    <a:pt x="1929792" y="2491087"/>
                  </a:lnTo>
                  <a:lnTo>
                    <a:pt x="1934071" y="2510920"/>
                  </a:lnTo>
                  <a:lnTo>
                    <a:pt x="1938350" y="2476077"/>
                  </a:lnTo>
                  <a:lnTo>
                    <a:pt x="1942629" y="2501438"/>
                  </a:lnTo>
                  <a:lnTo>
                    <a:pt x="1946908" y="2450983"/>
                  </a:lnTo>
                  <a:lnTo>
                    <a:pt x="1951187" y="2443491"/>
                  </a:lnTo>
                  <a:lnTo>
                    <a:pt x="1955466" y="2460836"/>
                  </a:lnTo>
                  <a:lnTo>
                    <a:pt x="1959745" y="2436503"/>
                  </a:lnTo>
                  <a:lnTo>
                    <a:pt x="1964024" y="2465209"/>
                  </a:lnTo>
                  <a:lnTo>
                    <a:pt x="1968303" y="2457834"/>
                  </a:lnTo>
                  <a:lnTo>
                    <a:pt x="1972582" y="2484018"/>
                  </a:lnTo>
                  <a:lnTo>
                    <a:pt x="1976861" y="2454483"/>
                  </a:lnTo>
                  <a:lnTo>
                    <a:pt x="1981139" y="2471284"/>
                  </a:lnTo>
                  <a:lnTo>
                    <a:pt x="1985418" y="2457999"/>
                  </a:lnTo>
                  <a:lnTo>
                    <a:pt x="1989697" y="2460249"/>
                  </a:lnTo>
                  <a:lnTo>
                    <a:pt x="1993976" y="2457589"/>
                  </a:lnTo>
                  <a:lnTo>
                    <a:pt x="1998255" y="2459310"/>
                  </a:lnTo>
                  <a:lnTo>
                    <a:pt x="2002534" y="2519035"/>
                  </a:lnTo>
                  <a:lnTo>
                    <a:pt x="2006813" y="2526333"/>
                  </a:lnTo>
                  <a:lnTo>
                    <a:pt x="2011092" y="2529811"/>
                  </a:lnTo>
                  <a:lnTo>
                    <a:pt x="2015371" y="2535856"/>
                  </a:lnTo>
                  <a:lnTo>
                    <a:pt x="2015371" y="2535856"/>
                  </a:lnTo>
                  <a:lnTo>
                    <a:pt x="2019650" y="2535856"/>
                  </a:lnTo>
                  <a:lnTo>
                    <a:pt x="2023929" y="2535856"/>
                  </a:lnTo>
                  <a:lnTo>
                    <a:pt x="2028208" y="2535856"/>
                  </a:lnTo>
                  <a:lnTo>
                    <a:pt x="2032486" y="2535856"/>
                  </a:lnTo>
                  <a:lnTo>
                    <a:pt x="2036765" y="2535856"/>
                  </a:lnTo>
                  <a:lnTo>
                    <a:pt x="2041044" y="2535856"/>
                  </a:lnTo>
                  <a:lnTo>
                    <a:pt x="2045323" y="2534252"/>
                  </a:lnTo>
                  <a:lnTo>
                    <a:pt x="2049602" y="2513380"/>
                  </a:lnTo>
                  <a:lnTo>
                    <a:pt x="2053881" y="2535015"/>
                  </a:lnTo>
                  <a:lnTo>
                    <a:pt x="2058160" y="2535856"/>
                  </a:lnTo>
                  <a:lnTo>
                    <a:pt x="2058160" y="2535856"/>
                  </a:lnTo>
                  <a:lnTo>
                    <a:pt x="2062439" y="2464071"/>
                  </a:lnTo>
                  <a:lnTo>
                    <a:pt x="2066718" y="2455903"/>
                  </a:lnTo>
                  <a:lnTo>
                    <a:pt x="2070997" y="2416200"/>
                  </a:lnTo>
                  <a:lnTo>
                    <a:pt x="2075276" y="2316667"/>
                  </a:lnTo>
                  <a:lnTo>
                    <a:pt x="2079555" y="2284097"/>
                  </a:lnTo>
                  <a:lnTo>
                    <a:pt x="2083834" y="2295316"/>
                  </a:lnTo>
                  <a:lnTo>
                    <a:pt x="2088112" y="2383513"/>
                  </a:lnTo>
                  <a:lnTo>
                    <a:pt x="2092391" y="2432062"/>
                  </a:lnTo>
                  <a:lnTo>
                    <a:pt x="2096670" y="2359759"/>
                  </a:lnTo>
                  <a:lnTo>
                    <a:pt x="2100949" y="2360180"/>
                  </a:lnTo>
                  <a:lnTo>
                    <a:pt x="2105228" y="2289370"/>
                  </a:lnTo>
                  <a:lnTo>
                    <a:pt x="2109507" y="2218885"/>
                  </a:lnTo>
                  <a:lnTo>
                    <a:pt x="2113786" y="2157980"/>
                  </a:lnTo>
                  <a:lnTo>
                    <a:pt x="2118065" y="2201431"/>
                  </a:lnTo>
                  <a:lnTo>
                    <a:pt x="2122344" y="2339959"/>
                  </a:lnTo>
                  <a:lnTo>
                    <a:pt x="2126623" y="2317922"/>
                  </a:lnTo>
                  <a:lnTo>
                    <a:pt x="2130902" y="2280204"/>
                  </a:lnTo>
                  <a:lnTo>
                    <a:pt x="2135181" y="2356209"/>
                  </a:lnTo>
                  <a:lnTo>
                    <a:pt x="2139459" y="2349626"/>
                  </a:lnTo>
                  <a:lnTo>
                    <a:pt x="2143738" y="2369805"/>
                  </a:lnTo>
                  <a:lnTo>
                    <a:pt x="2148017" y="2253690"/>
                  </a:lnTo>
                  <a:lnTo>
                    <a:pt x="2152296" y="2243754"/>
                  </a:lnTo>
                  <a:lnTo>
                    <a:pt x="2156575" y="2253941"/>
                  </a:lnTo>
                  <a:lnTo>
                    <a:pt x="2160854" y="2208737"/>
                  </a:lnTo>
                  <a:lnTo>
                    <a:pt x="2165133" y="2210931"/>
                  </a:lnTo>
                  <a:lnTo>
                    <a:pt x="2169412" y="2230500"/>
                  </a:lnTo>
                  <a:lnTo>
                    <a:pt x="2173691" y="2185343"/>
                  </a:lnTo>
                  <a:lnTo>
                    <a:pt x="2177970" y="2155738"/>
                  </a:lnTo>
                  <a:lnTo>
                    <a:pt x="2182249" y="2138345"/>
                  </a:lnTo>
                  <a:lnTo>
                    <a:pt x="2186528" y="2114826"/>
                  </a:lnTo>
                  <a:lnTo>
                    <a:pt x="2190807" y="2134880"/>
                  </a:lnTo>
                  <a:lnTo>
                    <a:pt x="2195085" y="2111885"/>
                  </a:lnTo>
                  <a:lnTo>
                    <a:pt x="2199364" y="2125195"/>
                  </a:lnTo>
                  <a:lnTo>
                    <a:pt x="2203643" y="2161745"/>
                  </a:lnTo>
                  <a:lnTo>
                    <a:pt x="2207922" y="2156658"/>
                  </a:lnTo>
                  <a:lnTo>
                    <a:pt x="2212201" y="2135020"/>
                  </a:lnTo>
                  <a:lnTo>
                    <a:pt x="2216480" y="2129390"/>
                  </a:lnTo>
                  <a:lnTo>
                    <a:pt x="2220759" y="2188271"/>
                  </a:lnTo>
                  <a:lnTo>
                    <a:pt x="2225038" y="2280456"/>
                  </a:lnTo>
                  <a:lnTo>
                    <a:pt x="2229317" y="2188199"/>
                  </a:lnTo>
                  <a:lnTo>
                    <a:pt x="2233596" y="2064680"/>
                  </a:lnTo>
                  <a:lnTo>
                    <a:pt x="2237875" y="2021590"/>
                  </a:lnTo>
                  <a:lnTo>
                    <a:pt x="2242154" y="2012830"/>
                  </a:lnTo>
                  <a:lnTo>
                    <a:pt x="2246432" y="2109318"/>
                  </a:lnTo>
                  <a:lnTo>
                    <a:pt x="2250711" y="2238331"/>
                  </a:lnTo>
                  <a:lnTo>
                    <a:pt x="2254990" y="2204827"/>
                  </a:lnTo>
                  <a:lnTo>
                    <a:pt x="2259269" y="2220431"/>
                  </a:lnTo>
                  <a:lnTo>
                    <a:pt x="2263548" y="2041681"/>
                  </a:lnTo>
                  <a:lnTo>
                    <a:pt x="2267827" y="2032430"/>
                  </a:lnTo>
                  <a:lnTo>
                    <a:pt x="2272106" y="2068186"/>
                  </a:lnTo>
                  <a:lnTo>
                    <a:pt x="2276385" y="2028077"/>
                  </a:lnTo>
                  <a:lnTo>
                    <a:pt x="2280664" y="2102238"/>
                  </a:lnTo>
                  <a:lnTo>
                    <a:pt x="2284943" y="2083396"/>
                  </a:lnTo>
                  <a:lnTo>
                    <a:pt x="2289222" y="2103303"/>
                  </a:lnTo>
                  <a:lnTo>
                    <a:pt x="2293501" y="2053176"/>
                  </a:lnTo>
                  <a:lnTo>
                    <a:pt x="2297780" y="2087230"/>
                  </a:lnTo>
                  <a:lnTo>
                    <a:pt x="2302058" y="2072400"/>
                  </a:lnTo>
                  <a:lnTo>
                    <a:pt x="2306337" y="2099332"/>
                  </a:lnTo>
                  <a:lnTo>
                    <a:pt x="2310616" y="2085127"/>
                  </a:lnTo>
                  <a:lnTo>
                    <a:pt x="2314895" y="2065364"/>
                  </a:lnTo>
                  <a:lnTo>
                    <a:pt x="2319174" y="2053077"/>
                  </a:lnTo>
                  <a:lnTo>
                    <a:pt x="2323453" y="2065823"/>
                  </a:lnTo>
                  <a:lnTo>
                    <a:pt x="2327732" y="2055429"/>
                  </a:lnTo>
                  <a:lnTo>
                    <a:pt x="2332011" y="2055136"/>
                  </a:lnTo>
                  <a:lnTo>
                    <a:pt x="2336290" y="2064610"/>
                  </a:lnTo>
                  <a:lnTo>
                    <a:pt x="2340569" y="2045012"/>
                  </a:lnTo>
                  <a:lnTo>
                    <a:pt x="2344848" y="2103380"/>
                  </a:lnTo>
                  <a:lnTo>
                    <a:pt x="2349127" y="2085277"/>
                  </a:lnTo>
                  <a:lnTo>
                    <a:pt x="2353405" y="2128055"/>
                  </a:lnTo>
                  <a:lnTo>
                    <a:pt x="2357684" y="2123115"/>
                  </a:lnTo>
                  <a:lnTo>
                    <a:pt x="2361963" y="2173077"/>
                  </a:lnTo>
                  <a:lnTo>
                    <a:pt x="2366242" y="2218943"/>
                  </a:lnTo>
                  <a:lnTo>
                    <a:pt x="2370521" y="2239880"/>
                  </a:lnTo>
                  <a:lnTo>
                    <a:pt x="2374800" y="2318501"/>
                  </a:lnTo>
                  <a:lnTo>
                    <a:pt x="2379079" y="2393940"/>
                  </a:lnTo>
                  <a:lnTo>
                    <a:pt x="2383358" y="2443249"/>
                  </a:lnTo>
                  <a:lnTo>
                    <a:pt x="2387637" y="2449862"/>
                  </a:lnTo>
                  <a:lnTo>
                    <a:pt x="2391916" y="2374204"/>
                  </a:lnTo>
                  <a:lnTo>
                    <a:pt x="2396195" y="2331306"/>
                  </a:lnTo>
                  <a:lnTo>
                    <a:pt x="2400474" y="2216863"/>
                  </a:lnTo>
                  <a:lnTo>
                    <a:pt x="2404753" y="2226548"/>
                  </a:lnTo>
                  <a:lnTo>
                    <a:pt x="2409031" y="2168742"/>
                  </a:lnTo>
                  <a:lnTo>
                    <a:pt x="2413310" y="2148596"/>
                  </a:lnTo>
                  <a:lnTo>
                    <a:pt x="2417589" y="2101183"/>
                  </a:lnTo>
                  <a:lnTo>
                    <a:pt x="2421868" y="2063610"/>
                  </a:lnTo>
                  <a:lnTo>
                    <a:pt x="2426147" y="2082638"/>
                  </a:lnTo>
                  <a:lnTo>
                    <a:pt x="2430426" y="2042588"/>
                  </a:lnTo>
                  <a:lnTo>
                    <a:pt x="2434705" y="2056939"/>
                  </a:lnTo>
                  <a:lnTo>
                    <a:pt x="2438984" y="2024716"/>
                  </a:lnTo>
                  <a:lnTo>
                    <a:pt x="2443263" y="2067947"/>
                  </a:lnTo>
                  <a:lnTo>
                    <a:pt x="2447542" y="2121035"/>
                  </a:lnTo>
                  <a:lnTo>
                    <a:pt x="2451821" y="2137014"/>
                  </a:lnTo>
                  <a:lnTo>
                    <a:pt x="2456100" y="2174946"/>
                  </a:lnTo>
                  <a:lnTo>
                    <a:pt x="2460378" y="2263708"/>
                  </a:lnTo>
                  <a:lnTo>
                    <a:pt x="2464657" y="2342463"/>
                  </a:lnTo>
                  <a:lnTo>
                    <a:pt x="2468936" y="2445868"/>
                  </a:lnTo>
                  <a:lnTo>
                    <a:pt x="2473215" y="2327852"/>
                  </a:lnTo>
                  <a:lnTo>
                    <a:pt x="2477494" y="2226793"/>
                  </a:lnTo>
                  <a:lnTo>
                    <a:pt x="2481773" y="2218024"/>
                  </a:lnTo>
                  <a:lnTo>
                    <a:pt x="2486052" y="2165016"/>
                  </a:lnTo>
                  <a:lnTo>
                    <a:pt x="2490331" y="2218413"/>
                  </a:lnTo>
                  <a:lnTo>
                    <a:pt x="2494610" y="2213807"/>
                  </a:lnTo>
                  <a:lnTo>
                    <a:pt x="2498889" y="2222761"/>
                  </a:lnTo>
                  <a:lnTo>
                    <a:pt x="2503168" y="2279591"/>
                  </a:lnTo>
                  <a:lnTo>
                    <a:pt x="2507447" y="2256343"/>
                  </a:lnTo>
                  <a:lnTo>
                    <a:pt x="2511726" y="2296830"/>
                  </a:lnTo>
                  <a:lnTo>
                    <a:pt x="2516004" y="2299137"/>
                  </a:lnTo>
                  <a:lnTo>
                    <a:pt x="2520283" y="2392405"/>
                  </a:lnTo>
                  <a:lnTo>
                    <a:pt x="2524562" y="2437995"/>
                  </a:lnTo>
                  <a:lnTo>
                    <a:pt x="2528841" y="2501899"/>
                  </a:lnTo>
                  <a:lnTo>
                    <a:pt x="2533120" y="2480252"/>
                  </a:lnTo>
                  <a:lnTo>
                    <a:pt x="2537399" y="2522264"/>
                  </a:lnTo>
                  <a:lnTo>
                    <a:pt x="2541678" y="2511491"/>
                  </a:lnTo>
                  <a:lnTo>
                    <a:pt x="2545957" y="2458655"/>
                  </a:lnTo>
                  <a:lnTo>
                    <a:pt x="2550236" y="2406483"/>
                  </a:lnTo>
                  <a:lnTo>
                    <a:pt x="2554515" y="2314613"/>
                  </a:lnTo>
                  <a:lnTo>
                    <a:pt x="2558794" y="2265414"/>
                  </a:lnTo>
                  <a:lnTo>
                    <a:pt x="2563073" y="2266223"/>
                  </a:lnTo>
                  <a:lnTo>
                    <a:pt x="2567351" y="2266710"/>
                  </a:lnTo>
                  <a:lnTo>
                    <a:pt x="2571630" y="2280862"/>
                  </a:lnTo>
                  <a:lnTo>
                    <a:pt x="2575909" y="2249832"/>
                  </a:lnTo>
                  <a:lnTo>
                    <a:pt x="2580188" y="2226643"/>
                  </a:lnTo>
                  <a:lnTo>
                    <a:pt x="2584467" y="2227090"/>
                  </a:lnTo>
                  <a:lnTo>
                    <a:pt x="2588746" y="2222517"/>
                  </a:lnTo>
                  <a:lnTo>
                    <a:pt x="2593025" y="2212981"/>
                  </a:lnTo>
                  <a:lnTo>
                    <a:pt x="2597304" y="2184976"/>
                  </a:lnTo>
                  <a:lnTo>
                    <a:pt x="2601583" y="2196360"/>
                  </a:lnTo>
                  <a:lnTo>
                    <a:pt x="2605862" y="2216578"/>
                  </a:lnTo>
                  <a:lnTo>
                    <a:pt x="2610141" y="2170993"/>
                  </a:lnTo>
                  <a:lnTo>
                    <a:pt x="2614420" y="2159633"/>
                  </a:lnTo>
                  <a:lnTo>
                    <a:pt x="2618699" y="2232826"/>
                  </a:lnTo>
                  <a:lnTo>
                    <a:pt x="2622977" y="2291620"/>
                  </a:lnTo>
                  <a:lnTo>
                    <a:pt x="2627256" y="2363522"/>
                  </a:lnTo>
                  <a:lnTo>
                    <a:pt x="2631535" y="2385883"/>
                  </a:lnTo>
                  <a:lnTo>
                    <a:pt x="2635814" y="2342614"/>
                  </a:lnTo>
                  <a:lnTo>
                    <a:pt x="2640093" y="2312336"/>
                  </a:lnTo>
                  <a:lnTo>
                    <a:pt x="2644372" y="2287118"/>
                  </a:lnTo>
                  <a:lnTo>
                    <a:pt x="2648651" y="2204981"/>
                  </a:lnTo>
                  <a:lnTo>
                    <a:pt x="2652930" y="2257169"/>
                  </a:lnTo>
                  <a:lnTo>
                    <a:pt x="2657209" y="2201472"/>
                  </a:lnTo>
                  <a:lnTo>
                    <a:pt x="2661488" y="2224761"/>
                  </a:lnTo>
                  <a:lnTo>
                    <a:pt x="2665767" y="2204329"/>
                  </a:lnTo>
                  <a:lnTo>
                    <a:pt x="2670046" y="2213822"/>
                  </a:lnTo>
                  <a:lnTo>
                    <a:pt x="2674324" y="2211154"/>
                  </a:lnTo>
                  <a:lnTo>
                    <a:pt x="2678603" y="2225781"/>
                  </a:lnTo>
                  <a:lnTo>
                    <a:pt x="2682882" y="2221716"/>
                  </a:lnTo>
                  <a:lnTo>
                    <a:pt x="2687161" y="2214606"/>
                  </a:lnTo>
                  <a:lnTo>
                    <a:pt x="2691440" y="2265326"/>
                  </a:lnTo>
                  <a:lnTo>
                    <a:pt x="2695719" y="2193375"/>
                  </a:lnTo>
                  <a:lnTo>
                    <a:pt x="2699998" y="2204142"/>
                  </a:lnTo>
                  <a:lnTo>
                    <a:pt x="2704277" y="2173230"/>
                  </a:lnTo>
                  <a:lnTo>
                    <a:pt x="2708556" y="2139124"/>
                  </a:lnTo>
                  <a:lnTo>
                    <a:pt x="2712835" y="2135848"/>
                  </a:lnTo>
                  <a:lnTo>
                    <a:pt x="2717114" y="2110539"/>
                  </a:lnTo>
                  <a:lnTo>
                    <a:pt x="2721393" y="2128898"/>
                  </a:lnTo>
                  <a:lnTo>
                    <a:pt x="2725672" y="2107164"/>
                  </a:lnTo>
                  <a:lnTo>
                    <a:pt x="2729950" y="2101785"/>
                  </a:lnTo>
                  <a:lnTo>
                    <a:pt x="2734229" y="2167957"/>
                  </a:lnTo>
                  <a:lnTo>
                    <a:pt x="2738508" y="2286358"/>
                  </a:lnTo>
                  <a:lnTo>
                    <a:pt x="2742787" y="2268611"/>
                  </a:lnTo>
                  <a:lnTo>
                    <a:pt x="2747066" y="2236326"/>
                  </a:lnTo>
                  <a:lnTo>
                    <a:pt x="2751345" y="2269605"/>
                  </a:lnTo>
                  <a:lnTo>
                    <a:pt x="2755624" y="2321776"/>
                  </a:lnTo>
                  <a:lnTo>
                    <a:pt x="2759903" y="2354126"/>
                  </a:lnTo>
                  <a:lnTo>
                    <a:pt x="2764182" y="2327776"/>
                  </a:lnTo>
                  <a:lnTo>
                    <a:pt x="2768461" y="2302268"/>
                  </a:lnTo>
                  <a:lnTo>
                    <a:pt x="2772740" y="2233764"/>
                  </a:lnTo>
                  <a:lnTo>
                    <a:pt x="2777019" y="2213807"/>
                  </a:lnTo>
                  <a:lnTo>
                    <a:pt x="2781297" y="2140932"/>
                  </a:lnTo>
                  <a:lnTo>
                    <a:pt x="2785576" y="2102924"/>
                  </a:lnTo>
                  <a:lnTo>
                    <a:pt x="2789855" y="2130531"/>
                  </a:lnTo>
                  <a:lnTo>
                    <a:pt x="2794134" y="2194354"/>
                  </a:lnTo>
                  <a:lnTo>
                    <a:pt x="2798413" y="2260172"/>
                  </a:lnTo>
                  <a:lnTo>
                    <a:pt x="2802692" y="2295166"/>
                  </a:lnTo>
                  <a:lnTo>
                    <a:pt x="2806971" y="2284141"/>
                  </a:lnTo>
                  <a:lnTo>
                    <a:pt x="2811250" y="2200925"/>
                  </a:lnTo>
                  <a:lnTo>
                    <a:pt x="2815529" y="2116530"/>
                  </a:lnTo>
                  <a:lnTo>
                    <a:pt x="2819808" y="2037165"/>
                  </a:lnTo>
                  <a:lnTo>
                    <a:pt x="2824087" y="1991625"/>
                  </a:lnTo>
                  <a:lnTo>
                    <a:pt x="2828366" y="2074531"/>
                  </a:lnTo>
                  <a:lnTo>
                    <a:pt x="2832645" y="1995251"/>
                  </a:lnTo>
                  <a:lnTo>
                    <a:pt x="2836923" y="2020153"/>
                  </a:lnTo>
                  <a:lnTo>
                    <a:pt x="2841202" y="2023478"/>
                  </a:lnTo>
                  <a:lnTo>
                    <a:pt x="2845481" y="2017904"/>
                  </a:lnTo>
                  <a:lnTo>
                    <a:pt x="2849760" y="2068846"/>
                  </a:lnTo>
                  <a:lnTo>
                    <a:pt x="2854039" y="2047741"/>
                  </a:lnTo>
                  <a:lnTo>
                    <a:pt x="2858318" y="2058952"/>
                  </a:lnTo>
                  <a:lnTo>
                    <a:pt x="2862597" y="2073279"/>
                  </a:lnTo>
                  <a:lnTo>
                    <a:pt x="2866876" y="2056813"/>
                  </a:lnTo>
                  <a:lnTo>
                    <a:pt x="2871155" y="2016092"/>
                  </a:lnTo>
                  <a:lnTo>
                    <a:pt x="2875434" y="2093659"/>
                  </a:lnTo>
                  <a:lnTo>
                    <a:pt x="2879713" y="2078758"/>
                  </a:lnTo>
                  <a:lnTo>
                    <a:pt x="2883992" y="2106297"/>
                  </a:lnTo>
                  <a:lnTo>
                    <a:pt x="2888270" y="2166512"/>
                  </a:lnTo>
                  <a:lnTo>
                    <a:pt x="2892549" y="2177953"/>
                  </a:lnTo>
                  <a:lnTo>
                    <a:pt x="2896828" y="2259439"/>
                  </a:lnTo>
                  <a:lnTo>
                    <a:pt x="2901107" y="2234782"/>
                  </a:lnTo>
                  <a:lnTo>
                    <a:pt x="2905386" y="2164984"/>
                  </a:lnTo>
                  <a:lnTo>
                    <a:pt x="2909665" y="2111114"/>
                  </a:lnTo>
                  <a:lnTo>
                    <a:pt x="2913944" y="2103008"/>
                  </a:lnTo>
                  <a:lnTo>
                    <a:pt x="2918223" y="2095923"/>
                  </a:lnTo>
                  <a:lnTo>
                    <a:pt x="2922502" y="2088157"/>
                  </a:lnTo>
                  <a:lnTo>
                    <a:pt x="2926781" y="2080452"/>
                  </a:lnTo>
                  <a:lnTo>
                    <a:pt x="2931060" y="2090746"/>
                  </a:lnTo>
                  <a:lnTo>
                    <a:pt x="2935339" y="2107097"/>
                  </a:lnTo>
                  <a:lnTo>
                    <a:pt x="2939618" y="2088611"/>
                  </a:lnTo>
                  <a:lnTo>
                    <a:pt x="2943896" y="2053294"/>
                  </a:lnTo>
                  <a:lnTo>
                    <a:pt x="2948175" y="2003679"/>
                  </a:lnTo>
                  <a:lnTo>
                    <a:pt x="2952454" y="1960181"/>
                  </a:lnTo>
                  <a:lnTo>
                    <a:pt x="2956733" y="1943754"/>
                  </a:lnTo>
                  <a:lnTo>
                    <a:pt x="2961012" y="1946395"/>
                  </a:lnTo>
                  <a:lnTo>
                    <a:pt x="2965291" y="2009429"/>
                  </a:lnTo>
                  <a:lnTo>
                    <a:pt x="2969570" y="2036904"/>
                  </a:lnTo>
                  <a:lnTo>
                    <a:pt x="2973849" y="2086403"/>
                  </a:lnTo>
                  <a:lnTo>
                    <a:pt x="2978128" y="2119118"/>
                  </a:lnTo>
                  <a:lnTo>
                    <a:pt x="2982407" y="2068470"/>
                  </a:lnTo>
                  <a:lnTo>
                    <a:pt x="2986686" y="2076027"/>
                  </a:lnTo>
                  <a:lnTo>
                    <a:pt x="2990965" y="2042633"/>
                  </a:lnTo>
                  <a:lnTo>
                    <a:pt x="2995243" y="2030300"/>
                  </a:lnTo>
                  <a:lnTo>
                    <a:pt x="2999522" y="2006826"/>
                  </a:lnTo>
                  <a:lnTo>
                    <a:pt x="3003801" y="2047716"/>
                  </a:lnTo>
                  <a:lnTo>
                    <a:pt x="3008080" y="2018711"/>
                  </a:lnTo>
                  <a:lnTo>
                    <a:pt x="3012359" y="2032433"/>
                  </a:lnTo>
                  <a:lnTo>
                    <a:pt x="3016638" y="2098073"/>
                  </a:lnTo>
                  <a:lnTo>
                    <a:pt x="3020917" y="2108598"/>
                  </a:lnTo>
                  <a:lnTo>
                    <a:pt x="3025196" y="2152569"/>
                  </a:lnTo>
                  <a:lnTo>
                    <a:pt x="3029475" y="2225566"/>
                  </a:lnTo>
                  <a:lnTo>
                    <a:pt x="3033754" y="2252314"/>
                  </a:lnTo>
                  <a:lnTo>
                    <a:pt x="3038033" y="2287789"/>
                  </a:lnTo>
                  <a:lnTo>
                    <a:pt x="3042312" y="2256714"/>
                  </a:lnTo>
                  <a:lnTo>
                    <a:pt x="3046591" y="2200942"/>
                  </a:lnTo>
                  <a:lnTo>
                    <a:pt x="3050869" y="2210230"/>
                  </a:lnTo>
                  <a:lnTo>
                    <a:pt x="3055148" y="2255842"/>
                  </a:lnTo>
                  <a:lnTo>
                    <a:pt x="3059427" y="2297706"/>
                  </a:lnTo>
                  <a:lnTo>
                    <a:pt x="3063706" y="2309639"/>
                  </a:lnTo>
                  <a:lnTo>
                    <a:pt x="3067985" y="2318705"/>
                  </a:lnTo>
                  <a:lnTo>
                    <a:pt x="3072264" y="2342829"/>
                  </a:lnTo>
                  <a:lnTo>
                    <a:pt x="3076543" y="2393481"/>
                  </a:lnTo>
                  <a:lnTo>
                    <a:pt x="3080822" y="2406358"/>
                  </a:lnTo>
                  <a:lnTo>
                    <a:pt x="3085101" y="2388328"/>
                  </a:lnTo>
                  <a:lnTo>
                    <a:pt x="3089380" y="2362335"/>
                  </a:lnTo>
                  <a:lnTo>
                    <a:pt x="3093659" y="2293222"/>
                  </a:lnTo>
                  <a:lnTo>
                    <a:pt x="3097938" y="2233078"/>
                  </a:lnTo>
                  <a:lnTo>
                    <a:pt x="3102216" y="2165024"/>
                  </a:lnTo>
                  <a:lnTo>
                    <a:pt x="3106495" y="2123707"/>
                  </a:lnTo>
                  <a:lnTo>
                    <a:pt x="3110774" y="2230402"/>
                  </a:lnTo>
                  <a:lnTo>
                    <a:pt x="3115053" y="2253613"/>
                  </a:lnTo>
                  <a:lnTo>
                    <a:pt x="3119332" y="2258357"/>
                  </a:lnTo>
                  <a:lnTo>
                    <a:pt x="3123611" y="2086303"/>
                  </a:lnTo>
                  <a:lnTo>
                    <a:pt x="3127890" y="2105122"/>
                  </a:lnTo>
                  <a:lnTo>
                    <a:pt x="3132169" y="2172822"/>
                  </a:lnTo>
                  <a:lnTo>
                    <a:pt x="3136448" y="2225404"/>
                  </a:lnTo>
                  <a:lnTo>
                    <a:pt x="3140727" y="2180501"/>
                  </a:lnTo>
                  <a:lnTo>
                    <a:pt x="3145006" y="2078249"/>
                  </a:lnTo>
                  <a:lnTo>
                    <a:pt x="3149285" y="2104389"/>
                  </a:lnTo>
                  <a:lnTo>
                    <a:pt x="3153563" y="2093120"/>
                  </a:lnTo>
                  <a:lnTo>
                    <a:pt x="3157842" y="2040353"/>
                  </a:lnTo>
                  <a:lnTo>
                    <a:pt x="3162121" y="2013847"/>
                  </a:lnTo>
                  <a:lnTo>
                    <a:pt x="3166400" y="1904398"/>
                  </a:lnTo>
                  <a:lnTo>
                    <a:pt x="3170679" y="1912674"/>
                  </a:lnTo>
                  <a:lnTo>
                    <a:pt x="3174958" y="1933085"/>
                  </a:lnTo>
                  <a:lnTo>
                    <a:pt x="3179237" y="1922524"/>
                  </a:lnTo>
                  <a:lnTo>
                    <a:pt x="3183516" y="1836090"/>
                  </a:lnTo>
                  <a:lnTo>
                    <a:pt x="3187795" y="1749211"/>
                  </a:lnTo>
                  <a:lnTo>
                    <a:pt x="3192074" y="1815757"/>
                  </a:lnTo>
                  <a:lnTo>
                    <a:pt x="3196353" y="1797747"/>
                  </a:lnTo>
                  <a:lnTo>
                    <a:pt x="3200632" y="1769237"/>
                  </a:lnTo>
                  <a:lnTo>
                    <a:pt x="3204911" y="1752155"/>
                  </a:lnTo>
                  <a:lnTo>
                    <a:pt x="3209189" y="1772320"/>
                  </a:lnTo>
                  <a:lnTo>
                    <a:pt x="3213468" y="1787983"/>
                  </a:lnTo>
                  <a:lnTo>
                    <a:pt x="3217747" y="1760206"/>
                  </a:lnTo>
                  <a:lnTo>
                    <a:pt x="3222026" y="1774075"/>
                  </a:lnTo>
                  <a:lnTo>
                    <a:pt x="3226305" y="1830645"/>
                  </a:lnTo>
                  <a:lnTo>
                    <a:pt x="3230584" y="1848823"/>
                  </a:lnTo>
                  <a:lnTo>
                    <a:pt x="3234863" y="1850658"/>
                  </a:lnTo>
                  <a:lnTo>
                    <a:pt x="3239142" y="1899718"/>
                  </a:lnTo>
                  <a:lnTo>
                    <a:pt x="3243421" y="1985004"/>
                  </a:lnTo>
                  <a:lnTo>
                    <a:pt x="3247700" y="1990632"/>
                  </a:lnTo>
                  <a:lnTo>
                    <a:pt x="3251979" y="1973635"/>
                  </a:lnTo>
                  <a:lnTo>
                    <a:pt x="3256258" y="1931497"/>
                  </a:lnTo>
                  <a:lnTo>
                    <a:pt x="3260536" y="1883088"/>
                  </a:lnTo>
                  <a:lnTo>
                    <a:pt x="3264815" y="1996100"/>
                  </a:lnTo>
                  <a:lnTo>
                    <a:pt x="3269094" y="1963594"/>
                  </a:lnTo>
                  <a:lnTo>
                    <a:pt x="3273373" y="1993257"/>
                  </a:lnTo>
                  <a:lnTo>
                    <a:pt x="3277652" y="2044479"/>
                  </a:lnTo>
                  <a:lnTo>
                    <a:pt x="3281931" y="2126727"/>
                  </a:lnTo>
                  <a:lnTo>
                    <a:pt x="3286210" y="2177773"/>
                  </a:lnTo>
                  <a:lnTo>
                    <a:pt x="3290489" y="2216779"/>
                  </a:lnTo>
                  <a:lnTo>
                    <a:pt x="3294768" y="2162635"/>
                  </a:lnTo>
                  <a:lnTo>
                    <a:pt x="3299047" y="1987793"/>
                  </a:lnTo>
                  <a:lnTo>
                    <a:pt x="3303326" y="1995352"/>
                  </a:lnTo>
                  <a:lnTo>
                    <a:pt x="3307605" y="2108359"/>
                  </a:lnTo>
                  <a:lnTo>
                    <a:pt x="3311884" y="2118820"/>
                  </a:lnTo>
                  <a:lnTo>
                    <a:pt x="3316162" y="2141328"/>
                  </a:lnTo>
                  <a:lnTo>
                    <a:pt x="3320441" y="2137600"/>
                  </a:lnTo>
                  <a:lnTo>
                    <a:pt x="3324720" y="2180218"/>
                  </a:lnTo>
                  <a:lnTo>
                    <a:pt x="3328999" y="2197136"/>
                  </a:lnTo>
                  <a:lnTo>
                    <a:pt x="3333278" y="2152343"/>
                  </a:lnTo>
                  <a:lnTo>
                    <a:pt x="3337557" y="2221924"/>
                  </a:lnTo>
                  <a:lnTo>
                    <a:pt x="3341836" y="2240489"/>
                  </a:lnTo>
                  <a:lnTo>
                    <a:pt x="3346115" y="2283802"/>
                  </a:lnTo>
                  <a:lnTo>
                    <a:pt x="3350394" y="2208645"/>
                  </a:lnTo>
                  <a:lnTo>
                    <a:pt x="3354673" y="2249057"/>
                  </a:lnTo>
                  <a:lnTo>
                    <a:pt x="3358952" y="2224950"/>
                  </a:lnTo>
                  <a:lnTo>
                    <a:pt x="3363231" y="2233024"/>
                  </a:lnTo>
                  <a:lnTo>
                    <a:pt x="3367509" y="2317171"/>
                  </a:lnTo>
                  <a:lnTo>
                    <a:pt x="3371788" y="2236052"/>
                  </a:lnTo>
                  <a:lnTo>
                    <a:pt x="3376067" y="2203205"/>
                  </a:lnTo>
                  <a:lnTo>
                    <a:pt x="3380346" y="2184887"/>
                  </a:lnTo>
                  <a:lnTo>
                    <a:pt x="3384625" y="2130759"/>
                  </a:lnTo>
                  <a:lnTo>
                    <a:pt x="3388904" y="2064881"/>
                  </a:lnTo>
                  <a:lnTo>
                    <a:pt x="3393183" y="1979359"/>
                  </a:lnTo>
                  <a:lnTo>
                    <a:pt x="3397462" y="1900826"/>
                  </a:lnTo>
                  <a:lnTo>
                    <a:pt x="3401741" y="1948379"/>
                  </a:lnTo>
                  <a:lnTo>
                    <a:pt x="3406020" y="1993027"/>
                  </a:lnTo>
                  <a:lnTo>
                    <a:pt x="3410299" y="2046140"/>
                  </a:lnTo>
                  <a:lnTo>
                    <a:pt x="3414578" y="2141601"/>
                  </a:lnTo>
                  <a:lnTo>
                    <a:pt x="3418857" y="2220206"/>
                  </a:lnTo>
                  <a:lnTo>
                    <a:pt x="3423135" y="2250837"/>
                  </a:lnTo>
                  <a:lnTo>
                    <a:pt x="3427414" y="2220780"/>
                  </a:lnTo>
                  <a:lnTo>
                    <a:pt x="3431693" y="2217720"/>
                  </a:lnTo>
                  <a:lnTo>
                    <a:pt x="3435972" y="2256230"/>
                  </a:lnTo>
                  <a:lnTo>
                    <a:pt x="3440251" y="2224554"/>
                  </a:lnTo>
                  <a:lnTo>
                    <a:pt x="3444530" y="2167374"/>
                  </a:lnTo>
                  <a:lnTo>
                    <a:pt x="3448809" y="2153188"/>
                  </a:lnTo>
                  <a:lnTo>
                    <a:pt x="3453088" y="2085683"/>
                  </a:lnTo>
                  <a:lnTo>
                    <a:pt x="3457367" y="2008552"/>
                  </a:lnTo>
                  <a:lnTo>
                    <a:pt x="3461646" y="2009895"/>
                  </a:lnTo>
                  <a:lnTo>
                    <a:pt x="3465925" y="2022931"/>
                  </a:lnTo>
                  <a:lnTo>
                    <a:pt x="3470204" y="2172060"/>
                  </a:lnTo>
                  <a:lnTo>
                    <a:pt x="3474482" y="2278599"/>
                  </a:lnTo>
                  <a:lnTo>
                    <a:pt x="3478761" y="2264821"/>
                  </a:lnTo>
                  <a:lnTo>
                    <a:pt x="3483040" y="2257311"/>
                  </a:lnTo>
                  <a:lnTo>
                    <a:pt x="3487319" y="2260363"/>
                  </a:lnTo>
                  <a:lnTo>
                    <a:pt x="3491598" y="2258153"/>
                  </a:lnTo>
                  <a:lnTo>
                    <a:pt x="3495877" y="2187170"/>
                  </a:lnTo>
                  <a:lnTo>
                    <a:pt x="3500156" y="2034814"/>
                  </a:lnTo>
                  <a:lnTo>
                    <a:pt x="3504435" y="1896715"/>
                  </a:lnTo>
                  <a:lnTo>
                    <a:pt x="3508714" y="1971774"/>
                  </a:lnTo>
                  <a:lnTo>
                    <a:pt x="3512993" y="2051263"/>
                  </a:lnTo>
                  <a:lnTo>
                    <a:pt x="3517272" y="1976686"/>
                  </a:lnTo>
                  <a:lnTo>
                    <a:pt x="3521551" y="1969425"/>
                  </a:lnTo>
                  <a:lnTo>
                    <a:pt x="3525830" y="2010381"/>
                  </a:lnTo>
                  <a:lnTo>
                    <a:pt x="3530108" y="2150242"/>
                  </a:lnTo>
                  <a:lnTo>
                    <a:pt x="3534387" y="2123236"/>
                  </a:lnTo>
                  <a:lnTo>
                    <a:pt x="3538666" y="2007161"/>
                  </a:lnTo>
                  <a:lnTo>
                    <a:pt x="3542945" y="1944248"/>
                  </a:lnTo>
                  <a:lnTo>
                    <a:pt x="3547224" y="1943677"/>
                  </a:lnTo>
                  <a:lnTo>
                    <a:pt x="3551503" y="1922275"/>
                  </a:lnTo>
                  <a:lnTo>
                    <a:pt x="3555782" y="1859610"/>
                  </a:lnTo>
                  <a:lnTo>
                    <a:pt x="3560061" y="1876085"/>
                  </a:lnTo>
                  <a:lnTo>
                    <a:pt x="3564340" y="1884361"/>
                  </a:lnTo>
                  <a:lnTo>
                    <a:pt x="3568619" y="1913608"/>
                  </a:lnTo>
                  <a:lnTo>
                    <a:pt x="3572898" y="1981204"/>
                  </a:lnTo>
                  <a:lnTo>
                    <a:pt x="3577177" y="1951978"/>
                  </a:lnTo>
                  <a:lnTo>
                    <a:pt x="3581455" y="1908105"/>
                  </a:lnTo>
                  <a:lnTo>
                    <a:pt x="3585734" y="1916629"/>
                  </a:lnTo>
                  <a:lnTo>
                    <a:pt x="3590013" y="1911822"/>
                  </a:lnTo>
                  <a:lnTo>
                    <a:pt x="3594292" y="1887267"/>
                  </a:lnTo>
                  <a:lnTo>
                    <a:pt x="3598571" y="1833792"/>
                  </a:lnTo>
                  <a:lnTo>
                    <a:pt x="3602850" y="1825453"/>
                  </a:lnTo>
                  <a:lnTo>
                    <a:pt x="3607129" y="1839458"/>
                  </a:lnTo>
                  <a:lnTo>
                    <a:pt x="3611408" y="1928350"/>
                  </a:lnTo>
                  <a:lnTo>
                    <a:pt x="3615687" y="2034595"/>
                  </a:lnTo>
                  <a:lnTo>
                    <a:pt x="3619966" y="2011933"/>
                  </a:lnTo>
                  <a:lnTo>
                    <a:pt x="3624245" y="2055462"/>
                  </a:lnTo>
                  <a:lnTo>
                    <a:pt x="3628524" y="2036399"/>
                  </a:lnTo>
                  <a:lnTo>
                    <a:pt x="3632803" y="1994909"/>
                  </a:lnTo>
                  <a:lnTo>
                    <a:pt x="3637081" y="1950135"/>
                  </a:lnTo>
                  <a:lnTo>
                    <a:pt x="3641360" y="1937473"/>
                  </a:lnTo>
                  <a:lnTo>
                    <a:pt x="3645639" y="2100056"/>
                  </a:lnTo>
                  <a:lnTo>
                    <a:pt x="3649918" y="2188159"/>
                  </a:lnTo>
                  <a:lnTo>
                    <a:pt x="3654197" y="2188647"/>
                  </a:lnTo>
                  <a:lnTo>
                    <a:pt x="3658476" y="2181072"/>
                  </a:lnTo>
                  <a:lnTo>
                    <a:pt x="3662755" y="2171582"/>
                  </a:lnTo>
                  <a:lnTo>
                    <a:pt x="3667034" y="2158284"/>
                  </a:lnTo>
                  <a:lnTo>
                    <a:pt x="3671313" y="2142335"/>
                  </a:lnTo>
                  <a:lnTo>
                    <a:pt x="3675592" y="2138025"/>
                  </a:lnTo>
                  <a:lnTo>
                    <a:pt x="3679871" y="2132506"/>
                  </a:lnTo>
                  <a:lnTo>
                    <a:pt x="3684150" y="2104667"/>
                  </a:lnTo>
                  <a:lnTo>
                    <a:pt x="3688428" y="2013287"/>
                  </a:lnTo>
                  <a:lnTo>
                    <a:pt x="3692707" y="1898078"/>
                  </a:lnTo>
                  <a:lnTo>
                    <a:pt x="3696986" y="1842900"/>
                  </a:lnTo>
                  <a:lnTo>
                    <a:pt x="3701265" y="1825676"/>
                  </a:lnTo>
                  <a:lnTo>
                    <a:pt x="3705544" y="1803431"/>
                  </a:lnTo>
                  <a:lnTo>
                    <a:pt x="3709823" y="1845084"/>
                  </a:lnTo>
                  <a:lnTo>
                    <a:pt x="3714102" y="1873773"/>
                  </a:lnTo>
                  <a:lnTo>
                    <a:pt x="3718381" y="2008027"/>
                  </a:lnTo>
                  <a:lnTo>
                    <a:pt x="3722660" y="2127631"/>
                  </a:lnTo>
                  <a:lnTo>
                    <a:pt x="3726939" y="2097319"/>
                  </a:lnTo>
                  <a:lnTo>
                    <a:pt x="3731218" y="2135252"/>
                  </a:lnTo>
                  <a:lnTo>
                    <a:pt x="3735497" y="2121647"/>
                  </a:lnTo>
                  <a:lnTo>
                    <a:pt x="3739776" y="2094699"/>
                  </a:lnTo>
                  <a:lnTo>
                    <a:pt x="3744054" y="2163322"/>
                  </a:lnTo>
                  <a:lnTo>
                    <a:pt x="3748333" y="2171105"/>
                  </a:lnTo>
                  <a:lnTo>
                    <a:pt x="3752612" y="2225890"/>
                  </a:lnTo>
                  <a:lnTo>
                    <a:pt x="3756891" y="2226825"/>
                  </a:lnTo>
                  <a:lnTo>
                    <a:pt x="3761170" y="2254840"/>
                  </a:lnTo>
                  <a:lnTo>
                    <a:pt x="3765449" y="2232456"/>
                  </a:lnTo>
                  <a:lnTo>
                    <a:pt x="3769728" y="2104519"/>
                  </a:lnTo>
                  <a:lnTo>
                    <a:pt x="3774007" y="1971818"/>
                  </a:lnTo>
                  <a:lnTo>
                    <a:pt x="3778286" y="1913620"/>
                  </a:lnTo>
                  <a:lnTo>
                    <a:pt x="3782565" y="2011649"/>
                  </a:lnTo>
                  <a:lnTo>
                    <a:pt x="3786844" y="2148429"/>
                  </a:lnTo>
                  <a:lnTo>
                    <a:pt x="3791123" y="2135932"/>
                  </a:lnTo>
                  <a:lnTo>
                    <a:pt x="3795401" y="2199482"/>
                  </a:lnTo>
                  <a:lnTo>
                    <a:pt x="3799680" y="2198743"/>
                  </a:lnTo>
                  <a:lnTo>
                    <a:pt x="3803959" y="2144126"/>
                  </a:lnTo>
                  <a:lnTo>
                    <a:pt x="3808238" y="2042662"/>
                  </a:lnTo>
                  <a:lnTo>
                    <a:pt x="3812517" y="2041412"/>
                  </a:lnTo>
                  <a:lnTo>
                    <a:pt x="3816796" y="2010788"/>
                  </a:lnTo>
                  <a:lnTo>
                    <a:pt x="3821075" y="2026527"/>
                  </a:lnTo>
                  <a:lnTo>
                    <a:pt x="3825354" y="1988284"/>
                  </a:lnTo>
                  <a:lnTo>
                    <a:pt x="3829633" y="1947803"/>
                  </a:lnTo>
                  <a:lnTo>
                    <a:pt x="3833912" y="1901363"/>
                  </a:lnTo>
                  <a:lnTo>
                    <a:pt x="3838191" y="1852093"/>
                  </a:lnTo>
                  <a:lnTo>
                    <a:pt x="3842470" y="1925634"/>
                  </a:lnTo>
                  <a:lnTo>
                    <a:pt x="3846749" y="1929235"/>
                  </a:lnTo>
                  <a:lnTo>
                    <a:pt x="3851027" y="1982353"/>
                  </a:lnTo>
                  <a:lnTo>
                    <a:pt x="3855306" y="1976038"/>
                  </a:lnTo>
                  <a:lnTo>
                    <a:pt x="3859585" y="1964879"/>
                  </a:lnTo>
                  <a:lnTo>
                    <a:pt x="3863864" y="1871609"/>
                  </a:lnTo>
                  <a:lnTo>
                    <a:pt x="3868143" y="1833290"/>
                  </a:lnTo>
                  <a:lnTo>
                    <a:pt x="3872422" y="1823139"/>
                  </a:lnTo>
                  <a:lnTo>
                    <a:pt x="3876701" y="1758369"/>
                  </a:lnTo>
                  <a:lnTo>
                    <a:pt x="3880980" y="1719471"/>
                  </a:lnTo>
                  <a:lnTo>
                    <a:pt x="3885259" y="1808665"/>
                  </a:lnTo>
                  <a:lnTo>
                    <a:pt x="3889538" y="1780477"/>
                  </a:lnTo>
                  <a:lnTo>
                    <a:pt x="3893817" y="1783669"/>
                  </a:lnTo>
                  <a:lnTo>
                    <a:pt x="3898096" y="1749329"/>
                  </a:lnTo>
                  <a:lnTo>
                    <a:pt x="3902374" y="1676077"/>
                  </a:lnTo>
                  <a:lnTo>
                    <a:pt x="3906653" y="1679800"/>
                  </a:lnTo>
                  <a:lnTo>
                    <a:pt x="3910932" y="1635940"/>
                  </a:lnTo>
                  <a:lnTo>
                    <a:pt x="3915211" y="1572663"/>
                  </a:lnTo>
                  <a:lnTo>
                    <a:pt x="3919490" y="1637703"/>
                  </a:lnTo>
                  <a:lnTo>
                    <a:pt x="3923769" y="1711973"/>
                  </a:lnTo>
                  <a:lnTo>
                    <a:pt x="3928048" y="1714968"/>
                  </a:lnTo>
                  <a:lnTo>
                    <a:pt x="3932327" y="1673584"/>
                  </a:lnTo>
                  <a:lnTo>
                    <a:pt x="3936606" y="1584753"/>
                  </a:lnTo>
                  <a:lnTo>
                    <a:pt x="3940885" y="1525971"/>
                  </a:lnTo>
                  <a:lnTo>
                    <a:pt x="3945164" y="1351926"/>
                  </a:lnTo>
                  <a:lnTo>
                    <a:pt x="3949443" y="1350027"/>
                  </a:lnTo>
                  <a:lnTo>
                    <a:pt x="3953722" y="1277998"/>
                  </a:lnTo>
                  <a:lnTo>
                    <a:pt x="3958000" y="1230871"/>
                  </a:lnTo>
                  <a:lnTo>
                    <a:pt x="3962279" y="1354202"/>
                  </a:lnTo>
                  <a:lnTo>
                    <a:pt x="3966558" y="1427772"/>
                  </a:lnTo>
                  <a:lnTo>
                    <a:pt x="3970837" y="1516779"/>
                  </a:lnTo>
                  <a:lnTo>
                    <a:pt x="3975116" y="1379324"/>
                  </a:lnTo>
                  <a:lnTo>
                    <a:pt x="3979395" y="1250958"/>
                  </a:lnTo>
                  <a:lnTo>
                    <a:pt x="3983674" y="1105920"/>
                  </a:lnTo>
                  <a:lnTo>
                    <a:pt x="3987953" y="928881"/>
                  </a:lnTo>
                  <a:lnTo>
                    <a:pt x="3992232" y="822769"/>
                  </a:lnTo>
                  <a:lnTo>
                    <a:pt x="3996511" y="763206"/>
                  </a:lnTo>
                  <a:lnTo>
                    <a:pt x="4000790" y="687569"/>
                  </a:lnTo>
                  <a:lnTo>
                    <a:pt x="4005069" y="622971"/>
                  </a:lnTo>
                  <a:lnTo>
                    <a:pt x="4009347" y="540296"/>
                  </a:lnTo>
                  <a:lnTo>
                    <a:pt x="4013626" y="550016"/>
                  </a:lnTo>
                  <a:lnTo>
                    <a:pt x="4017905" y="443071"/>
                  </a:lnTo>
                  <a:lnTo>
                    <a:pt x="4022184" y="345067"/>
                  </a:lnTo>
                  <a:lnTo>
                    <a:pt x="4026463" y="249902"/>
                  </a:lnTo>
                  <a:lnTo>
                    <a:pt x="4030742" y="385032"/>
                  </a:lnTo>
                  <a:lnTo>
                    <a:pt x="4035021" y="249722"/>
                  </a:lnTo>
                  <a:lnTo>
                    <a:pt x="4039300" y="194312"/>
                  </a:lnTo>
                  <a:lnTo>
                    <a:pt x="4043579" y="332186"/>
                  </a:lnTo>
                  <a:lnTo>
                    <a:pt x="4047858" y="323171"/>
                  </a:lnTo>
                  <a:lnTo>
                    <a:pt x="4052137" y="397057"/>
                  </a:lnTo>
                  <a:lnTo>
                    <a:pt x="4056416" y="471605"/>
                  </a:lnTo>
                  <a:lnTo>
                    <a:pt x="4060695" y="541163"/>
                  </a:lnTo>
                  <a:lnTo>
                    <a:pt x="4064973" y="539614"/>
                  </a:lnTo>
                  <a:lnTo>
                    <a:pt x="4069252" y="564122"/>
                  </a:lnTo>
                  <a:lnTo>
                    <a:pt x="4073531" y="527486"/>
                  </a:lnTo>
                  <a:lnTo>
                    <a:pt x="4077810" y="497009"/>
                  </a:lnTo>
                  <a:lnTo>
                    <a:pt x="4082089" y="417780"/>
                  </a:lnTo>
                  <a:lnTo>
                    <a:pt x="4086368" y="419994"/>
                  </a:lnTo>
                  <a:lnTo>
                    <a:pt x="4090647" y="282349"/>
                  </a:lnTo>
                  <a:lnTo>
                    <a:pt x="4094926" y="366039"/>
                  </a:lnTo>
                  <a:lnTo>
                    <a:pt x="4099205" y="234147"/>
                  </a:lnTo>
                  <a:lnTo>
                    <a:pt x="4103484" y="209715"/>
                  </a:lnTo>
                  <a:lnTo>
                    <a:pt x="4107763" y="182442"/>
                  </a:lnTo>
                  <a:lnTo>
                    <a:pt x="4112042" y="127764"/>
                  </a:lnTo>
                  <a:lnTo>
                    <a:pt x="4116320" y="74420"/>
                  </a:lnTo>
                  <a:lnTo>
                    <a:pt x="4120599" y="64982"/>
                  </a:lnTo>
                  <a:lnTo>
                    <a:pt x="4124878" y="238396"/>
                  </a:lnTo>
                  <a:lnTo>
                    <a:pt x="4129157" y="166468"/>
                  </a:lnTo>
                  <a:lnTo>
                    <a:pt x="4133436" y="180906"/>
                  </a:lnTo>
                  <a:lnTo>
                    <a:pt x="4137715" y="226206"/>
                  </a:lnTo>
                  <a:lnTo>
                    <a:pt x="4141994" y="329489"/>
                  </a:lnTo>
                  <a:lnTo>
                    <a:pt x="4146273" y="340971"/>
                  </a:lnTo>
                  <a:lnTo>
                    <a:pt x="4150552" y="356491"/>
                  </a:lnTo>
                  <a:lnTo>
                    <a:pt x="4154831" y="381723"/>
                  </a:lnTo>
                  <a:lnTo>
                    <a:pt x="4159110" y="370487"/>
                  </a:lnTo>
                  <a:lnTo>
                    <a:pt x="4163389" y="387621"/>
                  </a:lnTo>
                  <a:lnTo>
                    <a:pt x="4167668" y="350376"/>
                  </a:lnTo>
                  <a:lnTo>
                    <a:pt x="4171946" y="347458"/>
                  </a:lnTo>
                  <a:lnTo>
                    <a:pt x="4176225" y="210620"/>
                  </a:lnTo>
                  <a:lnTo>
                    <a:pt x="4180504" y="77246"/>
                  </a:lnTo>
                  <a:lnTo>
                    <a:pt x="4184783" y="28875"/>
                  </a:lnTo>
                  <a:lnTo>
                    <a:pt x="4189062" y="0"/>
                  </a:lnTo>
                  <a:lnTo>
                    <a:pt x="4193341" y="70303"/>
                  </a:lnTo>
                  <a:lnTo>
                    <a:pt x="4197620" y="212962"/>
                  </a:lnTo>
                  <a:lnTo>
                    <a:pt x="4201899" y="328700"/>
                  </a:lnTo>
                  <a:lnTo>
                    <a:pt x="4206178" y="370729"/>
                  </a:lnTo>
                  <a:lnTo>
                    <a:pt x="4210457" y="487505"/>
                  </a:lnTo>
                  <a:lnTo>
                    <a:pt x="4214736" y="495380"/>
                  </a:lnTo>
                  <a:lnTo>
                    <a:pt x="4219015" y="472972"/>
                  </a:lnTo>
                  <a:lnTo>
                    <a:pt x="4223293" y="449070"/>
                  </a:lnTo>
                  <a:lnTo>
                    <a:pt x="4227572" y="447142"/>
                  </a:lnTo>
                  <a:lnTo>
                    <a:pt x="4231851" y="446520"/>
                  </a:lnTo>
                  <a:lnTo>
                    <a:pt x="4236130" y="196847"/>
                  </a:lnTo>
                  <a:lnTo>
                    <a:pt x="4240409" y="196847"/>
                  </a:lnTo>
                  <a:lnTo>
                    <a:pt x="4244688" y="131914"/>
                  </a:lnTo>
                  <a:lnTo>
                    <a:pt x="4248967" y="189555"/>
                  </a:lnTo>
                  <a:lnTo>
                    <a:pt x="4253246" y="244127"/>
                  </a:lnTo>
                  <a:lnTo>
                    <a:pt x="4257525" y="236208"/>
                  </a:lnTo>
                  <a:lnTo>
                    <a:pt x="4261804" y="140934"/>
                  </a:lnTo>
                  <a:lnTo>
                    <a:pt x="4266083" y="71039"/>
                  </a:lnTo>
                  <a:lnTo>
                    <a:pt x="4270362" y="136434"/>
                  </a:lnTo>
                  <a:lnTo>
                    <a:pt x="4274641" y="144539"/>
                  </a:lnTo>
                  <a:lnTo>
                    <a:pt x="4278919" y="144173"/>
                  </a:lnTo>
                  <a:lnTo>
                    <a:pt x="4283198" y="30335"/>
                  </a:lnTo>
                  <a:lnTo>
                    <a:pt x="4287477" y="149384"/>
                  </a:lnTo>
                  <a:lnTo>
                    <a:pt x="4291756" y="247249"/>
                  </a:lnTo>
                  <a:lnTo>
                    <a:pt x="4296035" y="269285"/>
                  </a:lnTo>
                  <a:lnTo>
                    <a:pt x="4300314" y="254098"/>
                  </a:lnTo>
                  <a:lnTo>
                    <a:pt x="4304593" y="196753"/>
                  </a:lnTo>
                  <a:lnTo>
                    <a:pt x="4308872" y="161782"/>
                  </a:lnTo>
                  <a:lnTo>
                    <a:pt x="4313151" y="171381"/>
                  </a:lnTo>
                  <a:lnTo>
                    <a:pt x="4317430" y="192136"/>
                  </a:lnTo>
                  <a:lnTo>
                    <a:pt x="4321709" y="202307"/>
                  </a:lnTo>
                  <a:lnTo>
                    <a:pt x="4325988" y="285569"/>
                  </a:lnTo>
                  <a:lnTo>
                    <a:pt x="4330266" y="266215"/>
                  </a:lnTo>
                  <a:lnTo>
                    <a:pt x="4334545" y="323598"/>
                  </a:lnTo>
                  <a:lnTo>
                    <a:pt x="4338824" y="411875"/>
                  </a:lnTo>
                  <a:lnTo>
                    <a:pt x="4343103" y="444120"/>
                  </a:lnTo>
                  <a:lnTo>
                    <a:pt x="4347382" y="500547"/>
                  </a:lnTo>
                  <a:lnTo>
                    <a:pt x="4351661" y="543171"/>
                  </a:lnTo>
                  <a:lnTo>
                    <a:pt x="4355940" y="627462"/>
                  </a:lnTo>
                  <a:lnTo>
                    <a:pt x="4360219" y="582459"/>
                  </a:lnTo>
                  <a:lnTo>
                    <a:pt x="4364498" y="662607"/>
                  </a:lnTo>
                  <a:lnTo>
                    <a:pt x="4368777" y="699225"/>
                  </a:lnTo>
                  <a:lnTo>
                    <a:pt x="4373056" y="684812"/>
                  </a:lnTo>
                  <a:lnTo>
                    <a:pt x="4377335" y="745277"/>
                  </a:lnTo>
                  <a:lnTo>
                    <a:pt x="4381614" y="760393"/>
                  </a:lnTo>
                  <a:lnTo>
                    <a:pt x="4385892" y="798690"/>
                  </a:lnTo>
                  <a:lnTo>
                    <a:pt x="4390171" y="786319"/>
                  </a:lnTo>
                  <a:lnTo>
                    <a:pt x="4394450" y="776732"/>
                  </a:lnTo>
                  <a:lnTo>
                    <a:pt x="4398729" y="791570"/>
                  </a:lnTo>
                  <a:lnTo>
                    <a:pt x="4403008" y="919258"/>
                  </a:lnTo>
                  <a:lnTo>
                    <a:pt x="4407287" y="903706"/>
                  </a:lnTo>
                  <a:lnTo>
                    <a:pt x="4411566" y="991577"/>
                  </a:lnTo>
                  <a:lnTo>
                    <a:pt x="4415845" y="987360"/>
                  </a:lnTo>
                  <a:lnTo>
                    <a:pt x="4420124" y="1070616"/>
                  </a:lnTo>
                  <a:lnTo>
                    <a:pt x="4424403" y="1072132"/>
                  </a:lnTo>
                  <a:lnTo>
                    <a:pt x="4428682" y="1148264"/>
                  </a:lnTo>
                  <a:lnTo>
                    <a:pt x="4432961" y="1190685"/>
                  </a:lnTo>
                  <a:lnTo>
                    <a:pt x="4437239" y="1255654"/>
                  </a:lnTo>
                  <a:lnTo>
                    <a:pt x="4441518" y="1170528"/>
                  </a:lnTo>
                  <a:lnTo>
                    <a:pt x="4445797" y="1207248"/>
                  </a:lnTo>
                  <a:lnTo>
                    <a:pt x="4450076" y="1209123"/>
                  </a:lnTo>
                  <a:lnTo>
                    <a:pt x="4454355" y="1178803"/>
                  </a:lnTo>
                  <a:lnTo>
                    <a:pt x="4458634" y="1151985"/>
                  </a:lnTo>
                  <a:lnTo>
                    <a:pt x="4462913" y="1159510"/>
                  </a:lnTo>
                  <a:lnTo>
                    <a:pt x="4467192" y="1192331"/>
                  </a:lnTo>
                  <a:lnTo>
                    <a:pt x="4471471" y="1323057"/>
                  </a:lnTo>
                  <a:lnTo>
                    <a:pt x="4475750" y="1401107"/>
                  </a:lnTo>
                  <a:lnTo>
                    <a:pt x="4480029" y="1401093"/>
                  </a:lnTo>
                  <a:lnTo>
                    <a:pt x="4484308" y="1305439"/>
                  </a:lnTo>
                  <a:lnTo>
                    <a:pt x="4488587" y="1233974"/>
                  </a:lnTo>
                  <a:lnTo>
                    <a:pt x="4492865" y="1285894"/>
                  </a:lnTo>
                  <a:lnTo>
                    <a:pt x="4497144" y="1289834"/>
                  </a:lnTo>
                  <a:lnTo>
                    <a:pt x="4501423" y="1373823"/>
                  </a:lnTo>
                  <a:lnTo>
                    <a:pt x="4505702" y="1555788"/>
                  </a:lnTo>
                  <a:lnTo>
                    <a:pt x="4509981" y="1714680"/>
                  </a:lnTo>
                  <a:lnTo>
                    <a:pt x="4514260" y="1888760"/>
                  </a:lnTo>
                  <a:lnTo>
                    <a:pt x="4518539" y="1836574"/>
                  </a:lnTo>
                  <a:lnTo>
                    <a:pt x="4522818" y="1771687"/>
                  </a:lnTo>
                  <a:lnTo>
                    <a:pt x="4527097" y="1725190"/>
                  </a:lnTo>
                  <a:lnTo>
                    <a:pt x="4531376" y="1706331"/>
                  </a:lnTo>
                  <a:lnTo>
                    <a:pt x="4535655" y="1780676"/>
                  </a:lnTo>
                  <a:lnTo>
                    <a:pt x="4539934" y="1768004"/>
                  </a:lnTo>
                  <a:lnTo>
                    <a:pt x="4544212" y="1828895"/>
                  </a:lnTo>
                  <a:lnTo>
                    <a:pt x="4548491" y="1808757"/>
                  </a:lnTo>
                  <a:lnTo>
                    <a:pt x="4552770" y="1771020"/>
                  </a:lnTo>
                  <a:lnTo>
                    <a:pt x="4557049" y="1631272"/>
                  </a:lnTo>
                  <a:lnTo>
                    <a:pt x="4561328" y="1652661"/>
                  </a:lnTo>
                  <a:lnTo>
                    <a:pt x="4565607" y="1847977"/>
                  </a:lnTo>
                  <a:lnTo>
                    <a:pt x="4569886" y="1772301"/>
                  </a:lnTo>
                  <a:lnTo>
                    <a:pt x="4574165" y="1703532"/>
                  </a:lnTo>
                  <a:lnTo>
                    <a:pt x="4578444" y="1826523"/>
                  </a:lnTo>
                  <a:lnTo>
                    <a:pt x="4582723" y="1815308"/>
                  </a:lnTo>
                  <a:lnTo>
                    <a:pt x="4587002" y="1835325"/>
                  </a:lnTo>
                  <a:lnTo>
                    <a:pt x="4591281" y="1777656"/>
                  </a:lnTo>
                  <a:lnTo>
                    <a:pt x="4595560" y="1650446"/>
                  </a:lnTo>
                  <a:lnTo>
                    <a:pt x="4599838" y="1676238"/>
                  </a:lnTo>
                  <a:lnTo>
                    <a:pt x="4604117" y="1705600"/>
                  </a:lnTo>
                  <a:lnTo>
                    <a:pt x="4608396" y="1657662"/>
                  </a:lnTo>
                  <a:lnTo>
                    <a:pt x="4612675" y="1499193"/>
                  </a:lnTo>
                  <a:lnTo>
                    <a:pt x="4616954" y="1470979"/>
                  </a:lnTo>
                  <a:lnTo>
                    <a:pt x="4621233" y="1445987"/>
                  </a:lnTo>
                  <a:lnTo>
                    <a:pt x="4625512" y="1491157"/>
                  </a:lnTo>
                  <a:lnTo>
                    <a:pt x="4629791" y="1487232"/>
                  </a:lnTo>
                  <a:lnTo>
                    <a:pt x="4634070" y="1407317"/>
                  </a:lnTo>
                  <a:lnTo>
                    <a:pt x="4638349" y="1507351"/>
                  </a:lnTo>
                  <a:lnTo>
                    <a:pt x="4642628" y="1596111"/>
                  </a:lnTo>
                  <a:lnTo>
                    <a:pt x="4646907" y="1764900"/>
                  </a:lnTo>
                  <a:lnTo>
                    <a:pt x="4651185" y="1858735"/>
                  </a:lnTo>
                  <a:lnTo>
                    <a:pt x="4655464" y="1846121"/>
                  </a:lnTo>
                  <a:lnTo>
                    <a:pt x="4659743" y="1920241"/>
                  </a:lnTo>
                  <a:lnTo>
                    <a:pt x="4664022" y="1933805"/>
                  </a:lnTo>
                  <a:lnTo>
                    <a:pt x="4668301" y="1715176"/>
                  </a:lnTo>
                  <a:lnTo>
                    <a:pt x="4672580" y="1533156"/>
                  </a:lnTo>
                  <a:lnTo>
                    <a:pt x="4676859" y="1418327"/>
                  </a:lnTo>
                  <a:lnTo>
                    <a:pt x="4681138" y="1294064"/>
                  </a:lnTo>
                  <a:lnTo>
                    <a:pt x="4685417" y="1281366"/>
                  </a:lnTo>
                  <a:lnTo>
                    <a:pt x="4689696" y="1232570"/>
                  </a:lnTo>
                  <a:lnTo>
                    <a:pt x="4693975" y="1196478"/>
                  </a:lnTo>
                  <a:lnTo>
                    <a:pt x="4698254" y="1246824"/>
                  </a:lnTo>
                  <a:lnTo>
                    <a:pt x="4702533" y="1214742"/>
                  </a:lnTo>
                  <a:lnTo>
                    <a:pt x="4706811" y="1221184"/>
                  </a:lnTo>
                  <a:lnTo>
                    <a:pt x="4711090" y="1213800"/>
                  </a:lnTo>
                  <a:lnTo>
                    <a:pt x="4715369" y="1287975"/>
                  </a:lnTo>
                  <a:lnTo>
                    <a:pt x="4719648" y="1317780"/>
                  </a:lnTo>
                  <a:lnTo>
                    <a:pt x="4723927" y="1281595"/>
                  </a:lnTo>
                  <a:lnTo>
                    <a:pt x="4728206" y="1314321"/>
                  </a:lnTo>
                  <a:lnTo>
                    <a:pt x="4732485" y="1363321"/>
                  </a:lnTo>
                  <a:lnTo>
                    <a:pt x="4736764" y="1368508"/>
                  </a:lnTo>
                  <a:lnTo>
                    <a:pt x="4741043" y="1413131"/>
                  </a:lnTo>
                  <a:lnTo>
                    <a:pt x="4745322" y="1407133"/>
                  </a:lnTo>
                  <a:lnTo>
                    <a:pt x="4749601" y="1436179"/>
                  </a:lnTo>
                  <a:lnTo>
                    <a:pt x="4753880" y="1448858"/>
                  </a:lnTo>
                  <a:lnTo>
                    <a:pt x="4758158" y="1447275"/>
                  </a:lnTo>
                  <a:lnTo>
                    <a:pt x="4762437" y="1439878"/>
                  </a:lnTo>
                  <a:lnTo>
                    <a:pt x="4766716" y="1407051"/>
                  </a:lnTo>
                  <a:lnTo>
                    <a:pt x="4770995" y="1426816"/>
                  </a:lnTo>
                  <a:lnTo>
                    <a:pt x="4775274" y="1387009"/>
                  </a:lnTo>
                  <a:lnTo>
                    <a:pt x="4779553" y="1360039"/>
                  </a:lnTo>
                  <a:lnTo>
                    <a:pt x="4783832" y="1333555"/>
                  </a:lnTo>
                  <a:lnTo>
                    <a:pt x="4788111" y="1306892"/>
                  </a:lnTo>
                  <a:lnTo>
                    <a:pt x="4792390" y="1321912"/>
                  </a:lnTo>
                  <a:lnTo>
                    <a:pt x="4796669" y="1261369"/>
                  </a:lnTo>
                  <a:lnTo>
                    <a:pt x="4800948" y="1270155"/>
                  </a:lnTo>
                  <a:lnTo>
                    <a:pt x="4805227" y="1310177"/>
                  </a:lnTo>
                  <a:lnTo>
                    <a:pt x="4809506" y="1285038"/>
                  </a:lnTo>
                  <a:lnTo>
                    <a:pt x="4813784" y="1288658"/>
                  </a:lnTo>
                  <a:lnTo>
                    <a:pt x="4818063" y="1289912"/>
                  </a:lnTo>
                  <a:lnTo>
                    <a:pt x="4822342" y="1266332"/>
                  </a:lnTo>
                  <a:lnTo>
                    <a:pt x="4826621" y="1309534"/>
                  </a:lnTo>
                  <a:lnTo>
                    <a:pt x="4830900" y="1321576"/>
                  </a:lnTo>
                  <a:lnTo>
                    <a:pt x="4835179" y="1352151"/>
                  </a:lnTo>
                  <a:lnTo>
                    <a:pt x="4839458" y="1357344"/>
                  </a:lnTo>
                  <a:lnTo>
                    <a:pt x="4843737" y="1292525"/>
                  </a:lnTo>
                  <a:lnTo>
                    <a:pt x="4848016" y="1288857"/>
                  </a:lnTo>
                  <a:lnTo>
                    <a:pt x="4852295" y="1246373"/>
                  </a:lnTo>
                  <a:lnTo>
                    <a:pt x="4856574" y="1291098"/>
                  </a:lnTo>
                  <a:lnTo>
                    <a:pt x="4860853" y="1314726"/>
                  </a:lnTo>
                  <a:lnTo>
                    <a:pt x="4865131" y="1343766"/>
                  </a:lnTo>
                  <a:lnTo>
                    <a:pt x="4869410" y="1416363"/>
                  </a:lnTo>
                  <a:lnTo>
                    <a:pt x="4873689" y="1382222"/>
                  </a:lnTo>
                  <a:lnTo>
                    <a:pt x="4877968" y="1439232"/>
                  </a:lnTo>
                  <a:lnTo>
                    <a:pt x="4882247" y="1391585"/>
                  </a:lnTo>
                  <a:lnTo>
                    <a:pt x="4886526" y="1397433"/>
                  </a:lnTo>
                  <a:lnTo>
                    <a:pt x="4890805" y="1410370"/>
                  </a:lnTo>
                  <a:lnTo>
                    <a:pt x="4895084" y="1380666"/>
                  </a:lnTo>
                  <a:lnTo>
                    <a:pt x="4899363" y="1463669"/>
                  </a:lnTo>
                  <a:lnTo>
                    <a:pt x="4903642" y="1398546"/>
                  </a:lnTo>
                  <a:lnTo>
                    <a:pt x="4907921" y="1441849"/>
                  </a:lnTo>
                  <a:lnTo>
                    <a:pt x="4912200" y="1475730"/>
                  </a:lnTo>
                  <a:lnTo>
                    <a:pt x="4916479" y="1486828"/>
                  </a:lnTo>
                  <a:lnTo>
                    <a:pt x="4920757" y="1560723"/>
                  </a:lnTo>
                  <a:lnTo>
                    <a:pt x="4925036" y="1503556"/>
                  </a:lnTo>
                  <a:lnTo>
                    <a:pt x="4929315" y="1557708"/>
                  </a:lnTo>
                  <a:lnTo>
                    <a:pt x="4933594" y="1613492"/>
                  </a:lnTo>
                  <a:lnTo>
                    <a:pt x="4937873" y="1634176"/>
                  </a:lnTo>
                  <a:lnTo>
                    <a:pt x="4942152" y="1709202"/>
                  </a:lnTo>
                  <a:lnTo>
                    <a:pt x="4946431" y="1578389"/>
                  </a:lnTo>
                  <a:lnTo>
                    <a:pt x="4950710" y="1586851"/>
                  </a:lnTo>
                  <a:lnTo>
                    <a:pt x="4954989" y="1488490"/>
                  </a:lnTo>
                  <a:lnTo>
                    <a:pt x="4959268" y="1460849"/>
                  </a:lnTo>
                  <a:lnTo>
                    <a:pt x="4963547" y="1450093"/>
                  </a:lnTo>
                  <a:lnTo>
                    <a:pt x="4967826" y="1467205"/>
                  </a:lnTo>
                  <a:lnTo>
                    <a:pt x="4972104" y="1548824"/>
                  </a:lnTo>
                  <a:lnTo>
                    <a:pt x="4976383" y="1524908"/>
                  </a:lnTo>
                  <a:lnTo>
                    <a:pt x="4980662" y="1475712"/>
                  </a:lnTo>
                  <a:lnTo>
                    <a:pt x="4984941" y="1446093"/>
                  </a:lnTo>
                  <a:lnTo>
                    <a:pt x="4989220" y="1443425"/>
                  </a:lnTo>
                  <a:lnTo>
                    <a:pt x="4993499" y="1446303"/>
                  </a:lnTo>
                  <a:lnTo>
                    <a:pt x="4997778" y="1445967"/>
                  </a:lnTo>
                  <a:lnTo>
                    <a:pt x="5002057" y="1405368"/>
                  </a:lnTo>
                  <a:lnTo>
                    <a:pt x="5006336" y="1452365"/>
                  </a:lnTo>
                  <a:lnTo>
                    <a:pt x="5010615" y="1445537"/>
                  </a:lnTo>
                  <a:lnTo>
                    <a:pt x="5014894" y="1439397"/>
                  </a:lnTo>
                  <a:lnTo>
                    <a:pt x="5019173" y="1593153"/>
                  </a:lnTo>
                  <a:lnTo>
                    <a:pt x="5023452" y="1752352"/>
                  </a:lnTo>
                  <a:lnTo>
                    <a:pt x="5027730" y="1763184"/>
                  </a:lnTo>
                  <a:lnTo>
                    <a:pt x="5032009" y="1645539"/>
                  </a:lnTo>
                  <a:lnTo>
                    <a:pt x="5036288" y="1532243"/>
                  </a:lnTo>
                  <a:lnTo>
                    <a:pt x="5040567" y="1543243"/>
                  </a:lnTo>
                  <a:lnTo>
                    <a:pt x="5044846" y="1587030"/>
                  </a:lnTo>
                  <a:lnTo>
                    <a:pt x="5049125" y="1572153"/>
                  </a:lnTo>
                  <a:lnTo>
                    <a:pt x="5053404" y="1522786"/>
                  </a:lnTo>
                  <a:lnTo>
                    <a:pt x="5057683" y="1542578"/>
                  </a:lnTo>
                  <a:lnTo>
                    <a:pt x="5061962" y="1538690"/>
                  </a:lnTo>
                  <a:lnTo>
                    <a:pt x="5066241" y="1562445"/>
                  </a:lnTo>
                  <a:lnTo>
                    <a:pt x="5070520" y="1579008"/>
                  </a:lnTo>
                  <a:lnTo>
                    <a:pt x="5074799" y="1513416"/>
                  </a:lnTo>
                  <a:lnTo>
                    <a:pt x="5079077" y="1539096"/>
                  </a:lnTo>
                  <a:lnTo>
                    <a:pt x="5083356" y="1541266"/>
                  </a:lnTo>
                  <a:lnTo>
                    <a:pt x="5087635" y="1680973"/>
                  </a:lnTo>
                  <a:lnTo>
                    <a:pt x="5091914" y="1647011"/>
                  </a:lnTo>
                  <a:lnTo>
                    <a:pt x="5096193" y="1499389"/>
                  </a:lnTo>
                  <a:lnTo>
                    <a:pt x="5100472" y="1569531"/>
                  </a:lnTo>
                  <a:lnTo>
                    <a:pt x="5104751" y="1517009"/>
                  </a:lnTo>
                  <a:lnTo>
                    <a:pt x="5109030" y="1553010"/>
                  </a:lnTo>
                  <a:lnTo>
                    <a:pt x="5113309" y="1508129"/>
                  </a:lnTo>
                  <a:lnTo>
                    <a:pt x="5117588" y="1460294"/>
                  </a:lnTo>
                  <a:lnTo>
                    <a:pt x="5121867" y="1538785"/>
                  </a:lnTo>
                  <a:lnTo>
                    <a:pt x="5126146" y="1595555"/>
                  </a:lnTo>
                  <a:lnTo>
                    <a:pt x="5130425" y="1603308"/>
                  </a:lnTo>
                  <a:lnTo>
                    <a:pt x="5134703" y="1517593"/>
                  </a:lnTo>
                  <a:lnTo>
                    <a:pt x="5138982" y="1468992"/>
                  </a:lnTo>
                  <a:lnTo>
                    <a:pt x="5143261" y="1540811"/>
                  </a:lnTo>
                  <a:lnTo>
                    <a:pt x="5147540" y="1515562"/>
                  </a:lnTo>
                  <a:lnTo>
                    <a:pt x="5151819" y="1513855"/>
                  </a:lnTo>
                  <a:lnTo>
                    <a:pt x="5156098" y="1498788"/>
                  </a:lnTo>
                  <a:lnTo>
                    <a:pt x="5160377" y="1493312"/>
                  </a:lnTo>
                  <a:lnTo>
                    <a:pt x="5164656" y="1472993"/>
                  </a:lnTo>
                  <a:lnTo>
                    <a:pt x="5168935" y="1582217"/>
                  </a:lnTo>
                  <a:lnTo>
                    <a:pt x="5173214" y="1564573"/>
                  </a:lnTo>
                  <a:lnTo>
                    <a:pt x="5177493" y="1509425"/>
                  </a:lnTo>
                  <a:lnTo>
                    <a:pt x="5181772" y="1530246"/>
                  </a:lnTo>
                  <a:lnTo>
                    <a:pt x="5186050" y="1602230"/>
                  </a:lnTo>
                  <a:lnTo>
                    <a:pt x="5190329" y="1589508"/>
                  </a:lnTo>
                  <a:lnTo>
                    <a:pt x="5194608" y="1567319"/>
                  </a:lnTo>
                  <a:lnTo>
                    <a:pt x="5198887" y="1567437"/>
                  </a:lnTo>
                  <a:lnTo>
                    <a:pt x="5203166" y="1467822"/>
                  </a:lnTo>
                  <a:lnTo>
                    <a:pt x="5207445" y="1570177"/>
                  </a:lnTo>
                  <a:lnTo>
                    <a:pt x="5211724" y="1561340"/>
                  </a:lnTo>
                  <a:lnTo>
                    <a:pt x="5216003" y="1606579"/>
                  </a:lnTo>
                  <a:lnTo>
                    <a:pt x="5220282" y="1777815"/>
                  </a:lnTo>
                  <a:lnTo>
                    <a:pt x="5224561" y="1853514"/>
                  </a:lnTo>
                  <a:lnTo>
                    <a:pt x="5228840" y="1911235"/>
                  </a:lnTo>
                  <a:lnTo>
                    <a:pt x="5233119" y="1878110"/>
                  </a:lnTo>
                  <a:lnTo>
                    <a:pt x="5237398" y="1771654"/>
                  </a:lnTo>
                  <a:lnTo>
                    <a:pt x="5241676" y="1690017"/>
                  </a:lnTo>
                  <a:lnTo>
                    <a:pt x="5245955" y="1589812"/>
                  </a:lnTo>
                  <a:lnTo>
                    <a:pt x="5250234" y="1554486"/>
                  </a:lnTo>
                  <a:lnTo>
                    <a:pt x="5254513" y="1454059"/>
                  </a:lnTo>
                  <a:lnTo>
                    <a:pt x="5258792" y="1431790"/>
                  </a:lnTo>
                  <a:lnTo>
                    <a:pt x="5263071" y="1402057"/>
                  </a:lnTo>
                  <a:lnTo>
                    <a:pt x="5267350" y="1408767"/>
                  </a:lnTo>
                  <a:lnTo>
                    <a:pt x="5271629" y="1393020"/>
                  </a:lnTo>
                  <a:lnTo>
                    <a:pt x="5275908" y="1418635"/>
                  </a:lnTo>
                  <a:lnTo>
                    <a:pt x="5280187" y="1383749"/>
                  </a:lnTo>
                  <a:lnTo>
                    <a:pt x="5284466" y="1445682"/>
                  </a:lnTo>
                  <a:lnTo>
                    <a:pt x="5288745" y="1486526"/>
                  </a:lnTo>
                  <a:lnTo>
                    <a:pt x="5293023" y="1463053"/>
                  </a:lnTo>
                  <a:lnTo>
                    <a:pt x="5297302" y="1635847"/>
                  </a:lnTo>
                  <a:lnTo>
                    <a:pt x="5301581" y="1613448"/>
                  </a:lnTo>
                  <a:lnTo>
                    <a:pt x="5305860" y="1586137"/>
                  </a:lnTo>
                  <a:lnTo>
                    <a:pt x="5310139" y="1562547"/>
                  </a:lnTo>
                  <a:lnTo>
                    <a:pt x="5314418" y="1427814"/>
                  </a:lnTo>
                  <a:lnTo>
                    <a:pt x="5318697" y="1511024"/>
                  </a:lnTo>
                  <a:lnTo>
                    <a:pt x="5322976" y="1487575"/>
                  </a:lnTo>
                  <a:lnTo>
                    <a:pt x="5327255" y="1389925"/>
                  </a:lnTo>
                  <a:lnTo>
                    <a:pt x="5331534" y="1420512"/>
                  </a:lnTo>
                  <a:lnTo>
                    <a:pt x="5335813" y="1394084"/>
                  </a:lnTo>
                  <a:lnTo>
                    <a:pt x="5340092" y="1403607"/>
                  </a:lnTo>
                  <a:lnTo>
                    <a:pt x="5344371" y="1439581"/>
                  </a:lnTo>
                  <a:lnTo>
                    <a:pt x="5348649" y="1438079"/>
                  </a:lnTo>
                  <a:lnTo>
                    <a:pt x="5352928" y="1461309"/>
                  </a:lnTo>
                  <a:lnTo>
                    <a:pt x="5357207" y="1658563"/>
                  </a:lnTo>
                  <a:lnTo>
                    <a:pt x="5361486" y="1685581"/>
                  </a:lnTo>
                  <a:lnTo>
                    <a:pt x="5365765" y="1670172"/>
                  </a:lnTo>
                  <a:lnTo>
                    <a:pt x="5370044" y="1598438"/>
                  </a:lnTo>
                  <a:lnTo>
                    <a:pt x="5374323" y="1482271"/>
                  </a:lnTo>
                  <a:lnTo>
                    <a:pt x="5378602" y="1590740"/>
                  </a:lnTo>
                  <a:lnTo>
                    <a:pt x="5382881" y="1530066"/>
                  </a:lnTo>
                  <a:lnTo>
                    <a:pt x="5387160" y="1499063"/>
                  </a:lnTo>
                  <a:lnTo>
                    <a:pt x="5391439" y="1538557"/>
                  </a:lnTo>
                  <a:lnTo>
                    <a:pt x="5395718" y="1498677"/>
                  </a:lnTo>
                  <a:lnTo>
                    <a:pt x="5399996" y="1519951"/>
                  </a:lnTo>
                  <a:lnTo>
                    <a:pt x="5404275" y="1583727"/>
                  </a:lnTo>
                  <a:lnTo>
                    <a:pt x="5408554" y="1543622"/>
                  </a:lnTo>
                  <a:lnTo>
                    <a:pt x="5412833" y="1538493"/>
                  </a:lnTo>
                  <a:lnTo>
                    <a:pt x="5417112" y="1573333"/>
                  </a:lnTo>
                  <a:lnTo>
                    <a:pt x="5421391" y="1516161"/>
                  </a:lnTo>
                  <a:lnTo>
                    <a:pt x="5425670" y="1574449"/>
                  </a:lnTo>
                  <a:lnTo>
                    <a:pt x="5429949" y="1561461"/>
                  </a:lnTo>
                  <a:lnTo>
                    <a:pt x="5434228" y="1527516"/>
                  </a:lnTo>
                  <a:lnTo>
                    <a:pt x="5438507" y="1550485"/>
                  </a:lnTo>
                  <a:lnTo>
                    <a:pt x="5442786" y="1522369"/>
                  </a:lnTo>
                  <a:lnTo>
                    <a:pt x="5447065" y="1520088"/>
                  </a:lnTo>
                  <a:lnTo>
                    <a:pt x="5451344" y="1488153"/>
                  </a:lnTo>
                  <a:lnTo>
                    <a:pt x="5455622" y="1484862"/>
                  </a:lnTo>
                  <a:lnTo>
                    <a:pt x="5459901" y="1486938"/>
                  </a:lnTo>
                  <a:lnTo>
                    <a:pt x="5464180" y="1512140"/>
                  </a:lnTo>
                  <a:lnTo>
                    <a:pt x="5468459" y="1565843"/>
                  </a:lnTo>
                  <a:lnTo>
                    <a:pt x="5472738" y="1575630"/>
                  </a:lnTo>
                  <a:lnTo>
                    <a:pt x="5477017" y="1575109"/>
                  </a:lnTo>
                  <a:lnTo>
                    <a:pt x="5481296" y="1584178"/>
                  </a:lnTo>
                  <a:lnTo>
                    <a:pt x="5485575" y="1575694"/>
                  </a:lnTo>
                  <a:lnTo>
                    <a:pt x="5489854" y="1584835"/>
                  </a:lnTo>
                  <a:lnTo>
                    <a:pt x="5494133" y="1583745"/>
                  </a:lnTo>
                  <a:lnTo>
                    <a:pt x="5498412" y="1605405"/>
                  </a:lnTo>
                  <a:lnTo>
                    <a:pt x="5502691" y="1653580"/>
                  </a:lnTo>
                  <a:lnTo>
                    <a:pt x="5506969" y="1716448"/>
                  </a:lnTo>
                  <a:lnTo>
                    <a:pt x="5511248" y="1736887"/>
                  </a:lnTo>
                  <a:lnTo>
                    <a:pt x="5515527" y="1728879"/>
                  </a:lnTo>
                  <a:lnTo>
                    <a:pt x="5519806" y="1720002"/>
                  </a:lnTo>
                  <a:lnTo>
                    <a:pt x="5524085" y="1753612"/>
                  </a:lnTo>
                  <a:lnTo>
                    <a:pt x="5528364" y="1789399"/>
                  </a:lnTo>
                  <a:lnTo>
                    <a:pt x="5532643" y="1824935"/>
                  </a:lnTo>
                  <a:lnTo>
                    <a:pt x="5536922" y="1862251"/>
                  </a:lnTo>
                  <a:lnTo>
                    <a:pt x="5541201" y="1914110"/>
                  </a:lnTo>
                  <a:lnTo>
                    <a:pt x="5545480" y="2022753"/>
                  </a:lnTo>
                  <a:lnTo>
                    <a:pt x="5549759" y="1992616"/>
                  </a:lnTo>
                  <a:lnTo>
                    <a:pt x="5554038" y="1920134"/>
                  </a:lnTo>
                  <a:lnTo>
                    <a:pt x="5558317" y="1839252"/>
                  </a:lnTo>
                  <a:lnTo>
                    <a:pt x="5562595" y="1786836"/>
                  </a:lnTo>
                  <a:lnTo>
                    <a:pt x="5566874" y="1793308"/>
                  </a:lnTo>
                  <a:lnTo>
                    <a:pt x="5571153" y="1687231"/>
                  </a:lnTo>
                  <a:lnTo>
                    <a:pt x="5575432" y="1730488"/>
                  </a:lnTo>
                  <a:lnTo>
                    <a:pt x="5579711" y="1756388"/>
                  </a:lnTo>
                  <a:lnTo>
                    <a:pt x="5583990" y="1800760"/>
                  </a:lnTo>
                  <a:lnTo>
                    <a:pt x="5588269" y="1786795"/>
                  </a:lnTo>
                  <a:lnTo>
                    <a:pt x="5592548" y="1773637"/>
                  </a:lnTo>
                  <a:lnTo>
                    <a:pt x="5596827" y="1852280"/>
                  </a:lnTo>
                  <a:lnTo>
                    <a:pt x="5601106" y="1992814"/>
                  </a:lnTo>
                  <a:lnTo>
                    <a:pt x="5605385" y="2006406"/>
                  </a:lnTo>
                  <a:lnTo>
                    <a:pt x="5609664" y="1879042"/>
                  </a:lnTo>
                  <a:lnTo>
                    <a:pt x="5613942" y="1811347"/>
                  </a:lnTo>
                  <a:lnTo>
                    <a:pt x="5618221" y="1831909"/>
                  </a:lnTo>
                  <a:lnTo>
                    <a:pt x="5622500" y="1872884"/>
                  </a:lnTo>
                  <a:lnTo>
                    <a:pt x="5626779" y="1826831"/>
                  </a:lnTo>
                  <a:lnTo>
                    <a:pt x="5631058" y="1852706"/>
                  </a:lnTo>
                  <a:lnTo>
                    <a:pt x="5635337" y="1914863"/>
                  </a:lnTo>
                  <a:lnTo>
                    <a:pt x="5639616" y="2008961"/>
                  </a:lnTo>
                  <a:lnTo>
                    <a:pt x="5643895" y="2024246"/>
                  </a:lnTo>
                  <a:lnTo>
                    <a:pt x="5648174" y="1877218"/>
                  </a:lnTo>
                  <a:lnTo>
                    <a:pt x="5652453" y="1835528"/>
                  </a:lnTo>
                  <a:lnTo>
                    <a:pt x="5656732" y="1771806"/>
                  </a:lnTo>
                  <a:lnTo>
                    <a:pt x="5661011" y="1823836"/>
                  </a:lnTo>
                  <a:lnTo>
                    <a:pt x="5665290" y="1734879"/>
                  </a:lnTo>
                  <a:lnTo>
                    <a:pt x="5669568" y="1787685"/>
                  </a:lnTo>
                  <a:lnTo>
                    <a:pt x="5673847" y="1855318"/>
                  </a:lnTo>
                  <a:lnTo>
                    <a:pt x="5678126" y="1875533"/>
                  </a:lnTo>
                  <a:lnTo>
                    <a:pt x="5682405" y="1982660"/>
                  </a:lnTo>
                  <a:lnTo>
                    <a:pt x="5686684" y="2146815"/>
                  </a:lnTo>
                  <a:lnTo>
                    <a:pt x="5690963" y="2180834"/>
                  </a:lnTo>
                  <a:lnTo>
                    <a:pt x="5695242" y="2136136"/>
                  </a:lnTo>
                  <a:lnTo>
                    <a:pt x="5699521" y="2116772"/>
                  </a:lnTo>
                  <a:lnTo>
                    <a:pt x="5703800" y="2088813"/>
                  </a:lnTo>
                  <a:lnTo>
                    <a:pt x="5708079" y="2117684"/>
                  </a:lnTo>
                  <a:lnTo>
                    <a:pt x="5712358" y="2117456"/>
                  </a:lnTo>
                  <a:lnTo>
                    <a:pt x="5716637" y="1998564"/>
                  </a:lnTo>
                  <a:lnTo>
                    <a:pt x="5720915" y="2018453"/>
                  </a:lnTo>
                  <a:lnTo>
                    <a:pt x="5725194" y="1918162"/>
                  </a:lnTo>
                  <a:lnTo>
                    <a:pt x="5729473" y="1876291"/>
                  </a:lnTo>
                  <a:lnTo>
                    <a:pt x="5733752" y="1928101"/>
                  </a:lnTo>
                  <a:lnTo>
                    <a:pt x="5738031" y="1842993"/>
                  </a:lnTo>
                  <a:lnTo>
                    <a:pt x="5742310" y="1926509"/>
                  </a:lnTo>
                  <a:lnTo>
                    <a:pt x="5746589" y="1899594"/>
                  </a:lnTo>
                  <a:lnTo>
                    <a:pt x="5750868" y="1939229"/>
                  </a:lnTo>
                  <a:lnTo>
                    <a:pt x="5755147" y="1930125"/>
                  </a:lnTo>
                  <a:lnTo>
                    <a:pt x="5759426" y="1943092"/>
                  </a:lnTo>
                  <a:lnTo>
                    <a:pt x="5763705" y="2014095"/>
                  </a:lnTo>
                  <a:lnTo>
                    <a:pt x="5767984" y="1868355"/>
                  </a:lnTo>
                  <a:lnTo>
                    <a:pt x="5772263" y="1887146"/>
                  </a:lnTo>
                  <a:lnTo>
                    <a:pt x="5776541" y="1896648"/>
                  </a:lnTo>
                  <a:lnTo>
                    <a:pt x="5780820" y="1858924"/>
                  </a:lnTo>
                  <a:lnTo>
                    <a:pt x="5785099" y="1864233"/>
                  </a:lnTo>
                  <a:lnTo>
                    <a:pt x="5789378" y="1792015"/>
                  </a:lnTo>
                  <a:lnTo>
                    <a:pt x="5793657" y="1796411"/>
                  </a:lnTo>
                  <a:lnTo>
                    <a:pt x="5797936" y="1785618"/>
                  </a:lnTo>
                  <a:lnTo>
                    <a:pt x="5802215" y="1721420"/>
                  </a:lnTo>
                  <a:lnTo>
                    <a:pt x="5806494" y="1837413"/>
                  </a:lnTo>
                  <a:lnTo>
                    <a:pt x="5810773" y="1830394"/>
                  </a:lnTo>
                  <a:lnTo>
                    <a:pt x="5815052" y="1914646"/>
                  </a:lnTo>
                  <a:lnTo>
                    <a:pt x="5819331" y="1864627"/>
                  </a:lnTo>
                  <a:lnTo>
                    <a:pt x="5823610" y="1805340"/>
                  </a:lnTo>
                  <a:lnTo>
                    <a:pt x="5827888" y="1877133"/>
                  </a:lnTo>
                  <a:lnTo>
                    <a:pt x="5832167" y="1803679"/>
                  </a:lnTo>
                  <a:lnTo>
                    <a:pt x="5836446" y="1925073"/>
                  </a:lnTo>
                  <a:lnTo>
                    <a:pt x="5840725" y="1887682"/>
                  </a:lnTo>
                  <a:lnTo>
                    <a:pt x="5845004" y="1954217"/>
                  </a:lnTo>
                  <a:lnTo>
                    <a:pt x="5849283" y="2060674"/>
                  </a:lnTo>
                  <a:lnTo>
                    <a:pt x="5853562" y="2122330"/>
                  </a:lnTo>
                  <a:lnTo>
                    <a:pt x="5857841" y="2155324"/>
                  </a:lnTo>
                  <a:lnTo>
                    <a:pt x="5862120" y="2196454"/>
                  </a:lnTo>
                  <a:lnTo>
                    <a:pt x="5866399" y="2169203"/>
                  </a:lnTo>
                  <a:lnTo>
                    <a:pt x="5870678" y="2076995"/>
                  </a:lnTo>
                  <a:lnTo>
                    <a:pt x="5874957" y="2094294"/>
                  </a:lnTo>
                  <a:lnTo>
                    <a:pt x="5879236" y="2097228"/>
                  </a:lnTo>
                  <a:lnTo>
                    <a:pt x="5883514" y="2168386"/>
                  </a:lnTo>
                  <a:lnTo>
                    <a:pt x="5887793" y="2123547"/>
                  </a:lnTo>
                  <a:lnTo>
                    <a:pt x="5892072" y="2018677"/>
                  </a:lnTo>
                  <a:lnTo>
                    <a:pt x="5896351" y="2006499"/>
                  </a:lnTo>
                  <a:lnTo>
                    <a:pt x="5900630" y="1849186"/>
                  </a:lnTo>
                  <a:lnTo>
                    <a:pt x="5904909" y="1899450"/>
                  </a:lnTo>
                  <a:lnTo>
                    <a:pt x="5909188" y="1813830"/>
                  </a:lnTo>
                  <a:lnTo>
                    <a:pt x="5913467" y="1890830"/>
                  </a:lnTo>
                  <a:lnTo>
                    <a:pt x="5917746" y="1835746"/>
                  </a:lnTo>
                  <a:lnTo>
                    <a:pt x="5922025" y="1776694"/>
                  </a:lnTo>
                  <a:lnTo>
                    <a:pt x="5926304" y="1875479"/>
                  </a:lnTo>
                  <a:lnTo>
                    <a:pt x="5930583" y="1849853"/>
                  </a:lnTo>
                  <a:lnTo>
                    <a:pt x="5934861" y="1844555"/>
                  </a:lnTo>
                  <a:lnTo>
                    <a:pt x="5939140" y="1785374"/>
                  </a:lnTo>
                  <a:lnTo>
                    <a:pt x="5943419" y="1777922"/>
                  </a:lnTo>
                  <a:lnTo>
                    <a:pt x="5947698" y="1784204"/>
                  </a:lnTo>
                  <a:lnTo>
                    <a:pt x="5951977" y="1854529"/>
                  </a:lnTo>
                  <a:lnTo>
                    <a:pt x="5956256" y="1832055"/>
                  </a:lnTo>
                  <a:lnTo>
                    <a:pt x="5960535" y="1809945"/>
                  </a:lnTo>
                  <a:lnTo>
                    <a:pt x="5964814" y="1859828"/>
                  </a:lnTo>
                  <a:lnTo>
                    <a:pt x="5969093" y="1922624"/>
                  </a:lnTo>
                  <a:lnTo>
                    <a:pt x="5973372" y="1921618"/>
                  </a:lnTo>
                  <a:lnTo>
                    <a:pt x="5977651" y="1844749"/>
                  </a:lnTo>
                  <a:lnTo>
                    <a:pt x="5981930" y="1826769"/>
                  </a:lnTo>
                  <a:lnTo>
                    <a:pt x="5986209" y="1904191"/>
                  </a:lnTo>
                  <a:lnTo>
                    <a:pt x="5990487" y="1905119"/>
                  </a:lnTo>
                  <a:lnTo>
                    <a:pt x="5994766" y="1882253"/>
                  </a:lnTo>
                  <a:lnTo>
                    <a:pt x="5999045" y="1909512"/>
                  </a:lnTo>
                  <a:lnTo>
                    <a:pt x="6003324" y="1982540"/>
                  </a:lnTo>
                  <a:lnTo>
                    <a:pt x="6007603" y="1946368"/>
                  </a:lnTo>
                  <a:lnTo>
                    <a:pt x="6011882" y="1979363"/>
                  </a:lnTo>
                  <a:lnTo>
                    <a:pt x="6016161" y="1957454"/>
                  </a:lnTo>
                  <a:lnTo>
                    <a:pt x="6020440" y="1944603"/>
                  </a:lnTo>
                  <a:lnTo>
                    <a:pt x="6024719" y="1919913"/>
                  </a:lnTo>
                  <a:lnTo>
                    <a:pt x="6028998" y="1870633"/>
                  </a:lnTo>
                  <a:lnTo>
                    <a:pt x="6033277" y="1911931"/>
                  </a:lnTo>
                  <a:lnTo>
                    <a:pt x="6037556" y="1942319"/>
                  </a:lnTo>
                  <a:lnTo>
                    <a:pt x="6041834" y="1924375"/>
                  </a:lnTo>
                  <a:lnTo>
                    <a:pt x="6046113" y="2004647"/>
                  </a:lnTo>
                  <a:lnTo>
                    <a:pt x="6050392" y="2110814"/>
                  </a:lnTo>
                  <a:lnTo>
                    <a:pt x="6054671" y="2111476"/>
                  </a:lnTo>
                  <a:lnTo>
                    <a:pt x="6058950" y="2160130"/>
                  </a:lnTo>
                  <a:lnTo>
                    <a:pt x="6063229" y="2095859"/>
                  </a:lnTo>
                  <a:lnTo>
                    <a:pt x="6067508" y="2035607"/>
                  </a:lnTo>
                  <a:lnTo>
                    <a:pt x="6071787" y="2007918"/>
                  </a:lnTo>
                  <a:lnTo>
                    <a:pt x="6076066" y="2085811"/>
                  </a:lnTo>
                  <a:lnTo>
                    <a:pt x="6080345" y="2091076"/>
                  </a:lnTo>
                  <a:lnTo>
                    <a:pt x="6084624" y="2065687"/>
                  </a:lnTo>
                  <a:lnTo>
                    <a:pt x="6088903" y="2027609"/>
                  </a:lnTo>
                  <a:lnTo>
                    <a:pt x="6093182" y="2092674"/>
                  </a:lnTo>
                  <a:lnTo>
                    <a:pt x="6097460" y="2193728"/>
                  </a:lnTo>
                  <a:lnTo>
                    <a:pt x="6101739" y="2150357"/>
                  </a:lnTo>
                  <a:lnTo>
                    <a:pt x="6106018" y="2114295"/>
                  </a:lnTo>
                  <a:lnTo>
                    <a:pt x="6110297" y="2154439"/>
                  </a:lnTo>
                  <a:lnTo>
                    <a:pt x="6114576" y="2221684"/>
                  </a:lnTo>
                  <a:lnTo>
                    <a:pt x="6118855" y="2236317"/>
                  </a:lnTo>
                  <a:lnTo>
                    <a:pt x="6123134" y="2255280"/>
                  </a:lnTo>
                  <a:lnTo>
                    <a:pt x="6127413" y="2231545"/>
                  </a:lnTo>
                  <a:lnTo>
                    <a:pt x="6131692" y="2314964"/>
                  </a:lnTo>
                  <a:lnTo>
                    <a:pt x="6135971" y="2394724"/>
                  </a:lnTo>
                  <a:lnTo>
                    <a:pt x="6140250" y="2414954"/>
                  </a:lnTo>
                  <a:lnTo>
                    <a:pt x="6144529" y="2413405"/>
                  </a:lnTo>
                  <a:lnTo>
                    <a:pt x="6148807" y="2441780"/>
                  </a:lnTo>
                  <a:lnTo>
                    <a:pt x="6153086" y="2447755"/>
                  </a:lnTo>
                  <a:lnTo>
                    <a:pt x="6157365" y="2457163"/>
                  </a:lnTo>
                  <a:lnTo>
                    <a:pt x="6161644" y="2425456"/>
                  </a:lnTo>
                  <a:lnTo>
                    <a:pt x="6165923" y="2417999"/>
                  </a:lnTo>
                  <a:lnTo>
                    <a:pt x="6170202" y="2393332"/>
                  </a:lnTo>
                  <a:lnTo>
                    <a:pt x="6174481" y="2377936"/>
                  </a:lnTo>
                  <a:lnTo>
                    <a:pt x="6178760" y="2298707"/>
                  </a:lnTo>
                  <a:lnTo>
                    <a:pt x="6183039" y="2200254"/>
                  </a:lnTo>
                  <a:lnTo>
                    <a:pt x="6187318" y="2079419"/>
                  </a:lnTo>
                  <a:lnTo>
                    <a:pt x="6191597" y="2086186"/>
                  </a:lnTo>
                  <a:lnTo>
                    <a:pt x="6195876" y="2033951"/>
                  </a:lnTo>
                  <a:lnTo>
                    <a:pt x="6200155" y="1911393"/>
                  </a:lnTo>
                  <a:lnTo>
                    <a:pt x="6204433" y="1867348"/>
                  </a:lnTo>
                  <a:lnTo>
                    <a:pt x="6208712" y="1783389"/>
                  </a:lnTo>
                  <a:lnTo>
                    <a:pt x="6212991" y="1760913"/>
                  </a:lnTo>
                  <a:lnTo>
                    <a:pt x="6217270" y="1722523"/>
                  </a:lnTo>
                  <a:lnTo>
                    <a:pt x="6221549" y="1735665"/>
                  </a:lnTo>
                  <a:lnTo>
                    <a:pt x="6225828" y="1728682"/>
                  </a:lnTo>
                  <a:lnTo>
                    <a:pt x="6230107" y="1722893"/>
                  </a:lnTo>
                  <a:lnTo>
                    <a:pt x="6234386" y="1733065"/>
                  </a:lnTo>
                  <a:lnTo>
                    <a:pt x="6238665" y="1681415"/>
                  </a:lnTo>
                  <a:lnTo>
                    <a:pt x="6242944" y="1712815"/>
                  </a:lnTo>
                  <a:lnTo>
                    <a:pt x="6247223" y="1664411"/>
                  </a:lnTo>
                  <a:lnTo>
                    <a:pt x="6251502" y="1659085"/>
                  </a:lnTo>
                  <a:lnTo>
                    <a:pt x="6255780" y="1661983"/>
                  </a:lnTo>
                  <a:lnTo>
                    <a:pt x="6260059" y="1668957"/>
                  </a:lnTo>
                  <a:lnTo>
                    <a:pt x="6264338" y="1770977"/>
                  </a:lnTo>
                  <a:lnTo>
                    <a:pt x="6268617" y="1784562"/>
                  </a:lnTo>
                  <a:lnTo>
                    <a:pt x="6272896" y="1863110"/>
                  </a:lnTo>
                  <a:lnTo>
                    <a:pt x="6277175" y="2006052"/>
                  </a:lnTo>
                  <a:lnTo>
                    <a:pt x="6281454" y="2134892"/>
                  </a:lnTo>
                  <a:lnTo>
                    <a:pt x="6285733" y="2204709"/>
                  </a:lnTo>
                  <a:lnTo>
                    <a:pt x="6290012" y="2246146"/>
                  </a:lnTo>
                  <a:lnTo>
                    <a:pt x="6294291" y="2298552"/>
                  </a:lnTo>
                  <a:lnTo>
                    <a:pt x="6298570" y="2342991"/>
                  </a:lnTo>
                  <a:lnTo>
                    <a:pt x="6302849" y="2344844"/>
                  </a:lnTo>
                  <a:lnTo>
                    <a:pt x="6307127" y="2386985"/>
                  </a:lnTo>
                  <a:lnTo>
                    <a:pt x="6311406" y="2355257"/>
                  </a:lnTo>
                  <a:lnTo>
                    <a:pt x="6315685" y="2354472"/>
                  </a:lnTo>
                  <a:lnTo>
                    <a:pt x="6319964" y="2345784"/>
                  </a:lnTo>
                  <a:lnTo>
                    <a:pt x="6324243" y="2273964"/>
                  </a:lnTo>
                  <a:lnTo>
                    <a:pt x="6328522" y="2223201"/>
                  </a:lnTo>
                  <a:lnTo>
                    <a:pt x="6332801" y="2201160"/>
                  </a:lnTo>
                  <a:lnTo>
                    <a:pt x="6337080" y="2145051"/>
                  </a:lnTo>
                  <a:lnTo>
                    <a:pt x="6341359" y="2137021"/>
                  </a:lnTo>
                  <a:lnTo>
                    <a:pt x="6345638" y="2082619"/>
                  </a:lnTo>
                  <a:lnTo>
                    <a:pt x="6349917" y="1928836"/>
                  </a:lnTo>
                  <a:lnTo>
                    <a:pt x="6354196" y="1932810"/>
                  </a:lnTo>
                  <a:lnTo>
                    <a:pt x="6358475" y="1867969"/>
                  </a:lnTo>
                  <a:lnTo>
                    <a:pt x="6362753" y="1823181"/>
                  </a:lnTo>
                  <a:lnTo>
                    <a:pt x="6367032" y="1872699"/>
                  </a:lnTo>
                  <a:lnTo>
                    <a:pt x="6371311" y="1779681"/>
                  </a:lnTo>
                  <a:lnTo>
                    <a:pt x="6375590" y="1854881"/>
                  </a:lnTo>
                  <a:lnTo>
                    <a:pt x="6379869" y="1855726"/>
                  </a:lnTo>
                  <a:lnTo>
                    <a:pt x="6384148" y="1858638"/>
                  </a:lnTo>
                  <a:lnTo>
                    <a:pt x="6388427" y="1942387"/>
                  </a:lnTo>
                  <a:lnTo>
                    <a:pt x="6392706" y="2041802"/>
                  </a:lnTo>
                  <a:lnTo>
                    <a:pt x="6396985" y="2060717"/>
                  </a:lnTo>
                  <a:lnTo>
                    <a:pt x="6401264" y="2015183"/>
                  </a:lnTo>
                  <a:lnTo>
                    <a:pt x="6405543" y="1931587"/>
                  </a:lnTo>
                  <a:lnTo>
                    <a:pt x="6409822" y="1919436"/>
                  </a:lnTo>
                  <a:lnTo>
                    <a:pt x="6414100" y="1899436"/>
                  </a:lnTo>
                  <a:lnTo>
                    <a:pt x="6418379" y="1925272"/>
                  </a:lnTo>
                  <a:lnTo>
                    <a:pt x="6422658" y="1937010"/>
                  </a:lnTo>
                  <a:lnTo>
                    <a:pt x="6426937" y="1974014"/>
                  </a:lnTo>
                  <a:lnTo>
                    <a:pt x="6431216" y="1961786"/>
                  </a:lnTo>
                  <a:lnTo>
                    <a:pt x="6435495" y="1996344"/>
                  </a:lnTo>
                  <a:lnTo>
                    <a:pt x="6439774" y="2001362"/>
                  </a:lnTo>
                  <a:lnTo>
                    <a:pt x="6444053" y="2043325"/>
                  </a:lnTo>
                  <a:lnTo>
                    <a:pt x="6448332" y="2005085"/>
                  </a:lnTo>
                  <a:lnTo>
                    <a:pt x="6452611" y="2047570"/>
                  </a:lnTo>
                  <a:lnTo>
                    <a:pt x="6456890" y="2045051"/>
                  </a:lnTo>
                  <a:lnTo>
                    <a:pt x="6461169" y="2071091"/>
                  </a:lnTo>
                  <a:lnTo>
                    <a:pt x="6465448" y="2154486"/>
                  </a:lnTo>
                  <a:lnTo>
                    <a:pt x="6469726" y="2122172"/>
                  </a:lnTo>
                  <a:lnTo>
                    <a:pt x="6474005" y="2146006"/>
                  </a:lnTo>
                  <a:lnTo>
                    <a:pt x="6478284" y="2122526"/>
                  </a:lnTo>
                  <a:lnTo>
                    <a:pt x="6482563" y="2239747"/>
                  </a:lnTo>
                  <a:lnTo>
                    <a:pt x="6486842" y="2258870"/>
                  </a:lnTo>
                  <a:lnTo>
                    <a:pt x="6491121" y="2213014"/>
                  </a:lnTo>
                  <a:lnTo>
                    <a:pt x="6495400" y="2270716"/>
                  </a:lnTo>
                  <a:lnTo>
                    <a:pt x="6499679" y="2303659"/>
                  </a:lnTo>
                  <a:lnTo>
                    <a:pt x="6503958" y="2331595"/>
                  </a:lnTo>
                  <a:lnTo>
                    <a:pt x="6508237" y="2326941"/>
                  </a:lnTo>
                  <a:lnTo>
                    <a:pt x="6512516" y="2296569"/>
                  </a:lnTo>
                  <a:lnTo>
                    <a:pt x="6516795" y="2331515"/>
                  </a:lnTo>
                  <a:lnTo>
                    <a:pt x="6521073" y="2352063"/>
                  </a:lnTo>
                  <a:lnTo>
                    <a:pt x="6525352" y="2332464"/>
                  </a:lnTo>
                  <a:lnTo>
                    <a:pt x="6529631" y="2361487"/>
                  </a:lnTo>
                  <a:lnTo>
                    <a:pt x="6533910" y="2359669"/>
                  </a:lnTo>
                  <a:lnTo>
                    <a:pt x="6538189" y="2325104"/>
                  </a:lnTo>
                  <a:lnTo>
                    <a:pt x="6542468" y="2282668"/>
                  </a:lnTo>
                  <a:lnTo>
                    <a:pt x="6546747" y="2189257"/>
                  </a:lnTo>
                  <a:lnTo>
                    <a:pt x="6551026" y="2198761"/>
                  </a:lnTo>
                  <a:lnTo>
                    <a:pt x="6555305" y="2131554"/>
                  </a:lnTo>
                  <a:lnTo>
                    <a:pt x="6559584" y="2057635"/>
                  </a:lnTo>
                  <a:lnTo>
                    <a:pt x="6563863" y="2042494"/>
                  </a:lnTo>
                  <a:lnTo>
                    <a:pt x="6568142" y="2092644"/>
                  </a:lnTo>
                  <a:lnTo>
                    <a:pt x="6572421" y="2058088"/>
                  </a:lnTo>
                  <a:lnTo>
                    <a:pt x="6576699" y="2016457"/>
                  </a:lnTo>
                  <a:lnTo>
                    <a:pt x="6580978" y="1961788"/>
                  </a:lnTo>
                  <a:lnTo>
                    <a:pt x="6585257" y="2000111"/>
                  </a:lnTo>
                  <a:lnTo>
                    <a:pt x="6589536" y="2097203"/>
                  </a:lnTo>
                  <a:lnTo>
                    <a:pt x="6593815" y="2163192"/>
                  </a:lnTo>
                  <a:lnTo>
                    <a:pt x="6598094" y="2199426"/>
                  </a:lnTo>
                  <a:lnTo>
                    <a:pt x="6602373" y="2236327"/>
                  </a:lnTo>
                  <a:lnTo>
                    <a:pt x="6606652" y="2216056"/>
                  </a:lnTo>
                  <a:lnTo>
                    <a:pt x="6610931" y="2171125"/>
                  </a:lnTo>
                  <a:lnTo>
                    <a:pt x="6615210" y="2171712"/>
                  </a:lnTo>
                  <a:lnTo>
                    <a:pt x="6619489" y="2133668"/>
                  </a:lnTo>
                  <a:lnTo>
                    <a:pt x="6623768" y="2061618"/>
                  </a:lnTo>
                  <a:lnTo>
                    <a:pt x="6628046" y="1971798"/>
                  </a:lnTo>
                  <a:lnTo>
                    <a:pt x="6632325" y="1912599"/>
                  </a:lnTo>
                  <a:lnTo>
                    <a:pt x="6636604" y="1968948"/>
                  </a:lnTo>
                  <a:lnTo>
                    <a:pt x="6640883" y="1934629"/>
                  </a:lnTo>
                  <a:lnTo>
                    <a:pt x="6645162" y="2000026"/>
                  </a:lnTo>
                  <a:lnTo>
                    <a:pt x="6649441" y="2088798"/>
                  </a:lnTo>
                  <a:lnTo>
                    <a:pt x="6653720" y="2128256"/>
                  </a:lnTo>
                  <a:lnTo>
                    <a:pt x="6657999" y="2203123"/>
                  </a:lnTo>
                  <a:lnTo>
                    <a:pt x="6662278" y="2199874"/>
                  </a:lnTo>
                  <a:lnTo>
                    <a:pt x="6666557" y="2198065"/>
                  </a:lnTo>
                  <a:lnTo>
                    <a:pt x="6670836" y="2155019"/>
                  </a:lnTo>
                  <a:lnTo>
                    <a:pt x="6675115" y="2120208"/>
                  </a:lnTo>
                  <a:lnTo>
                    <a:pt x="6679394" y="2089651"/>
                  </a:lnTo>
                  <a:lnTo>
                    <a:pt x="6683672" y="2071634"/>
                  </a:lnTo>
                  <a:lnTo>
                    <a:pt x="6687951" y="2149626"/>
                  </a:lnTo>
                  <a:lnTo>
                    <a:pt x="6692230" y="2102916"/>
                  </a:lnTo>
                  <a:lnTo>
                    <a:pt x="6696509" y="2079298"/>
                  </a:lnTo>
                  <a:lnTo>
                    <a:pt x="6700788" y="2112647"/>
                  </a:lnTo>
                  <a:lnTo>
                    <a:pt x="6705067" y="2048370"/>
                  </a:lnTo>
                  <a:lnTo>
                    <a:pt x="6709346" y="2102994"/>
                  </a:lnTo>
                  <a:lnTo>
                    <a:pt x="6713625" y="2119709"/>
                  </a:lnTo>
                  <a:lnTo>
                    <a:pt x="6717904" y="2142833"/>
                  </a:lnTo>
                  <a:lnTo>
                    <a:pt x="6722183" y="2130000"/>
                  </a:lnTo>
                  <a:lnTo>
                    <a:pt x="6726462" y="2140480"/>
                  </a:lnTo>
                  <a:lnTo>
                    <a:pt x="6730741" y="2258079"/>
                  </a:lnTo>
                  <a:lnTo>
                    <a:pt x="6735019" y="2264807"/>
                  </a:lnTo>
                  <a:lnTo>
                    <a:pt x="6739298" y="2253377"/>
                  </a:lnTo>
                  <a:lnTo>
                    <a:pt x="6743577" y="2219249"/>
                  </a:lnTo>
                  <a:lnTo>
                    <a:pt x="6747856" y="2184965"/>
                  </a:lnTo>
                  <a:lnTo>
                    <a:pt x="6752135" y="2103648"/>
                  </a:lnTo>
                  <a:lnTo>
                    <a:pt x="6756414" y="2105832"/>
                  </a:lnTo>
                  <a:lnTo>
                    <a:pt x="6760693" y="2074136"/>
                  </a:lnTo>
                  <a:lnTo>
                    <a:pt x="6764972" y="2072019"/>
                  </a:lnTo>
                  <a:lnTo>
                    <a:pt x="6769251" y="1992214"/>
                  </a:lnTo>
                  <a:lnTo>
                    <a:pt x="6773530" y="2059141"/>
                  </a:lnTo>
                  <a:lnTo>
                    <a:pt x="6777809" y="2089738"/>
                  </a:lnTo>
                  <a:lnTo>
                    <a:pt x="6782088" y="2117421"/>
                  </a:lnTo>
                  <a:lnTo>
                    <a:pt x="6786367" y="2042811"/>
                  </a:lnTo>
                  <a:lnTo>
                    <a:pt x="6790645" y="2064066"/>
                  </a:lnTo>
                  <a:lnTo>
                    <a:pt x="6794924" y="2060007"/>
                  </a:lnTo>
                  <a:lnTo>
                    <a:pt x="6799203" y="2053252"/>
                  </a:lnTo>
                  <a:lnTo>
                    <a:pt x="6803482" y="2044309"/>
                  </a:lnTo>
                  <a:lnTo>
                    <a:pt x="6807761" y="2022653"/>
                  </a:lnTo>
                  <a:lnTo>
                    <a:pt x="6812040" y="2015297"/>
                  </a:lnTo>
                  <a:lnTo>
                    <a:pt x="6816319" y="2078316"/>
                  </a:lnTo>
                  <a:lnTo>
                    <a:pt x="6820598" y="2084149"/>
                  </a:lnTo>
                  <a:lnTo>
                    <a:pt x="6824877" y="2093089"/>
                  </a:lnTo>
                  <a:lnTo>
                    <a:pt x="6829156" y="2130376"/>
                  </a:lnTo>
                  <a:lnTo>
                    <a:pt x="6833435" y="2176793"/>
                  </a:lnTo>
                  <a:lnTo>
                    <a:pt x="6837714" y="2100859"/>
                  </a:lnTo>
                  <a:lnTo>
                    <a:pt x="6841992" y="2011712"/>
                  </a:lnTo>
                  <a:lnTo>
                    <a:pt x="6846271" y="2016432"/>
                  </a:lnTo>
                  <a:lnTo>
                    <a:pt x="6850550" y="2066577"/>
                  </a:lnTo>
                  <a:lnTo>
                    <a:pt x="6854829" y="2044827"/>
                  </a:lnTo>
                  <a:lnTo>
                    <a:pt x="6859108" y="2043138"/>
                  </a:lnTo>
                  <a:lnTo>
                    <a:pt x="6863387" y="2072677"/>
                  </a:lnTo>
                  <a:lnTo>
                    <a:pt x="6867666" y="2059573"/>
                  </a:lnTo>
                  <a:lnTo>
                    <a:pt x="6871945" y="2083431"/>
                  </a:lnTo>
                  <a:lnTo>
                    <a:pt x="6876224" y="2007135"/>
                  </a:lnTo>
                  <a:lnTo>
                    <a:pt x="6880503" y="2020027"/>
                  </a:lnTo>
                  <a:lnTo>
                    <a:pt x="6884782" y="2030473"/>
                  </a:lnTo>
                  <a:lnTo>
                    <a:pt x="6889061" y="2069657"/>
                  </a:lnTo>
                  <a:lnTo>
                    <a:pt x="6893340" y="2125180"/>
                  </a:lnTo>
                  <a:lnTo>
                    <a:pt x="6897618" y="2180627"/>
                  </a:lnTo>
                  <a:lnTo>
                    <a:pt x="6901897" y="2267538"/>
                  </a:lnTo>
                  <a:lnTo>
                    <a:pt x="6906176" y="2250013"/>
                  </a:lnTo>
                  <a:lnTo>
                    <a:pt x="6910455" y="2297360"/>
                  </a:lnTo>
                  <a:lnTo>
                    <a:pt x="6914734" y="2369232"/>
                  </a:lnTo>
                  <a:lnTo>
                    <a:pt x="6919013" y="2411955"/>
                  </a:lnTo>
                  <a:lnTo>
                    <a:pt x="6923292" y="2430162"/>
                  </a:lnTo>
                  <a:lnTo>
                    <a:pt x="6927571" y="2449713"/>
                  </a:lnTo>
                  <a:lnTo>
                    <a:pt x="6931850" y="2462731"/>
                  </a:lnTo>
                  <a:lnTo>
                    <a:pt x="6936129" y="2471385"/>
                  </a:lnTo>
                  <a:lnTo>
                    <a:pt x="6940408" y="2429201"/>
                  </a:lnTo>
                  <a:lnTo>
                    <a:pt x="6944687" y="2418572"/>
                  </a:lnTo>
                  <a:lnTo>
                    <a:pt x="6948965" y="2420653"/>
                  </a:lnTo>
                  <a:lnTo>
                    <a:pt x="6953244" y="2418501"/>
                  </a:lnTo>
                  <a:lnTo>
                    <a:pt x="6957523" y="2432008"/>
                  </a:lnTo>
                  <a:lnTo>
                    <a:pt x="6961802" y="2371787"/>
                  </a:lnTo>
                  <a:lnTo>
                    <a:pt x="6966081" y="2352131"/>
                  </a:lnTo>
                  <a:lnTo>
                    <a:pt x="6970360" y="2347276"/>
                  </a:lnTo>
                  <a:lnTo>
                    <a:pt x="6974639" y="2343866"/>
                  </a:lnTo>
                  <a:lnTo>
                    <a:pt x="6978918" y="2338270"/>
                  </a:lnTo>
                  <a:lnTo>
                    <a:pt x="6983197" y="2337238"/>
                  </a:lnTo>
                  <a:lnTo>
                    <a:pt x="6987476" y="2365642"/>
                  </a:lnTo>
                  <a:lnTo>
                    <a:pt x="6991755" y="2360509"/>
                  </a:lnTo>
                  <a:lnTo>
                    <a:pt x="6996034" y="2375407"/>
                  </a:lnTo>
                  <a:lnTo>
                    <a:pt x="7000313" y="2347881"/>
                  </a:lnTo>
                  <a:lnTo>
                    <a:pt x="7004591" y="2363620"/>
                  </a:lnTo>
                  <a:lnTo>
                    <a:pt x="7008870" y="2339708"/>
                  </a:lnTo>
                  <a:lnTo>
                    <a:pt x="7013149" y="2317465"/>
                  </a:lnTo>
                  <a:lnTo>
                    <a:pt x="7017428" y="2365261"/>
                  </a:lnTo>
                  <a:lnTo>
                    <a:pt x="7021707" y="2334525"/>
                  </a:lnTo>
                  <a:lnTo>
                    <a:pt x="7025986" y="2369318"/>
                  </a:lnTo>
                  <a:lnTo>
                    <a:pt x="7030265" y="2333055"/>
                  </a:lnTo>
                  <a:lnTo>
                    <a:pt x="7034544" y="2290017"/>
                  </a:lnTo>
                  <a:lnTo>
                    <a:pt x="7038823" y="2283136"/>
                  </a:lnTo>
                  <a:lnTo>
                    <a:pt x="7043102" y="2264953"/>
                  </a:lnTo>
                  <a:lnTo>
                    <a:pt x="7047381" y="2237917"/>
                  </a:lnTo>
                  <a:lnTo>
                    <a:pt x="7051660" y="2279561"/>
                  </a:lnTo>
                  <a:lnTo>
                    <a:pt x="7055938" y="2298481"/>
                  </a:lnTo>
                  <a:lnTo>
                    <a:pt x="7060217" y="2316787"/>
                  </a:lnTo>
                  <a:lnTo>
                    <a:pt x="7064496" y="2304462"/>
                  </a:lnTo>
                  <a:lnTo>
                    <a:pt x="7068775" y="2355419"/>
                  </a:lnTo>
                  <a:lnTo>
                    <a:pt x="7073054" y="2411526"/>
                  </a:lnTo>
                  <a:lnTo>
                    <a:pt x="7077333" y="2445145"/>
                  </a:lnTo>
                  <a:lnTo>
                    <a:pt x="7081612" y="2439904"/>
                  </a:lnTo>
                  <a:lnTo>
                    <a:pt x="7085891" y="2502150"/>
                  </a:lnTo>
                  <a:lnTo>
                    <a:pt x="7090170" y="2506923"/>
                  </a:lnTo>
                  <a:lnTo>
                    <a:pt x="7094449" y="2515700"/>
                  </a:lnTo>
                  <a:lnTo>
                    <a:pt x="7098728" y="2516332"/>
                  </a:lnTo>
                  <a:lnTo>
                    <a:pt x="7103007" y="2499773"/>
                  </a:lnTo>
                  <a:lnTo>
                    <a:pt x="7107286" y="2465757"/>
                  </a:lnTo>
                  <a:lnTo>
                    <a:pt x="7111564" y="2485898"/>
                  </a:lnTo>
                  <a:lnTo>
                    <a:pt x="7115843" y="2437708"/>
                  </a:lnTo>
                  <a:lnTo>
                    <a:pt x="7120122" y="2405264"/>
                  </a:lnTo>
                  <a:lnTo>
                    <a:pt x="7124401" y="2406201"/>
                  </a:lnTo>
                  <a:lnTo>
                    <a:pt x="7128680" y="2401638"/>
                  </a:lnTo>
                  <a:lnTo>
                    <a:pt x="7132959" y="2435293"/>
                  </a:lnTo>
                  <a:lnTo>
                    <a:pt x="7137238" y="2376993"/>
                  </a:lnTo>
                  <a:lnTo>
                    <a:pt x="7141517" y="2380966"/>
                  </a:lnTo>
                  <a:lnTo>
                    <a:pt x="7145796" y="2373118"/>
                  </a:lnTo>
                  <a:lnTo>
                    <a:pt x="7150075" y="2351409"/>
                  </a:lnTo>
                  <a:lnTo>
                    <a:pt x="7154354" y="2358136"/>
                  </a:lnTo>
                  <a:lnTo>
                    <a:pt x="7158633" y="2338177"/>
                  </a:lnTo>
                  <a:lnTo>
                    <a:pt x="7162911" y="2353576"/>
                  </a:lnTo>
                  <a:lnTo>
                    <a:pt x="7167190" y="2382518"/>
                  </a:lnTo>
                  <a:lnTo>
                    <a:pt x="7171469" y="2366186"/>
                  </a:lnTo>
                  <a:lnTo>
                    <a:pt x="7175748" y="2330804"/>
                  </a:lnTo>
                  <a:lnTo>
                    <a:pt x="7180027" y="2323730"/>
                  </a:lnTo>
                  <a:lnTo>
                    <a:pt x="7184306" y="2349974"/>
                  </a:lnTo>
                  <a:lnTo>
                    <a:pt x="7188585" y="2310910"/>
                  </a:lnTo>
                  <a:lnTo>
                    <a:pt x="7192864" y="2302129"/>
                  </a:lnTo>
                  <a:lnTo>
                    <a:pt x="7197143" y="2296081"/>
                  </a:lnTo>
                  <a:lnTo>
                    <a:pt x="7201422" y="2384037"/>
                  </a:lnTo>
                  <a:lnTo>
                    <a:pt x="7205701" y="2388299"/>
                  </a:lnTo>
                  <a:lnTo>
                    <a:pt x="7209980" y="2400833"/>
                  </a:lnTo>
                  <a:lnTo>
                    <a:pt x="7214259" y="2413655"/>
                  </a:lnTo>
                  <a:lnTo>
                    <a:pt x="7218537" y="2404091"/>
                  </a:lnTo>
                  <a:lnTo>
                    <a:pt x="7222816" y="2412220"/>
                  </a:lnTo>
                  <a:lnTo>
                    <a:pt x="7227095" y="2361569"/>
                  </a:lnTo>
                  <a:lnTo>
                    <a:pt x="7231374" y="2358324"/>
                  </a:lnTo>
                  <a:lnTo>
                    <a:pt x="7235653" y="2347314"/>
                  </a:lnTo>
                  <a:lnTo>
                    <a:pt x="7239932" y="2310199"/>
                  </a:lnTo>
                  <a:lnTo>
                    <a:pt x="7244211" y="2264682"/>
                  </a:lnTo>
                  <a:lnTo>
                    <a:pt x="7248490" y="2246978"/>
                  </a:lnTo>
                  <a:lnTo>
                    <a:pt x="7252769" y="2221426"/>
                  </a:lnTo>
                  <a:lnTo>
                    <a:pt x="7257048" y="2255245"/>
                  </a:lnTo>
                  <a:lnTo>
                    <a:pt x="7261327" y="2213073"/>
                  </a:lnTo>
                  <a:lnTo>
                    <a:pt x="7265606" y="2230111"/>
                  </a:lnTo>
                  <a:lnTo>
                    <a:pt x="7269884" y="2154866"/>
                  </a:lnTo>
                  <a:lnTo>
                    <a:pt x="7274163" y="2145586"/>
                  </a:lnTo>
                  <a:lnTo>
                    <a:pt x="7278442" y="2167970"/>
                  </a:lnTo>
                  <a:lnTo>
                    <a:pt x="7282721" y="2137731"/>
                  </a:lnTo>
                  <a:lnTo>
                    <a:pt x="7287000" y="2112415"/>
                  </a:lnTo>
                  <a:lnTo>
                    <a:pt x="7291279" y="2137591"/>
                  </a:lnTo>
                  <a:lnTo>
                    <a:pt x="7295558" y="2153119"/>
                  </a:lnTo>
                  <a:lnTo>
                    <a:pt x="7299837" y="2143540"/>
                  </a:lnTo>
                  <a:lnTo>
                    <a:pt x="7304116" y="2096226"/>
                  </a:lnTo>
                  <a:lnTo>
                    <a:pt x="7308395" y="2103238"/>
                  </a:lnTo>
                  <a:lnTo>
                    <a:pt x="7312674" y="2120464"/>
                  </a:lnTo>
                  <a:lnTo>
                    <a:pt x="7316953" y="2147653"/>
                  </a:lnTo>
                  <a:lnTo>
                    <a:pt x="7321232" y="2157458"/>
                  </a:lnTo>
                  <a:lnTo>
                    <a:pt x="7325510" y="2096405"/>
                  </a:lnTo>
                  <a:lnTo>
                    <a:pt x="7329789" y="2141528"/>
                  </a:lnTo>
                  <a:lnTo>
                    <a:pt x="7334068" y="2083820"/>
                  </a:lnTo>
                  <a:lnTo>
                    <a:pt x="7338347" y="2101439"/>
                  </a:lnTo>
                  <a:lnTo>
                    <a:pt x="7342626" y="2097073"/>
                  </a:lnTo>
                  <a:lnTo>
                    <a:pt x="7346905" y="2060147"/>
                  </a:lnTo>
                  <a:lnTo>
                    <a:pt x="7351184" y="2181267"/>
                  </a:lnTo>
                  <a:lnTo>
                    <a:pt x="7355463" y="2076345"/>
                  </a:lnTo>
                  <a:lnTo>
                    <a:pt x="7359742" y="2141675"/>
                  </a:lnTo>
                  <a:lnTo>
                    <a:pt x="7364021" y="2169358"/>
                  </a:lnTo>
                  <a:lnTo>
                    <a:pt x="7368300" y="2179667"/>
                  </a:lnTo>
                  <a:lnTo>
                    <a:pt x="7372579" y="2213632"/>
                  </a:lnTo>
                  <a:lnTo>
                    <a:pt x="7376857" y="2198421"/>
                  </a:lnTo>
                  <a:lnTo>
                    <a:pt x="7381136" y="2286222"/>
                  </a:lnTo>
                  <a:lnTo>
                    <a:pt x="7385415" y="2290807"/>
                  </a:lnTo>
                  <a:lnTo>
                    <a:pt x="7389694" y="2230646"/>
                  </a:lnTo>
                  <a:lnTo>
                    <a:pt x="7393973" y="2228227"/>
                  </a:lnTo>
                  <a:lnTo>
                    <a:pt x="7398252" y="2223961"/>
                  </a:lnTo>
                  <a:lnTo>
                    <a:pt x="7402531" y="2278402"/>
                  </a:lnTo>
                  <a:lnTo>
                    <a:pt x="7406810" y="2236517"/>
                  </a:lnTo>
                  <a:lnTo>
                    <a:pt x="7411089" y="2155104"/>
                  </a:lnTo>
                  <a:lnTo>
                    <a:pt x="7415368" y="2154262"/>
                  </a:lnTo>
                  <a:lnTo>
                    <a:pt x="7419647" y="2086160"/>
                  </a:lnTo>
                  <a:lnTo>
                    <a:pt x="7423926" y="2075508"/>
                  </a:lnTo>
                  <a:lnTo>
                    <a:pt x="7428205" y="2075600"/>
                  </a:lnTo>
                  <a:lnTo>
                    <a:pt x="7432483" y="2073665"/>
                  </a:lnTo>
                  <a:lnTo>
                    <a:pt x="7436762" y="2103473"/>
                  </a:lnTo>
                  <a:lnTo>
                    <a:pt x="7441041" y="2112656"/>
                  </a:lnTo>
                  <a:lnTo>
                    <a:pt x="7445320" y="2111372"/>
                  </a:lnTo>
                  <a:lnTo>
                    <a:pt x="7449599" y="2092366"/>
                  </a:lnTo>
                  <a:lnTo>
                    <a:pt x="7453878" y="2080758"/>
                  </a:lnTo>
                  <a:lnTo>
                    <a:pt x="7458157" y="2073864"/>
                  </a:lnTo>
                  <a:lnTo>
                    <a:pt x="7462436" y="2115460"/>
                  </a:lnTo>
                  <a:lnTo>
                    <a:pt x="7466715" y="2145612"/>
                  </a:lnTo>
                  <a:lnTo>
                    <a:pt x="7470994" y="2152867"/>
                  </a:lnTo>
                  <a:lnTo>
                    <a:pt x="7475273" y="2183378"/>
                  </a:lnTo>
                  <a:lnTo>
                    <a:pt x="7479552" y="2203947"/>
                  </a:lnTo>
                  <a:lnTo>
                    <a:pt x="7483830" y="2188509"/>
                  </a:lnTo>
                  <a:lnTo>
                    <a:pt x="7488109" y="2207019"/>
                  </a:lnTo>
                  <a:lnTo>
                    <a:pt x="7492388" y="2203058"/>
                  </a:lnTo>
                  <a:lnTo>
                    <a:pt x="7496667" y="2184367"/>
                  </a:lnTo>
                  <a:lnTo>
                    <a:pt x="7500946" y="2241979"/>
                  </a:lnTo>
                  <a:lnTo>
                    <a:pt x="7505225" y="2230475"/>
                  </a:lnTo>
                  <a:lnTo>
                    <a:pt x="7509504" y="2281664"/>
                  </a:lnTo>
                  <a:lnTo>
                    <a:pt x="7513783" y="2239214"/>
                  </a:lnTo>
                  <a:lnTo>
                    <a:pt x="7518062" y="2255945"/>
                  </a:lnTo>
                  <a:lnTo>
                    <a:pt x="7522341" y="2273089"/>
                  </a:lnTo>
                  <a:lnTo>
                    <a:pt x="7526620" y="2268272"/>
                  </a:lnTo>
                  <a:lnTo>
                    <a:pt x="7530899" y="2272748"/>
                  </a:lnTo>
                  <a:lnTo>
                    <a:pt x="7535178" y="2275962"/>
                  </a:lnTo>
                  <a:lnTo>
                    <a:pt x="7539456" y="2280731"/>
                  </a:lnTo>
                  <a:lnTo>
                    <a:pt x="7543735" y="2225943"/>
                  </a:lnTo>
                  <a:lnTo>
                    <a:pt x="7548014" y="2204973"/>
                  </a:lnTo>
                  <a:lnTo>
                    <a:pt x="7552293" y="2188437"/>
                  </a:lnTo>
                  <a:lnTo>
                    <a:pt x="7556572" y="2201287"/>
                  </a:lnTo>
                  <a:lnTo>
                    <a:pt x="7560851" y="2235474"/>
                  </a:lnTo>
                  <a:lnTo>
                    <a:pt x="7565130" y="2210741"/>
                  </a:lnTo>
                  <a:lnTo>
                    <a:pt x="7569409" y="2155396"/>
                  </a:lnTo>
                  <a:lnTo>
                    <a:pt x="7573688" y="2225781"/>
                  </a:lnTo>
                  <a:lnTo>
                    <a:pt x="7577967" y="2286699"/>
                  </a:lnTo>
                  <a:lnTo>
                    <a:pt x="7582246" y="2255619"/>
                  </a:lnTo>
                  <a:lnTo>
                    <a:pt x="7586525" y="2218104"/>
                  </a:lnTo>
                  <a:lnTo>
                    <a:pt x="7590803" y="2218859"/>
                  </a:lnTo>
                  <a:lnTo>
                    <a:pt x="7595082" y="2225288"/>
                  </a:lnTo>
                  <a:lnTo>
                    <a:pt x="7599361" y="2211899"/>
                  </a:lnTo>
                  <a:lnTo>
                    <a:pt x="7603640" y="2163104"/>
                  </a:lnTo>
                  <a:lnTo>
                    <a:pt x="7607919" y="2156051"/>
                  </a:lnTo>
                  <a:lnTo>
                    <a:pt x="7612198" y="2135319"/>
                  </a:lnTo>
                  <a:lnTo>
                    <a:pt x="7616477" y="2091836"/>
                  </a:lnTo>
                  <a:lnTo>
                    <a:pt x="7620756" y="2146143"/>
                  </a:lnTo>
                  <a:lnTo>
                    <a:pt x="7625035" y="2140916"/>
                  </a:lnTo>
                  <a:lnTo>
                    <a:pt x="7629314" y="2207599"/>
                  </a:lnTo>
                  <a:lnTo>
                    <a:pt x="7633593" y="2247228"/>
                  </a:lnTo>
                  <a:lnTo>
                    <a:pt x="7637872" y="2203168"/>
                  </a:lnTo>
                  <a:lnTo>
                    <a:pt x="7642151" y="2183475"/>
                  </a:lnTo>
                  <a:lnTo>
                    <a:pt x="7646429" y="2179141"/>
                  </a:lnTo>
                  <a:lnTo>
                    <a:pt x="7650708" y="2182234"/>
                  </a:lnTo>
                  <a:lnTo>
                    <a:pt x="7654987" y="2146980"/>
                  </a:lnTo>
                  <a:lnTo>
                    <a:pt x="7659266" y="2140251"/>
                  </a:lnTo>
                  <a:lnTo>
                    <a:pt x="7663545" y="2146063"/>
                  </a:lnTo>
                  <a:lnTo>
                    <a:pt x="7667824" y="2157127"/>
                  </a:lnTo>
                  <a:lnTo>
                    <a:pt x="7672103" y="2165497"/>
                  </a:lnTo>
                  <a:lnTo>
                    <a:pt x="7676382" y="2207832"/>
                  </a:lnTo>
                  <a:lnTo>
                    <a:pt x="7680661" y="2264674"/>
                  </a:lnTo>
                  <a:lnTo>
                    <a:pt x="7684940" y="2304690"/>
                  </a:lnTo>
                  <a:lnTo>
                    <a:pt x="7689219" y="2361986"/>
                  </a:lnTo>
                  <a:lnTo>
                    <a:pt x="7693498" y="2324837"/>
                  </a:lnTo>
                  <a:lnTo>
                    <a:pt x="7697776" y="2343817"/>
                  </a:lnTo>
                  <a:lnTo>
                    <a:pt x="7702055" y="2352803"/>
                  </a:lnTo>
                  <a:lnTo>
                    <a:pt x="7706334" y="2370020"/>
                  </a:lnTo>
                  <a:lnTo>
                    <a:pt x="7710613" y="2384150"/>
                  </a:lnTo>
                  <a:lnTo>
                    <a:pt x="7714892" y="2365250"/>
                  </a:lnTo>
                  <a:lnTo>
                    <a:pt x="7719171" y="2352150"/>
                  </a:lnTo>
                  <a:lnTo>
                    <a:pt x="7723450" y="2357334"/>
                  </a:lnTo>
                  <a:lnTo>
                    <a:pt x="7727729" y="2340205"/>
                  </a:lnTo>
                  <a:lnTo>
                    <a:pt x="7732008" y="2340011"/>
                  </a:lnTo>
                  <a:lnTo>
                    <a:pt x="7736287" y="2338073"/>
                  </a:lnTo>
                  <a:lnTo>
                    <a:pt x="7740566" y="2367674"/>
                  </a:lnTo>
                  <a:lnTo>
                    <a:pt x="7744845" y="2360895"/>
                  </a:lnTo>
                  <a:lnTo>
                    <a:pt x="7749124" y="2336774"/>
                  </a:lnTo>
                  <a:lnTo>
                    <a:pt x="7753402" y="2344651"/>
                  </a:lnTo>
                  <a:lnTo>
                    <a:pt x="7757681" y="2387832"/>
                  </a:lnTo>
                  <a:lnTo>
                    <a:pt x="7761960" y="2328798"/>
                  </a:lnTo>
                  <a:lnTo>
                    <a:pt x="7766239" y="2306773"/>
                  </a:lnTo>
                  <a:lnTo>
                    <a:pt x="7770518" y="2312092"/>
                  </a:lnTo>
                  <a:lnTo>
                    <a:pt x="7774797" y="2364465"/>
                  </a:lnTo>
                  <a:lnTo>
                    <a:pt x="7779076" y="2382581"/>
                  </a:lnTo>
                  <a:lnTo>
                    <a:pt x="7783355" y="2390561"/>
                  </a:lnTo>
                  <a:lnTo>
                    <a:pt x="7787634" y="2387771"/>
                  </a:lnTo>
                  <a:lnTo>
                    <a:pt x="7791913" y="2380307"/>
                  </a:lnTo>
                  <a:lnTo>
                    <a:pt x="7796192" y="2421582"/>
                  </a:lnTo>
                  <a:lnTo>
                    <a:pt x="7800471" y="2410880"/>
                  </a:lnTo>
                  <a:lnTo>
                    <a:pt x="7804749" y="2424303"/>
                  </a:lnTo>
                  <a:lnTo>
                    <a:pt x="7809028" y="2455721"/>
                  </a:lnTo>
                  <a:lnTo>
                    <a:pt x="7813307" y="2466446"/>
                  </a:lnTo>
                  <a:lnTo>
                    <a:pt x="7817586" y="2465121"/>
                  </a:lnTo>
                  <a:lnTo>
                    <a:pt x="7821865" y="2467089"/>
                  </a:lnTo>
                  <a:lnTo>
                    <a:pt x="7826144" y="2490665"/>
                  </a:lnTo>
                  <a:lnTo>
                    <a:pt x="7830423" y="2473185"/>
                  </a:lnTo>
                  <a:lnTo>
                    <a:pt x="7834702" y="2494277"/>
                  </a:lnTo>
                  <a:lnTo>
                    <a:pt x="7838981" y="2478596"/>
                  </a:lnTo>
                  <a:lnTo>
                    <a:pt x="7843260" y="2426973"/>
                  </a:lnTo>
                  <a:lnTo>
                    <a:pt x="7847539" y="2410273"/>
                  </a:lnTo>
                  <a:lnTo>
                    <a:pt x="7851818" y="2367767"/>
                  </a:lnTo>
                  <a:lnTo>
                    <a:pt x="7856097" y="2371439"/>
                  </a:lnTo>
                  <a:lnTo>
                    <a:pt x="7860375" y="2377692"/>
                  </a:lnTo>
                  <a:lnTo>
                    <a:pt x="7864654" y="2292515"/>
                  </a:lnTo>
                  <a:lnTo>
                    <a:pt x="7868933" y="2309339"/>
                  </a:lnTo>
                  <a:lnTo>
                    <a:pt x="7873212" y="2262143"/>
                  </a:lnTo>
                  <a:lnTo>
                    <a:pt x="7877491" y="2259279"/>
                  </a:lnTo>
                  <a:lnTo>
                    <a:pt x="7881770" y="2266070"/>
                  </a:lnTo>
                  <a:lnTo>
                    <a:pt x="7886049" y="2192488"/>
                  </a:lnTo>
                  <a:lnTo>
                    <a:pt x="7890328" y="2200197"/>
                  </a:lnTo>
                  <a:lnTo>
                    <a:pt x="7894607" y="2228312"/>
                  </a:lnTo>
                  <a:lnTo>
                    <a:pt x="7898886" y="2179985"/>
                  </a:lnTo>
                  <a:lnTo>
                    <a:pt x="7903165" y="2255719"/>
                  </a:lnTo>
                  <a:lnTo>
                    <a:pt x="7907444" y="2206170"/>
                  </a:lnTo>
                  <a:lnTo>
                    <a:pt x="7911722" y="2212458"/>
                  </a:lnTo>
                  <a:lnTo>
                    <a:pt x="7916001" y="2265196"/>
                  </a:lnTo>
                  <a:lnTo>
                    <a:pt x="7920280" y="2290760"/>
                  </a:lnTo>
                  <a:lnTo>
                    <a:pt x="7924559" y="2331098"/>
                  </a:lnTo>
                  <a:lnTo>
                    <a:pt x="7928838" y="2351350"/>
                  </a:lnTo>
                  <a:lnTo>
                    <a:pt x="7933117" y="2360136"/>
                  </a:lnTo>
                  <a:lnTo>
                    <a:pt x="7937396" y="2388496"/>
                  </a:lnTo>
                  <a:lnTo>
                    <a:pt x="7941675" y="2457588"/>
                  </a:lnTo>
                  <a:lnTo>
                    <a:pt x="7945954" y="2408739"/>
                  </a:lnTo>
                  <a:lnTo>
                    <a:pt x="7950233" y="2430066"/>
                  </a:lnTo>
                  <a:lnTo>
                    <a:pt x="7954512" y="2425171"/>
                  </a:lnTo>
                  <a:lnTo>
                    <a:pt x="7958791" y="2437364"/>
                  </a:lnTo>
                  <a:lnTo>
                    <a:pt x="7963070" y="2435687"/>
                  </a:lnTo>
                  <a:lnTo>
                    <a:pt x="7967348" y="2406896"/>
                  </a:lnTo>
                  <a:lnTo>
                    <a:pt x="7971627" y="2402914"/>
                  </a:lnTo>
                  <a:lnTo>
                    <a:pt x="7975906" y="2405376"/>
                  </a:lnTo>
                  <a:lnTo>
                    <a:pt x="7980185" y="2408503"/>
                  </a:lnTo>
                  <a:lnTo>
                    <a:pt x="7984464" y="2405323"/>
                  </a:lnTo>
                  <a:lnTo>
                    <a:pt x="7988743" y="2349265"/>
                  </a:lnTo>
                  <a:lnTo>
                    <a:pt x="7993022" y="2358921"/>
                  </a:lnTo>
                  <a:lnTo>
                    <a:pt x="7997301" y="2399886"/>
                  </a:lnTo>
                  <a:lnTo>
                    <a:pt x="8001580" y="2433965"/>
                  </a:lnTo>
                  <a:lnTo>
                    <a:pt x="8005859" y="2447248"/>
                  </a:lnTo>
                  <a:lnTo>
                    <a:pt x="8010138" y="2422268"/>
                  </a:lnTo>
                  <a:lnTo>
                    <a:pt x="8014417" y="2402661"/>
                  </a:lnTo>
                  <a:lnTo>
                    <a:pt x="8018695" y="2386076"/>
                  </a:lnTo>
                  <a:lnTo>
                    <a:pt x="8022974" y="2368031"/>
                  </a:lnTo>
                  <a:lnTo>
                    <a:pt x="8027253" y="2315559"/>
                  </a:lnTo>
                  <a:lnTo>
                    <a:pt x="8031532" y="2261730"/>
                  </a:lnTo>
                  <a:lnTo>
                    <a:pt x="8035811" y="2270610"/>
                  </a:lnTo>
                  <a:lnTo>
                    <a:pt x="8040090" y="2278867"/>
                  </a:lnTo>
                  <a:lnTo>
                    <a:pt x="8044369" y="2250439"/>
                  </a:lnTo>
                  <a:lnTo>
                    <a:pt x="8048648" y="2208163"/>
                  </a:lnTo>
                  <a:lnTo>
                    <a:pt x="8052927" y="2254821"/>
                  </a:lnTo>
                  <a:lnTo>
                    <a:pt x="8057206" y="2241890"/>
                  </a:lnTo>
                  <a:lnTo>
                    <a:pt x="8061485" y="2277720"/>
                  </a:lnTo>
                  <a:lnTo>
                    <a:pt x="8065764" y="2325347"/>
                  </a:lnTo>
                  <a:lnTo>
                    <a:pt x="8070043" y="2292094"/>
                  </a:lnTo>
                  <a:lnTo>
                    <a:pt x="8074321" y="2318458"/>
                  </a:lnTo>
                  <a:lnTo>
                    <a:pt x="8078600" y="2303178"/>
                  </a:lnTo>
                  <a:lnTo>
                    <a:pt x="8082879" y="2323259"/>
                  </a:lnTo>
                  <a:lnTo>
                    <a:pt x="8087158" y="2350077"/>
                  </a:lnTo>
                  <a:lnTo>
                    <a:pt x="8091437" y="2385315"/>
                  </a:lnTo>
                  <a:lnTo>
                    <a:pt x="8095716" y="2384207"/>
                  </a:lnTo>
                  <a:lnTo>
                    <a:pt x="8099995" y="2382548"/>
                  </a:lnTo>
                  <a:lnTo>
                    <a:pt x="8104274" y="2378524"/>
                  </a:lnTo>
                  <a:lnTo>
                    <a:pt x="8108553" y="2339593"/>
                  </a:lnTo>
                  <a:lnTo>
                    <a:pt x="8112832" y="2309713"/>
                  </a:lnTo>
                  <a:lnTo>
                    <a:pt x="8117111" y="2292816"/>
                  </a:lnTo>
                  <a:lnTo>
                    <a:pt x="8121390" y="2294179"/>
                  </a:lnTo>
                  <a:lnTo>
                    <a:pt x="8125668" y="2280442"/>
                  </a:lnTo>
                  <a:lnTo>
                    <a:pt x="8129947" y="2293130"/>
                  </a:lnTo>
                  <a:lnTo>
                    <a:pt x="8134226" y="2335072"/>
                  </a:lnTo>
                  <a:lnTo>
                    <a:pt x="8138505" y="2337116"/>
                  </a:lnTo>
                  <a:lnTo>
                    <a:pt x="8142784" y="2390474"/>
                  </a:lnTo>
                  <a:lnTo>
                    <a:pt x="8147063" y="2357542"/>
                  </a:lnTo>
                  <a:lnTo>
                    <a:pt x="8151342" y="2360540"/>
                  </a:lnTo>
                  <a:lnTo>
                    <a:pt x="8155621" y="2333800"/>
                  </a:lnTo>
                  <a:lnTo>
                    <a:pt x="8159900" y="2305890"/>
                  </a:lnTo>
                  <a:lnTo>
                    <a:pt x="8164179" y="2339134"/>
                  </a:lnTo>
                  <a:lnTo>
                    <a:pt x="8168458" y="2331386"/>
                  </a:lnTo>
                  <a:lnTo>
                    <a:pt x="8172737" y="2354790"/>
                  </a:lnTo>
                  <a:lnTo>
                    <a:pt x="8177016" y="2352339"/>
                  </a:lnTo>
                  <a:lnTo>
                    <a:pt x="8181294" y="2384713"/>
                  </a:lnTo>
                  <a:lnTo>
                    <a:pt x="8185573" y="2395458"/>
                  </a:lnTo>
                  <a:lnTo>
                    <a:pt x="8189852" y="2395826"/>
                  </a:lnTo>
                  <a:lnTo>
                    <a:pt x="8194131" y="2403560"/>
                  </a:lnTo>
                  <a:lnTo>
                    <a:pt x="8198410" y="2407144"/>
                  </a:lnTo>
                  <a:lnTo>
                    <a:pt x="8202689" y="2399137"/>
                  </a:lnTo>
                  <a:lnTo>
                    <a:pt x="8206968" y="2358876"/>
                  </a:lnTo>
                  <a:lnTo>
                    <a:pt x="8211247" y="2314285"/>
                  </a:lnTo>
                  <a:lnTo>
                    <a:pt x="8215526" y="2324488"/>
                  </a:lnTo>
                  <a:lnTo>
                    <a:pt x="8219805" y="2340598"/>
                  </a:lnTo>
                  <a:lnTo>
                    <a:pt x="8224084" y="2298995"/>
                  </a:lnTo>
                  <a:lnTo>
                    <a:pt x="8228363" y="2302052"/>
                  </a:lnTo>
                  <a:lnTo>
                    <a:pt x="8232641" y="2293121"/>
                  </a:lnTo>
                  <a:lnTo>
                    <a:pt x="8236920" y="2354620"/>
                  </a:lnTo>
                  <a:lnTo>
                    <a:pt x="8241199" y="2342097"/>
                  </a:lnTo>
                  <a:lnTo>
                    <a:pt x="8245478" y="2310825"/>
                  </a:lnTo>
                  <a:lnTo>
                    <a:pt x="8249757" y="2256574"/>
                  </a:lnTo>
                  <a:lnTo>
                    <a:pt x="8254036" y="2237361"/>
                  </a:lnTo>
                  <a:lnTo>
                    <a:pt x="8258315" y="2267520"/>
                  </a:lnTo>
                  <a:lnTo>
                    <a:pt x="8262594" y="2251733"/>
                  </a:lnTo>
                  <a:lnTo>
                    <a:pt x="8266873" y="2189195"/>
                  </a:lnTo>
                  <a:lnTo>
                    <a:pt x="8271152" y="2187732"/>
                  </a:lnTo>
                  <a:lnTo>
                    <a:pt x="8275431" y="2204577"/>
                  </a:lnTo>
                  <a:lnTo>
                    <a:pt x="8279710" y="2235521"/>
                  </a:lnTo>
                  <a:lnTo>
                    <a:pt x="8283989" y="2154328"/>
                  </a:lnTo>
                  <a:lnTo>
                    <a:pt x="8288267" y="2092709"/>
                  </a:lnTo>
                  <a:lnTo>
                    <a:pt x="8292546" y="2159836"/>
                  </a:lnTo>
                  <a:lnTo>
                    <a:pt x="8296825" y="2168842"/>
                  </a:lnTo>
                  <a:lnTo>
                    <a:pt x="8301104" y="2106107"/>
                  </a:lnTo>
                  <a:lnTo>
                    <a:pt x="8305383" y="2089899"/>
                  </a:lnTo>
                  <a:lnTo>
                    <a:pt x="8309662" y="2088515"/>
                  </a:lnTo>
                  <a:lnTo>
                    <a:pt x="8313941" y="2099205"/>
                  </a:lnTo>
                  <a:lnTo>
                    <a:pt x="8318220" y="2112130"/>
                  </a:lnTo>
                  <a:lnTo>
                    <a:pt x="8322499" y="2082421"/>
                  </a:lnTo>
                  <a:lnTo>
                    <a:pt x="8326778" y="2145079"/>
                  </a:lnTo>
                  <a:lnTo>
                    <a:pt x="8331057" y="2167672"/>
                  </a:lnTo>
                  <a:lnTo>
                    <a:pt x="8335336" y="2184838"/>
                  </a:lnTo>
                  <a:lnTo>
                    <a:pt x="8339614" y="2205388"/>
                  </a:lnTo>
                  <a:lnTo>
                    <a:pt x="8343893" y="2250227"/>
                  </a:lnTo>
                  <a:lnTo>
                    <a:pt x="8348172" y="2289373"/>
                  </a:lnTo>
                  <a:lnTo>
                    <a:pt x="8352451" y="2291866"/>
                  </a:lnTo>
                  <a:lnTo>
                    <a:pt x="8356730" y="2332679"/>
                  </a:lnTo>
                  <a:lnTo>
                    <a:pt x="8361009" y="2355006"/>
                  </a:lnTo>
                  <a:lnTo>
                    <a:pt x="8365288" y="2362503"/>
                  </a:lnTo>
                  <a:lnTo>
                    <a:pt x="8369567" y="2382641"/>
                  </a:lnTo>
                  <a:lnTo>
                    <a:pt x="8373846" y="2399945"/>
                  </a:lnTo>
                  <a:lnTo>
                    <a:pt x="8378125" y="2435053"/>
                  </a:lnTo>
                  <a:lnTo>
                    <a:pt x="8382404" y="2380932"/>
                  </a:lnTo>
                  <a:lnTo>
                    <a:pt x="8386683" y="2390033"/>
                  </a:lnTo>
                  <a:lnTo>
                    <a:pt x="8390962" y="2351437"/>
                  </a:lnTo>
                  <a:lnTo>
                    <a:pt x="8395240" y="2335771"/>
                  </a:lnTo>
                  <a:lnTo>
                    <a:pt x="8399519" y="2336018"/>
                  </a:lnTo>
                  <a:lnTo>
                    <a:pt x="8403798" y="2327802"/>
                  </a:lnTo>
                  <a:lnTo>
                    <a:pt x="8408077" y="2327136"/>
                  </a:lnTo>
                  <a:lnTo>
                    <a:pt x="8412356" y="2327527"/>
                  </a:lnTo>
                  <a:lnTo>
                    <a:pt x="8416635" y="2311537"/>
                  </a:lnTo>
                  <a:lnTo>
                    <a:pt x="8420914" y="2334640"/>
                  </a:lnTo>
                  <a:lnTo>
                    <a:pt x="8425193" y="2285722"/>
                  </a:lnTo>
                  <a:lnTo>
                    <a:pt x="8429472" y="2256976"/>
                  </a:lnTo>
                  <a:lnTo>
                    <a:pt x="8433751" y="2247154"/>
                  </a:lnTo>
                  <a:lnTo>
                    <a:pt x="8438030" y="2265630"/>
                  </a:lnTo>
                  <a:lnTo>
                    <a:pt x="8442309" y="2309892"/>
                  </a:lnTo>
                  <a:lnTo>
                    <a:pt x="8446587" y="2333922"/>
                  </a:lnTo>
                  <a:lnTo>
                    <a:pt x="8450866" y="2279536"/>
                  </a:lnTo>
                  <a:lnTo>
                    <a:pt x="8455145" y="2269890"/>
                  </a:lnTo>
                  <a:lnTo>
                    <a:pt x="8459424" y="2264248"/>
                  </a:lnTo>
                  <a:lnTo>
                    <a:pt x="8463703" y="2260257"/>
                  </a:lnTo>
                  <a:lnTo>
                    <a:pt x="8467982" y="2284772"/>
                  </a:lnTo>
                  <a:lnTo>
                    <a:pt x="8472261" y="2313592"/>
                  </a:lnTo>
                  <a:lnTo>
                    <a:pt x="8476540" y="2341386"/>
                  </a:lnTo>
                  <a:lnTo>
                    <a:pt x="8480819" y="2344584"/>
                  </a:lnTo>
                  <a:lnTo>
                    <a:pt x="8485098" y="2377527"/>
                  </a:lnTo>
                  <a:lnTo>
                    <a:pt x="8489377" y="2374733"/>
                  </a:lnTo>
                  <a:lnTo>
                    <a:pt x="8493656" y="2372361"/>
                  </a:lnTo>
                  <a:lnTo>
                    <a:pt x="8497935" y="2413941"/>
                  </a:lnTo>
                  <a:lnTo>
                    <a:pt x="8502213" y="2436192"/>
                  </a:lnTo>
                  <a:lnTo>
                    <a:pt x="8506492" y="2470650"/>
                  </a:lnTo>
                  <a:lnTo>
                    <a:pt x="8510771" y="2440163"/>
                  </a:lnTo>
                  <a:lnTo>
                    <a:pt x="8515050" y="2470166"/>
                  </a:lnTo>
                  <a:lnTo>
                    <a:pt x="8519329" y="2502495"/>
                  </a:lnTo>
                  <a:lnTo>
                    <a:pt x="8523608" y="2469214"/>
                  </a:lnTo>
                  <a:lnTo>
                    <a:pt x="8527887" y="2492201"/>
                  </a:lnTo>
                  <a:lnTo>
                    <a:pt x="8532166" y="2424825"/>
                  </a:lnTo>
                  <a:lnTo>
                    <a:pt x="8536445" y="2420473"/>
                  </a:lnTo>
                  <a:lnTo>
                    <a:pt x="8540724" y="2335555"/>
                  </a:lnTo>
                  <a:lnTo>
                    <a:pt x="8545003" y="2324618"/>
                  </a:lnTo>
                  <a:lnTo>
                    <a:pt x="8549282" y="2360081"/>
                  </a:lnTo>
                  <a:lnTo>
                    <a:pt x="8553560" y="2362918"/>
                  </a:lnTo>
                  <a:lnTo>
                    <a:pt x="8553560" y="23629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9282" y="0"/>
                  </a:lnTo>
                  <a:lnTo>
                    <a:pt x="8545003" y="0"/>
                  </a:lnTo>
                  <a:lnTo>
                    <a:pt x="8540724" y="0"/>
                  </a:lnTo>
                  <a:lnTo>
                    <a:pt x="8536445" y="0"/>
                  </a:lnTo>
                  <a:lnTo>
                    <a:pt x="8532166" y="0"/>
                  </a:lnTo>
                  <a:lnTo>
                    <a:pt x="8527887" y="0"/>
                  </a:lnTo>
                  <a:lnTo>
                    <a:pt x="8523608" y="0"/>
                  </a:lnTo>
                  <a:lnTo>
                    <a:pt x="8519329" y="0"/>
                  </a:lnTo>
                  <a:lnTo>
                    <a:pt x="8515050" y="0"/>
                  </a:lnTo>
                  <a:lnTo>
                    <a:pt x="8510771" y="0"/>
                  </a:lnTo>
                  <a:lnTo>
                    <a:pt x="8506492" y="0"/>
                  </a:lnTo>
                  <a:lnTo>
                    <a:pt x="8502213" y="0"/>
                  </a:lnTo>
                  <a:lnTo>
                    <a:pt x="8497935" y="0"/>
                  </a:lnTo>
                  <a:lnTo>
                    <a:pt x="8493656" y="0"/>
                  </a:lnTo>
                  <a:lnTo>
                    <a:pt x="8489377" y="0"/>
                  </a:lnTo>
                  <a:lnTo>
                    <a:pt x="8485098" y="0"/>
                  </a:lnTo>
                  <a:lnTo>
                    <a:pt x="8480819" y="0"/>
                  </a:lnTo>
                  <a:lnTo>
                    <a:pt x="8476540" y="0"/>
                  </a:lnTo>
                  <a:lnTo>
                    <a:pt x="8472261" y="0"/>
                  </a:lnTo>
                  <a:lnTo>
                    <a:pt x="8467982" y="0"/>
                  </a:lnTo>
                  <a:lnTo>
                    <a:pt x="8463703" y="0"/>
                  </a:lnTo>
                  <a:lnTo>
                    <a:pt x="8459424" y="0"/>
                  </a:lnTo>
                  <a:lnTo>
                    <a:pt x="8455145" y="0"/>
                  </a:lnTo>
                  <a:lnTo>
                    <a:pt x="8450866" y="0"/>
                  </a:lnTo>
                  <a:lnTo>
                    <a:pt x="8446587" y="0"/>
                  </a:lnTo>
                  <a:lnTo>
                    <a:pt x="8442309" y="0"/>
                  </a:lnTo>
                  <a:lnTo>
                    <a:pt x="8438030" y="0"/>
                  </a:lnTo>
                  <a:lnTo>
                    <a:pt x="8433751" y="0"/>
                  </a:lnTo>
                  <a:lnTo>
                    <a:pt x="8429472" y="0"/>
                  </a:lnTo>
                  <a:lnTo>
                    <a:pt x="8425193" y="0"/>
                  </a:lnTo>
                  <a:lnTo>
                    <a:pt x="8420914" y="0"/>
                  </a:lnTo>
                  <a:lnTo>
                    <a:pt x="8416635" y="0"/>
                  </a:lnTo>
                  <a:lnTo>
                    <a:pt x="8412356" y="0"/>
                  </a:lnTo>
                  <a:lnTo>
                    <a:pt x="8408077" y="0"/>
                  </a:lnTo>
                  <a:lnTo>
                    <a:pt x="8403798" y="0"/>
                  </a:lnTo>
                  <a:lnTo>
                    <a:pt x="8399519" y="0"/>
                  </a:lnTo>
                  <a:lnTo>
                    <a:pt x="8395240" y="0"/>
                  </a:lnTo>
                  <a:lnTo>
                    <a:pt x="8390962" y="0"/>
                  </a:lnTo>
                  <a:lnTo>
                    <a:pt x="8386683" y="0"/>
                  </a:lnTo>
                  <a:lnTo>
                    <a:pt x="8382404" y="0"/>
                  </a:lnTo>
                  <a:lnTo>
                    <a:pt x="8378125" y="0"/>
                  </a:lnTo>
                  <a:lnTo>
                    <a:pt x="8373846" y="0"/>
                  </a:lnTo>
                  <a:lnTo>
                    <a:pt x="8369567" y="0"/>
                  </a:lnTo>
                  <a:lnTo>
                    <a:pt x="8365288" y="0"/>
                  </a:lnTo>
                  <a:lnTo>
                    <a:pt x="8361009" y="0"/>
                  </a:lnTo>
                  <a:lnTo>
                    <a:pt x="8356730" y="0"/>
                  </a:lnTo>
                  <a:lnTo>
                    <a:pt x="8352451" y="0"/>
                  </a:lnTo>
                  <a:lnTo>
                    <a:pt x="8348172" y="0"/>
                  </a:lnTo>
                  <a:lnTo>
                    <a:pt x="8343893" y="0"/>
                  </a:lnTo>
                  <a:lnTo>
                    <a:pt x="8339614" y="0"/>
                  </a:lnTo>
                  <a:lnTo>
                    <a:pt x="8335336" y="0"/>
                  </a:lnTo>
                  <a:lnTo>
                    <a:pt x="8331057" y="0"/>
                  </a:lnTo>
                  <a:lnTo>
                    <a:pt x="8326778" y="0"/>
                  </a:lnTo>
                  <a:lnTo>
                    <a:pt x="8322499" y="0"/>
                  </a:lnTo>
                  <a:lnTo>
                    <a:pt x="8318220" y="0"/>
                  </a:lnTo>
                  <a:lnTo>
                    <a:pt x="8313941" y="0"/>
                  </a:lnTo>
                  <a:lnTo>
                    <a:pt x="8309662" y="0"/>
                  </a:lnTo>
                  <a:lnTo>
                    <a:pt x="8305383" y="0"/>
                  </a:lnTo>
                  <a:lnTo>
                    <a:pt x="8301104" y="0"/>
                  </a:lnTo>
                  <a:lnTo>
                    <a:pt x="8296825" y="0"/>
                  </a:lnTo>
                  <a:lnTo>
                    <a:pt x="8292546" y="0"/>
                  </a:lnTo>
                  <a:lnTo>
                    <a:pt x="8288267" y="0"/>
                  </a:lnTo>
                  <a:lnTo>
                    <a:pt x="8283989" y="0"/>
                  </a:lnTo>
                  <a:lnTo>
                    <a:pt x="8279710" y="0"/>
                  </a:lnTo>
                  <a:lnTo>
                    <a:pt x="8275431" y="0"/>
                  </a:lnTo>
                  <a:lnTo>
                    <a:pt x="8271152" y="0"/>
                  </a:lnTo>
                  <a:lnTo>
                    <a:pt x="8266873" y="0"/>
                  </a:lnTo>
                  <a:lnTo>
                    <a:pt x="8262594" y="0"/>
                  </a:lnTo>
                  <a:lnTo>
                    <a:pt x="8258315" y="0"/>
                  </a:lnTo>
                  <a:lnTo>
                    <a:pt x="8254036" y="0"/>
                  </a:lnTo>
                  <a:lnTo>
                    <a:pt x="8249757" y="0"/>
                  </a:lnTo>
                  <a:lnTo>
                    <a:pt x="8245478" y="0"/>
                  </a:lnTo>
                  <a:lnTo>
                    <a:pt x="8241199" y="0"/>
                  </a:lnTo>
                  <a:lnTo>
                    <a:pt x="8236920" y="0"/>
                  </a:lnTo>
                  <a:lnTo>
                    <a:pt x="8232641" y="0"/>
                  </a:lnTo>
                  <a:lnTo>
                    <a:pt x="8228363" y="0"/>
                  </a:lnTo>
                  <a:lnTo>
                    <a:pt x="8224084" y="0"/>
                  </a:lnTo>
                  <a:lnTo>
                    <a:pt x="8219805" y="0"/>
                  </a:lnTo>
                  <a:lnTo>
                    <a:pt x="8215526" y="0"/>
                  </a:lnTo>
                  <a:lnTo>
                    <a:pt x="8211247" y="0"/>
                  </a:lnTo>
                  <a:lnTo>
                    <a:pt x="8206968" y="0"/>
                  </a:lnTo>
                  <a:lnTo>
                    <a:pt x="8202689" y="0"/>
                  </a:lnTo>
                  <a:lnTo>
                    <a:pt x="8198410" y="0"/>
                  </a:lnTo>
                  <a:lnTo>
                    <a:pt x="8194131" y="0"/>
                  </a:lnTo>
                  <a:lnTo>
                    <a:pt x="8189852" y="0"/>
                  </a:lnTo>
                  <a:lnTo>
                    <a:pt x="8185573" y="0"/>
                  </a:lnTo>
                  <a:lnTo>
                    <a:pt x="8181294" y="0"/>
                  </a:lnTo>
                  <a:lnTo>
                    <a:pt x="8177016" y="0"/>
                  </a:lnTo>
                  <a:lnTo>
                    <a:pt x="8172737" y="0"/>
                  </a:lnTo>
                  <a:lnTo>
                    <a:pt x="8168458" y="0"/>
                  </a:lnTo>
                  <a:lnTo>
                    <a:pt x="8164179" y="0"/>
                  </a:lnTo>
                  <a:lnTo>
                    <a:pt x="8159900" y="0"/>
                  </a:lnTo>
                  <a:lnTo>
                    <a:pt x="8155621" y="0"/>
                  </a:lnTo>
                  <a:lnTo>
                    <a:pt x="8151342" y="0"/>
                  </a:lnTo>
                  <a:lnTo>
                    <a:pt x="8147063" y="0"/>
                  </a:lnTo>
                  <a:lnTo>
                    <a:pt x="8142784" y="0"/>
                  </a:lnTo>
                  <a:lnTo>
                    <a:pt x="8138505" y="0"/>
                  </a:lnTo>
                  <a:lnTo>
                    <a:pt x="8134226" y="0"/>
                  </a:lnTo>
                  <a:lnTo>
                    <a:pt x="8129947" y="0"/>
                  </a:lnTo>
                  <a:lnTo>
                    <a:pt x="8125668" y="0"/>
                  </a:lnTo>
                  <a:lnTo>
                    <a:pt x="8121390" y="0"/>
                  </a:lnTo>
                  <a:lnTo>
                    <a:pt x="8117111" y="0"/>
                  </a:lnTo>
                  <a:lnTo>
                    <a:pt x="8112832" y="0"/>
                  </a:lnTo>
                  <a:lnTo>
                    <a:pt x="8108553" y="0"/>
                  </a:lnTo>
                  <a:lnTo>
                    <a:pt x="8104274" y="0"/>
                  </a:lnTo>
                  <a:lnTo>
                    <a:pt x="8099995" y="0"/>
                  </a:lnTo>
                  <a:lnTo>
                    <a:pt x="8095716" y="0"/>
                  </a:lnTo>
                  <a:lnTo>
                    <a:pt x="8091437" y="0"/>
                  </a:lnTo>
                  <a:lnTo>
                    <a:pt x="8087158" y="0"/>
                  </a:lnTo>
                  <a:lnTo>
                    <a:pt x="8082879" y="0"/>
                  </a:lnTo>
                  <a:lnTo>
                    <a:pt x="8078600" y="0"/>
                  </a:lnTo>
                  <a:lnTo>
                    <a:pt x="8074321" y="0"/>
                  </a:lnTo>
                  <a:lnTo>
                    <a:pt x="8070043" y="0"/>
                  </a:lnTo>
                  <a:lnTo>
                    <a:pt x="8065764" y="0"/>
                  </a:lnTo>
                  <a:lnTo>
                    <a:pt x="8061485" y="0"/>
                  </a:lnTo>
                  <a:lnTo>
                    <a:pt x="8057206" y="0"/>
                  </a:lnTo>
                  <a:lnTo>
                    <a:pt x="8052927" y="0"/>
                  </a:lnTo>
                  <a:lnTo>
                    <a:pt x="8048648" y="0"/>
                  </a:lnTo>
                  <a:lnTo>
                    <a:pt x="8044369" y="0"/>
                  </a:lnTo>
                  <a:lnTo>
                    <a:pt x="8040090" y="0"/>
                  </a:lnTo>
                  <a:lnTo>
                    <a:pt x="8035811" y="0"/>
                  </a:lnTo>
                  <a:lnTo>
                    <a:pt x="8031532" y="0"/>
                  </a:lnTo>
                  <a:lnTo>
                    <a:pt x="8027253" y="0"/>
                  </a:lnTo>
                  <a:lnTo>
                    <a:pt x="8022974" y="0"/>
                  </a:lnTo>
                  <a:lnTo>
                    <a:pt x="8018695" y="0"/>
                  </a:lnTo>
                  <a:lnTo>
                    <a:pt x="8014417" y="0"/>
                  </a:lnTo>
                  <a:lnTo>
                    <a:pt x="8010138" y="0"/>
                  </a:lnTo>
                  <a:lnTo>
                    <a:pt x="8005859" y="0"/>
                  </a:lnTo>
                  <a:lnTo>
                    <a:pt x="8001580" y="0"/>
                  </a:lnTo>
                  <a:lnTo>
                    <a:pt x="7997301" y="0"/>
                  </a:lnTo>
                  <a:lnTo>
                    <a:pt x="7993022" y="0"/>
                  </a:lnTo>
                  <a:lnTo>
                    <a:pt x="7988743" y="0"/>
                  </a:lnTo>
                  <a:lnTo>
                    <a:pt x="7984464" y="0"/>
                  </a:lnTo>
                  <a:lnTo>
                    <a:pt x="7980185" y="0"/>
                  </a:lnTo>
                  <a:lnTo>
                    <a:pt x="7975906" y="0"/>
                  </a:lnTo>
                  <a:lnTo>
                    <a:pt x="7971627" y="0"/>
                  </a:lnTo>
                  <a:lnTo>
                    <a:pt x="7967348" y="0"/>
                  </a:lnTo>
                  <a:lnTo>
                    <a:pt x="7963070" y="0"/>
                  </a:lnTo>
                  <a:lnTo>
                    <a:pt x="7958791" y="0"/>
                  </a:lnTo>
                  <a:lnTo>
                    <a:pt x="7954512" y="0"/>
                  </a:lnTo>
                  <a:lnTo>
                    <a:pt x="7950233" y="0"/>
                  </a:lnTo>
                  <a:lnTo>
                    <a:pt x="7945954" y="0"/>
                  </a:lnTo>
                  <a:lnTo>
                    <a:pt x="7941675" y="0"/>
                  </a:lnTo>
                  <a:lnTo>
                    <a:pt x="7937396" y="0"/>
                  </a:lnTo>
                  <a:lnTo>
                    <a:pt x="7933117" y="0"/>
                  </a:lnTo>
                  <a:lnTo>
                    <a:pt x="7928838" y="0"/>
                  </a:lnTo>
                  <a:lnTo>
                    <a:pt x="7924559" y="0"/>
                  </a:lnTo>
                  <a:lnTo>
                    <a:pt x="7920280" y="0"/>
                  </a:lnTo>
                  <a:lnTo>
                    <a:pt x="7916001" y="0"/>
                  </a:lnTo>
                  <a:lnTo>
                    <a:pt x="7911722" y="0"/>
                  </a:lnTo>
                  <a:lnTo>
                    <a:pt x="7907444" y="0"/>
                  </a:lnTo>
                  <a:lnTo>
                    <a:pt x="7903165" y="0"/>
                  </a:lnTo>
                  <a:lnTo>
                    <a:pt x="7898886" y="0"/>
                  </a:lnTo>
                  <a:lnTo>
                    <a:pt x="7894607" y="0"/>
                  </a:lnTo>
                  <a:lnTo>
                    <a:pt x="7890328" y="0"/>
                  </a:lnTo>
                  <a:lnTo>
                    <a:pt x="7886049" y="0"/>
                  </a:lnTo>
                  <a:lnTo>
                    <a:pt x="7881770" y="0"/>
                  </a:lnTo>
                  <a:lnTo>
                    <a:pt x="7877491" y="0"/>
                  </a:lnTo>
                  <a:lnTo>
                    <a:pt x="7873212" y="0"/>
                  </a:lnTo>
                  <a:lnTo>
                    <a:pt x="7868933" y="0"/>
                  </a:lnTo>
                  <a:lnTo>
                    <a:pt x="7864654" y="0"/>
                  </a:lnTo>
                  <a:lnTo>
                    <a:pt x="7860375" y="0"/>
                  </a:lnTo>
                  <a:lnTo>
                    <a:pt x="7856097" y="0"/>
                  </a:lnTo>
                  <a:lnTo>
                    <a:pt x="7851818" y="0"/>
                  </a:lnTo>
                  <a:lnTo>
                    <a:pt x="7847539" y="0"/>
                  </a:lnTo>
                  <a:lnTo>
                    <a:pt x="7843260" y="0"/>
                  </a:lnTo>
                  <a:lnTo>
                    <a:pt x="7838981" y="0"/>
                  </a:lnTo>
                  <a:lnTo>
                    <a:pt x="7834702" y="0"/>
                  </a:lnTo>
                  <a:lnTo>
                    <a:pt x="7830423" y="0"/>
                  </a:lnTo>
                  <a:lnTo>
                    <a:pt x="7826144" y="0"/>
                  </a:lnTo>
                  <a:lnTo>
                    <a:pt x="7821865" y="0"/>
                  </a:lnTo>
                  <a:lnTo>
                    <a:pt x="7817586" y="0"/>
                  </a:lnTo>
                  <a:lnTo>
                    <a:pt x="7813307" y="0"/>
                  </a:lnTo>
                  <a:lnTo>
                    <a:pt x="7809028" y="0"/>
                  </a:lnTo>
                  <a:lnTo>
                    <a:pt x="7804749" y="0"/>
                  </a:lnTo>
                  <a:lnTo>
                    <a:pt x="7800471" y="0"/>
                  </a:lnTo>
                  <a:lnTo>
                    <a:pt x="7796192" y="0"/>
                  </a:lnTo>
                  <a:lnTo>
                    <a:pt x="7791913" y="0"/>
                  </a:lnTo>
                  <a:lnTo>
                    <a:pt x="7787634" y="0"/>
                  </a:lnTo>
                  <a:lnTo>
                    <a:pt x="7783355" y="0"/>
                  </a:lnTo>
                  <a:lnTo>
                    <a:pt x="7779076" y="0"/>
                  </a:lnTo>
                  <a:lnTo>
                    <a:pt x="7774797" y="0"/>
                  </a:lnTo>
                  <a:lnTo>
                    <a:pt x="7770518" y="0"/>
                  </a:lnTo>
                  <a:lnTo>
                    <a:pt x="7766239" y="0"/>
                  </a:lnTo>
                  <a:lnTo>
                    <a:pt x="7761960" y="0"/>
                  </a:lnTo>
                  <a:lnTo>
                    <a:pt x="7757681" y="0"/>
                  </a:lnTo>
                  <a:lnTo>
                    <a:pt x="7753402" y="0"/>
                  </a:lnTo>
                  <a:lnTo>
                    <a:pt x="7749124" y="0"/>
                  </a:lnTo>
                  <a:lnTo>
                    <a:pt x="7744845" y="0"/>
                  </a:lnTo>
                  <a:lnTo>
                    <a:pt x="7740566" y="0"/>
                  </a:lnTo>
                  <a:lnTo>
                    <a:pt x="7736287" y="0"/>
                  </a:lnTo>
                  <a:lnTo>
                    <a:pt x="7732008" y="0"/>
                  </a:lnTo>
                  <a:lnTo>
                    <a:pt x="7727729" y="0"/>
                  </a:lnTo>
                  <a:lnTo>
                    <a:pt x="7723450" y="0"/>
                  </a:lnTo>
                  <a:lnTo>
                    <a:pt x="7719171" y="0"/>
                  </a:lnTo>
                  <a:lnTo>
                    <a:pt x="7714892" y="0"/>
                  </a:lnTo>
                  <a:lnTo>
                    <a:pt x="7710613" y="0"/>
                  </a:lnTo>
                  <a:lnTo>
                    <a:pt x="7706334" y="0"/>
                  </a:lnTo>
                  <a:lnTo>
                    <a:pt x="7702055" y="0"/>
                  </a:lnTo>
                  <a:lnTo>
                    <a:pt x="7697776" y="0"/>
                  </a:lnTo>
                  <a:lnTo>
                    <a:pt x="7693498" y="0"/>
                  </a:lnTo>
                  <a:lnTo>
                    <a:pt x="7689219" y="0"/>
                  </a:lnTo>
                  <a:lnTo>
                    <a:pt x="7684940" y="0"/>
                  </a:lnTo>
                  <a:lnTo>
                    <a:pt x="7680661" y="0"/>
                  </a:lnTo>
                  <a:lnTo>
                    <a:pt x="7676382" y="0"/>
                  </a:lnTo>
                  <a:lnTo>
                    <a:pt x="7672103" y="0"/>
                  </a:lnTo>
                  <a:lnTo>
                    <a:pt x="7667824" y="0"/>
                  </a:lnTo>
                  <a:lnTo>
                    <a:pt x="7663545" y="0"/>
                  </a:lnTo>
                  <a:lnTo>
                    <a:pt x="7659266" y="0"/>
                  </a:lnTo>
                  <a:lnTo>
                    <a:pt x="7654987" y="0"/>
                  </a:lnTo>
                  <a:lnTo>
                    <a:pt x="7650708" y="0"/>
                  </a:lnTo>
                  <a:lnTo>
                    <a:pt x="7646429" y="0"/>
                  </a:lnTo>
                  <a:lnTo>
                    <a:pt x="7642151" y="0"/>
                  </a:lnTo>
                  <a:lnTo>
                    <a:pt x="7637872" y="0"/>
                  </a:lnTo>
                  <a:lnTo>
                    <a:pt x="7633593" y="0"/>
                  </a:lnTo>
                  <a:lnTo>
                    <a:pt x="7629314" y="0"/>
                  </a:lnTo>
                  <a:lnTo>
                    <a:pt x="7625035" y="0"/>
                  </a:lnTo>
                  <a:lnTo>
                    <a:pt x="7620756" y="0"/>
                  </a:lnTo>
                  <a:lnTo>
                    <a:pt x="7616477" y="0"/>
                  </a:lnTo>
                  <a:lnTo>
                    <a:pt x="7612198" y="0"/>
                  </a:lnTo>
                  <a:lnTo>
                    <a:pt x="7607919" y="0"/>
                  </a:lnTo>
                  <a:lnTo>
                    <a:pt x="7603640" y="0"/>
                  </a:lnTo>
                  <a:lnTo>
                    <a:pt x="7599361" y="0"/>
                  </a:lnTo>
                  <a:lnTo>
                    <a:pt x="7595082" y="0"/>
                  </a:lnTo>
                  <a:lnTo>
                    <a:pt x="7590803" y="0"/>
                  </a:lnTo>
                  <a:lnTo>
                    <a:pt x="7586525" y="0"/>
                  </a:lnTo>
                  <a:lnTo>
                    <a:pt x="7582246" y="0"/>
                  </a:lnTo>
                  <a:lnTo>
                    <a:pt x="7577967" y="0"/>
                  </a:lnTo>
                  <a:lnTo>
                    <a:pt x="7573688" y="0"/>
                  </a:lnTo>
                  <a:lnTo>
                    <a:pt x="7569409" y="0"/>
                  </a:lnTo>
                  <a:lnTo>
                    <a:pt x="7565130" y="0"/>
                  </a:lnTo>
                  <a:lnTo>
                    <a:pt x="7560851" y="0"/>
                  </a:lnTo>
                  <a:lnTo>
                    <a:pt x="7556572" y="0"/>
                  </a:lnTo>
                  <a:lnTo>
                    <a:pt x="7552293" y="0"/>
                  </a:lnTo>
                  <a:lnTo>
                    <a:pt x="7548014" y="0"/>
                  </a:lnTo>
                  <a:lnTo>
                    <a:pt x="7543735" y="0"/>
                  </a:lnTo>
                  <a:lnTo>
                    <a:pt x="7539456" y="0"/>
                  </a:lnTo>
                  <a:lnTo>
                    <a:pt x="7535178" y="0"/>
                  </a:lnTo>
                  <a:lnTo>
                    <a:pt x="7530899" y="0"/>
                  </a:lnTo>
                  <a:lnTo>
                    <a:pt x="7526620" y="0"/>
                  </a:lnTo>
                  <a:lnTo>
                    <a:pt x="7522341" y="0"/>
                  </a:lnTo>
                  <a:lnTo>
                    <a:pt x="7518062" y="0"/>
                  </a:lnTo>
                  <a:lnTo>
                    <a:pt x="7513783" y="0"/>
                  </a:lnTo>
                  <a:lnTo>
                    <a:pt x="7509504" y="0"/>
                  </a:lnTo>
                  <a:lnTo>
                    <a:pt x="7505225" y="0"/>
                  </a:lnTo>
                  <a:lnTo>
                    <a:pt x="7500946" y="0"/>
                  </a:lnTo>
                  <a:lnTo>
                    <a:pt x="7496667" y="0"/>
                  </a:lnTo>
                  <a:lnTo>
                    <a:pt x="7492388" y="0"/>
                  </a:lnTo>
                  <a:lnTo>
                    <a:pt x="7488109" y="0"/>
                  </a:lnTo>
                  <a:lnTo>
                    <a:pt x="7483830" y="0"/>
                  </a:lnTo>
                  <a:lnTo>
                    <a:pt x="7479552" y="0"/>
                  </a:lnTo>
                  <a:lnTo>
                    <a:pt x="7475273" y="0"/>
                  </a:lnTo>
                  <a:lnTo>
                    <a:pt x="7470994" y="0"/>
                  </a:lnTo>
                  <a:lnTo>
                    <a:pt x="7466715" y="0"/>
                  </a:lnTo>
                  <a:lnTo>
                    <a:pt x="7462436" y="0"/>
                  </a:lnTo>
                  <a:lnTo>
                    <a:pt x="7458157" y="0"/>
                  </a:lnTo>
                  <a:lnTo>
                    <a:pt x="7453878" y="0"/>
                  </a:lnTo>
                  <a:lnTo>
                    <a:pt x="7449599" y="0"/>
                  </a:lnTo>
                  <a:lnTo>
                    <a:pt x="7445320" y="0"/>
                  </a:lnTo>
                  <a:lnTo>
                    <a:pt x="7441041" y="0"/>
                  </a:lnTo>
                  <a:lnTo>
                    <a:pt x="7436762" y="0"/>
                  </a:lnTo>
                  <a:lnTo>
                    <a:pt x="7432483" y="0"/>
                  </a:lnTo>
                  <a:lnTo>
                    <a:pt x="7428205" y="0"/>
                  </a:lnTo>
                  <a:lnTo>
                    <a:pt x="7423926" y="0"/>
                  </a:lnTo>
                  <a:lnTo>
                    <a:pt x="7419647" y="0"/>
                  </a:lnTo>
                  <a:lnTo>
                    <a:pt x="7415368" y="0"/>
                  </a:lnTo>
                  <a:lnTo>
                    <a:pt x="7411089" y="0"/>
                  </a:lnTo>
                  <a:lnTo>
                    <a:pt x="7406810" y="0"/>
                  </a:lnTo>
                  <a:lnTo>
                    <a:pt x="7402531" y="0"/>
                  </a:lnTo>
                  <a:lnTo>
                    <a:pt x="7398252" y="0"/>
                  </a:lnTo>
                  <a:lnTo>
                    <a:pt x="7393973" y="0"/>
                  </a:lnTo>
                  <a:lnTo>
                    <a:pt x="7389694" y="0"/>
                  </a:lnTo>
                  <a:lnTo>
                    <a:pt x="7385415" y="0"/>
                  </a:lnTo>
                  <a:lnTo>
                    <a:pt x="7381136" y="0"/>
                  </a:lnTo>
                  <a:lnTo>
                    <a:pt x="7376857" y="0"/>
                  </a:lnTo>
                  <a:lnTo>
                    <a:pt x="7372579" y="0"/>
                  </a:lnTo>
                  <a:lnTo>
                    <a:pt x="7368300" y="0"/>
                  </a:lnTo>
                  <a:lnTo>
                    <a:pt x="7364021" y="0"/>
                  </a:lnTo>
                  <a:lnTo>
                    <a:pt x="7359742" y="0"/>
                  </a:lnTo>
                  <a:lnTo>
                    <a:pt x="7355463" y="0"/>
                  </a:lnTo>
                  <a:lnTo>
                    <a:pt x="7351184" y="0"/>
                  </a:lnTo>
                  <a:lnTo>
                    <a:pt x="7346905" y="0"/>
                  </a:lnTo>
                  <a:lnTo>
                    <a:pt x="7342626" y="0"/>
                  </a:lnTo>
                  <a:lnTo>
                    <a:pt x="7338347" y="0"/>
                  </a:lnTo>
                  <a:lnTo>
                    <a:pt x="7334068" y="0"/>
                  </a:lnTo>
                  <a:lnTo>
                    <a:pt x="7329789" y="0"/>
                  </a:lnTo>
                  <a:lnTo>
                    <a:pt x="7325510" y="0"/>
                  </a:lnTo>
                  <a:lnTo>
                    <a:pt x="7321232" y="0"/>
                  </a:lnTo>
                  <a:lnTo>
                    <a:pt x="7316953" y="0"/>
                  </a:lnTo>
                  <a:lnTo>
                    <a:pt x="7312674" y="0"/>
                  </a:lnTo>
                  <a:lnTo>
                    <a:pt x="7308395" y="0"/>
                  </a:lnTo>
                  <a:lnTo>
                    <a:pt x="7304116" y="0"/>
                  </a:lnTo>
                  <a:lnTo>
                    <a:pt x="7299837" y="0"/>
                  </a:lnTo>
                  <a:lnTo>
                    <a:pt x="7295558" y="0"/>
                  </a:lnTo>
                  <a:lnTo>
                    <a:pt x="7291279" y="0"/>
                  </a:lnTo>
                  <a:lnTo>
                    <a:pt x="7287000" y="0"/>
                  </a:lnTo>
                  <a:lnTo>
                    <a:pt x="7282721" y="0"/>
                  </a:lnTo>
                  <a:lnTo>
                    <a:pt x="7278442" y="0"/>
                  </a:lnTo>
                  <a:lnTo>
                    <a:pt x="7274163" y="0"/>
                  </a:lnTo>
                  <a:lnTo>
                    <a:pt x="7269884" y="0"/>
                  </a:lnTo>
                  <a:lnTo>
                    <a:pt x="7265606" y="0"/>
                  </a:lnTo>
                  <a:lnTo>
                    <a:pt x="7261327" y="0"/>
                  </a:lnTo>
                  <a:lnTo>
                    <a:pt x="7257048" y="0"/>
                  </a:lnTo>
                  <a:lnTo>
                    <a:pt x="7252769" y="0"/>
                  </a:lnTo>
                  <a:lnTo>
                    <a:pt x="7248490" y="0"/>
                  </a:lnTo>
                  <a:lnTo>
                    <a:pt x="7244211" y="0"/>
                  </a:lnTo>
                  <a:lnTo>
                    <a:pt x="7239932" y="0"/>
                  </a:lnTo>
                  <a:lnTo>
                    <a:pt x="7235653" y="0"/>
                  </a:lnTo>
                  <a:lnTo>
                    <a:pt x="7231374" y="0"/>
                  </a:lnTo>
                  <a:lnTo>
                    <a:pt x="7227095" y="0"/>
                  </a:lnTo>
                  <a:lnTo>
                    <a:pt x="7222816" y="0"/>
                  </a:lnTo>
                  <a:lnTo>
                    <a:pt x="7218537" y="0"/>
                  </a:lnTo>
                  <a:lnTo>
                    <a:pt x="7214259" y="0"/>
                  </a:lnTo>
                  <a:lnTo>
                    <a:pt x="7209980" y="0"/>
                  </a:lnTo>
                  <a:lnTo>
                    <a:pt x="7205701" y="0"/>
                  </a:lnTo>
                  <a:lnTo>
                    <a:pt x="7201422" y="0"/>
                  </a:lnTo>
                  <a:lnTo>
                    <a:pt x="7197143" y="0"/>
                  </a:lnTo>
                  <a:lnTo>
                    <a:pt x="7192864" y="0"/>
                  </a:lnTo>
                  <a:lnTo>
                    <a:pt x="7188585" y="0"/>
                  </a:lnTo>
                  <a:lnTo>
                    <a:pt x="7184306" y="0"/>
                  </a:lnTo>
                  <a:lnTo>
                    <a:pt x="7180027" y="0"/>
                  </a:lnTo>
                  <a:lnTo>
                    <a:pt x="7175748" y="0"/>
                  </a:lnTo>
                  <a:lnTo>
                    <a:pt x="7171469" y="0"/>
                  </a:lnTo>
                  <a:lnTo>
                    <a:pt x="7167190" y="0"/>
                  </a:lnTo>
                  <a:lnTo>
                    <a:pt x="7162911" y="0"/>
                  </a:lnTo>
                  <a:lnTo>
                    <a:pt x="7158633" y="0"/>
                  </a:lnTo>
                  <a:lnTo>
                    <a:pt x="7154354" y="0"/>
                  </a:lnTo>
                  <a:lnTo>
                    <a:pt x="7150075" y="0"/>
                  </a:lnTo>
                  <a:lnTo>
                    <a:pt x="7145796" y="0"/>
                  </a:lnTo>
                  <a:lnTo>
                    <a:pt x="7141517" y="0"/>
                  </a:lnTo>
                  <a:lnTo>
                    <a:pt x="7137238" y="0"/>
                  </a:lnTo>
                  <a:lnTo>
                    <a:pt x="7132959" y="0"/>
                  </a:lnTo>
                  <a:lnTo>
                    <a:pt x="7128680" y="0"/>
                  </a:lnTo>
                  <a:lnTo>
                    <a:pt x="7124401" y="0"/>
                  </a:lnTo>
                  <a:lnTo>
                    <a:pt x="7120122" y="0"/>
                  </a:lnTo>
                  <a:lnTo>
                    <a:pt x="7115843" y="0"/>
                  </a:lnTo>
                  <a:lnTo>
                    <a:pt x="7111564" y="0"/>
                  </a:lnTo>
                  <a:lnTo>
                    <a:pt x="7107286" y="0"/>
                  </a:lnTo>
                  <a:lnTo>
                    <a:pt x="7103007" y="0"/>
                  </a:lnTo>
                  <a:lnTo>
                    <a:pt x="7098728" y="0"/>
                  </a:lnTo>
                  <a:lnTo>
                    <a:pt x="7094449" y="0"/>
                  </a:lnTo>
                  <a:lnTo>
                    <a:pt x="7090170" y="0"/>
                  </a:lnTo>
                  <a:lnTo>
                    <a:pt x="7085891" y="0"/>
                  </a:lnTo>
                  <a:lnTo>
                    <a:pt x="7081612" y="0"/>
                  </a:lnTo>
                  <a:lnTo>
                    <a:pt x="7077333" y="0"/>
                  </a:lnTo>
                  <a:lnTo>
                    <a:pt x="7073054" y="0"/>
                  </a:lnTo>
                  <a:lnTo>
                    <a:pt x="7068775" y="0"/>
                  </a:lnTo>
                  <a:lnTo>
                    <a:pt x="7064496" y="0"/>
                  </a:lnTo>
                  <a:lnTo>
                    <a:pt x="7060217" y="0"/>
                  </a:lnTo>
                  <a:lnTo>
                    <a:pt x="7055938" y="0"/>
                  </a:lnTo>
                  <a:lnTo>
                    <a:pt x="7051660" y="0"/>
                  </a:lnTo>
                  <a:lnTo>
                    <a:pt x="7047381" y="0"/>
                  </a:lnTo>
                  <a:lnTo>
                    <a:pt x="7043102" y="0"/>
                  </a:lnTo>
                  <a:lnTo>
                    <a:pt x="7038823" y="0"/>
                  </a:lnTo>
                  <a:lnTo>
                    <a:pt x="7034544" y="0"/>
                  </a:lnTo>
                  <a:lnTo>
                    <a:pt x="7030265" y="0"/>
                  </a:lnTo>
                  <a:lnTo>
                    <a:pt x="7025986" y="0"/>
                  </a:lnTo>
                  <a:lnTo>
                    <a:pt x="7021707" y="0"/>
                  </a:lnTo>
                  <a:lnTo>
                    <a:pt x="7017428" y="0"/>
                  </a:lnTo>
                  <a:lnTo>
                    <a:pt x="7013149" y="0"/>
                  </a:lnTo>
                  <a:lnTo>
                    <a:pt x="7008870" y="0"/>
                  </a:lnTo>
                  <a:lnTo>
                    <a:pt x="7004591" y="0"/>
                  </a:lnTo>
                  <a:lnTo>
                    <a:pt x="7000313" y="0"/>
                  </a:lnTo>
                  <a:lnTo>
                    <a:pt x="6996034" y="0"/>
                  </a:lnTo>
                  <a:lnTo>
                    <a:pt x="6991755" y="0"/>
                  </a:lnTo>
                  <a:lnTo>
                    <a:pt x="6987476" y="0"/>
                  </a:lnTo>
                  <a:lnTo>
                    <a:pt x="6983197" y="0"/>
                  </a:lnTo>
                  <a:lnTo>
                    <a:pt x="6978918" y="0"/>
                  </a:lnTo>
                  <a:lnTo>
                    <a:pt x="6974639" y="0"/>
                  </a:lnTo>
                  <a:lnTo>
                    <a:pt x="6970360" y="0"/>
                  </a:lnTo>
                  <a:lnTo>
                    <a:pt x="6966081" y="0"/>
                  </a:lnTo>
                  <a:lnTo>
                    <a:pt x="6961802" y="0"/>
                  </a:lnTo>
                  <a:lnTo>
                    <a:pt x="6957523" y="0"/>
                  </a:lnTo>
                  <a:lnTo>
                    <a:pt x="6953244" y="0"/>
                  </a:lnTo>
                  <a:lnTo>
                    <a:pt x="6948965" y="0"/>
                  </a:lnTo>
                  <a:lnTo>
                    <a:pt x="6944687" y="0"/>
                  </a:lnTo>
                  <a:lnTo>
                    <a:pt x="6940408" y="0"/>
                  </a:lnTo>
                  <a:lnTo>
                    <a:pt x="6936129" y="0"/>
                  </a:lnTo>
                  <a:lnTo>
                    <a:pt x="6931850" y="0"/>
                  </a:lnTo>
                  <a:lnTo>
                    <a:pt x="6927571" y="0"/>
                  </a:lnTo>
                  <a:lnTo>
                    <a:pt x="6923292" y="0"/>
                  </a:lnTo>
                  <a:lnTo>
                    <a:pt x="6919013" y="0"/>
                  </a:lnTo>
                  <a:lnTo>
                    <a:pt x="6914734" y="0"/>
                  </a:lnTo>
                  <a:lnTo>
                    <a:pt x="6910455" y="0"/>
                  </a:lnTo>
                  <a:lnTo>
                    <a:pt x="6906176" y="0"/>
                  </a:lnTo>
                  <a:lnTo>
                    <a:pt x="6901897" y="0"/>
                  </a:lnTo>
                  <a:lnTo>
                    <a:pt x="6897618" y="0"/>
                  </a:lnTo>
                  <a:lnTo>
                    <a:pt x="6893340" y="0"/>
                  </a:lnTo>
                  <a:lnTo>
                    <a:pt x="6889061" y="0"/>
                  </a:lnTo>
                  <a:lnTo>
                    <a:pt x="6884782" y="0"/>
                  </a:lnTo>
                  <a:lnTo>
                    <a:pt x="6880503" y="0"/>
                  </a:lnTo>
                  <a:lnTo>
                    <a:pt x="6876224" y="0"/>
                  </a:lnTo>
                  <a:lnTo>
                    <a:pt x="6871945" y="0"/>
                  </a:lnTo>
                  <a:lnTo>
                    <a:pt x="6867666" y="0"/>
                  </a:lnTo>
                  <a:lnTo>
                    <a:pt x="6863387" y="0"/>
                  </a:lnTo>
                  <a:lnTo>
                    <a:pt x="6859108" y="0"/>
                  </a:lnTo>
                  <a:lnTo>
                    <a:pt x="6854829" y="0"/>
                  </a:lnTo>
                  <a:lnTo>
                    <a:pt x="6850550" y="0"/>
                  </a:lnTo>
                  <a:lnTo>
                    <a:pt x="6846271" y="0"/>
                  </a:lnTo>
                  <a:lnTo>
                    <a:pt x="6841992" y="0"/>
                  </a:lnTo>
                  <a:lnTo>
                    <a:pt x="6837714" y="0"/>
                  </a:lnTo>
                  <a:lnTo>
                    <a:pt x="6833435" y="0"/>
                  </a:lnTo>
                  <a:lnTo>
                    <a:pt x="6829156" y="0"/>
                  </a:lnTo>
                  <a:lnTo>
                    <a:pt x="6824877" y="0"/>
                  </a:lnTo>
                  <a:lnTo>
                    <a:pt x="6820598" y="0"/>
                  </a:lnTo>
                  <a:lnTo>
                    <a:pt x="6816319" y="0"/>
                  </a:lnTo>
                  <a:lnTo>
                    <a:pt x="6812040" y="0"/>
                  </a:lnTo>
                  <a:lnTo>
                    <a:pt x="6807761" y="0"/>
                  </a:lnTo>
                  <a:lnTo>
                    <a:pt x="6803482" y="0"/>
                  </a:lnTo>
                  <a:lnTo>
                    <a:pt x="6799203" y="0"/>
                  </a:lnTo>
                  <a:lnTo>
                    <a:pt x="6794924" y="0"/>
                  </a:lnTo>
                  <a:lnTo>
                    <a:pt x="6790645" y="0"/>
                  </a:lnTo>
                  <a:lnTo>
                    <a:pt x="6786367" y="0"/>
                  </a:lnTo>
                  <a:lnTo>
                    <a:pt x="6782088" y="0"/>
                  </a:lnTo>
                  <a:lnTo>
                    <a:pt x="6777809" y="0"/>
                  </a:lnTo>
                  <a:lnTo>
                    <a:pt x="6773530" y="0"/>
                  </a:lnTo>
                  <a:lnTo>
                    <a:pt x="6769251" y="0"/>
                  </a:lnTo>
                  <a:lnTo>
                    <a:pt x="6764972" y="0"/>
                  </a:lnTo>
                  <a:lnTo>
                    <a:pt x="6760693" y="0"/>
                  </a:lnTo>
                  <a:lnTo>
                    <a:pt x="6756414" y="0"/>
                  </a:lnTo>
                  <a:lnTo>
                    <a:pt x="6752135" y="0"/>
                  </a:lnTo>
                  <a:lnTo>
                    <a:pt x="6747856" y="0"/>
                  </a:lnTo>
                  <a:lnTo>
                    <a:pt x="6743577" y="0"/>
                  </a:lnTo>
                  <a:lnTo>
                    <a:pt x="6739298" y="0"/>
                  </a:lnTo>
                  <a:lnTo>
                    <a:pt x="6735019" y="0"/>
                  </a:lnTo>
                  <a:lnTo>
                    <a:pt x="6730741" y="0"/>
                  </a:lnTo>
                  <a:lnTo>
                    <a:pt x="6726462" y="0"/>
                  </a:lnTo>
                  <a:lnTo>
                    <a:pt x="6722183" y="0"/>
                  </a:lnTo>
                  <a:lnTo>
                    <a:pt x="6717904" y="0"/>
                  </a:lnTo>
                  <a:lnTo>
                    <a:pt x="6713625" y="0"/>
                  </a:lnTo>
                  <a:lnTo>
                    <a:pt x="6709346" y="0"/>
                  </a:lnTo>
                  <a:lnTo>
                    <a:pt x="6705067" y="0"/>
                  </a:lnTo>
                  <a:lnTo>
                    <a:pt x="6700788" y="0"/>
                  </a:lnTo>
                  <a:lnTo>
                    <a:pt x="6696509" y="0"/>
                  </a:lnTo>
                  <a:lnTo>
                    <a:pt x="6692230" y="0"/>
                  </a:lnTo>
                  <a:lnTo>
                    <a:pt x="6687951" y="0"/>
                  </a:lnTo>
                  <a:lnTo>
                    <a:pt x="6683672" y="0"/>
                  </a:lnTo>
                  <a:lnTo>
                    <a:pt x="6679394" y="0"/>
                  </a:lnTo>
                  <a:lnTo>
                    <a:pt x="6675115" y="0"/>
                  </a:lnTo>
                  <a:lnTo>
                    <a:pt x="6670836" y="0"/>
                  </a:lnTo>
                  <a:lnTo>
                    <a:pt x="6666557" y="0"/>
                  </a:lnTo>
                  <a:lnTo>
                    <a:pt x="6662278" y="0"/>
                  </a:lnTo>
                  <a:lnTo>
                    <a:pt x="6657999" y="0"/>
                  </a:lnTo>
                  <a:lnTo>
                    <a:pt x="6653720" y="0"/>
                  </a:lnTo>
                  <a:lnTo>
                    <a:pt x="6649441" y="0"/>
                  </a:lnTo>
                  <a:lnTo>
                    <a:pt x="6645162" y="0"/>
                  </a:lnTo>
                  <a:lnTo>
                    <a:pt x="6640883" y="0"/>
                  </a:lnTo>
                  <a:lnTo>
                    <a:pt x="6636604" y="0"/>
                  </a:lnTo>
                  <a:lnTo>
                    <a:pt x="6632325" y="0"/>
                  </a:lnTo>
                  <a:lnTo>
                    <a:pt x="6628046" y="0"/>
                  </a:lnTo>
                  <a:lnTo>
                    <a:pt x="6623768" y="0"/>
                  </a:lnTo>
                  <a:lnTo>
                    <a:pt x="6619489" y="0"/>
                  </a:lnTo>
                  <a:lnTo>
                    <a:pt x="6615210" y="0"/>
                  </a:lnTo>
                  <a:lnTo>
                    <a:pt x="6610931" y="0"/>
                  </a:lnTo>
                  <a:lnTo>
                    <a:pt x="6606652" y="0"/>
                  </a:lnTo>
                  <a:lnTo>
                    <a:pt x="6602373" y="0"/>
                  </a:lnTo>
                  <a:lnTo>
                    <a:pt x="6598094" y="0"/>
                  </a:lnTo>
                  <a:lnTo>
                    <a:pt x="6593815" y="0"/>
                  </a:lnTo>
                  <a:lnTo>
                    <a:pt x="6589536" y="0"/>
                  </a:lnTo>
                  <a:lnTo>
                    <a:pt x="6585257" y="0"/>
                  </a:lnTo>
                  <a:lnTo>
                    <a:pt x="6580978" y="0"/>
                  </a:lnTo>
                  <a:lnTo>
                    <a:pt x="6576699" y="0"/>
                  </a:lnTo>
                  <a:lnTo>
                    <a:pt x="6572421" y="0"/>
                  </a:lnTo>
                  <a:lnTo>
                    <a:pt x="6568142" y="0"/>
                  </a:lnTo>
                  <a:lnTo>
                    <a:pt x="6563863" y="0"/>
                  </a:lnTo>
                  <a:lnTo>
                    <a:pt x="6559584" y="0"/>
                  </a:lnTo>
                  <a:lnTo>
                    <a:pt x="6555305" y="0"/>
                  </a:lnTo>
                  <a:lnTo>
                    <a:pt x="6551026" y="0"/>
                  </a:lnTo>
                  <a:lnTo>
                    <a:pt x="6546747" y="0"/>
                  </a:lnTo>
                  <a:lnTo>
                    <a:pt x="6542468" y="0"/>
                  </a:lnTo>
                  <a:lnTo>
                    <a:pt x="6538189" y="0"/>
                  </a:lnTo>
                  <a:lnTo>
                    <a:pt x="6533910" y="0"/>
                  </a:lnTo>
                  <a:lnTo>
                    <a:pt x="6529631" y="0"/>
                  </a:lnTo>
                  <a:lnTo>
                    <a:pt x="6525352" y="0"/>
                  </a:lnTo>
                  <a:lnTo>
                    <a:pt x="6521073" y="0"/>
                  </a:lnTo>
                  <a:lnTo>
                    <a:pt x="6516795" y="0"/>
                  </a:lnTo>
                  <a:lnTo>
                    <a:pt x="6512516" y="0"/>
                  </a:lnTo>
                  <a:lnTo>
                    <a:pt x="6508237" y="0"/>
                  </a:lnTo>
                  <a:lnTo>
                    <a:pt x="6503958" y="0"/>
                  </a:lnTo>
                  <a:lnTo>
                    <a:pt x="6499679" y="0"/>
                  </a:lnTo>
                  <a:lnTo>
                    <a:pt x="6495400" y="0"/>
                  </a:lnTo>
                  <a:lnTo>
                    <a:pt x="6491121" y="0"/>
                  </a:lnTo>
                  <a:lnTo>
                    <a:pt x="6486842" y="0"/>
                  </a:lnTo>
                  <a:lnTo>
                    <a:pt x="6482563" y="0"/>
                  </a:lnTo>
                  <a:lnTo>
                    <a:pt x="6478284" y="0"/>
                  </a:lnTo>
                  <a:lnTo>
                    <a:pt x="6474005" y="0"/>
                  </a:lnTo>
                  <a:lnTo>
                    <a:pt x="6469726" y="0"/>
                  </a:lnTo>
                  <a:lnTo>
                    <a:pt x="6465448" y="0"/>
                  </a:lnTo>
                  <a:lnTo>
                    <a:pt x="6461169" y="0"/>
                  </a:lnTo>
                  <a:lnTo>
                    <a:pt x="6456890" y="0"/>
                  </a:lnTo>
                  <a:lnTo>
                    <a:pt x="6452611" y="0"/>
                  </a:lnTo>
                  <a:lnTo>
                    <a:pt x="6448332" y="0"/>
                  </a:lnTo>
                  <a:lnTo>
                    <a:pt x="6444053" y="0"/>
                  </a:lnTo>
                  <a:lnTo>
                    <a:pt x="6439774" y="0"/>
                  </a:lnTo>
                  <a:lnTo>
                    <a:pt x="6435495" y="0"/>
                  </a:lnTo>
                  <a:lnTo>
                    <a:pt x="6431216" y="0"/>
                  </a:lnTo>
                  <a:lnTo>
                    <a:pt x="6426937" y="0"/>
                  </a:lnTo>
                  <a:lnTo>
                    <a:pt x="6422658" y="0"/>
                  </a:lnTo>
                  <a:lnTo>
                    <a:pt x="6418379" y="0"/>
                  </a:lnTo>
                  <a:lnTo>
                    <a:pt x="6414100" y="0"/>
                  </a:lnTo>
                  <a:lnTo>
                    <a:pt x="6409822" y="0"/>
                  </a:lnTo>
                  <a:lnTo>
                    <a:pt x="6405543" y="0"/>
                  </a:lnTo>
                  <a:lnTo>
                    <a:pt x="6401264" y="0"/>
                  </a:lnTo>
                  <a:lnTo>
                    <a:pt x="6396985" y="0"/>
                  </a:lnTo>
                  <a:lnTo>
                    <a:pt x="6392706" y="0"/>
                  </a:lnTo>
                  <a:lnTo>
                    <a:pt x="6388427" y="0"/>
                  </a:lnTo>
                  <a:lnTo>
                    <a:pt x="6384148" y="0"/>
                  </a:lnTo>
                  <a:lnTo>
                    <a:pt x="6379869" y="0"/>
                  </a:lnTo>
                  <a:lnTo>
                    <a:pt x="6375590" y="0"/>
                  </a:lnTo>
                  <a:lnTo>
                    <a:pt x="6371311" y="0"/>
                  </a:lnTo>
                  <a:lnTo>
                    <a:pt x="6367032" y="0"/>
                  </a:lnTo>
                  <a:lnTo>
                    <a:pt x="6362753" y="0"/>
                  </a:lnTo>
                  <a:lnTo>
                    <a:pt x="6358475" y="0"/>
                  </a:lnTo>
                  <a:lnTo>
                    <a:pt x="6354196" y="0"/>
                  </a:lnTo>
                  <a:lnTo>
                    <a:pt x="6349917" y="0"/>
                  </a:lnTo>
                  <a:lnTo>
                    <a:pt x="6345638" y="0"/>
                  </a:lnTo>
                  <a:lnTo>
                    <a:pt x="6341359" y="0"/>
                  </a:lnTo>
                  <a:lnTo>
                    <a:pt x="6337080" y="0"/>
                  </a:lnTo>
                  <a:lnTo>
                    <a:pt x="6332801" y="0"/>
                  </a:lnTo>
                  <a:lnTo>
                    <a:pt x="6328522" y="0"/>
                  </a:lnTo>
                  <a:lnTo>
                    <a:pt x="6324243" y="0"/>
                  </a:lnTo>
                  <a:lnTo>
                    <a:pt x="6319964" y="0"/>
                  </a:lnTo>
                  <a:lnTo>
                    <a:pt x="6315685" y="0"/>
                  </a:lnTo>
                  <a:lnTo>
                    <a:pt x="6311406" y="0"/>
                  </a:lnTo>
                  <a:lnTo>
                    <a:pt x="6307127" y="0"/>
                  </a:lnTo>
                  <a:lnTo>
                    <a:pt x="6302849" y="0"/>
                  </a:lnTo>
                  <a:lnTo>
                    <a:pt x="6298570" y="0"/>
                  </a:lnTo>
                  <a:lnTo>
                    <a:pt x="6294291" y="0"/>
                  </a:lnTo>
                  <a:lnTo>
                    <a:pt x="6290012" y="0"/>
                  </a:lnTo>
                  <a:lnTo>
                    <a:pt x="6285733" y="0"/>
                  </a:lnTo>
                  <a:lnTo>
                    <a:pt x="6281454" y="0"/>
                  </a:lnTo>
                  <a:lnTo>
                    <a:pt x="6277175" y="0"/>
                  </a:lnTo>
                  <a:lnTo>
                    <a:pt x="6272896" y="0"/>
                  </a:lnTo>
                  <a:lnTo>
                    <a:pt x="6268617" y="0"/>
                  </a:lnTo>
                  <a:lnTo>
                    <a:pt x="6264338" y="0"/>
                  </a:lnTo>
                  <a:lnTo>
                    <a:pt x="6260059" y="0"/>
                  </a:lnTo>
                  <a:lnTo>
                    <a:pt x="6255780" y="0"/>
                  </a:lnTo>
                  <a:lnTo>
                    <a:pt x="6251502" y="0"/>
                  </a:lnTo>
                  <a:lnTo>
                    <a:pt x="6247223" y="0"/>
                  </a:lnTo>
                  <a:lnTo>
                    <a:pt x="6242944" y="0"/>
                  </a:lnTo>
                  <a:lnTo>
                    <a:pt x="6238665" y="0"/>
                  </a:lnTo>
                  <a:lnTo>
                    <a:pt x="6234386" y="0"/>
                  </a:lnTo>
                  <a:lnTo>
                    <a:pt x="6230107" y="0"/>
                  </a:lnTo>
                  <a:lnTo>
                    <a:pt x="6225828" y="0"/>
                  </a:lnTo>
                  <a:lnTo>
                    <a:pt x="6221549" y="0"/>
                  </a:lnTo>
                  <a:lnTo>
                    <a:pt x="6217270" y="0"/>
                  </a:lnTo>
                  <a:lnTo>
                    <a:pt x="6212991" y="0"/>
                  </a:lnTo>
                  <a:lnTo>
                    <a:pt x="6208712" y="0"/>
                  </a:lnTo>
                  <a:lnTo>
                    <a:pt x="6204433" y="0"/>
                  </a:lnTo>
                  <a:lnTo>
                    <a:pt x="6200155" y="0"/>
                  </a:lnTo>
                  <a:lnTo>
                    <a:pt x="6195876" y="0"/>
                  </a:lnTo>
                  <a:lnTo>
                    <a:pt x="6191597" y="0"/>
                  </a:lnTo>
                  <a:lnTo>
                    <a:pt x="6187318" y="0"/>
                  </a:lnTo>
                  <a:lnTo>
                    <a:pt x="6183039" y="0"/>
                  </a:lnTo>
                  <a:lnTo>
                    <a:pt x="6178760" y="0"/>
                  </a:lnTo>
                  <a:lnTo>
                    <a:pt x="6174481" y="0"/>
                  </a:lnTo>
                  <a:lnTo>
                    <a:pt x="6170202" y="0"/>
                  </a:lnTo>
                  <a:lnTo>
                    <a:pt x="6165923" y="0"/>
                  </a:lnTo>
                  <a:lnTo>
                    <a:pt x="6161644" y="0"/>
                  </a:lnTo>
                  <a:lnTo>
                    <a:pt x="6157365" y="0"/>
                  </a:lnTo>
                  <a:lnTo>
                    <a:pt x="6153086" y="0"/>
                  </a:lnTo>
                  <a:lnTo>
                    <a:pt x="6148807" y="0"/>
                  </a:lnTo>
                  <a:lnTo>
                    <a:pt x="6144529" y="0"/>
                  </a:lnTo>
                  <a:lnTo>
                    <a:pt x="6140250" y="0"/>
                  </a:lnTo>
                  <a:lnTo>
                    <a:pt x="6135971" y="0"/>
                  </a:lnTo>
                  <a:lnTo>
                    <a:pt x="6131692" y="0"/>
                  </a:lnTo>
                  <a:lnTo>
                    <a:pt x="6127413" y="0"/>
                  </a:lnTo>
                  <a:lnTo>
                    <a:pt x="6123134" y="0"/>
                  </a:lnTo>
                  <a:lnTo>
                    <a:pt x="6118855" y="0"/>
                  </a:lnTo>
                  <a:lnTo>
                    <a:pt x="6114576" y="0"/>
                  </a:lnTo>
                  <a:lnTo>
                    <a:pt x="6110297" y="0"/>
                  </a:lnTo>
                  <a:lnTo>
                    <a:pt x="6106018" y="0"/>
                  </a:lnTo>
                  <a:lnTo>
                    <a:pt x="6101739" y="0"/>
                  </a:lnTo>
                  <a:lnTo>
                    <a:pt x="6097460" y="0"/>
                  </a:lnTo>
                  <a:lnTo>
                    <a:pt x="6093182" y="0"/>
                  </a:lnTo>
                  <a:lnTo>
                    <a:pt x="6088903" y="0"/>
                  </a:lnTo>
                  <a:lnTo>
                    <a:pt x="6084624" y="0"/>
                  </a:lnTo>
                  <a:lnTo>
                    <a:pt x="6080345" y="0"/>
                  </a:lnTo>
                  <a:lnTo>
                    <a:pt x="6076066" y="0"/>
                  </a:lnTo>
                  <a:lnTo>
                    <a:pt x="6071787" y="0"/>
                  </a:lnTo>
                  <a:lnTo>
                    <a:pt x="6067508" y="0"/>
                  </a:lnTo>
                  <a:lnTo>
                    <a:pt x="6063229" y="0"/>
                  </a:lnTo>
                  <a:lnTo>
                    <a:pt x="6058950" y="0"/>
                  </a:lnTo>
                  <a:lnTo>
                    <a:pt x="6054671" y="0"/>
                  </a:lnTo>
                  <a:lnTo>
                    <a:pt x="6050392" y="0"/>
                  </a:lnTo>
                  <a:lnTo>
                    <a:pt x="6046113" y="0"/>
                  </a:lnTo>
                  <a:lnTo>
                    <a:pt x="6041834" y="0"/>
                  </a:lnTo>
                  <a:lnTo>
                    <a:pt x="6037556" y="0"/>
                  </a:lnTo>
                  <a:lnTo>
                    <a:pt x="6033277" y="0"/>
                  </a:lnTo>
                  <a:lnTo>
                    <a:pt x="6028998" y="0"/>
                  </a:lnTo>
                  <a:lnTo>
                    <a:pt x="6024719" y="0"/>
                  </a:lnTo>
                  <a:lnTo>
                    <a:pt x="6020440" y="0"/>
                  </a:lnTo>
                  <a:lnTo>
                    <a:pt x="6016161" y="0"/>
                  </a:lnTo>
                  <a:lnTo>
                    <a:pt x="6011882" y="0"/>
                  </a:lnTo>
                  <a:lnTo>
                    <a:pt x="6007603" y="0"/>
                  </a:lnTo>
                  <a:lnTo>
                    <a:pt x="6003324" y="0"/>
                  </a:lnTo>
                  <a:lnTo>
                    <a:pt x="5999045" y="0"/>
                  </a:lnTo>
                  <a:lnTo>
                    <a:pt x="5994766" y="0"/>
                  </a:lnTo>
                  <a:lnTo>
                    <a:pt x="5990487" y="0"/>
                  </a:lnTo>
                  <a:lnTo>
                    <a:pt x="5986209" y="0"/>
                  </a:lnTo>
                  <a:lnTo>
                    <a:pt x="5981930" y="0"/>
                  </a:lnTo>
                  <a:lnTo>
                    <a:pt x="5977651" y="0"/>
                  </a:lnTo>
                  <a:lnTo>
                    <a:pt x="5973372" y="0"/>
                  </a:lnTo>
                  <a:lnTo>
                    <a:pt x="5969093" y="0"/>
                  </a:lnTo>
                  <a:lnTo>
                    <a:pt x="5964814" y="0"/>
                  </a:lnTo>
                  <a:lnTo>
                    <a:pt x="5960535" y="0"/>
                  </a:lnTo>
                  <a:lnTo>
                    <a:pt x="5956256" y="0"/>
                  </a:lnTo>
                  <a:lnTo>
                    <a:pt x="5951977" y="0"/>
                  </a:lnTo>
                  <a:lnTo>
                    <a:pt x="5947698" y="0"/>
                  </a:lnTo>
                  <a:lnTo>
                    <a:pt x="5943419" y="0"/>
                  </a:lnTo>
                  <a:lnTo>
                    <a:pt x="5939140" y="0"/>
                  </a:lnTo>
                  <a:lnTo>
                    <a:pt x="5934861" y="0"/>
                  </a:lnTo>
                  <a:lnTo>
                    <a:pt x="5930583" y="0"/>
                  </a:lnTo>
                  <a:lnTo>
                    <a:pt x="5926304" y="0"/>
                  </a:lnTo>
                  <a:lnTo>
                    <a:pt x="5922025" y="0"/>
                  </a:lnTo>
                  <a:lnTo>
                    <a:pt x="5917746" y="0"/>
                  </a:lnTo>
                  <a:lnTo>
                    <a:pt x="5913467" y="0"/>
                  </a:lnTo>
                  <a:lnTo>
                    <a:pt x="5909188" y="0"/>
                  </a:lnTo>
                  <a:lnTo>
                    <a:pt x="5904909" y="0"/>
                  </a:lnTo>
                  <a:lnTo>
                    <a:pt x="5900630" y="0"/>
                  </a:lnTo>
                  <a:lnTo>
                    <a:pt x="5896351" y="0"/>
                  </a:lnTo>
                  <a:lnTo>
                    <a:pt x="5892072" y="0"/>
                  </a:lnTo>
                  <a:lnTo>
                    <a:pt x="5887793" y="0"/>
                  </a:lnTo>
                  <a:lnTo>
                    <a:pt x="5883514" y="0"/>
                  </a:lnTo>
                  <a:lnTo>
                    <a:pt x="5879236" y="0"/>
                  </a:lnTo>
                  <a:lnTo>
                    <a:pt x="5874957" y="0"/>
                  </a:lnTo>
                  <a:lnTo>
                    <a:pt x="5870678" y="0"/>
                  </a:lnTo>
                  <a:lnTo>
                    <a:pt x="5866399" y="0"/>
                  </a:lnTo>
                  <a:lnTo>
                    <a:pt x="5862120" y="0"/>
                  </a:lnTo>
                  <a:lnTo>
                    <a:pt x="5857841" y="0"/>
                  </a:lnTo>
                  <a:lnTo>
                    <a:pt x="5853562" y="0"/>
                  </a:lnTo>
                  <a:lnTo>
                    <a:pt x="5849283" y="0"/>
                  </a:lnTo>
                  <a:lnTo>
                    <a:pt x="5845004" y="0"/>
                  </a:lnTo>
                  <a:lnTo>
                    <a:pt x="5840725" y="0"/>
                  </a:lnTo>
                  <a:lnTo>
                    <a:pt x="5836446" y="0"/>
                  </a:lnTo>
                  <a:lnTo>
                    <a:pt x="5832167" y="0"/>
                  </a:lnTo>
                  <a:lnTo>
                    <a:pt x="5827888" y="0"/>
                  </a:lnTo>
                  <a:lnTo>
                    <a:pt x="5823610" y="0"/>
                  </a:lnTo>
                  <a:lnTo>
                    <a:pt x="5819331" y="0"/>
                  </a:lnTo>
                  <a:lnTo>
                    <a:pt x="5815052" y="0"/>
                  </a:lnTo>
                  <a:lnTo>
                    <a:pt x="5810773" y="0"/>
                  </a:lnTo>
                  <a:lnTo>
                    <a:pt x="5806494" y="0"/>
                  </a:lnTo>
                  <a:lnTo>
                    <a:pt x="5802215" y="0"/>
                  </a:lnTo>
                  <a:lnTo>
                    <a:pt x="5797936" y="0"/>
                  </a:lnTo>
                  <a:lnTo>
                    <a:pt x="5793657" y="0"/>
                  </a:lnTo>
                  <a:lnTo>
                    <a:pt x="5789378" y="0"/>
                  </a:lnTo>
                  <a:lnTo>
                    <a:pt x="5785099" y="0"/>
                  </a:lnTo>
                  <a:lnTo>
                    <a:pt x="5780820" y="0"/>
                  </a:lnTo>
                  <a:lnTo>
                    <a:pt x="5776541" y="0"/>
                  </a:lnTo>
                  <a:lnTo>
                    <a:pt x="5772263" y="0"/>
                  </a:lnTo>
                  <a:lnTo>
                    <a:pt x="5767984" y="0"/>
                  </a:lnTo>
                  <a:lnTo>
                    <a:pt x="5763705" y="0"/>
                  </a:lnTo>
                  <a:lnTo>
                    <a:pt x="5759426" y="0"/>
                  </a:lnTo>
                  <a:lnTo>
                    <a:pt x="5755147" y="0"/>
                  </a:lnTo>
                  <a:lnTo>
                    <a:pt x="5750868" y="0"/>
                  </a:lnTo>
                  <a:lnTo>
                    <a:pt x="5746589" y="0"/>
                  </a:lnTo>
                  <a:lnTo>
                    <a:pt x="5742310" y="0"/>
                  </a:lnTo>
                  <a:lnTo>
                    <a:pt x="5738031" y="0"/>
                  </a:lnTo>
                  <a:lnTo>
                    <a:pt x="5733752" y="0"/>
                  </a:lnTo>
                  <a:lnTo>
                    <a:pt x="5729473" y="0"/>
                  </a:lnTo>
                  <a:lnTo>
                    <a:pt x="5725194" y="0"/>
                  </a:lnTo>
                  <a:lnTo>
                    <a:pt x="5720915" y="0"/>
                  </a:lnTo>
                  <a:lnTo>
                    <a:pt x="5716637" y="0"/>
                  </a:lnTo>
                  <a:lnTo>
                    <a:pt x="5712358" y="0"/>
                  </a:lnTo>
                  <a:lnTo>
                    <a:pt x="5708079" y="0"/>
                  </a:lnTo>
                  <a:lnTo>
                    <a:pt x="5703800" y="0"/>
                  </a:lnTo>
                  <a:lnTo>
                    <a:pt x="5699521" y="0"/>
                  </a:lnTo>
                  <a:lnTo>
                    <a:pt x="5695242" y="0"/>
                  </a:lnTo>
                  <a:lnTo>
                    <a:pt x="5690963" y="0"/>
                  </a:lnTo>
                  <a:lnTo>
                    <a:pt x="5686684" y="0"/>
                  </a:lnTo>
                  <a:lnTo>
                    <a:pt x="5682405" y="0"/>
                  </a:lnTo>
                  <a:lnTo>
                    <a:pt x="5678126" y="0"/>
                  </a:lnTo>
                  <a:lnTo>
                    <a:pt x="5673847" y="0"/>
                  </a:lnTo>
                  <a:lnTo>
                    <a:pt x="5669568" y="0"/>
                  </a:lnTo>
                  <a:lnTo>
                    <a:pt x="5665290" y="0"/>
                  </a:lnTo>
                  <a:lnTo>
                    <a:pt x="5661011" y="0"/>
                  </a:lnTo>
                  <a:lnTo>
                    <a:pt x="5656732" y="0"/>
                  </a:lnTo>
                  <a:lnTo>
                    <a:pt x="5652453" y="0"/>
                  </a:lnTo>
                  <a:lnTo>
                    <a:pt x="5648174" y="0"/>
                  </a:lnTo>
                  <a:lnTo>
                    <a:pt x="5643895" y="0"/>
                  </a:lnTo>
                  <a:lnTo>
                    <a:pt x="5639616" y="0"/>
                  </a:lnTo>
                  <a:lnTo>
                    <a:pt x="5635337" y="0"/>
                  </a:lnTo>
                  <a:lnTo>
                    <a:pt x="5631058" y="0"/>
                  </a:lnTo>
                  <a:lnTo>
                    <a:pt x="5626779" y="0"/>
                  </a:lnTo>
                  <a:lnTo>
                    <a:pt x="5622500" y="0"/>
                  </a:lnTo>
                  <a:lnTo>
                    <a:pt x="5618221" y="0"/>
                  </a:lnTo>
                  <a:lnTo>
                    <a:pt x="5613942" y="0"/>
                  </a:lnTo>
                  <a:lnTo>
                    <a:pt x="5609664" y="0"/>
                  </a:lnTo>
                  <a:lnTo>
                    <a:pt x="5605385" y="0"/>
                  </a:lnTo>
                  <a:lnTo>
                    <a:pt x="5601106" y="0"/>
                  </a:lnTo>
                  <a:lnTo>
                    <a:pt x="5596827" y="0"/>
                  </a:lnTo>
                  <a:lnTo>
                    <a:pt x="5592548" y="0"/>
                  </a:lnTo>
                  <a:lnTo>
                    <a:pt x="5588269" y="0"/>
                  </a:lnTo>
                  <a:lnTo>
                    <a:pt x="5583990" y="0"/>
                  </a:lnTo>
                  <a:lnTo>
                    <a:pt x="5579711" y="0"/>
                  </a:lnTo>
                  <a:lnTo>
                    <a:pt x="5575432" y="0"/>
                  </a:lnTo>
                  <a:lnTo>
                    <a:pt x="5571153" y="0"/>
                  </a:lnTo>
                  <a:lnTo>
                    <a:pt x="5566874" y="0"/>
                  </a:lnTo>
                  <a:lnTo>
                    <a:pt x="5562595" y="0"/>
                  </a:lnTo>
                  <a:lnTo>
                    <a:pt x="5558317" y="0"/>
                  </a:lnTo>
                  <a:lnTo>
                    <a:pt x="5554038" y="0"/>
                  </a:lnTo>
                  <a:lnTo>
                    <a:pt x="5549759" y="0"/>
                  </a:lnTo>
                  <a:lnTo>
                    <a:pt x="5545480" y="0"/>
                  </a:lnTo>
                  <a:lnTo>
                    <a:pt x="5541201" y="0"/>
                  </a:lnTo>
                  <a:lnTo>
                    <a:pt x="5536922" y="0"/>
                  </a:lnTo>
                  <a:lnTo>
                    <a:pt x="5532643" y="0"/>
                  </a:lnTo>
                  <a:lnTo>
                    <a:pt x="5528364" y="0"/>
                  </a:lnTo>
                  <a:lnTo>
                    <a:pt x="5524085" y="0"/>
                  </a:lnTo>
                  <a:lnTo>
                    <a:pt x="5519806" y="0"/>
                  </a:lnTo>
                  <a:lnTo>
                    <a:pt x="5515527" y="0"/>
                  </a:lnTo>
                  <a:lnTo>
                    <a:pt x="5511248" y="0"/>
                  </a:lnTo>
                  <a:lnTo>
                    <a:pt x="5506969" y="0"/>
                  </a:lnTo>
                  <a:lnTo>
                    <a:pt x="5502691" y="0"/>
                  </a:lnTo>
                  <a:lnTo>
                    <a:pt x="5498412" y="0"/>
                  </a:lnTo>
                  <a:lnTo>
                    <a:pt x="5494133" y="0"/>
                  </a:lnTo>
                  <a:lnTo>
                    <a:pt x="5489854" y="0"/>
                  </a:lnTo>
                  <a:lnTo>
                    <a:pt x="5485575" y="0"/>
                  </a:lnTo>
                  <a:lnTo>
                    <a:pt x="5481296" y="0"/>
                  </a:lnTo>
                  <a:lnTo>
                    <a:pt x="5477017" y="0"/>
                  </a:lnTo>
                  <a:lnTo>
                    <a:pt x="5472738" y="0"/>
                  </a:lnTo>
                  <a:lnTo>
                    <a:pt x="5468459" y="0"/>
                  </a:lnTo>
                  <a:lnTo>
                    <a:pt x="5464180" y="0"/>
                  </a:lnTo>
                  <a:lnTo>
                    <a:pt x="5459901" y="0"/>
                  </a:lnTo>
                  <a:lnTo>
                    <a:pt x="5455622" y="0"/>
                  </a:lnTo>
                  <a:lnTo>
                    <a:pt x="5451344" y="0"/>
                  </a:lnTo>
                  <a:lnTo>
                    <a:pt x="5447065" y="0"/>
                  </a:lnTo>
                  <a:lnTo>
                    <a:pt x="5442786" y="0"/>
                  </a:lnTo>
                  <a:lnTo>
                    <a:pt x="5438507" y="0"/>
                  </a:lnTo>
                  <a:lnTo>
                    <a:pt x="5434228" y="0"/>
                  </a:lnTo>
                  <a:lnTo>
                    <a:pt x="5429949" y="0"/>
                  </a:lnTo>
                  <a:lnTo>
                    <a:pt x="5425670" y="0"/>
                  </a:lnTo>
                  <a:lnTo>
                    <a:pt x="5421391" y="0"/>
                  </a:lnTo>
                  <a:lnTo>
                    <a:pt x="5417112" y="0"/>
                  </a:lnTo>
                  <a:lnTo>
                    <a:pt x="5412833" y="0"/>
                  </a:lnTo>
                  <a:lnTo>
                    <a:pt x="5408554" y="0"/>
                  </a:lnTo>
                  <a:lnTo>
                    <a:pt x="5404275" y="0"/>
                  </a:lnTo>
                  <a:lnTo>
                    <a:pt x="5399996" y="0"/>
                  </a:lnTo>
                  <a:lnTo>
                    <a:pt x="5395718" y="0"/>
                  </a:lnTo>
                  <a:lnTo>
                    <a:pt x="5391439" y="0"/>
                  </a:lnTo>
                  <a:lnTo>
                    <a:pt x="5387160" y="0"/>
                  </a:lnTo>
                  <a:lnTo>
                    <a:pt x="5382881" y="0"/>
                  </a:lnTo>
                  <a:lnTo>
                    <a:pt x="5378602" y="0"/>
                  </a:lnTo>
                  <a:lnTo>
                    <a:pt x="5374323" y="0"/>
                  </a:lnTo>
                  <a:lnTo>
                    <a:pt x="5370044" y="0"/>
                  </a:lnTo>
                  <a:lnTo>
                    <a:pt x="5365765" y="0"/>
                  </a:lnTo>
                  <a:lnTo>
                    <a:pt x="5361486" y="0"/>
                  </a:lnTo>
                  <a:lnTo>
                    <a:pt x="5357207" y="0"/>
                  </a:lnTo>
                  <a:lnTo>
                    <a:pt x="5352928" y="0"/>
                  </a:lnTo>
                  <a:lnTo>
                    <a:pt x="5348649" y="0"/>
                  </a:lnTo>
                  <a:lnTo>
                    <a:pt x="5344371" y="0"/>
                  </a:lnTo>
                  <a:lnTo>
                    <a:pt x="5340092" y="0"/>
                  </a:lnTo>
                  <a:lnTo>
                    <a:pt x="5335813" y="0"/>
                  </a:lnTo>
                  <a:lnTo>
                    <a:pt x="5331534" y="0"/>
                  </a:lnTo>
                  <a:lnTo>
                    <a:pt x="5327255" y="0"/>
                  </a:lnTo>
                  <a:lnTo>
                    <a:pt x="5322976" y="0"/>
                  </a:lnTo>
                  <a:lnTo>
                    <a:pt x="5318697" y="0"/>
                  </a:lnTo>
                  <a:lnTo>
                    <a:pt x="5314418" y="0"/>
                  </a:lnTo>
                  <a:lnTo>
                    <a:pt x="5310139" y="0"/>
                  </a:lnTo>
                  <a:lnTo>
                    <a:pt x="5305860" y="0"/>
                  </a:lnTo>
                  <a:lnTo>
                    <a:pt x="5301581" y="0"/>
                  </a:lnTo>
                  <a:lnTo>
                    <a:pt x="5297302" y="0"/>
                  </a:lnTo>
                  <a:lnTo>
                    <a:pt x="5293023" y="0"/>
                  </a:lnTo>
                  <a:lnTo>
                    <a:pt x="5288745" y="0"/>
                  </a:lnTo>
                  <a:lnTo>
                    <a:pt x="5284466" y="0"/>
                  </a:lnTo>
                  <a:lnTo>
                    <a:pt x="5280187" y="0"/>
                  </a:lnTo>
                  <a:lnTo>
                    <a:pt x="5275908" y="0"/>
                  </a:lnTo>
                  <a:lnTo>
                    <a:pt x="5271629" y="0"/>
                  </a:lnTo>
                  <a:lnTo>
                    <a:pt x="5267350" y="0"/>
                  </a:lnTo>
                  <a:lnTo>
                    <a:pt x="5263071" y="0"/>
                  </a:lnTo>
                  <a:lnTo>
                    <a:pt x="5258792" y="0"/>
                  </a:lnTo>
                  <a:lnTo>
                    <a:pt x="5254513" y="0"/>
                  </a:lnTo>
                  <a:lnTo>
                    <a:pt x="5250234" y="0"/>
                  </a:lnTo>
                  <a:lnTo>
                    <a:pt x="5245955" y="0"/>
                  </a:lnTo>
                  <a:lnTo>
                    <a:pt x="5241676" y="0"/>
                  </a:lnTo>
                  <a:lnTo>
                    <a:pt x="5237398" y="0"/>
                  </a:lnTo>
                  <a:lnTo>
                    <a:pt x="5233119" y="0"/>
                  </a:lnTo>
                  <a:lnTo>
                    <a:pt x="5228840" y="0"/>
                  </a:lnTo>
                  <a:lnTo>
                    <a:pt x="5224561" y="0"/>
                  </a:lnTo>
                  <a:lnTo>
                    <a:pt x="5220282" y="0"/>
                  </a:lnTo>
                  <a:lnTo>
                    <a:pt x="5216003" y="0"/>
                  </a:lnTo>
                  <a:lnTo>
                    <a:pt x="5211724" y="0"/>
                  </a:lnTo>
                  <a:lnTo>
                    <a:pt x="5207445" y="0"/>
                  </a:lnTo>
                  <a:lnTo>
                    <a:pt x="5203166" y="0"/>
                  </a:lnTo>
                  <a:lnTo>
                    <a:pt x="5198887" y="0"/>
                  </a:lnTo>
                  <a:lnTo>
                    <a:pt x="5194608" y="0"/>
                  </a:lnTo>
                  <a:lnTo>
                    <a:pt x="5190329" y="0"/>
                  </a:lnTo>
                  <a:lnTo>
                    <a:pt x="5186050" y="0"/>
                  </a:lnTo>
                  <a:lnTo>
                    <a:pt x="5181772" y="0"/>
                  </a:lnTo>
                  <a:lnTo>
                    <a:pt x="5177493" y="0"/>
                  </a:lnTo>
                  <a:lnTo>
                    <a:pt x="5173214" y="0"/>
                  </a:lnTo>
                  <a:lnTo>
                    <a:pt x="5168935" y="0"/>
                  </a:lnTo>
                  <a:lnTo>
                    <a:pt x="5164656" y="0"/>
                  </a:lnTo>
                  <a:lnTo>
                    <a:pt x="5160377" y="0"/>
                  </a:lnTo>
                  <a:lnTo>
                    <a:pt x="5156098" y="0"/>
                  </a:lnTo>
                  <a:lnTo>
                    <a:pt x="5151819" y="0"/>
                  </a:lnTo>
                  <a:lnTo>
                    <a:pt x="5147540" y="0"/>
                  </a:lnTo>
                  <a:lnTo>
                    <a:pt x="5143261" y="0"/>
                  </a:lnTo>
                  <a:lnTo>
                    <a:pt x="5138982" y="0"/>
                  </a:lnTo>
                  <a:lnTo>
                    <a:pt x="5134703" y="0"/>
                  </a:lnTo>
                  <a:lnTo>
                    <a:pt x="5130425" y="0"/>
                  </a:lnTo>
                  <a:lnTo>
                    <a:pt x="5126146" y="0"/>
                  </a:lnTo>
                  <a:lnTo>
                    <a:pt x="5121867" y="0"/>
                  </a:lnTo>
                  <a:lnTo>
                    <a:pt x="5117588" y="0"/>
                  </a:lnTo>
                  <a:lnTo>
                    <a:pt x="5113309" y="0"/>
                  </a:lnTo>
                  <a:lnTo>
                    <a:pt x="5109030" y="0"/>
                  </a:lnTo>
                  <a:lnTo>
                    <a:pt x="5104751" y="0"/>
                  </a:lnTo>
                  <a:lnTo>
                    <a:pt x="5100472" y="0"/>
                  </a:lnTo>
                  <a:lnTo>
                    <a:pt x="5096193" y="0"/>
                  </a:lnTo>
                  <a:lnTo>
                    <a:pt x="5091914" y="0"/>
                  </a:lnTo>
                  <a:lnTo>
                    <a:pt x="5087635" y="0"/>
                  </a:lnTo>
                  <a:lnTo>
                    <a:pt x="5083356" y="0"/>
                  </a:lnTo>
                  <a:lnTo>
                    <a:pt x="5079077" y="0"/>
                  </a:lnTo>
                  <a:lnTo>
                    <a:pt x="5074799" y="0"/>
                  </a:lnTo>
                  <a:lnTo>
                    <a:pt x="5070520" y="0"/>
                  </a:lnTo>
                  <a:lnTo>
                    <a:pt x="5066241" y="0"/>
                  </a:lnTo>
                  <a:lnTo>
                    <a:pt x="5061962" y="0"/>
                  </a:lnTo>
                  <a:lnTo>
                    <a:pt x="5057683" y="0"/>
                  </a:lnTo>
                  <a:lnTo>
                    <a:pt x="5053404" y="0"/>
                  </a:lnTo>
                  <a:lnTo>
                    <a:pt x="5049125" y="0"/>
                  </a:lnTo>
                  <a:lnTo>
                    <a:pt x="5044846" y="0"/>
                  </a:lnTo>
                  <a:lnTo>
                    <a:pt x="5040567" y="0"/>
                  </a:lnTo>
                  <a:lnTo>
                    <a:pt x="5036288" y="0"/>
                  </a:lnTo>
                  <a:lnTo>
                    <a:pt x="5032009" y="0"/>
                  </a:lnTo>
                  <a:lnTo>
                    <a:pt x="5027730" y="0"/>
                  </a:lnTo>
                  <a:lnTo>
                    <a:pt x="5023452" y="0"/>
                  </a:lnTo>
                  <a:lnTo>
                    <a:pt x="5019173" y="0"/>
                  </a:lnTo>
                  <a:lnTo>
                    <a:pt x="5014894" y="0"/>
                  </a:lnTo>
                  <a:lnTo>
                    <a:pt x="5010615" y="0"/>
                  </a:lnTo>
                  <a:lnTo>
                    <a:pt x="5006336" y="0"/>
                  </a:lnTo>
                  <a:lnTo>
                    <a:pt x="5002057" y="0"/>
                  </a:lnTo>
                  <a:lnTo>
                    <a:pt x="4997778" y="0"/>
                  </a:lnTo>
                  <a:lnTo>
                    <a:pt x="4993499" y="0"/>
                  </a:lnTo>
                  <a:lnTo>
                    <a:pt x="4989220" y="0"/>
                  </a:lnTo>
                  <a:lnTo>
                    <a:pt x="4984941" y="0"/>
                  </a:lnTo>
                  <a:lnTo>
                    <a:pt x="4980662" y="0"/>
                  </a:lnTo>
                  <a:lnTo>
                    <a:pt x="4976383" y="0"/>
                  </a:lnTo>
                  <a:lnTo>
                    <a:pt x="4972104" y="0"/>
                  </a:lnTo>
                  <a:lnTo>
                    <a:pt x="4967826" y="0"/>
                  </a:lnTo>
                  <a:lnTo>
                    <a:pt x="4963547" y="0"/>
                  </a:lnTo>
                  <a:lnTo>
                    <a:pt x="4959268" y="0"/>
                  </a:lnTo>
                  <a:lnTo>
                    <a:pt x="4954989" y="0"/>
                  </a:lnTo>
                  <a:lnTo>
                    <a:pt x="4950710" y="0"/>
                  </a:lnTo>
                  <a:lnTo>
                    <a:pt x="4946431" y="0"/>
                  </a:lnTo>
                  <a:lnTo>
                    <a:pt x="4942152" y="0"/>
                  </a:lnTo>
                  <a:lnTo>
                    <a:pt x="4937873" y="0"/>
                  </a:lnTo>
                  <a:lnTo>
                    <a:pt x="4933594" y="0"/>
                  </a:lnTo>
                  <a:lnTo>
                    <a:pt x="4929315" y="0"/>
                  </a:lnTo>
                  <a:lnTo>
                    <a:pt x="4925036" y="0"/>
                  </a:lnTo>
                  <a:lnTo>
                    <a:pt x="4920757" y="0"/>
                  </a:lnTo>
                  <a:lnTo>
                    <a:pt x="4916479" y="0"/>
                  </a:lnTo>
                  <a:lnTo>
                    <a:pt x="4912200" y="0"/>
                  </a:lnTo>
                  <a:lnTo>
                    <a:pt x="4907921" y="0"/>
                  </a:lnTo>
                  <a:lnTo>
                    <a:pt x="4903642" y="0"/>
                  </a:lnTo>
                  <a:lnTo>
                    <a:pt x="4899363" y="0"/>
                  </a:lnTo>
                  <a:lnTo>
                    <a:pt x="4895084" y="0"/>
                  </a:lnTo>
                  <a:lnTo>
                    <a:pt x="4890805" y="0"/>
                  </a:lnTo>
                  <a:lnTo>
                    <a:pt x="4886526" y="0"/>
                  </a:lnTo>
                  <a:lnTo>
                    <a:pt x="4882247" y="0"/>
                  </a:lnTo>
                  <a:lnTo>
                    <a:pt x="4877968" y="0"/>
                  </a:lnTo>
                  <a:lnTo>
                    <a:pt x="4873689" y="0"/>
                  </a:lnTo>
                  <a:lnTo>
                    <a:pt x="4869410" y="0"/>
                  </a:lnTo>
                  <a:lnTo>
                    <a:pt x="4865131" y="0"/>
                  </a:lnTo>
                  <a:lnTo>
                    <a:pt x="4860853" y="0"/>
                  </a:lnTo>
                  <a:lnTo>
                    <a:pt x="4856574" y="0"/>
                  </a:lnTo>
                  <a:lnTo>
                    <a:pt x="4852295" y="0"/>
                  </a:lnTo>
                  <a:lnTo>
                    <a:pt x="4848016" y="0"/>
                  </a:lnTo>
                  <a:lnTo>
                    <a:pt x="4843737" y="0"/>
                  </a:lnTo>
                  <a:lnTo>
                    <a:pt x="4839458" y="0"/>
                  </a:lnTo>
                  <a:lnTo>
                    <a:pt x="4835179" y="0"/>
                  </a:lnTo>
                  <a:lnTo>
                    <a:pt x="4830900" y="0"/>
                  </a:lnTo>
                  <a:lnTo>
                    <a:pt x="4826621" y="0"/>
                  </a:lnTo>
                  <a:lnTo>
                    <a:pt x="4822342" y="0"/>
                  </a:lnTo>
                  <a:lnTo>
                    <a:pt x="4818063" y="0"/>
                  </a:lnTo>
                  <a:lnTo>
                    <a:pt x="4813784" y="0"/>
                  </a:lnTo>
                  <a:lnTo>
                    <a:pt x="4809506" y="0"/>
                  </a:lnTo>
                  <a:lnTo>
                    <a:pt x="4805227" y="0"/>
                  </a:lnTo>
                  <a:lnTo>
                    <a:pt x="4800948" y="0"/>
                  </a:lnTo>
                  <a:lnTo>
                    <a:pt x="4796669" y="0"/>
                  </a:lnTo>
                  <a:lnTo>
                    <a:pt x="4792390" y="0"/>
                  </a:lnTo>
                  <a:lnTo>
                    <a:pt x="4788111" y="0"/>
                  </a:lnTo>
                  <a:lnTo>
                    <a:pt x="4783832" y="0"/>
                  </a:lnTo>
                  <a:lnTo>
                    <a:pt x="4779553" y="0"/>
                  </a:lnTo>
                  <a:lnTo>
                    <a:pt x="4775274" y="0"/>
                  </a:lnTo>
                  <a:lnTo>
                    <a:pt x="4770995" y="0"/>
                  </a:lnTo>
                  <a:lnTo>
                    <a:pt x="4766716" y="0"/>
                  </a:lnTo>
                  <a:lnTo>
                    <a:pt x="4762437" y="0"/>
                  </a:lnTo>
                  <a:lnTo>
                    <a:pt x="4758158" y="0"/>
                  </a:lnTo>
                  <a:lnTo>
                    <a:pt x="4753880" y="0"/>
                  </a:lnTo>
                  <a:lnTo>
                    <a:pt x="4749601" y="0"/>
                  </a:lnTo>
                  <a:lnTo>
                    <a:pt x="4745322" y="0"/>
                  </a:lnTo>
                  <a:lnTo>
                    <a:pt x="4741043" y="0"/>
                  </a:lnTo>
                  <a:lnTo>
                    <a:pt x="4736764" y="0"/>
                  </a:lnTo>
                  <a:lnTo>
                    <a:pt x="4732485" y="0"/>
                  </a:lnTo>
                  <a:lnTo>
                    <a:pt x="4728206" y="0"/>
                  </a:lnTo>
                  <a:lnTo>
                    <a:pt x="4723927" y="0"/>
                  </a:lnTo>
                  <a:lnTo>
                    <a:pt x="4719648" y="0"/>
                  </a:lnTo>
                  <a:lnTo>
                    <a:pt x="4715369" y="0"/>
                  </a:lnTo>
                  <a:lnTo>
                    <a:pt x="4711090" y="0"/>
                  </a:lnTo>
                  <a:lnTo>
                    <a:pt x="4706811" y="0"/>
                  </a:lnTo>
                  <a:lnTo>
                    <a:pt x="4702533" y="0"/>
                  </a:lnTo>
                  <a:lnTo>
                    <a:pt x="4698254" y="0"/>
                  </a:lnTo>
                  <a:lnTo>
                    <a:pt x="4693975" y="0"/>
                  </a:lnTo>
                  <a:lnTo>
                    <a:pt x="4689696" y="0"/>
                  </a:lnTo>
                  <a:lnTo>
                    <a:pt x="4685417" y="0"/>
                  </a:lnTo>
                  <a:lnTo>
                    <a:pt x="4681138" y="0"/>
                  </a:lnTo>
                  <a:lnTo>
                    <a:pt x="4676859" y="0"/>
                  </a:lnTo>
                  <a:lnTo>
                    <a:pt x="4672580" y="0"/>
                  </a:lnTo>
                  <a:lnTo>
                    <a:pt x="4668301" y="0"/>
                  </a:lnTo>
                  <a:lnTo>
                    <a:pt x="4664022" y="0"/>
                  </a:lnTo>
                  <a:lnTo>
                    <a:pt x="4659743" y="0"/>
                  </a:lnTo>
                  <a:lnTo>
                    <a:pt x="4655464" y="0"/>
                  </a:lnTo>
                  <a:lnTo>
                    <a:pt x="4651185" y="0"/>
                  </a:lnTo>
                  <a:lnTo>
                    <a:pt x="4646907" y="0"/>
                  </a:lnTo>
                  <a:lnTo>
                    <a:pt x="4642628" y="0"/>
                  </a:lnTo>
                  <a:lnTo>
                    <a:pt x="4638349" y="0"/>
                  </a:lnTo>
                  <a:lnTo>
                    <a:pt x="4634070" y="0"/>
                  </a:lnTo>
                  <a:lnTo>
                    <a:pt x="4629791" y="0"/>
                  </a:lnTo>
                  <a:lnTo>
                    <a:pt x="4625512" y="0"/>
                  </a:lnTo>
                  <a:lnTo>
                    <a:pt x="4621233" y="0"/>
                  </a:lnTo>
                  <a:lnTo>
                    <a:pt x="4616954" y="0"/>
                  </a:lnTo>
                  <a:lnTo>
                    <a:pt x="4612675" y="0"/>
                  </a:lnTo>
                  <a:lnTo>
                    <a:pt x="4608396" y="0"/>
                  </a:lnTo>
                  <a:lnTo>
                    <a:pt x="4604117" y="0"/>
                  </a:lnTo>
                  <a:lnTo>
                    <a:pt x="4599838" y="0"/>
                  </a:lnTo>
                  <a:lnTo>
                    <a:pt x="4595560" y="0"/>
                  </a:lnTo>
                  <a:lnTo>
                    <a:pt x="4591281" y="0"/>
                  </a:lnTo>
                  <a:lnTo>
                    <a:pt x="4587002" y="0"/>
                  </a:lnTo>
                  <a:lnTo>
                    <a:pt x="4582723" y="0"/>
                  </a:lnTo>
                  <a:lnTo>
                    <a:pt x="4578444" y="0"/>
                  </a:lnTo>
                  <a:lnTo>
                    <a:pt x="4574165" y="0"/>
                  </a:lnTo>
                  <a:lnTo>
                    <a:pt x="4569886" y="0"/>
                  </a:lnTo>
                  <a:lnTo>
                    <a:pt x="4565607" y="0"/>
                  </a:lnTo>
                  <a:lnTo>
                    <a:pt x="4561328" y="0"/>
                  </a:lnTo>
                  <a:lnTo>
                    <a:pt x="4557049" y="0"/>
                  </a:lnTo>
                  <a:lnTo>
                    <a:pt x="4552770" y="0"/>
                  </a:lnTo>
                  <a:lnTo>
                    <a:pt x="4548491" y="0"/>
                  </a:lnTo>
                  <a:lnTo>
                    <a:pt x="4544212" y="0"/>
                  </a:lnTo>
                  <a:lnTo>
                    <a:pt x="4539934" y="0"/>
                  </a:lnTo>
                  <a:lnTo>
                    <a:pt x="4535655" y="0"/>
                  </a:lnTo>
                  <a:lnTo>
                    <a:pt x="4531376" y="0"/>
                  </a:lnTo>
                  <a:lnTo>
                    <a:pt x="4527097" y="0"/>
                  </a:lnTo>
                  <a:lnTo>
                    <a:pt x="4522818" y="0"/>
                  </a:lnTo>
                  <a:lnTo>
                    <a:pt x="4518539" y="0"/>
                  </a:lnTo>
                  <a:lnTo>
                    <a:pt x="4514260" y="0"/>
                  </a:lnTo>
                  <a:lnTo>
                    <a:pt x="4509981" y="0"/>
                  </a:lnTo>
                  <a:lnTo>
                    <a:pt x="4505702" y="0"/>
                  </a:lnTo>
                  <a:lnTo>
                    <a:pt x="4501423" y="0"/>
                  </a:lnTo>
                  <a:lnTo>
                    <a:pt x="4497144" y="0"/>
                  </a:lnTo>
                  <a:lnTo>
                    <a:pt x="4492865" y="0"/>
                  </a:lnTo>
                  <a:lnTo>
                    <a:pt x="4488587" y="0"/>
                  </a:lnTo>
                  <a:lnTo>
                    <a:pt x="4484308" y="0"/>
                  </a:lnTo>
                  <a:lnTo>
                    <a:pt x="4480029" y="0"/>
                  </a:lnTo>
                  <a:lnTo>
                    <a:pt x="4475750" y="0"/>
                  </a:lnTo>
                  <a:lnTo>
                    <a:pt x="4471471" y="0"/>
                  </a:lnTo>
                  <a:lnTo>
                    <a:pt x="4467192" y="0"/>
                  </a:lnTo>
                  <a:lnTo>
                    <a:pt x="4462913" y="0"/>
                  </a:lnTo>
                  <a:lnTo>
                    <a:pt x="4458634" y="0"/>
                  </a:lnTo>
                  <a:lnTo>
                    <a:pt x="4454355" y="0"/>
                  </a:lnTo>
                  <a:lnTo>
                    <a:pt x="4450076" y="0"/>
                  </a:lnTo>
                  <a:lnTo>
                    <a:pt x="4445797" y="0"/>
                  </a:lnTo>
                  <a:lnTo>
                    <a:pt x="4441518" y="0"/>
                  </a:lnTo>
                  <a:lnTo>
                    <a:pt x="4437239" y="0"/>
                  </a:lnTo>
                  <a:lnTo>
                    <a:pt x="4432961" y="0"/>
                  </a:lnTo>
                  <a:lnTo>
                    <a:pt x="4428682" y="0"/>
                  </a:lnTo>
                  <a:lnTo>
                    <a:pt x="4424403" y="0"/>
                  </a:lnTo>
                  <a:lnTo>
                    <a:pt x="4420124" y="0"/>
                  </a:lnTo>
                  <a:lnTo>
                    <a:pt x="4415845" y="0"/>
                  </a:lnTo>
                  <a:lnTo>
                    <a:pt x="4411566" y="0"/>
                  </a:lnTo>
                  <a:lnTo>
                    <a:pt x="4407287" y="0"/>
                  </a:lnTo>
                  <a:lnTo>
                    <a:pt x="4403008" y="0"/>
                  </a:lnTo>
                  <a:lnTo>
                    <a:pt x="4398729" y="0"/>
                  </a:lnTo>
                  <a:lnTo>
                    <a:pt x="4394450" y="0"/>
                  </a:lnTo>
                  <a:lnTo>
                    <a:pt x="4390171" y="0"/>
                  </a:lnTo>
                  <a:lnTo>
                    <a:pt x="4385892" y="0"/>
                  </a:lnTo>
                  <a:lnTo>
                    <a:pt x="4381614" y="0"/>
                  </a:lnTo>
                  <a:lnTo>
                    <a:pt x="4377335" y="0"/>
                  </a:lnTo>
                  <a:lnTo>
                    <a:pt x="4373056" y="0"/>
                  </a:lnTo>
                  <a:lnTo>
                    <a:pt x="4368777" y="0"/>
                  </a:lnTo>
                  <a:lnTo>
                    <a:pt x="4364498" y="0"/>
                  </a:lnTo>
                  <a:lnTo>
                    <a:pt x="4360219" y="0"/>
                  </a:lnTo>
                  <a:lnTo>
                    <a:pt x="4355940" y="0"/>
                  </a:lnTo>
                  <a:lnTo>
                    <a:pt x="4351661" y="0"/>
                  </a:lnTo>
                  <a:lnTo>
                    <a:pt x="4347382" y="0"/>
                  </a:lnTo>
                  <a:lnTo>
                    <a:pt x="4343103" y="0"/>
                  </a:lnTo>
                  <a:lnTo>
                    <a:pt x="4338824" y="0"/>
                  </a:lnTo>
                  <a:lnTo>
                    <a:pt x="4334545" y="0"/>
                  </a:lnTo>
                  <a:lnTo>
                    <a:pt x="4330266" y="0"/>
                  </a:lnTo>
                  <a:lnTo>
                    <a:pt x="4325988" y="0"/>
                  </a:lnTo>
                  <a:lnTo>
                    <a:pt x="4321709" y="0"/>
                  </a:lnTo>
                  <a:lnTo>
                    <a:pt x="4317430" y="0"/>
                  </a:lnTo>
                  <a:lnTo>
                    <a:pt x="4313151" y="0"/>
                  </a:lnTo>
                  <a:lnTo>
                    <a:pt x="4308872" y="0"/>
                  </a:lnTo>
                  <a:lnTo>
                    <a:pt x="4304593" y="0"/>
                  </a:lnTo>
                  <a:lnTo>
                    <a:pt x="4300314" y="0"/>
                  </a:lnTo>
                  <a:lnTo>
                    <a:pt x="4296035" y="0"/>
                  </a:lnTo>
                  <a:lnTo>
                    <a:pt x="4291756" y="0"/>
                  </a:lnTo>
                  <a:lnTo>
                    <a:pt x="4287477" y="0"/>
                  </a:lnTo>
                  <a:lnTo>
                    <a:pt x="4283198" y="0"/>
                  </a:lnTo>
                  <a:lnTo>
                    <a:pt x="4278919" y="0"/>
                  </a:lnTo>
                  <a:lnTo>
                    <a:pt x="4274641" y="0"/>
                  </a:lnTo>
                  <a:lnTo>
                    <a:pt x="4270362" y="0"/>
                  </a:lnTo>
                  <a:lnTo>
                    <a:pt x="4266083" y="0"/>
                  </a:lnTo>
                  <a:lnTo>
                    <a:pt x="4261804" y="0"/>
                  </a:lnTo>
                  <a:lnTo>
                    <a:pt x="4257525" y="0"/>
                  </a:lnTo>
                  <a:lnTo>
                    <a:pt x="4253246" y="0"/>
                  </a:lnTo>
                  <a:lnTo>
                    <a:pt x="4248967" y="0"/>
                  </a:lnTo>
                  <a:lnTo>
                    <a:pt x="4244688" y="0"/>
                  </a:lnTo>
                  <a:lnTo>
                    <a:pt x="4240409" y="0"/>
                  </a:lnTo>
                  <a:lnTo>
                    <a:pt x="4236130" y="0"/>
                  </a:lnTo>
                  <a:lnTo>
                    <a:pt x="4231851" y="0"/>
                  </a:lnTo>
                  <a:lnTo>
                    <a:pt x="4227572" y="0"/>
                  </a:lnTo>
                  <a:lnTo>
                    <a:pt x="4223293" y="0"/>
                  </a:lnTo>
                  <a:lnTo>
                    <a:pt x="4219015" y="0"/>
                  </a:lnTo>
                  <a:lnTo>
                    <a:pt x="4214736" y="0"/>
                  </a:lnTo>
                  <a:lnTo>
                    <a:pt x="4210457" y="0"/>
                  </a:lnTo>
                  <a:lnTo>
                    <a:pt x="4206178" y="0"/>
                  </a:lnTo>
                  <a:lnTo>
                    <a:pt x="4201899" y="0"/>
                  </a:lnTo>
                  <a:lnTo>
                    <a:pt x="4197620" y="0"/>
                  </a:lnTo>
                  <a:lnTo>
                    <a:pt x="4193341" y="0"/>
                  </a:lnTo>
                  <a:lnTo>
                    <a:pt x="4189062" y="0"/>
                  </a:lnTo>
                  <a:lnTo>
                    <a:pt x="4184783" y="0"/>
                  </a:lnTo>
                  <a:lnTo>
                    <a:pt x="4180504" y="0"/>
                  </a:lnTo>
                  <a:lnTo>
                    <a:pt x="4176225" y="0"/>
                  </a:lnTo>
                  <a:lnTo>
                    <a:pt x="4171946" y="0"/>
                  </a:lnTo>
                  <a:lnTo>
                    <a:pt x="4167668" y="0"/>
                  </a:lnTo>
                  <a:lnTo>
                    <a:pt x="4163389" y="0"/>
                  </a:lnTo>
                  <a:lnTo>
                    <a:pt x="4159110" y="0"/>
                  </a:lnTo>
                  <a:lnTo>
                    <a:pt x="4154831" y="0"/>
                  </a:lnTo>
                  <a:lnTo>
                    <a:pt x="4150552" y="0"/>
                  </a:lnTo>
                  <a:lnTo>
                    <a:pt x="4146273" y="0"/>
                  </a:lnTo>
                  <a:lnTo>
                    <a:pt x="4141994" y="0"/>
                  </a:lnTo>
                  <a:lnTo>
                    <a:pt x="4137715" y="0"/>
                  </a:lnTo>
                  <a:lnTo>
                    <a:pt x="4133436" y="0"/>
                  </a:lnTo>
                  <a:lnTo>
                    <a:pt x="4129157" y="0"/>
                  </a:lnTo>
                  <a:lnTo>
                    <a:pt x="4124878" y="0"/>
                  </a:lnTo>
                  <a:lnTo>
                    <a:pt x="4120599" y="0"/>
                  </a:lnTo>
                  <a:lnTo>
                    <a:pt x="4116320" y="0"/>
                  </a:lnTo>
                  <a:lnTo>
                    <a:pt x="4112042" y="0"/>
                  </a:lnTo>
                  <a:lnTo>
                    <a:pt x="4107763" y="0"/>
                  </a:lnTo>
                  <a:lnTo>
                    <a:pt x="4103484" y="0"/>
                  </a:lnTo>
                  <a:lnTo>
                    <a:pt x="4099205" y="0"/>
                  </a:lnTo>
                  <a:lnTo>
                    <a:pt x="4094926" y="0"/>
                  </a:lnTo>
                  <a:lnTo>
                    <a:pt x="4090647" y="0"/>
                  </a:lnTo>
                  <a:lnTo>
                    <a:pt x="4086368" y="0"/>
                  </a:lnTo>
                  <a:lnTo>
                    <a:pt x="4082089" y="0"/>
                  </a:lnTo>
                  <a:lnTo>
                    <a:pt x="4077810" y="0"/>
                  </a:lnTo>
                  <a:lnTo>
                    <a:pt x="4073531" y="0"/>
                  </a:lnTo>
                  <a:lnTo>
                    <a:pt x="4069252" y="0"/>
                  </a:lnTo>
                  <a:lnTo>
                    <a:pt x="4064973" y="0"/>
                  </a:lnTo>
                  <a:lnTo>
                    <a:pt x="4060695" y="0"/>
                  </a:lnTo>
                  <a:lnTo>
                    <a:pt x="4056416" y="0"/>
                  </a:lnTo>
                  <a:lnTo>
                    <a:pt x="4052137" y="0"/>
                  </a:lnTo>
                  <a:lnTo>
                    <a:pt x="4047858" y="0"/>
                  </a:lnTo>
                  <a:lnTo>
                    <a:pt x="4043579" y="0"/>
                  </a:lnTo>
                  <a:lnTo>
                    <a:pt x="4039300" y="0"/>
                  </a:lnTo>
                  <a:lnTo>
                    <a:pt x="4035021" y="0"/>
                  </a:lnTo>
                  <a:lnTo>
                    <a:pt x="4030742" y="0"/>
                  </a:lnTo>
                  <a:lnTo>
                    <a:pt x="4026463" y="0"/>
                  </a:lnTo>
                  <a:lnTo>
                    <a:pt x="4022184" y="0"/>
                  </a:lnTo>
                  <a:lnTo>
                    <a:pt x="4017905" y="0"/>
                  </a:lnTo>
                  <a:lnTo>
                    <a:pt x="4013626" y="0"/>
                  </a:lnTo>
                  <a:lnTo>
                    <a:pt x="4009347" y="0"/>
                  </a:lnTo>
                  <a:lnTo>
                    <a:pt x="4005069" y="0"/>
                  </a:lnTo>
                  <a:lnTo>
                    <a:pt x="4000790" y="0"/>
                  </a:lnTo>
                  <a:lnTo>
                    <a:pt x="3996511" y="0"/>
                  </a:lnTo>
                  <a:lnTo>
                    <a:pt x="3992232" y="0"/>
                  </a:lnTo>
                  <a:lnTo>
                    <a:pt x="3987953" y="0"/>
                  </a:lnTo>
                  <a:lnTo>
                    <a:pt x="3983674" y="0"/>
                  </a:lnTo>
                  <a:lnTo>
                    <a:pt x="3979395" y="0"/>
                  </a:lnTo>
                  <a:lnTo>
                    <a:pt x="3975116" y="0"/>
                  </a:lnTo>
                  <a:lnTo>
                    <a:pt x="3970837" y="0"/>
                  </a:lnTo>
                  <a:lnTo>
                    <a:pt x="3966558" y="0"/>
                  </a:lnTo>
                  <a:lnTo>
                    <a:pt x="3962279" y="0"/>
                  </a:lnTo>
                  <a:lnTo>
                    <a:pt x="3958000" y="0"/>
                  </a:lnTo>
                  <a:lnTo>
                    <a:pt x="3953722" y="0"/>
                  </a:lnTo>
                  <a:lnTo>
                    <a:pt x="3949443" y="0"/>
                  </a:lnTo>
                  <a:lnTo>
                    <a:pt x="3945164" y="0"/>
                  </a:lnTo>
                  <a:lnTo>
                    <a:pt x="3940885" y="0"/>
                  </a:lnTo>
                  <a:lnTo>
                    <a:pt x="3936606" y="0"/>
                  </a:lnTo>
                  <a:lnTo>
                    <a:pt x="3932327" y="0"/>
                  </a:lnTo>
                  <a:lnTo>
                    <a:pt x="3928048" y="0"/>
                  </a:lnTo>
                  <a:lnTo>
                    <a:pt x="3923769" y="0"/>
                  </a:lnTo>
                  <a:lnTo>
                    <a:pt x="3919490" y="0"/>
                  </a:lnTo>
                  <a:lnTo>
                    <a:pt x="3915211" y="0"/>
                  </a:lnTo>
                  <a:lnTo>
                    <a:pt x="3910932" y="0"/>
                  </a:lnTo>
                  <a:lnTo>
                    <a:pt x="3906653" y="0"/>
                  </a:lnTo>
                  <a:lnTo>
                    <a:pt x="3902374" y="0"/>
                  </a:lnTo>
                  <a:lnTo>
                    <a:pt x="3898096" y="0"/>
                  </a:lnTo>
                  <a:lnTo>
                    <a:pt x="3893817" y="0"/>
                  </a:lnTo>
                  <a:lnTo>
                    <a:pt x="3889538" y="0"/>
                  </a:lnTo>
                  <a:lnTo>
                    <a:pt x="3885259" y="0"/>
                  </a:lnTo>
                  <a:lnTo>
                    <a:pt x="3880980" y="0"/>
                  </a:lnTo>
                  <a:lnTo>
                    <a:pt x="3876701" y="0"/>
                  </a:lnTo>
                  <a:lnTo>
                    <a:pt x="3872422" y="0"/>
                  </a:lnTo>
                  <a:lnTo>
                    <a:pt x="3868143" y="0"/>
                  </a:lnTo>
                  <a:lnTo>
                    <a:pt x="3863864" y="0"/>
                  </a:lnTo>
                  <a:lnTo>
                    <a:pt x="3859585" y="0"/>
                  </a:lnTo>
                  <a:lnTo>
                    <a:pt x="3855306" y="0"/>
                  </a:lnTo>
                  <a:lnTo>
                    <a:pt x="3851027" y="0"/>
                  </a:lnTo>
                  <a:lnTo>
                    <a:pt x="3846749" y="0"/>
                  </a:lnTo>
                  <a:lnTo>
                    <a:pt x="3842470" y="0"/>
                  </a:lnTo>
                  <a:lnTo>
                    <a:pt x="3838191" y="0"/>
                  </a:lnTo>
                  <a:lnTo>
                    <a:pt x="3833912" y="0"/>
                  </a:lnTo>
                  <a:lnTo>
                    <a:pt x="3829633" y="0"/>
                  </a:lnTo>
                  <a:lnTo>
                    <a:pt x="3825354" y="0"/>
                  </a:lnTo>
                  <a:lnTo>
                    <a:pt x="3821075" y="0"/>
                  </a:lnTo>
                  <a:lnTo>
                    <a:pt x="3816796" y="0"/>
                  </a:lnTo>
                  <a:lnTo>
                    <a:pt x="3812517" y="0"/>
                  </a:lnTo>
                  <a:lnTo>
                    <a:pt x="3808238" y="0"/>
                  </a:lnTo>
                  <a:lnTo>
                    <a:pt x="3803959" y="0"/>
                  </a:lnTo>
                  <a:lnTo>
                    <a:pt x="3799680" y="0"/>
                  </a:lnTo>
                  <a:lnTo>
                    <a:pt x="3795401" y="0"/>
                  </a:lnTo>
                  <a:lnTo>
                    <a:pt x="3791123" y="0"/>
                  </a:lnTo>
                  <a:lnTo>
                    <a:pt x="3786844" y="0"/>
                  </a:lnTo>
                  <a:lnTo>
                    <a:pt x="3782565" y="0"/>
                  </a:lnTo>
                  <a:lnTo>
                    <a:pt x="3778286" y="0"/>
                  </a:lnTo>
                  <a:lnTo>
                    <a:pt x="3774007" y="0"/>
                  </a:lnTo>
                  <a:lnTo>
                    <a:pt x="3769728" y="0"/>
                  </a:lnTo>
                  <a:lnTo>
                    <a:pt x="3765449" y="0"/>
                  </a:lnTo>
                  <a:lnTo>
                    <a:pt x="3761170" y="0"/>
                  </a:lnTo>
                  <a:lnTo>
                    <a:pt x="3756891" y="0"/>
                  </a:lnTo>
                  <a:lnTo>
                    <a:pt x="3752612" y="0"/>
                  </a:lnTo>
                  <a:lnTo>
                    <a:pt x="3748333" y="0"/>
                  </a:lnTo>
                  <a:lnTo>
                    <a:pt x="3744054" y="0"/>
                  </a:lnTo>
                  <a:lnTo>
                    <a:pt x="3739776" y="0"/>
                  </a:lnTo>
                  <a:lnTo>
                    <a:pt x="3735497" y="0"/>
                  </a:lnTo>
                  <a:lnTo>
                    <a:pt x="3731218" y="0"/>
                  </a:lnTo>
                  <a:lnTo>
                    <a:pt x="3726939" y="0"/>
                  </a:lnTo>
                  <a:lnTo>
                    <a:pt x="3722660" y="0"/>
                  </a:lnTo>
                  <a:lnTo>
                    <a:pt x="3718381" y="0"/>
                  </a:lnTo>
                  <a:lnTo>
                    <a:pt x="3714102" y="0"/>
                  </a:lnTo>
                  <a:lnTo>
                    <a:pt x="3709823" y="0"/>
                  </a:lnTo>
                  <a:lnTo>
                    <a:pt x="3705544" y="0"/>
                  </a:lnTo>
                  <a:lnTo>
                    <a:pt x="3701265" y="0"/>
                  </a:lnTo>
                  <a:lnTo>
                    <a:pt x="3696986" y="0"/>
                  </a:lnTo>
                  <a:lnTo>
                    <a:pt x="3692707" y="0"/>
                  </a:lnTo>
                  <a:lnTo>
                    <a:pt x="3688428" y="0"/>
                  </a:lnTo>
                  <a:lnTo>
                    <a:pt x="3684150" y="0"/>
                  </a:lnTo>
                  <a:lnTo>
                    <a:pt x="3679871" y="0"/>
                  </a:lnTo>
                  <a:lnTo>
                    <a:pt x="3675592" y="0"/>
                  </a:lnTo>
                  <a:lnTo>
                    <a:pt x="3671313" y="0"/>
                  </a:lnTo>
                  <a:lnTo>
                    <a:pt x="3667034" y="0"/>
                  </a:lnTo>
                  <a:lnTo>
                    <a:pt x="3662755" y="0"/>
                  </a:lnTo>
                  <a:lnTo>
                    <a:pt x="3658476" y="0"/>
                  </a:lnTo>
                  <a:lnTo>
                    <a:pt x="3654197" y="0"/>
                  </a:lnTo>
                  <a:lnTo>
                    <a:pt x="3649918" y="0"/>
                  </a:lnTo>
                  <a:lnTo>
                    <a:pt x="3645639" y="0"/>
                  </a:lnTo>
                  <a:lnTo>
                    <a:pt x="3641360" y="0"/>
                  </a:lnTo>
                  <a:lnTo>
                    <a:pt x="3637081" y="0"/>
                  </a:lnTo>
                  <a:lnTo>
                    <a:pt x="3632803" y="0"/>
                  </a:lnTo>
                  <a:lnTo>
                    <a:pt x="3628524" y="0"/>
                  </a:lnTo>
                  <a:lnTo>
                    <a:pt x="3624245" y="0"/>
                  </a:lnTo>
                  <a:lnTo>
                    <a:pt x="3619966" y="0"/>
                  </a:lnTo>
                  <a:lnTo>
                    <a:pt x="3615687" y="0"/>
                  </a:lnTo>
                  <a:lnTo>
                    <a:pt x="3611408" y="0"/>
                  </a:lnTo>
                  <a:lnTo>
                    <a:pt x="3607129" y="0"/>
                  </a:lnTo>
                  <a:lnTo>
                    <a:pt x="3602850" y="0"/>
                  </a:lnTo>
                  <a:lnTo>
                    <a:pt x="3598571" y="0"/>
                  </a:lnTo>
                  <a:lnTo>
                    <a:pt x="3594292" y="0"/>
                  </a:lnTo>
                  <a:lnTo>
                    <a:pt x="3590013" y="0"/>
                  </a:lnTo>
                  <a:lnTo>
                    <a:pt x="3585734" y="0"/>
                  </a:lnTo>
                  <a:lnTo>
                    <a:pt x="3581455" y="0"/>
                  </a:lnTo>
                  <a:lnTo>
                    <a:pt x="3577177" y="0"/>
                  </a:lnTo>
                  <a:lnTo>
                    <a:pt x="3572898" y="0"/>
                  </a:lnTo>
                  <a:lnTo>
                    <a:pt x="3568619" y="0"/>
                  </a:lnTo>
                  <a:lnTo>
                    <a:pt x="3564340" y="0"/>
                  </a:lnTo>
                  <a:lnTo>
                    <a:pt x="3560061" y="0"/>
                  </a:lnTo>
                  <a:lnTo>
                    <a:pt x="3555782" y="0"/>
                  </a:lnTo>
                  <a:lnTo>
                    <a:pt x="3551503" y="0"/>
                  </a:lnTo>
                  <a:lnTo>
                    <a:pt x="3547224" y="0"/>
                  </a:lnTo>
                  <a:lnTo>
                    <a:pt x="3542945" y="0"/>
                  </a:lnTo>
                  <a:lnTo>
                    <a:pt x="3538666" y="0"/>
                  </a:lnTo>
                  <a:lnTo>
                    <a:pt x="3534387" y="0"/>
                  </a:lnTo>
                  <a:lnTo>
                    <a:pt x="3530108" y="0"/>
                  </a:lnTo>
                  <a:lnTo>
                    <a:pt x="3525830" y="0"/>
                  </a:lnTo>
                  <a:lnTo>
                    <a:pt x="3521551" y="0"/>
                  </a:lnTo>
                  <a:lnTo>
                    <a:pt x="3517272" y="0"/>
                  </a:lnTo>
                  <a:lnTo>
                    <a:pt x="3512993" y="0"/>
                  </a:lnTo>
                  <a:lnTo>
                    <a:pt x="3508714" y="0"/>
                  </a:lnTo>
                  <a:lnTo>
                    <a:pt x="3504435" y="0"/>
                  </a:lnTo>
                  <a:lnTo>
                    <a:pt x="3500156" y="0"/>
                  </a:lnTo>
                  <a:lnTo>
                    <a:pt x="3495877" y="0"/>
                  </a:lnTo>
                  <a:lnTo>
                    <a:pt x="3491598" y="0"/>
                  </a:lnTo>
                  <a:lnTo>
                    <a:pt x="3487319" y="0"/>
                  </a:lnTo>
                  <a:lnTo>
                    <a:pt x="3483040" y="0"/>
                  </a:lnTo>
                  <a:lnTo>
                    <a:pt x="3478761" y="0"/>
                  </a:lnTo>
                  <a:lnTo>
                    <a:pt x="3474482" y="0"/>
                  </a:lnTo>
                  <a:lnTo>
                    <a:pt x="3470204" y="0"/>
                  </a:lnTo>
                  <a:lnTo>
                    <a:pt x="3465925" y="0"/>
                  </a:lnTo>
                  <a:lnTo>
                    <a:pt x="3461646" y="0"/>
                  </a:lnTo>
                  <a:lnTo>
                    <a:pt x="3457367" y="0"/>
                  </a:lnTo>
                  <a:lnTo>
                    <a:pt x="3453088" y="0"/>
                  </a:lnTo>
                  <a:lnTo>
                    <a:pt x="3448809" y="0"/>
                  </a:lnTo>
                  <a:lnTo>
                    <a:pt x="3444530" y="0"/>
                  </a:lnTo>
                  <a:lnTo>
                    <a:pt x="3440251" y="0"/>
                  </a:lnTo>
                  <a:lnTo>
                    <a:pt x="3435972" y="0"/>
                  </a:lnTo>
                  <a:lnTo>
                    <a:pt x="3431693" y="0"/>
                  </a:lnTo>
                  <a:lnTo>
                    <a:pt x="3427414" y="0"/>
                  </a:lnTo>
                  <a:lnTo>
                    <a:pt x="3423135" y="0"/>
                  </a:lnTo>
                  <a:lnTo>
                    <a:pt x="3418857" y="0"/>
                  </a:lnTo>
                  <a:lnTo>
                    <a:pt x="3414578" y="0"/>
                  </a:lnTo>
                  <a:lnTo>
                    <a:pt x="3410299" y="0"/>
                  </a:lnTo>
                  <a:lnTo>
                    <a:pt x="3406020" y="0"/>
                  </a:lnTo>
                  <a:lnTo>
                    <a:pt x="3401741" y="0"/>
                  </a:lnTo>
                  <a:lnTo>
                    <a:pt x="3397462" y="0"/>
                  </a:lnTo>
                  <a:lnTo>
                    <a:pt x="3393183" y="0"/>
                  </a:lnTo>
                  <a:lnTo>
                    <a:pt x="3388904" y="0"/>
                  </a:lnTo>
                  <a:lnTo>
                    <a:pt x="3384625" y="0"/>
                  </a:lnTo>
                  <a:lnTo>
                    <a:pt x="3380346" y="0"/>
                  </a:lnTo>
                  <a:lnTo>
                    <a:pt x="3376067" y="0"/>
                  </a:lnTo>
                  <a:lnTo>
                    <a:pt x="3371788" y="0"/>
                  </a:lnTo>
                  <a:lnTo>
                    <a:pt x="3367509" y="0"/>
                  </a:lnTo>
                  <a:lnTo>
                    <a:pt x="3363231" y="0"/>
                  </a:lnTo>
                  <a:lnTo>
                    <a:pt x="3358952" y="0"/>
                  </a:lnTo>
                  <a:lnTo>
                    <a:pt x="3354673" y="0"/>
                  </a:lnTo>
                  <a:lnTo>
                    <a:pt x="3350394" y="0"/>
                  </a:lnTo>
                  <a:lnTo>
                    <a:pt x="3346115" y="0"/>
                  </a:lnTo>
                  <a:lnTo>
                    <a:pt x="3341836" y="0"/>
                  </a:lnTo>
                  <a:lnTo>
                    <a:pt x="3337557" y="0"/>
                  </a:lnTo>
                  <a:lnTo>
                    <a:pt x="3333278" y="0"/>
                  </a:lnTo>
                  <a:lnTo>
                    <a:pt x="3328999" y="0"/>
                  </a:lnTo>
                  <a:lnTo>
                    <a:pt x="3324720" y="0"/>
                  </a:lnTo>
                  <a:lnTo>
                    <a:pt x="3320441" y="0"/>
                  </a:lnTo>
                  <a:lnTo>
                    <a:pt x="3316162" y="0"/>
                  </a:lnTo>
                  <a:lnTo>
                    <a:pt x="3311884" y="0"/>
                  </a:lnTo>
                  <a:lnTo>
                    <a:pt x="3307605" y="0"/>
                  </a:lnTo>
                  <a:lnTo>
                    <a:pt x="3303326" y="0"/>
                  </a:lnTo>
                  <a:lnTo>
                    <a:pt x="3299047" y="0"/>
                  </a:lnTo>
                  <a:lnTo>
                    <a:pt x="3294768" y="0"/>
                  </a:lnTo>
                  <a:lnTo>
                    <a:pt x="3290489" y="0"/>
                  </a:lnTo>
                  <a:lnTo>
                    <a:pt x="3286210" y="0"/>
                  </a:lnTo>
                  <a:lnTo>
                    <a:pt x="3281931" y="0"/>
                  </a:lnTo>
                  <a:lnTo>
                    <a:pt x="3277652" y="0"/>
                  </a:lnTo>
                  <a:lnTo>
                    <a:pt x="3273373" y="0"/>
                  </a:lnTo>
                  <a:lnTo>
                    <a:pt x="3269094" y="0"/>
                  </a:lnTo>
                  <a:lnTo>
                    <a:pt x="3264815" y="0"/>
                  </a:lnTo>
                  <a:lnTo>
                    <a:pt x="3260536" y="0"/>
                  </a:lnTo>
                  <a:lnTo>
                    <a:pt x="3256258" y="0"/>
                  </a:lnTo>
                  <a:lnTo>
                    <a:pt x="3251979" y="0"/>
                  </a:lnTo>
                  <a:lnTo>
                    <a:pt x="3247700" y="0"/>
                  </a:lnTo>
                  <a:lnTo>
                    <a:pt x="3243421" y="0"/>
                  </a:lnTo>
                  <a:lnTo>
                    <a:pt x="3239142" y="0"/>
                  </a:lnTo>
                  <a:lnTo>
                    <a:pt x="3234863" y="0"/>
                  </a:lnTo>
                  <a:lnTo>
                    <a:pt x="3230584" y="0"/>
                  </a:lnTo>
                  <a:lnTo>
                    <a:pt x="3226305" y="0"/>
                  </a:lnTo>
                  <a:lnTo>
                    <a:pt x="3222026" y="0"/>
                  </a:lnTo>
                  <a:lnTo>
                    <a:pt x="3217747" y="0"/>
                  </a:lnTo>
                  <a:lnTo>
                    <a:pt x="3213468" y="0"/>
                  </a:lnTo>
                  <a:lnTo>
                    <a:pt x="3209189" y="0"/>
                  </a:lnTo>
                  <a:lnTo>
                    <a:pt x="3204911" y="0"/>
                  </a:lnTo>
                  <a:lnTo>
                    <a:pt x="3200632" y="0"/>
                  </a:lnTo>
                  <a:lnTo>
                    <a:pt x="3196353" y="0"/>
                  </a:lnTo>
                  <a:lnTo>
                    <a:pt x="3192074" y="0"/>
                  </a:lnTo>
                  <a:lnTo>
                    <a:pt x="3187795" y="0"/>
                  </a:lnTo>
                  <a:lnTo>
                    <a:pt x="3183516" y="0"/>
                  </a:lnTo>
                  <a:lnTo>
                    <a:pt x="3179237" y="0"/>
                  </a:lnTo>
                  <a:lnTo>
                    <a:pt x="3174958" y="0"/>
                  </a:lnTo>
                  <a:lnTo>
                    <a:pt x="3170679" y="0"/>
                  </a:lnTo>
                  <a:lnTo>
                    <a:pt x="3166400" y="0"/>
                  </a:lnTo>
                  <a:lnTo>
                    <a:pt x="3162121" y="0"/>
                  </a:lnTo>
                  <a:lnTo>
                    <a:pt x="3157842" y="0"/>
                  </a:lnTo>
                  <a:lnTo>
                    <a:pt x="3153563" y="0"/>
                  </a:lnTo>
                  <a:lnTo>
                    <a:pt x="3149285" y="0"/>
                  </a:lnTo>
                  <a:lnTo>
                    <a:pt x="3145006" y="0"/>
                  </a:lnTo>
                  <a:lnTo>
                    <a:pt x="3140727" y="0"/>
                  </a:lnTo>
                  <a:lnTo>
                    <a:pt x="3136448" y="0"/>
                  </a:lnTo>
                  <a:lnTo>
                    <a:pt x="3132169" y="0"/>
                  </a:lnTo>
                  <a:lnTo>
                    <a:pt x="3127890" y="0"/>
                  </a:lnTo>
                  <a:lnTo>
                    <a:pt x="3123611" y="0"/>
                  </a:lnTo>
                  <a:lnTo>
                    <a:pt x="3119332" y="0"/>
                  </a:lnTo>
                  <a:lnTo>
                    <a:pt x="3115053" y="0"/>
                  </a:lnTo>
                  <a:lnTo>
                    <a:pt x="3110774" y="0"/>
                  </a:lnTo>
                  <a:lnTo>
                    <a:pt x="3106495" y="0"/>
                  </a:lnTo>
                  <a:lnTo>
                    <a:pt x="3102216" y="0"/>
                  </a:lnTo>
                  <a:lnTo>
                    <a:pt x="3097938" y="0"/>
                  </a:lnTo>
                  <a:lnTo>
                    <a:pt x="3093659" y="0"/>
                  </a:lnTo>
                  <a:lnTo>
                    <a:pt x="3089380" y="0"/>
                  </a:lnTo>
                  <a:lnTo>
                    <a:pt x="3085101" y="0"/>
                  </a:lnTo>
                  <a:lnTo>
                    <a:pt x="3080822" y="0"/>
                  </a:lnTo>
                  <a:lnTo>
                    <a:pt x="3076543" y="0"/>
                  </a:lnTo>
                  <a:lnTo>
                    <a:pt x="3072264" y="0"/>
                  </a:lnTo>
                  <a:lnTo>
                    <a:pt x="3067985" y="0"/>
                  </a:lnTo>
                  <a:lnTo>
                    <a:pt x="3063706" y="0"/>
                  </a:lnTo>
                  <a:lnTo>
                    <a:pt x="3059427" y="0"/>
                  </a:lnTo>
                  <a:lnTo>
                    <a:pt x="3055148" y="0"/>
                  </a:lnTo>
                  <a:lnTo>
                    <a:pt x="3050869" y="0"/>
                  </a:lnTo>
                  <a:lnTo>
                    <a:pt x="3046591" y="0"/>
                  </a:lnTo>
                  <a:lnTo>
                    <a:pt x="3042312" y="0"/>
                  </a:lnTo>
                  <a:lnTo>
                    <a:pt x="3038033" y="0"/>
                  </a:lnTo>
                  <a:lnTo>
                    <a:pt x="3033754" y="0"/>
                  </a:lnTo>
                  <a:lnTo>
                    <a:pt x="3029475" y="0"/>
                  </a:lnTo>
                  <a:lnTo>
                    <a:pt x="3025196" y="0"/>
                  </a:lnTo>
                  <a:lnTo>
                    <a:pt x="3020917" y="0"/>
                  </a:lnTo>
                  <a:lnTo>
                    <a:pt x="3016638" y="0"/>
                  </a:lnTo>
                  <a:lnTo>
                    <a:pt x="3012359" y="0"/>
                  </a:lnTo>
                  <a:lnTo>
                    <a:pt x="3008080" y="0"/>
                  </a:lnTo>
                  <a:lnTo>
                    <a:pt x="3003801" y="0"/>
                  </a:lnTo>
                  <a:lnTo>
                    <a:pt x="2999522" y="0"/>
                  </a:lnTo>
                  <a:lnTo>
                    <a:pt x="2995243" y="0"/>
                  </a:lnTo>
                  <a:lnTo>
                    <a:pt x="2990965" y="0"/>
                  </a:lnTo>
                  <a:lnTo>
                    <a:pt x="2986686" y="0"/>
                  </a:lnTo>
                  <a:lnTo>
                    <a:pt x="2982407" y="0"/>
                  </a:lnTo>
                  <a:lnTo>
                    <a:pt x="2978128" y="0"/>
                  </a:lnTo>
                  <a:lnTo>
                    <a:pt x="2973849" y="0"/>
                  </a:lnTo>
                  <a:lnTo>
                    <a:pt x="2969570" y="0"/>
                  </a:lnTo>
                  <a:lnTo>
                    <a:pt x="2965291" y="0"/>
                  </a:lnTo>
                  <a:lnTo>
                    <a:pt x="2961012" y="0"/>
                  </a:lnTo>
                  <a:lnTo>
                    <a:pt x="2956733" y="0"/>
                  </a:lnTo>
                  <a:lnTo>
                    <a:pt x="2952454" y="0"/>
                  </a:lnTo>
                  <a:lnTo>
                    <a:pt x="2948175" y="0"/>
                  </a:lnTo>
                  <a:lnTo>
                    <a:pt x="2943896" y="0"/>
                  </a:lnTo>
                  <a:lnTo>
                    <a:pt x="2939618" y="0"/>
                  </a:lnTo>
                  <a:lnTo>
                    <a:pt x="2935339" y="0"/>
                  </a:lnTo>
                  <a:lnTo>
                    <a:pt x="2931060" y="0"/>
                  </a:lnTo>
                  <a:lnTo>
                    <a:pt x="2926781" y="0"/>
                  </a:lnTo>
                  <a:lnTo>
                    <a:pt x="2922502" y="0"/>
                  </a:lnTo>
                  <a:lnTo>
                    <a:pt x="2918223" y="0"/>
                  </a:lnTo>
                  <a:lnTo>
                    <a:pt x="2913944" y="0"/>
                  </a:lnTo>
                  <a:lnTo>
                    <a:pt x="2909665" y="0"/>
                  </a:lnTo>
                  <a:lnTo>
                    <a:pt x="2905386" y="0"/>
                  </a:lnTo>
                  <a:lnTo>
                    <a:pt x="2901107" y="0"/>
                  </a:lnTo>
                  <a:lnTo>
                    <a:pt x="2896828" y="0"/>
                  </a:lnTo>
                  <a:lnTo>
                    <a:pt x="2892549" y="0"/>
                  </a:lnTo>
                  <a:lnTo>
                    <a:pt x="2888270" y="0"/>
                  </a:lnTo>
                  <a:lnTo>
                    <a:pt x="2883992" y="0"/>
                  </a:lnTo>
                  <a:lnTo>
                    <a:pt x="2879713" y="0"/>
                  </a:lnTo>
                  <a:lnTo>
                    <a:pt x="2875434" y="0"/>
                  </a:lnTo>
                  <a:lnTo>
                    <a:pt x="2871155" y="0"/>
                  </a:lnTo>
                  <a:lnTo>
                    <a:pt x="2866876" y="0"/>
                  </a:lnTo>
                  <a:lnTo>
                    <a:pt x="2862597" y="0"/>
                  </a:lnTo>
                  <a:lnTo>
                    <a:pt x="2858318" y="0"/>
                  </a:lnTo>
                  <a:lnTo>
                    <a:pt x="2854039" y="0"/>
                  </a:lnTo>
                  <a:lnTo>
                    <a:pt x="2849760" y="0"/>
                  </a:lnTo>
                  <a:lnTo>
                    <a:pt x="2845481" y="0"/>
                  </a:lnTo>
                  <a:lnTo>
                    <a:pt x="2841202" y="0"/>
                  </a:lnTo>
                  <a:lnTo>
                    <a:pt x="2836923" y="0"/>
                  </a:lnTo>
                  <a:lnTo>
                    <a:pt x="2832645" y="0"/>
                  </a:lnTo>
                  <a:lnTo>
                    <a:pt x="2828366" y="0"/>
                  </a:lnTo>
                  <a:lnTo>
                    <a:pt x="2824087" y="0"/>
                  </a:lnTo>
                  <a:lnTo>
                    <a:pt x="2819808" y="0"/>
                  </a:lnTo>
                  <a:lnTo>
                    <a:pt x="2815529" y="0"/>
                  </a:lnTo>
                  <a:lnTo>
                    <a:pt x="2811250" y="0"/>
                  </a:lnTo>
                  <a:lnTo>
                    <a:pt x="2806971" y="0"/>
                  </a:lnTo>
                  <a:lnTo>
                    <a:pt x="2802692" y="0"/>
                  </a:lnTo>
                  <a:lnTo>
                    <a:pt x="2798413" y="0"/>
                  </a:lnTo>
                  <a:lnTo>
                    <a:pt x="2794134" y="0"/>
                  </a:lnTo>
                  <a:lnTo>
                    <a:pt x="2789855" y="0"/>
                  </a:lnTo>
                  <a:lnTo>
                    <a:pt x="2785576" y="0"/>
                  </a:lnTo>
                  <a:lnTo>
                    <a:pt x="2781297" y="0"/>
                  </a:lnTo>
                  <a:lnTo>
                    <a:pt x="2777019" y="0"/>
                  </a:lnTo>
                  <a:lnTo>
                    <a:pt x="2772740" y="0"/>
                  </a:lnTo>
                  <a:lnTo>
                    <a:pt x="2768461" y="0"/>
                  </a:lnTo>
                  <a:lnTo>
                    <a:pt x="2764182" y="0"/>
                  </a:lnTo>
                  <a:lnTo>
                    <a:pt x="2759903" y="0"/>
                  </a:lnTo>
                  <a:lnTo>
                    <a:pt x="2755624" y="0"/>
                  </a:lnTo>
                  <a:lnTo>
                    <a:pt x="2751345" y="0"/>
                  </a:lnTo>
                  <a:lnTo>
                    <a:pt x="2747066" y="0"/>
                  </a:lnTo>
                  <a:lnTo>
                    <a:pt x="2742787" y="0"/>
                  </a:lnTo>
                  <a:lnTo>
                    <a:pt x="2738508" y="0"/>
                  </a:lnTo>
                  <a:lnTo>
                    <a:pt x="2734229" y="0"/>
                  </a:lnTo>
                  <a:lnTo>
                    <a:pt x="2729950" y="0"/>
                  </a:lnTo>
                  <a:lnTo>
                    <a:pt x="2725672" y="0"/>
                  </a:lnTo>
                  <a:lnTo>
                    <a:pt x="2721393" y="0"/>
                  </a:lnTo>
                  <a:lnTo>
                    <a:pt x="2717114" y="0"/>
                  </a:lnTo>
                  <a:lnTo>
                    <a:pt x="2712835" y="0"/>
                  </a:lnTo>
                  <a:lnTo>
                    <a:pt x="2708556" y="0"/>
                  </a:lnTo>
                  <a:lnTo>
                    <a:pt x="2704277" y="0"/>
                  </a:lnTo>
                  <a:lnTo>
                    <a:pt x="2699998" y="0"/>
                  </a:lnTo>
                  <a:lnTo>
                    <a:pt x="2695719" y="0"/>
                  </a:lnTo>
                  <a:lnTo>
                    <a:pt x="2691440" y="0"/>
                  </a:lnTo>
                  <a:lnTo>
                    <a:pt x="2687161" y="0"/>
                  </a:lnTo>
                  <a:lnTo>
                    <a:pt x="2682882" y="0"/>
                  </a:lnTo>
                  <a:lnTo>
                    <a:pt x="2678603" y="0"/>
                  </a:lnTo>
                  <a:lnTo>
                    <a:pt x="2674324" y="0"/>
                  </a:lnTo>
                  <a:lnTo>
                    <a:pt x="2670046" y="0"/>
                  </a:lnTo>
                  <a:lnTo>
                    <a:pt x="2665767" y="0"/>
                  </a:lnTo>
                  <a:lnTo>
                    <a:pt x="2661488" y="0"/>
                  </a:lnTo>
                  <a:lnTo>
                    <a:pt x="2657209" y="0"/>
                  </a:lnTo>
                  <a:lnTo>
                    <a:pt x="2652930" y="0"/>
                  </a:lnTo>
                  <a:lnTo>
                    <a:pt x="2648651" y="0"/>
                  </a:lnTo>
                  <a:lnTo>
                    <a:pt x="2644372" y="0"/>
                  </a:lnTo>
                  <a:lnTo>
                    <a:pt x="2640093" y="0"/>
                  </a:lnTo>
                  <a:lnTo>
                    <a:pt x="2635814" y="0"/>
                  </a:lnTo>
                  <a:lnTo>
                    <a:pt x="2631535" y="0"/>
                  </a:lnTo>
                  <a:lnTo>
                    <a:pt x="2627256" y="0"/>
                  </a:lnTo>
                  <a:lnTo>
                    <a:pt x="2622977" y="0"/>
                  </a:lnTo>
                  <a:lnTo>
                    <a:pt x="2618699" y="0"/>
                  </a:lnTo>
                  <a:lnTo>
                    <a:pt x="2614420" y="0"/>
                  </a:lnTo>
                  <a:lnTo>
                    <a:pt x="2610141" y="0"/>
                  </a:lnTo>
                  <a:lnTo>
                    <a:pt x="2605862" y="0"/>
                  </a:lnTo>
                  <a:lnTo>
                    <a:pt x="2601583" y="0"/>
                  </a:lnTo>
                  <a:lnTo>
                    <a:pt x="2597304" y="0"/>
                  </a:lnTo>
                  <a:lnTo>
                    <a:pt x="2593025" y="0"/>
                  </a:lnTo>
                  <a:lnTo>
                    <a:pt x="2588746" y="0"/>
                  </a:lnTo>
                  <a:lnTo>
                    <a:pt x="2584467" y="0"/>
                  </a:lnTo>
                  <a:lnTo>
                    <a:pt x="2580188" y="0"/>
                  </a:lnTo>
                  <a:lnTo>
                    <a:pt x="2575909" y="0"/>
                  </a:lnTo>
                  <a:lnTo>
                    <a:pt x="2571630" y="0"/>
                  </a:lnTo>
                  <a:lnTo>
                    <a:pt x="2567351" y="0"/>
                  </a:lnTo>
                  <a:lnTo>
                    <a:pt x="2563073" y="0"/>
                  </a:lnTo>
                  <a:lnTo>
                    <a:pt x="2558794" y="0"/>
                  </a:lnTo>
                  <a:lnTo>
                    <a:pt x="2554515" y="0"/>
                  </a:lnTo>
                  <a:lnTo>
                    <a:pt x="2550236" y="0"/>
                  </a:lnTo>
                  <a:lnTo>
                    <a:pt x="2545957" y="0"/>
                  </a:lnTo>
                  <a:lnTo>
                    <a:pt x="2541678" y="0"/>
                  </a:lnTo>
                  <a:lnTo>
                    <a:pt x="2537399" y="0"/>
                  </a:lnTo>
                  <a:lnTo>
                    <a:pt x="2533120" y="0"/>
                  </a:lnTo>
                  <a:lnTo>
                    <a:pt x="2528841" y="0"/>
                  </a:lnTo>
                  <a:lnTo>
                    <a:pt x="2524562" y="0"/>
                  </a:lnTo>
                  <a:lnTo>
                    <a:pt x="2520283" y="0"/>
                  </a:lnTo>
                  <a:lnTo>
                    <a:pt x="2516004" y="0"/>
                  </a:lnTo>
                  <a:lnTo>
                    <a:pt x="2511726" y="0"/>
                  </a:lnTo>
                  <a:lnTo>
                    <a:pt x="2507447" y="0"/>
                  </a:lnTo>
                  <a:lnTo>
                    <a:pt x="2503168" y="0"/>
                  </a:lnTo>
                  <a:lnTo>
                    <a:pt x="2498889" y="0"/>
                  </a:lnTo>
                  <a:lnTo>
                    <a:pt x="2494610" y="0"/>
                  </a:lnTo>
                  <a:lnTo>
                    <a:pt x="2490331" y="0"/>
                  </a:lnTo>
                  <a:lnTo>
                    <a:pt x="2486052" y="0"/>
                  </a:lnTo>
                  <a:lnTo>
                    <a:pt x="2481773" y="0"/>
                  </a:lnTo>
                  <a:lnTo>
                    <a:pt x="2477494" y="0"/>
                  </a:lnTo>
                  <a:lnTo>
                    <a:pt x="2473215" y="0"/>
                  </a:lnTo>
                  <a:lnTo>
                    <a:pt x="2468936" y="0"/>
                  </a:lnTo>
                  <a:lnTo>
                    <a:pt x="2464657" y="0"/>
                  </a:lnTo>
                  <a:lnTo>
                    <a:pt x="2460378" y="0"/>
                  </a:lnTo>
                  <a:lnTo>
                    <a:pt x="2456100" y="0"/>
                  </a:lnTo>
                  <a:lnTo>
                    <a:pt x="2451821" y="0"/>
                  </a:lnTo>
                  <a:lnTo>
                    <a:pt x="2447542" y="0"/>
                  </a:lnTo>
                  <a:lnTo>
                    <a:pt x="2443263" y="0"/>
                  </a:lnTo>
                  <a:lnTo>
                    <a:pt x="2438984" y="0"/>
                  </a:lnTo>
                  <a:lnTo>
                    <a:pt x="2434705" y="0"/>
                  </a:lnTo>
                  <a:lnTo>
                    <a:pt x="2430426" y="0"/>
                  </a:lnTo>
                  <a:lnTo>
                    <a:pt x="2426147" y="0"/>
                  </a:lnTo>
                  <a:lnTo>
                    <a:pt x="2421868" y="0"/>
                  </a:lnTo>
                  <a:lnTo>
                    <a:pt x="2417589" y="0"/>
                  </a:lnTo>
                  <a:lnTo>
                    <a:pt x="2413310" y="0"/>
                  </a:lnTo>
                  <a:lnTo>
                    <a:pt x="2409031" y="0"/>
                  </a:lnTo>
                  <a:lnTo>
                    <a:pt x="2404753" y="0"/>
                  </a:lnTo>
                  <a:lnTo>
                    <a:pt x="2400474" y="0"/>
                  </a:lnTo>
                  <a:lnTo>
                    <a:pt x="2396195" y="0"/>
                  </a:lnTo>
                  <a:lnTo>
                    <a:pt x="2391916" y="0"/>
                  </a:lnTo>
                  <a:lnTo>
                    <a:pt x="2387637" y="0"/>
                  </a:lnTo>
                  <a:lnTo>
                    <a:pt x="2383358" y="0"/>
                  </a:lnTo>
                  <a:lnTo>
                    <a:pt x="2379079" y="0"/>
                  </a:lnTo>
                  <a:lnTo>
                    <a:pt x="2374800" y="0"/>
                  </a:lnTo>
                  <a:lnTo>
                    <a:pt x="2370521" y="0"/>
                  </a:lnTo>
                  <a:lnTo>
                    <a:pt x="2366242" y="0"/>
                  </a:lnTo>
                  <a:lnTo>
                    <a:pt x="2361963" y="0"/>
                  </a:lnTo>
                  <a:lnTo>
                    <a:pt x="2357684" y="0"/>
                  </a:lnTo>
                  <a:lnTo>
                    <a:pt x="2353405" y="0"/>
                  </a:lnTo>
                  <a:lnTo>
                    <a:pt x="2349127" y="0"/>
                  </a:lnTo>
                  <a:lnTo>
                    <a:pt x="2344848" y="0"/>
                  </a:lnTo>
                  <a:lnTo>
                    <a:pt x="2340569" y="0"/>
                  </a:lnTo>
                  <a:lnTo>
                    <a:pt x="2336290" y="0"/>
                  </a:lnTo>
                  <a:lnTo>
                    <a:pt x="2332011" y="0"/>
                  </a:lnTo>
                  <a:lnTo>
                    <a:pt x="2327732" y="0"/>
                  </a:lnTo>
                  <a:lnTo>
                    <a:pt x="2323453" y="0"/>
                  </a:lnTo>
                  <a:lnTo>
                    <a:pt x="2319174" y="0"/>
                  </a:lnTo>
                  <a:lnTo>
                    <a:pt x="2314895" y="0"/>
                  </a:lnTo>
                  <a:lnTo>
                    <a:pt x="2310616" y="0"/>
                  </a:lnTo>
                  <a:lnTo>
                    <a:pt x="2306337" y="0"/>
                  </a:lnTo>
                  <a:lnTo>
                    <a:pt x="2302058" y="0"/>
                  </a:lnTo>
                  <a:lnTo>
                    <a:pt x="2297780" y="0"/>
                  </a:lnTo>
                  <a:lnTo>
                    <a:pt x="2293501" y="0"/>
                  </a:lnTo>
                  <a:lnTo>
                    <a:pt x="2289222" y="0"/>
                  </a:lnTo>
                  <a:lnTo>
                    <a:pt x="2284943" y="0"/>
                  </a:lnTo>
                  <a:lnTo>
                    <a:pt x="2280664" y="0"/>
                  </a:lnTo>
                  <a:lnTo>
                    <a:pt x="2276385" y="0"/>
                  </a:lnTo>
                  <a:lnTo>
                    <a:pt x="2272106" y="0"/>
                  </a:lnTo>
                  <a:lnTo>
                    <a:pt x="2267827" y="0"/>
                  </a:lnTo>
                  <a:lnTo>
                    <a:pt x="2263548" y="0"/>
                  </a:lnTo>
                  <a:lnTo>
                    <a:pt x="2259269" y="0"/>
                  </a:lnTo>
                  <a:lnTo>
                    <a:pt x="2254990" y="0"/>
                  </a:lnTo>
                  <a:lnTo>
                    <a:pt x="2250711" y="0"/>
                  </a:lnTo>
                  <a:lnTo>
                    <a:pt x="2246432" y="0"/>
                  </a:lnTo>
                  <a:lnTo>
                    <a:pt x="2242154" y="0"/>
                  </a:lnTo>
                  <a:lnTo>
                    <a:pt x="2237875" y="0"/>
                  </a:lnTo>
                  <a:lnTo>
                    <a:pt x="2233596" y="0"/>
                  </a:lnTo>
                  <a:lnTo>
                    <a:pt x="2229317" y="0"/>
                  </a:lnTo>
                  <a:lnTo>
                    <a:pt x="2225038" y="0"/>
                  </a:lnTo>
                  <a:lnTo>
                    <a:pt x="2220759" y="0"/>
                  </a:lnTo>
                  <a:lnTo>
                    <a:pt x="2216480" y="0"/>
                  </a:lnTo>
                  <a:lnTo>
                    <a:pt x="2212201" y="0"/>
                  </a:lnTo>
                  <a:lnTo>
                    <a:pt x="2207922" y="0"/>
                  </a:lnTo>
                  <a:lnTo>
                    <a:pt x="2203643" y="0"/>
                  </a:lnTo>
                  <a:lnTo>
                    <a:pt x="2199364" y="0"/>
                  </a:lnTo>
                  <a:lnTo>
                    <a:pt x="2195085" y="0"/>
                  </a:lnTo>
                  <a:lnTo>
                    <a:pt x="2190807" y="0"/>
                  </a:lnTo>
                  <a:lnTo>
                    <a:pt x="2186528" y="0"/>
                  </a:lnTo>
                  <a:lnTo>
                    <a:pt x="2182249" y="0"/>
                  </a:lnTo>
                  <a:lnTo>
                    <a:pt x="2177970" y="0"/>
                  </a:lnTo>
                  <a:lnTo>
                    <a:pt x="2173691" y="0"/>
                  </a:lnTo>
                  <a:lnTo>
                    <a:pt x="2169412" y="0"/>
                  </a:lnTo>
                  <a:lnTo>
                    <a:pt x="2165133" y="0"/>
                  </a:lnTo>
                  <a:lnTo>
                    <a:pt x="2160854" y="0"/>
                  </a:lnTo>
                  <a:lnTo>
                    <a:pt x="2156575" y="0"/>
                  </a:lnTo>
                  <a:lnTo>
                    <a:pt x="2152296" y="0"/>
                  </a:lnTo>
                  <a:lnTo>
                    <a:pt x="2148017" y="0"/>
                  </a:lnTo>
                  <a:lnTo>
                    <a:pt x="2143738" y="0"/>
                  </a:lnTo>
                  <a:lnTo>
                    <a:pt x="2139459" y="0"/>
                  </a:lnTo>
                  <a:lnTo>
                    <a:pt x="2135181" y="0"/>
                  </a:lnTo>
                  <a:lnTo>
                    <a:pt x="2130902" y="0"/>
                  </a:lnTo>
                  <a:lnTo>
                    <a:pt x="2126623" y="0"/>
                  </a:lnTo>
                  <a:lnTo>
                    <a:pt x="2122344" y="0"/>
                  </a:lnTo>
                  <a:lnTo>
                    <a:pt x="2118065" y="0"/>
                  </a:lnTo>
                  <a:lnTo>
                    <a:pt x="2113786" y="0"/>
                  </a:lnTo>
                  <a:lnTo>
                    <a:pt x="2109507" y="0"/>
                  </a:lnTo>
                  <a:lnTo>
                    <a:pt x="2105228" y="0"/>
                  </a:lnTo>
                  <a:lnTo>
                    <a:pt x="2100949" y="0"/>
                  </a:lnTo>
                  <a:lnTo>
                    <a:pt x="2096670" y="0"/>
                  </a:lnTo>
                  <a:lnTo>
                    <a:pt x="2092391" y="0"/>
                  </a:lnTo>
                  <a:lnTo>
                    <a:pt x="2088112" y="0"/>
                  </a:lnTo>
                  <a:lnTo>
                    <a:pt x="2083834" y="0"/>
                  </a:lnTo>
                  <a:lnTo>
                    <a:pt x="2079555" y="0"/>
                  </a:lnTo>
                  <a:lnTo>
                    <a:pt x="2075276" y="0"/>
                  </a:lnTo>
                  <a:lnTo>
                    <a:pt x="2070997" y="0"/>
                  </a:lnTo>
                  <a:lnTo>
                    <a:pt x="2066718" y="0"/>
                  </a:lnTo>
                  <a:lnTo>
                    <a:pt x="2062439" y="0"/>
                  </a:lnTo>
                  <a:lnTo>
                    <a:pt x="2058160" y="0"/>
                  </a:lnTo>
                  <a:lnTo>
                    <a:pt x="2053881" y="0"/>
                  </a:lnTo>
                  <a:lnTo>
                    <a:pt x="2049602" y="0"/>
                  </a:lnTo>
                  <a:lnTo>
                    <a:pt x="2045323" y="0"/>
                  </a:lnTo>
                  <a:lnTo>
                    <a:pt x="2041044" y="0"/>
                  </a:lnTo>
                  <a:lnTo>
                    <a:pt x="2036765" y="0"/>
                  </a:lnTo>
                  <a:lnTo>
                    <a:pt x="2032486" y="0"/>
                  </a:lnTo>
                  <a:lnTo>
                    <a:pt x="2028208" y="0"/>
                  </a:lnTo>
                  <a:lnTo>
                    <a:pt x="2023929" y="0"/>
                  </a:lnTo>
                  <a:lnTo>
                    <a:pt x="2019650" y="0"/>
                  </a:lnTo>
                  <a:lnTo>
                    <a:pt x="2015371" y="0"/>
                  </a:lnTo>
                  <a:lnTo>
                    <a:pt x="2011092" y="0"/>
                  </a:lnTo>
                  <a:lnTo>
                    <a:pt x="2006813" y="0"/>
                  </a:lnTo>
                  <a:lnTo>
                    <a:pt x="2002534" y="0"/>
                  </a:lnTo>
                  <a:lnTo>
                    <a:pt x="1998255" y="0"/>
                  </a:lnTo>
                  <a:lnTo>
                    <a:pt x="1993976" y="0"/>
                  </a:lnTo>
                  <a:lnTo>
                    <a:pt x="1989697" y="0"/>
                  </a:lnTo>
                  <a:lnTo>
                    <a:pt x="1985418" y="0"/>
                  </a:lnTo>
                  <a:lnTo>
                    <a:pt x="1981139" y="0"/>
                  </a:lnTo>
                  <a:lnTo>
                    <a:pt x="1976861" y="0"/>
                  </a:lnTo>
                  <a:lnTo>
                    <a:pt x="1972582" y="0"/>
                  </a:lnTo>
                  <a:lnTo>
                    <a:pt x="1968303" y="0"/>
                  </a:lnTo>
                  <a:lnTo>
                    <a:pt x="1964024" y="0"/>
                  </a:lnTo>
                  <a:lnTo>
                    <a:pt x="1959745" y="0"/>
                  </a:lnTo>
                  <a:lnTo>
                    <a:pt x="1955466" y="0"/>
                  </a:lnTo>
                  <a:lnTo>
                    <a:pt x="1951187" y="0"/>
                  </a:lnTo>
                  <a:lnTo>
                    <a:pt x="1946908" y="0"/>
                  </a:lnTo>
                  <a:lnTo>
                    <a:pt x="1942629" y="0"/>
                  </a:lnTo>
                  <a:lnTo>
                    <a:pt x="1938350" y="0"/>
                  </a:lnTo>
                  <a:lnTo>
                    <a:pt x="1934071" y="0"/>
                  </a:lnTo>
                  <a:lnTo>
                    <a:pt x="1929792" y="0"/>
                  </a:lnTo>
                  <a:lnTo>
                    <a:pt x="1925513" y="0"/>
                  </a:lnTo>
                  <a:lnTo>
                    <a:pt x="1921235" y="0"/>
                  </a:lnTo>
                  <a:lnTo>
                    <a:pt x="1916956" y="0"/>
                  </a:lnTo>
                  <a:lnTo>
                    <a:pt x="1912677" y="0"/>
                  </a:lnTo>
                  <a:lnTo>
                    <a:pt x="1908398" y="0"/>
                  </a:lnTo>
                  <a:lnTo>
                    <a:pt x="1904119" y="0"/>
                  </a:lnTo>
                  <a:lnTo>
                    <a:pt x="1899840" y="0"/>
                  </a:lnTo>
                  <a:lnTo>
                    <a:pt x="1895561" y="0"/>
                  </a:lnTo>
                  <a:lnTo>
                    <a:pt x="1891282" y="0"/>
                  </a:lnTo>
                  <a:lnTo>
                    <a:pt x="1887003" y="0"/>
                  </a:lnTo>
                  <a:lnTo>
                    <a:pt x="1882724" y="0"/>
                  </a:lnTo>
                  <a:lnTo>
                    <a:pt x="1878445" y="0"/>
                  </a:lnTo>
                  <a:lnTo>
                    <a:pt x="1874166" y="0"/>
                  </a:lnTo>
                  <a:lnTo>
                    <a:pt x="1869888" y="0"/>
                  </a:lnTo>
                  <a:lnTo>
                    <a:pt x="1865609" y="0"/>
                  </a:lnTo>
                  <a:lnTo>
                    <a:pt x="1861330" y="0"/>
                  </a:lnTo>
                  <a:lnTo>
                    <a:pt x="1857051" y="0"/>
                  </a:lnTo>
                  <a:lnTo>
                    <a:pt x="1852772" y="0"/>
                  </a:lnTo>
                  <a:lnTo>
                    <a:pt x="1848493" y="0"/>
                  </a:lnTo>
                  <a:lnTo>
                    <a:pt x="1844214" y="0"/>
                  </a:lnTo>
                  <a:lnTo>
                    <a:pt x="1839935" y="0"/>
                  </a:lnTo>
                  <a:lnTo>
                    <a:pt x="1835656" y="0"/>
                  </a:lnTo>
                  <a:lnTo>
                    <a:pt x="1831377" y="0"/>
                  </a:lnTo>
                  <a:lnTo>
                    <a:pt x="1827098" y="0"/>
                  </a:lnTo>
                  <a:lnTo>
                    <a:pt x="1822819" y="0"/>
                  </a:lnTo>
                  <a:lnTo>
                    <a:pt x="1818540" y="0"/>
                  </a:lnTo>
                  <a:lnTo>
                    <a:pt x="1814262" y="0"/>
                  </a:lnTo>
                  <a:lnTo>
                    <a:pt x="1809983" y="0"/>
                  </a:lnTo>
                  <a:lnTo>
                    <a:pt x="1805704" y="0"/>
                  </a:lnTo>
                  <a:lnTo>
                    <a:pt x="1801425" y="0"/>
                  </a:lnTo>
                  <a:lnTo>
                    <a:pt x="1797146" y="0"/>
                  </a:lnTo>
                  <a:lnTo>
                    <a:pt x="1792867" y="0"/>
                  </a:lnTo>
                  <a:lnTo>
                    <a:pt x="1788588" y="0"/>
                  </a:lnTo>
                  <a:lnTo>
                    <a:pt x="1784309" y="0"/>
                  </a:lnTo>
                  <a:lnTo>
                    <a:pt x="1780030" y="0"/>
                  </a:lnTo>
                  <a:lnTo>
                    <a:pt x="1775751" y="0"/>
                  </a:lnTo>
                  <a:lnTo>
                    <a:pt x="1771472" y="0"/>
                  </a:lnTo>
                  <a:lnTo>
                    <a:pt x="1767193" y="0"/>
                  </a:lnTo>
                  <a:lnTo>
                    <a:pt x="1762915" y="0"/>
                  </a:lnTo>
                  <a:lnTo>
                    <a:pt x="1758636" y="0"/>
                  </a:lnTo>
                  <a:lnTo>
                    <a:pt x="1754357" y="0"/>
                  </a:lnTo>
                  <a:lnTo>
                    <a:pt x="1750078" y="0"/>
                  </a:lnTo>
                  <a:lnTo>
                    <a:pt x="1745799" y="0"/>
                  </a:lnTo>
                  <a:lnTo>
                    <a:pt x="1741520" y="0"/>
                  </a:lnTo>
                  <a:lnTo>
                    <a:pt x="1737241" y="0"/>
                  </a:lnTo>
                  <a:lnTo>
                    <a:pt x="1732962" y="0"/>
                  </a:lnTo>
                  <a:lnTo>
                    <a:pt x="1728683" y="0"/>
                  </a:lnTo>
                  <a:lnTo>
                    <a:pt x="1724404" y="0"/>
                  </a:lnTo>
                  <a:lnTo>
                    <a:pt x="1720125" y="0"/>
                  </a:lnTo>
                  <a:lnTo>
                    <a:pt x="1715846" y="0"/>
                  </a:lnTo>
                  <a:lnTo>
                    <a:pt x="1711567" y="0"/>
                  </a:lnTo>
                  <a:lnTo>
                    <a:pt x="1707289" y="0"/>
                  </a:lnTo>
                  <a:lnTo>
                    <a:pt x="1703010" y="0"/>
                  </a:lnTo>
                  <a:lnTo>
                    <a:pt x="1698731" y="0"/>
                  </a:lnTo>
                  <a:lnTo>
                    <a:pt x="1694452" y="0"/>
                  </a:lnTo>
                  <a:lnTo>
                    <a:pt x="1690173" y="0"/>
                  </a:lnTo>
                  <a:lnTo>
                    <a:pt x="1685894" y="0"/>
                  </a:lnTo>
                  <a:lnTo>
                    <a:pt x="1681615" y="0"/>
                  </a:lnTo>
                  <a:lnTo>
                    <a:pt x="1677336" y="0"/>
                  </a:lnTo>
                  <a:lnTo>
                    <a:pt x="1673057" y="0"/>
                  </a:lnTo>
                  <a:lnTo>
                    <a:pt x="1668778" y="0"/>
                  </a:lnTo>
                  <a:lnTo>
                    <a:pt x="1664499" y="0"/>
                  </a:lnTo>
                  <a:lnTo>
                    <a:pt x="1660220" y="0"/>
                  </a:lnTo>
                  <a:lnTo>
                    <a:pt x="1655942" y="0"/>
                  </a:lnTo>
                  <a:lnTo>
                    <a:pt x="1651663" y="0"/>
                  </a:lnTo>
                  <a:lnTo>
                    <a:pt x="1647384" y="0"/>
                  </a:lnTo>
                  <a:lnTo>
                    <a:pt x="1643105" y="0"/>
                  </a:lnTo>
                  <a:lnTo>
                    <a:pt x="1638826" y="0"/>
                  </a:lnTo>
                  <a:lnTo>
                    <a:pt x="1634547" y="0"/>
                  </a:lnTo>
                  <a:lnTo>
                    <a:pt x="1630268" y="0"/>
                  </a:lnTo>
                  <a:lnTo>
                    <a:pt x="1625989" y="0"/>
                  </a:lnTo>
                  <a:lnTo>
                    <a:pt x="1621710" y="0"/>
                  </a:lnTo>
                  <a:lnTo>
                    <a:pt x="1617431" y="0"/>
                  </a:lnTo>
                  <a:lnTo>
                    <a:pt x="1613152" y="0"/>
                  </a:lnTo>
                  <a:lnTo>
                    <a:pt x="1608873" y="0"/>
                  </a:lnTo>
                  <a:lnTo>
                    <a:pt x="1604594" y="0"/>
                  </a:lnTo>
                  <a:lnTo>
                    <a:pt x="1600316" y="0"/>
                  </a:lnTo>
                  <a:lnTo>
                    <a:pt x="1596037" y="0"/>
                  </a:lnTo>
                  <a:lnTo>
                    <a:pt x="1591758" y="0"/>
                  </a:lnTo>
                  <a:lnTo>
                    <a:pt x="1587479" y="0"/>
                  </a:lnTo>
                  <a:lnTo>
                    <a:pt x="1583200" y="0"/>
                  </a:lnTo>
                  <a:lnTo>
                    <a:pt x="1578921" y="0"/>
                  </a:lnTo>
                  <a:lnTo>
                    <a:pt x="1574642" y="0"/>
                  </a:lnTo>
                  <a:lnTo>
                    <a:pt x="1570363" y="0"/>
                  </a:lnTo>
                  <a:lnTo>
                    <a:pt x="1566084" y="0"/>
                  </a:lnTo>
                  <a:lnTo>
                    <a:pt x="1561805" y="0"/>
                  </a:lnTo>
                  <a:lnTo>
                    <a:pt x="1557526" y="0"/>
                  </a:lnTo>
                  <a:lnTo>
                    <a:pt x="1553247" y="0"/>
                  </a:lnTo>
                  <a:lnTo>
                    <a:pt x="1548969" y="0"/>
                  </a:lnTo>
                  <a:lnTo>
                    <a:pt x="1544690" y="0"/>
                  </a:lnTo>
                  <a:lnTo>
                    <a:pt x="1540411" y="0"/>
                  </a:lnTo>
                  <a:lnTo>
                    <a:pt x="1536132" y="0"/>
                  </a:lnTo>
                  <a:lnTo>
                    <a:pt x="1531853" y="0"/>
                  </a:lnTo>
                  <a:lnTo>
                    <a:pt x="1527574" y="0"/>
                  </a:lnTo>
                  <a:lnTo>
                    <a:pt x="1523295" y="0"/>
                  </a:lnTo>
                  <a:lnTo>
                    <a:pt x="1519016" y="0"/>
                  </a:lnTo>
                  <a:lnTo>
                    <a:pt x="1514737" y="0"/>
                  </a:lnTo>
                  <a:lnTo>
                    <a:pt x="1510458" y="0"/>
                  </a:lnTo>
                  <a:lnTo>
                    <a:pt x="1506179" y="0"/>
                  </a:lnTo>
                  <a:lnTo>
                    <a:pt x="1501900" y="0"/>
                  </a:lnTo>
                  <a:lnTo>
                    <a:pt x="1497621" y="0"/>
                  </a:lnTo>
                  <a:lnTo>
                    <a:pt x="1493343" y="0"/>
                  </a:lnTo>
                  <a:lnTo>
                    <a:pt x="1489064" y="0"/>
                  </a:lnTo>
                  <a:lnTo>
                    <a:pt x="1484785" y="0"/>
                  </a:lnTo>
                  <a:lnTo>
                    <a:pt x="1480506" y="0"/>
                  </a:lnTo>
                  <a:lnTo>
                    <a:pt x="1476227" y="0"/>
                  </a:lnTo>
                  <a:lnTo>
                    <a:pt x="1471948" y="0"/>
                  </a:lnTo>
                  <a:lnTo>
                    <a:pt x="1467669" y="0"/>
                  </a:lnTo>
                  <a:lnTo>
                    <a:pt x="1463390" y="0"/>
                  </a:lnTo>
                  <a:lnTo>
                    <a:pt x="1459111" y="0"/>
                  </a:lnTo>
                  <a:lnTo>
                    <a:pt x="1454832" y="0"/>
                  </a:lnTo>
                  <a:lnTo>
                    <a:pt x="1450553" y="0"/>
                  </a:lnTo>
                  <a:lnTo>
                    <a:pt x="1446274" y="0"/>
                  </a:lnTo>
                  <a:lnTo>
                    <a:pt x="1441996" y="0"/>
                  </a:lnTo>
                  <a:lnTo>
                    <a:pt x="1437717" y="0"/>
                  </a:lnTo>
                  <a:lnTo>
                    <a:pt x="1433438" y="0"/>
                  </a:lnTo>
                  <a:lnTo>
                    <a:pt x="1429159" y="0"/>
                  </a:lnTo>
                  <a:lnTo>
                    <a:pt x="1424880" y="0"/>
                  </a:lnTo>
                  <a:lnTo>
                    <a:pt x="1420601" y="0"/>
                  </a:lnTo>
                  <a:lnTo>
                    <a:pt x="1416322" y="0"/>
                  </a:lnTo>
                  <a:lnTo>
                    <a:pt x="1412043" y="0"/>
                  </a:lnTo>
                  <a:lnTo>
                    <a:pt x="1407764" y="0"/>
                  </a:lnTo>
                  <a:lnTo>
                    <a:pt x="1403485" y="0"/>
                  </a:lnTo>
                  <a:lnTo>
                    <a:pt x="1399206" y="0"/>
                  </a:lnTo>
                  <a:lnTo>
                    <a:pt x="1394927" y="0"/>
                  </a:lnTo>
                  <a:lnTo>
                    <a:pt x="1390648" y="0"/>
                  </a:lnTo>
                  <a:lnTo>
                    <a:pt x="1386370" y="0"/>
                  </a:lnTo>
                  <a:lnTo>
                    <a:pt x="1382091" y="0"/>
                  </a:lnTo>
                  <a:lnTo>
                    <a:pt x="1377812" y="0"/>
                  </a:lnTo>
                  <a:lnTo>
                    <a:pt x="1373533" y="0"/>
                  </a:lnTo>
                  <a:lnTo>
                    <a:pt x="1369254" y="0"/>
                  </a:lnTo>
                  <a:lnTo>
                    <a:pt x="1364975" y="0"/>
                  </a:lnTo>
                  <a:lnTo>
                    <a:pt x="1360696" y="0"/>
                  </a:lnTo>
                  <a:lnTo>
                    <a:pt x="1356417" y="0"/>
                  </a:lnTo>
                  <a:lnTo>
                    <a:pt x="1352138" y="0"/>
                  </a:lnTo>
                  <a:lnTo>
                    <a:pt x="1347859" y="0"/>
                  </a:lnTo>
                  <a:lnTo>
                    <a:pt x="1343580" y="0"/>
                  </a:lnTo>
                  <a:lnTo>
                    <a:pt x="1339301" y="0"/>
                  </a:lnTo>
                  <a:lnTo>
                    <a:pt x="1335023" y="0"/>
                  </a:lnTo>
                  <a:lnTo>
                    <a:pt x="1330744" y="0"/>
                  </a:lnTo>
                  <a:lnTo>
                    <a:pt x="1326465" y="0"/>
                  </a:lnTo>
                  <a:lnTo>
                    <a:pt x="1322186" y="0"/>
                  </a:lnTo>
                  <a:lnTo>
                    <a:pt x="1317907" y="0"/>
                  </a:lnTo>
                  <a:lnTo>
                    <a:pt x="1313628" y="0"/>
                  </a:lnTo>
                  <a:lnTo>
                    <a:pt x="1309349" y="0"/>
                  </a:lnTo>
                  <a:lnTo>
                    <a:pt x="1305070" y="0"/>
                  </a:lnTo>
                  <a:lnTo>
                    <a:pt x="1300791" y="0"/>
                  </a:lnTo>
                  <a:lnTo>
                    <a:pt x="1296512" y="0"/>
                  </a:lnTo>
                  <a:lnTo>
                    <a:pt x="1292233" y="0"/>
                  </a:lnTo>
                  <a:lnTo>
                    <a:pt x="1287954" y="0"/>
                  </a:lnTo>
                  <a:lnTo>
                    <a:pt x="1283675" y="0"/>
                  </a:lnTo>
                  <a:lnTo>
                    <a:pt x="1279397" y="0"/>
                  </a:lnTo>
                  <a:lnTo>
                    <a:pt x="1275118" y="0"/>
                  </a:lnTo>
                  <a:lnTo>
                    <a:pt x="1270839" y="0"/>
                  </a:lnTo>
                  <a:lnTo>
                    <a:pt x="1266560" y="0"/>
                  </a:lnTo>
                  <a:lnTo>
                    <a:pt x="1262281" y="0"/>
                  </a:lnTo>
                  <a:lnTo>
                    <a:pt x="1258002" y="0"/>
                  </a:lnTo>
                  <a:lnTo>
                    <a:pt x="1253723" y="0"/>
                  </a:lnTo>
                  <a:lnTo>
                    <a:pt x="1249444" y="0"/>
                  </a:lnTo>
                  <a:lnTo>
                    <a:pt x="1245165" y="0"/>
                  </a:lnTo>
                  <a:lnTo>
                    <a:pt x="1240886" y="0"/>
                  </a:lnTo>
                  <a:lnTo>
                    <a:pt x="1236607" y="0"/>
                  </a:lnTo>
                  <a:lnTo>
                    <a:pt x="1232328" y="0"/>
                  </a:lnTo>
                  <a:lnTo>
                    <a:pt x="1228050" y="0"/>
                  </a:lnTo>
                  <a:lnTo>
                    <a:pt x="1223771" y="0"/>
                  </a:lnTo>
                  <a:lnTo>
                    <a:pt x="1219492" y="0"/>
                  </a:lnTo>
                  <a:lnTo>
                    <a:pt x="1215213" y="0"/>
                  </a:lnTo>
                  <a:lnTo>
                    <a:pt x="1210934" y="0"/>
                  </a:lnTo>
                  <a:lnTo>
                    <a:pt x="1206655" y="0"/>
                  </a:lnTo>
                  <a:lnTo>
                    <a:pt x="1202376" y="0"/>
                  </a:lnTo>
                  <a:lnTo>
                    <a:pt x="1198097" y="0"/>
                  </a:lnTo>
                  <a:lnTo>
                    <a:pt x="1193818" y="0"/>
                  </a:lnTo>
                  <a:lnTo>
                    <a:pt x="1189539" y="0"/>
                  </a:lnTo>
                  <a:lnTo>
                    <a:pt x="1185260" y="0"/>
                  </a:lnTo>
                  <a:lnTo>
                    <a:pt x="1180981" y="0"/>
                  </a:lnTo>
                  <a:lnTo>
                    <a:pt x="1176702" y="0"/>
                  </a:lnTo>
                  <a:lnTo>
                    <a:pt x="1172424" y="0"/>
                  </a:lnTo>
                  <a:lnTo>
                    <a:pt x="1168145" y="0"/>
                  </a:lnTo>
                  <a:lnTo>
                    <a:pt x="1163866" y="0"/>
                  </a:lnTo>
                  <a:lnTo>
                    <a:pt x="1159587" y="0"/>
                  </a:lnTo>
                  <a:lnTo>
                    <a:pt x="1155308" y="0"/>
                  </a:lnTo>
                  <a:lnTo>
                    <a:pt x="1151029" y="0"/>
                  </a:lnTo>
                  <a:lnTo>
                    <a:pt x="1146750" y="0"/>
                  </a:lnTo>
                  <a:lnTo>
                    <a:pt x="1142471" y="0"/>
                  </a:lnTo>
                  <a:lnTo>
                    <a:pt x="1138192" y="0"/>
                  </a:lnTo>
                  <a:lnTo>
                    <a:pt x="1133913" y="0"/>
                  </a:lnTo>
                  <a:lnTo>
                    <a:pt x="1129634" y="0"/>
                  </a:lnTo>
                  <a:lnTo>
                    <a:pt x="1125355" y="0"/>
                  </a:lnTo>
                  <a:lnTo>
                    <a:pt x="1121077" y="0"/>
                  </a:lnTo>
                  <a:lnTo>
                    <a:pt x="1116798" y="0"/>
                  </a:lnTo>
                  <a:lnTo>
                    <a:pt x="1112519" y="0"/>
                  </a:lnTo>
                  <a:lnTo>
                    <a:pt x="1108240" y="0"/>
                  </a:lnTo>
                  <a:lnTo>
                    <a:pt x="1103961" y="0"/>
                  </a:lnTo>
                  <a:lnTo>
                    <a:pt x="1099682" y="0"/>
                  </a:lnTo>
                  <a:lnTo>
                    <a:pt x="1095403" y="0"/>
                  </a:lnTo>
                  <a:lnTo>
                    <a:pt x="1091124" y="0"/>
                  </a:lnTo>
                  <a:lnTo>
                    <a:pt x="1086845" y="0"/>
                  </a:lnTo>
                  <a:lnTo>
                    <a:pt x="1082566" y="0"/>
                  </a:lnTo>
                  <a:lnTo>
                    <a:pt x="1078287" y="0"/>
                  </a:lnTo>
                  <a:lnTo>
                    <a:pt x="1074008" y="0"/>
                  </a:lnTo>
                  <a:lnTo>
                    <a:pt x="1069729" y="0"/>
                  </a:lnTo>
                  <a:lnTo>
                    <a:pt x="1065451" y="0"/>
                  </a:lnTo>
                  <a:lnTo>
                    <a:pt x="1061172" y="0"/>
                  </a:lnTo>
                  <a:lnTo>
                    <a:pt x="1056893" y="0"/>
                  </a:lnTo>
                  <a:lnTo>
                    <a:pt x="1052614" y="0"/>
                  </a:lnTo>
                  <a:lnTo>
                    <a:pt x="1048335" y="0"/>
                  </a:lnTo>
                  <a:lnTo>
                    <a:pt x="1044056" y="0"/>
                  </a:lnTo>
                  <a:lnTo>
                    <a:pt x="1039777" y="0"/>
                  </a:lnTo>
                  <a:lnTo>
                    <a:pt x="1035498" y="0"/>
                  </a:lnTo>
                  <a:lnTo>
                    <a:pt x="1031219" y="0"/>
                  </a:lnTo>
                  <a:lnTo>
                    <a:pt x="1026940" y="0"/>
                  </a:lnTo>
                  <a:lnTo>
                    <a:pt x="1022661" y="0"/>
                  </a:lnTo>
                  <a:lnTo>
                    <a:pt x="1018382" y="0"/>
                  </a:lnTo>
                  <a:lnTo>
                    <a:pt x="1014104" y="0"/>
                  </a:lnTo>
                  <a:lnTo>
                    <a:pt x="1009825" y="0"/>
                  </a:lnTo>
                  <a:lnTo>
                    <a:pt x="1005546" y="0"/>
                  </a:lnTo>
                  <a:lnTo>
                    <a:pt x="1001267" y="0"/>
                  </a:lnTo>
                  <a:lnTo>
                    <a:pt x="996988" y="0"/>
                  </a:lnTo>
                  <a:lnTo>
                    <a:pt x="992709" y="0"/>
                  </a:lnTo>
                  <a:lnTo>
                    <a:pt x="988430" y="0"/>
                  </a:lnTo>
                  <a:lnTo>
                    <a:pt x="984151" y="0"/>
                  </a:lnTo>
                  <a:lnTo>
                    <a:pt x="979872" y="0"/>
                  </a:lnTo>
                  <a:lnTo>
                    <a:pt x="975593" y="0"/>
                  </a:lnTo>
                  <a:lnTo>
                    <a:pt x="971314" y="0"/>
                  </a:lnTo>
                  <a:lnTo>
                    <a:pt x="967035" y="0"/>
                  </a:lnTo>
                  <a:lnTo>
                    <a:pt x="962756" y="0"/>
                  </a:lnTo>
                  <a:lnTo>
                    <a:pt x="958478" y="0"/>
                  </a:lnTo>
                  <a:lnTo>
                    <a:pt x="954199" y="0"/>
                  </a:lnTo>
                  <a:lnTo>
                    <a:pt x="949920" y="0"/>
                  </a:lnTo>
                  <a:lnTo>
                    <a:pt x="945641" y="0"/>
                  </a:lnTo>
                  <a:lnTo>
                    <a:pt x="941362" y="0"/>
                  </a:lnTo>
                  <a:lnTo>
                    <a:pt x="937083" y="0"/>
                  </a:lnTo>
                  <a:lnTo>
                    <a:pt x="932804" y="0"/>
                  </a:lnTo>
                  <a:lnTo>
                    <a:pt x="928525" y="0"/>
                  </a:lnTo>
                  <a:lnTo>
                    <a:pt x="924246" y="0"/>
                  </a:lnTo>
                  <a:lnTo>
                    <a:pt x="919967" y="0"/>
                  </a:lnTo>
                  <a:lnTo>
                    <a:pt x="915688" y="0"/>
                  </a:lnTo>
                  <a:lnTo>
                    <a:pt x="911409" y="0"/>
                  </a:lnTo>
                  <a:lnTo>
                    <a:pt x="907131" y="0"/>
                  </a:lnTo>
                  <a:lnTo>
                    <a:pt x="902852" y="0"/>
                  </a:lnTo>
                  <a:lnTo>
                    <a:pt x="898573" y="0"/>
                  </a:lnTo>
                  <a:lnTo>
                    <a:pt x="894294" y="0"/>
                  </a:lnTo>
                  <a:lnTo>
                    <a:pt x="890015" y="0"/>
                  </a:lnTo>
                  <a:lnTo>
                    <a:pt x="885736" y="0"/>
                  </a:lnTo>
                  <a:lnTo>
                    <a:pt x="881457" y="0"/>
                  </a:lnTo>
                  <a:lnTo>
                    <a:pt x="877178" y="0"/>
                  </a:lnTo>
                  <a:lnTo>
                    <a:pt x="872899" y="0"/>
                  </a:lnTo>
                  <a:lnTo>
                    <a:pt x="868620" y="0"/>
                  </a:lnTo>
                  <a:lnTo>
                    <a:pt x="864341" y="0"/>
                  </a:lnTo>
                  <a:lnTo>
                    <a:pt x="860062" y="0"/>
                  </a:lnTo>
                  <a:lnTo>
                    <a:pt x="855783" y="0"/>
                  </a:lnTo>
                  <a:lnTo>
                    <a:pt x="851505" y="0"/>
                  </a:lnTo>
                  <a:lnTo>
                    <a:pt x="847226" y="0"/>
                  </a:lnTo>
                  <a:lnTo>
                    <a:pt x="842947" y="0"/>
                  </a:lnTo>
                  <a:lnTo>
                    <a:pt x="838668" y="0"/>
                  </a:lnTo>
                  <a:lnTo>
                    <a:pt x="834389" y="0"/>
                  </a:lnTo>
                  <a:lnTo>
                    <a:pt x="830110" y="0"/>
                  </a:lnTo>
                  <a:lnTo>
                    <a:pt x="825831" y="0"/>
                  </a:lnTo>
                  <a:lnTo>
                    <a:pt x="821552" y="0"/>
                  </a:lnTo>
                  <a:lnTo>
                    <a:pt x="817273" y="0"/>
                  </a:lnTo>
                  <a:lnTo>
                    <a:pt x="812994" y="0"/>
                  </a:lnTo>
                  <a:lnTo>
                    <a:pt x="808715" y="0"/>
                  </a:lnTo>
                  <a:lnTo>
                    <a:pt x="804436" y="0"/>
                  </a:lnTo>
                  <a:lnTo>
                    <a:pt x="800158" y="0"/>
                  </a:lnTo>
                  <a:lnTo>
                    <a:pt x="795879" y="0"/>
                  </a:lnTo>
                  <a:lnTo>
                    <a:pt x="791600" y="0"/>
                  </a:lnTo>
                  <a:lnTo>
                    <a:pt x="787321" y="0"/>
                  </a:lnTo>
                  <a:lnTo>
                    <a:pt x="783042" y="0"/>
                  </a:lnTo>
                  <a:lnTo>
                    <a:pt x="778763" y="0"/>
                  </a:lnTo>
                  <a:lnTo>
                    <a:pt x="774484" y="0"/>
                  </a:lnTo>
                  <a:lnTo>
                    <a:pt x="770205" y="0"/>
                  </a:lnTo>
                  <a:lnTo>
                    <a:pt x="765926" y="0"/>
                  </a:lnTo>
                  <a:lnTo>
                    <a:pt x="761647" y="0"/>
                  </a:lnTo>
                  <a:lnTo>
                    <a:pt x="757368" y="0"/>
                  </a:lnTo>
                  <a:lnTo>
                    <a:pt x="753089" y="0"/>
                  </a:lnTo>
                  <a:lnTo>
                    <a:pt x="748810" y="0"/>
                  </a:lnTo>
                  <a:lnTo>
                    <a:pt x="744532" y="0"/>
                  </a:lnTo>
                  <a:lnTo>
                    <a:pt x="740253" y="0"/>
                  </a:lnTo>
                  <a:lnTo>
                    <a:pt x="735974" y="0"/>
                  </a:lnTo>
                  <a:lnTo>
                    <a:pt x="731695" y="0"/>
                  </a:lnTo>
                  <a:lnTo>
                    <a:pt x="727416" y="0"/>
                  </a:lnTo>
                  <a:lnTo>
                    <a:pt x="723137" y="0"/>
                  </a:lnTo>
                  <a:lnTo>
                    <a:pt x="718858" y="0"/>
                  </a:lnTo>
                  <a:lnTo>
                    <a:pt x="714579" y="0"/>
                  </a:lnTo>
                  <a:lnTo>
                    <a:pt x="710300" y="0"/>
                  </a:lnTo>
                  <a:lnTo>
                    <a:pt x="706021" y="0"/>
                  </a:lnTo>
                  <a:lnTo>
                    <a:pt x="701742" y="0"/>
                  </a:lnTo>
                  <a:lnTo>
                    <a:pt x="697463" y="0"/>
                  </a:lnTo>
                  <a:lnTo>
                    <a:pt x="693185" y="0"/>
                  </a:lnTo>
                  <a:lnTo>
                    <a:pt x="688906" y="0"/>
                  </a:lnTo>
                  <a:lnTo>
                    <a:pt x="684627" y="0"/>
                  </a:lnTo>
                  <a:lnTo>
                    <a:pt x="680348" y="0"/>
                  </a:lnTo>
                  <a:lnTo>
                    <a:pt x="676069" y="0"/>
                  </a:lnTo>
                  <a:lnTo>
                    <a:pt x="671790" y="0"/>
                  </a:lnTo>
                  <a:lnTo>
                    <a:pt x="667511" y="0"/>
                  </a:lnTo>
                  <a:lnTo>
                    <a:pt x="663232" y="0"/>
                  </a:lnTo>
                  <a:lnTo>
                    <a:pt x="658953" y="0"/>
                  </a:lnTo>
                  <a:lnTo>
                    <a:pt x="654674" y="0"/>
                  </a:lnTo>
                  <a:lnTo>
                    <a:pt x="650395" y="0"/>
                  </a:lnTo>
                  <a:lnTo>
                    <a:pt x="646116" y="0"/>
                  </a:lnTo>
                  <a:lnTo>
                    <a:pt x="641837" y="0"/>
                  </a:lnTo>
                  <a:lnTo>
                    <a:pt x="637559" y="0"/>
                  </a:lnTo>
                  <a:lnTo>
                    <a:pt x="633280" y="0"/>
                  </a:lnTo>
                  <a:lnTo>
                    <a:pt x="629001" y="0"/>
                  </a:lnTo>
                  <a:lnTo>
                    <a:pt x="624722" y="0"/>
                  </a:lnTo>
                  <a:lnTo>
                    <a:pt x="620443" y="0"/>
                  </a:lnTo>
                  <a:lnTo>
                    <a:pt x="616164" y="0"/>
                  </a:lnTo>
                  <a:lnTo>
                    <a:pt x="611885" y="0"/>
                  </a:lnTo>
                  <a:lnTo>
                    <a:pt x="607606" y="0"/>
                  </a:lnTo>
                  <a:lnTo>
                    <a:pt x="603327" y="0"/>
                  </a:lnTo>
                  <a:lnTo>
                    <a:pt x="599048" y="0"/>
                  </a:lnTo>
                  <a:lnTo>
                    <a:pt x="594769" y="0"/>
                  </a:lnTo>
                  <a:lnTo>
                    <a:pt x="590490" y="0"/>
                  </a:lnTo>
                  <a:lnTo>
                    <a:pt x="586212" y="0"/>
                  </a:lnTo>
                  <a:lnTo>
                    <a:pt x="581933" y="0"/>
                  </a:lnTo>
                  <a:lnTo>
                    <a:pt x="577654" y="0"/>
                  </a:lnTo>
                  <a:lnTo>
                    <a:pt x="573375" y="0"/>
                  </a:lnTo>
                  <a:lnTo>
                    <a:pt x="569096" y="0"/>
                  </a:lnTo>
                  <a:lnTo>
                    <a:pt x="564817" y="0"/>
                  </a:lnTo>
                  <a:lnTo>
                    <a:pt x="560538" y="0"/>
                  </a:lnTo>
                  <a:lnTo>
                    <a:pt x="556259" y="0"/>
                  </a:lnTo>
                  <a:lnTo>
                    <a:pt x="551980" y="0"/>
                  </a:lnTo>
                  <a:lnTo>
                    <a:pt x="547701" y="0"/>
                  </a:lnTo>
                  <a:lnTo>
                    <a:pt x="543422" y="0"/>
                  </a:lnTo>
                  <a:lnTo>
                    <a:pt x="539143" y="0"/>
                  </a:lnTo>
                  <a:lnTo>
                    <a:pt x="534864" y="0"/>
                  </a:lnTo>
                  <a:lnTo>
                    <a:pt x="530586" y="0"/>
                  </a:lnTo>
                  <a:lnTo>
                    <a:pt x="526307" y="0"/>
                  </a:lnTo>
                  <a:lnTo>
                    <a:pt x="522028" y="0"/>
                  </a:lnTo>
                  <a:lnTo>
                    <a:pt x="517749" y="0"/>
                  </a:lnTo>
                  <a:lnTo>
                    <a:pt x="513470" y="0"/>
                  </a:lnTo>
                  <a:lnTo>
                    <a:pt x="509191" y="0"/>
                  </a:lnTo>
                  <a:lnTo>
                    <a:pt x="504912" y="0"/>
                  </a:lnTo>
                  <a:lnTo>
                    <a:pt x="500633" y="0"/>
                  </a:lnTo>
                  <a:lnTo>
                    <a:pt x="496354" y="0"/>
                  </a:lnTo>
                  <a:lnTo>
                    <a:pt x="492075" y="0"/>
                  </a:lnTo>
                  <a:lnTo>
                    <a:pt x="487796" y="0"/>
                  </a:lnTo>
                  <a:lnTo>
                    <a:pt x="483517" y="0"/>
                  </a:lnTo>
                  <a:lnTo>
                    <a:pt x="479239" y="0"/>
                  </a:lnTo>
                  <a:lnTo>
                    <a:pt x="474960" y="0"/>
                  </a:lnTo>
                  <a:lnTo>
                    <a:pt x="470681" y="0"/>
                  </a:lnTo>
                  <a:lnTo>
                    <a:pt x="466402" y="0"/>
                  </a:lnTo>
                  <a:lnTo>
                    <a:pt x="462123" y="0"/>
                  </a:lnTo>
                  <a:lnTo>
                    <a:pt x="457844" y="0"/>
                  </a:lnTo>
                  <a:lnTo>
                    <a:pt x="453565" y="0"/>
                  </a:lnTo>
                  <a:lnTo>
                    <a:pt x="449286" y="0"/>
                  </a:lnTo>
                  <a:lnTo>
                    <a:pt x="445007" y="0"/>
                  </a:lnTo>
                  <a:lnTo>
                    <a:pt x="440728" y="0"/>
                  </a:lnTo>
                  <a:lnTo>
                    <a:pt x="436449" y="0"/>
                  </a:lnTo>
                  <a:lnTo>
                    <a:pt x="432170" y="0"/>
                  </a:lnTo>
                  <a:lnTo>
                    <a:pt x="427891" y="0"/>
                  </a:lnTo>
                  <a:lnTo>
                    <a:pt x="423613" y="0"/>
                  </a:lnTo>
                  <a:lnTo>
                    <a:pt x="419334" y="0"/>
                  </a:lnTo>
                  <a:lnTo>
                    <a:pt x="415055" y="0"/>
                  </a:lnTo>
                  <a:lnTo>
                    <a:pt x="410776" y="0"/>
                  </a:lnTo>
                  <a:lnTo>
                    <a:pt x="406497" y="0"/>
                  </a:lnTo>
                  <a:lnTo>
                    <a:pt x="402218" y="0"/>
                  </a:lnTo>
                  <a:lnTo>
                    <a:pt x="397939" y="0"/>
                  </a:lnTo>
                  <a:lnTo>
                    <a:pt x="393660" y="0"/>
                  </a:lnTo>
                  <a:lnTo>
                    <a:pt x="389381" y="0"/>
                  </a:lnTo>
                  <a:lnTo>
                    <a:pt x="385102" y="0"/>
                  </a:lnTo>
                  <a:lnTo>
                    <a:pt x="380823" y="0"/>
                  </a:lnTo>
                  <a:lnTo>
                    <a:pt x="376544" y="0"/>
                  </a:lnTo>
                  <a:lnTo>
                    <a:pt x="372266" y="0"/>
                  </a:lnTo>
                  <a:lnTo>
                    <a:pt x="367987" y="0"/>
                  </a:lnTo>
                  <a:lnTo>
                    <a:pt x="363708" y="0"/>
                  </a:lnTo>
                  <a:lnTo>
                    <a:pt x="359429" y="0"/>
                  </a:lnTo>
                  <a:lnTo>
                    <a:pt x="355150" y="0"/>
                  </a:lnTo>
                  <a:lnTo>
                    <a:pt x="350871" y="0"/>
                  </a:lnTo>
                  <a:lnTo>
                    <a:pt x="346592" y="0"/>
                  </a:lnTo>
                  <a:lnTo>
                    <a:pt x="342313" y="0"/>
                  </a:lnTo>
                  <a:lnTo>
                    <a:pt x="338034" y="0"/>
                  </a:lnTo>
                  <a:lnTo>
                    <a:pt x="333755" y="0"/>
                  </a:lnTo>
                  <a:lnTo>
                    <a:pt x="329476" y="0"/>
                  </a:lnTo>
                  <a:lnTo>
                    <a:pt x="325197" y="0"/>
                  </a:lnTo>
                  <a:lnTo>
                    <a:pt x="320918" y="0"/>
                  </a:lnTo>
                  <a:lnTo>
                    <a:pt x="316640" y="0"/>
                  </a:lnTo>
                  <a:lnTo>
                    <a:pt x="312361" y="0"/>
                  </a:lnTo>
                  <a:lnTo>
                    <a:pt x="308082" y="0"/>
                  </a:lnTo>
                  <a:lnTo>
                    <a:pt x="303803" y="0"/>
                  </a:lnTo>
                  <a:lnTo>
                    <a:pt x="299524" y="0"/>
                  </a:lnTo>
                  <a:lnTo>
                    <a:pt x="295245" y="0"/>
                  </a:lnTo>
                  <a:lnTo>
                    <a:pt x="290966" y="0"/>
                  </a:lnTo>
                  <a:lnTo>
                    <a:pt x="286687" y="0"/>
                  </a:lnTo>
                  <a:lnTo>
                    <a:pt x="282408" y="0"/>
                  </a:lnTo>
                  <a:lnTo>
                    <a:pt x="278129" y="0"/>
                  </a:lnTo>
                  <a:lnTo>
                    <a:pt x="273850" y="0"/>
                  </a:lnTo>
                  <a:lnTo>
                    <a:pt x="269571" y="0"/>
                  </a:lnTo>
                  <a:lnTo>
                    <a:pt x="265293" y="0"/>
                  </a:lnTo>
                  <a:lnTo>
                    <a:pt x="261014" y="0"/>
                  </a:lnTo>
                  <a:lnTo>
                    <a:pt x="256735" y="0"/>
                  </a:lnTo>
                  <a:lnTo>
                    <a:pt x="252456" y="0"/>
                  </a:lnTo>
                  <a:lnTo>
                    <a:pt x="248177" y="0"/>
                  </a:lnTo>
                  <a:lnTo>
                    <a:pt x="243898" y="0"/>
                  </a:lnTo>
                  <a:lnTo>
                    <a:pt x="239619" y="0"/>
                  </a:lnTo>
                  <a:lnTo>
                    <a:pt x="235340" y="0"/>
                  </a:lnTo>
                  <a:lnTo>
                    <a:pt x="231061" y="0"/>
                  </a:lnTo>
                  <a:lnTo>
                    <a:pt x="226782" y="0"/>
                  </a:lnTo>
                  <a:lnTo>
                    <a:pt x="222503" y="0"/>
                  </a:lnTo>
                  <a:lnTo>
                    <a:pt x="218224" y="0"/>
                  </a:lnTo>
                  <a:lnTo>
                    <a:pt x="213945" y="0"/>
                  </a:lnTo>
                  <a:lnTo>
                    <a:pt x="209667" y="0"/>
                  </a:lnTo>
                  <a:lnTo>
                    <a:pt x="205388" y="0"/>
                  </a:lnTo>
                  <a:lnTo>
                    <a:pt x="201109" y="0"/>
                  </a:lnTo>
                  <a:lnTo>
                    <a:pt x="196830" y="0"/>
                  </a:lnTo>
                  <a:lnTo>
                    <a:pt x="192551" y="0"/>
                  </a:lnTo>
                  <a:lnTo>
                    <a:pt x="188272" y="0"/>
                  </a:lnTo>
                  <a:lnTo>
                    <a:pt x="183993" y="0"/>
                  </a:lnTo>
                  <a:lnTo>
                    <a:pt x="179714" y="0"/>
                  </a:lnTo>
                  <a:lnTo>
                    <a:pt x="175435" y="0"/>
                  </a:lnTo>
                  <a:lnTo>
                    <a:pt x="171156" y="0"/>
                  </a:lnTo>
                  <a:lnTo>
                    <a:pt x="166877" y="0"/>
                  </a:lnTo>
                  <a:lnTo>
                    <a:pt x="162598" y="0"/>
                  </a:lnTo>
                  <a:lnTo>
                    <a:pt x="158320" y="0"/>
                  </a:lnTo>
                  <a:lnTo>
                    <a:pt x="154041" y="0"/>
                  </a:lnTo>
                  <a:lnTo>
                    <a:pt x="149762" y="0"/>
                  </a:lnTo>
                  <a:lnTo>
                    <a:pt x="145483" y="0"/>
                  </a:lnTo>
                  <a:lnTo>
                    <a:pt x="141204" y="0"/>
                  </a:lnTo>
                  <a:lnTo>
                    <a:pt x="136925" y="0"/>
                  </a:lnTo>
                  <a:lnTo>
                    <a:pt x="132646" y="0"/>
                  </a:lnTo>
                  <a:lnTo>
                    <a:pt x="128367" y="0"/>
                  </a:lnTo>
                  <a:lnTo>
                    <a:pt x="124088" y="0"/>
                  </a:lnTo>
                  <a:lnTo>
                    <a:pt x="119809" y="0"/>
                  </a:lnTo>
                  <a:lnTo>
                    <a:pt x="115530" y="0"/>
                  </a:lnTo>
                  <a:lnTo>
                    <a:pt x="111251" y="0"/>
                  </a:lnTo>
                  <a:lnTo>
                    <a:pt x="106972" y="0"/>
                  </a:lnTo>
                  <a:lnTo>
                    <a:pt x="102694" y="0"/>
                  </a:lnTo>
                  <a:lnTo>
                    <a:pt x="98415" y="0"/>
                  </a:lnTo>
                  <a:lnTo>
                    <a:pt x="94136" y="0"/>
                  </a:lnTo>
                  <a:lnTo>
                    <a:pt x="89857" y="0"/>
                  </a:lnTo>
                  <a:lnTo>
                    <a:pt x="85578" y="0"/>
                  </a:lnTo>
                  <a:lnTo>
                    <a:pt x="81299" y="0"/>
                  </a:lnTo>
                  <a:lnTo>
                    <a:pt x="77020" y="0"/>
                  </a:lnTo>
                  <a:lnTo>
                    <a:pt x="72741" y="0"/>
                  </a:lnTo>
                  <a:lnTo>
                    <a:pt x="68462" y="0"/>
                  </a:lnTo>
                  <a:lnTo>
                    <a:pt x="64183" y="0"/>
                  </a:lnTo>
                  <a:lnTo>
                    <a:pt x="59904" y="0"/>
                  </a:lnTo>
                  <a:lnTo>
                    <a:pt x="55625" y="0"/>
                  </a:lnTo>
                  <a:lnTo>
                    <a:pt x="51347" y="0"/>
                  </a:lnTo>
                  <a:lnTo>
                    <a:pt x="47068" y="0"/>
                  </a:lnTo>
                  <a:lnTo>
                    <a:pt x="42789" y="0"/>
                  </a:lnTo>
                  <a:lnTo>
                    <a:pt x="38510" y="0"/>
                  </a:lnTo>
                  <a:lnTo>
                    <a:pt x="34231" y="0"/>
                  </a:lnTo>
                  <a:lnTo>
                    <a:pt x="29952" y="0"/>
                  </a:lnTo>
                  <a:lnTo>
                    <a:pt x="25673" y="0"/>
                  </a:lnTo>
                  <a:lnTo>
                    <a:pt x="21394" y="0"/>
                  </a:lnTo>
                  <a:lnTo>
                    <a:pt x="17115" y="0"/>
                  </a:lnTo>
                  <a:lnTo>
                    <a:pt x="12836" y="0"/>
                  </a:lnTo>
                  <a:lnTo>
                    <a:pt x="8557" y="0"/>
                  </a:lnTo>
                  <a:lnTo>
                    <a:pt x="4278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44934" y="5313355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311199" y="620674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11199" y="543829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1199" y="467437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1199" y="390434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26" name="pl126"/>
            <p:cNvSpPr/>
            <p:nvPr/>
          </p:nvSpPr>
          <p:spPr>
            <a:xfrm>
              <a:off x="410140" y="62490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10140" y="54820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10140" y="47151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0140" y="39481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4921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58867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72813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86759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16479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88000000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230425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88100000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44371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88200000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658317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88300000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140" name="tx140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2026-03-09T09:14:49Z</dcterms:modified>
  <cp:category/>
</cp:coreProperties>
</file>